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5047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Converted from supplied PDF, page 1. Text and vector shapes are editable. Embedded screenshots and image-based text remain pictures. Standard Arial font used for 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Converted from supplied PDF, page 2. Text and vector shapes are editable. Embedded screenshots and image-based text remain pictures. Standard Arial font used for 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Converted from supplied PDF, page 3. Text and vector shapes are editable. Embedded screenshots and image-based text remain pictures. Standard Arial font used for 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Converted from supplied PDF, page 4. Text and vector shapes are editable. Embedded screenshots and image-based text remain pictures. Standard Arial font used for 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Converted from supplied PDF, page 5. Text and vector shapes are editable. Embedded screenshots and image-based text remain pictures. Standard Arial font used for 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Converted from supplied PDF, page 6. Text and vector shapes are editable. Embedded screenshots and image-based text remain pictures. Standard Arial font used for 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Converted from supplied PDF, page 7. Text and vector shapes are editable. Embedded screenshots and image-based text remain pictures. Standard Arial font used for 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Converted from supplied PDF, page 8. Text and vector shapes are editable. Embedded screenshots and image-based text remain pictures. Standard Arial font used for 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Converted from supplied PDF, page 9. Text and vector shapes are editable. Embedded screenshots and image-based text remain pictures. Standard Arial font used for 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Converted from supplied PDF, page 10. Text and vector shapes are editable. Embedded screenshots and image-based text remain pictures. Standard Arial font used for 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Converted from supplied PDF, page 11. Text and vector shapes are editable. Embedded screenshots and image-based text remain pictures. Standard Arial font used for 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Converted from supplied PDF, page 12. Text and vector shapes are editable. Embedded screenshots and image-based text remain pictures. Standard Arial font used for 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Converted from supplied PDF, page 13. Text and vector shapes are editable. Embedded screenshots and image-based text remain pictures. Standard Arial font used for 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Converted from supplied PDF, page 14. Text and vector shapes are editable. Embedded screenshots and image-based text remain pictures. Standard Arial font used for 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Converted from supplied PDF, page 15. Text and vector shapes are editable. Embedded screenshots and image-based text remain pictures. Standard Arial font used for 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Converted from supplied PDF, page 16. Text and vector shapes are editable. Embedded screenshots and image-based text remain pictures. Standard Arial font used for 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Converted from supplied PDF, page 17. Text and vector shapes are editable. Embedded screenshots and image-based text remain pictures. Standard Arial font used for 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Converted from supplied PDF, page 18. Text and vector shapes are editable. Embedded screenshots and image-based text remain pictures. Standard Arial font used for 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Converted from supplied PDF, page 19. Text and vector shapes are editable. Embedded screenshots and image-based text remain pictures. Standard Arial font used for 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Converted from supplied PDF, page 20. Text and vector shapes are editable. Embedded screenshots and image-based text remain pictures. Standard Arial font used for 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Converted from supplied PDF, page 21. Text and vector shapes are editable. Embedded screenshots and image-based text remain pictures. Standard Arial font used for 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Converted from supplied PDF, page 22. Text and vector shapes are editable. Embedded screenshots and image-based text remain pictures. Standard Arial font used for 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Converted from supplied PDF, page 23. Text and vector shapes are editable. Embedded screenshots and image-based text remain pictures. Standard Arial font used for 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Converted from supplied PDF, page 24. Text and vector shapes are editable. Embedded screenshots and image-based text remain pictures. Standard Arial font used for 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Converted from supplied PDF, page 25. Text and vector shapes are editable. Embedded screenshots and image-based text remain pictures. Standard Arial font used for 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Converted from supplied PDF, page 26. Text and vector shapes are editable. Embedded screenshots and image-based text remain pictures. Standard Arial font used for 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Converted from supplied PDF, page 27. Text and vector shapes are editable. Embedded screenshots and image-based text remain pictures. Standard Arial font used for 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Converted from supplied PDF, page 28. Text and vector shapes are editable. Embedded screenshots and image-based text remain pictures. Standard Arial font used for 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Converted from supplied PDF, page 29. Text and vector shapes are editable. Embedded screenshots and image-based text remain pictures. Standard Arial font used for 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Converted from supplied PDF, page 30. Text and vector shapes are editable. Embedded screenshots and image-based text remain pictures. Standard Arial font used for 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Converted from supplied PDF, page 31. Text and vector shapes are editable. Embedded screenshots and image-based text remain pictures. Standard Arial font used for 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Converted from supplied PDF, page 32. Text and vector shapes are editable. Embedded screenshots and image-based text remain pictures. Standard Arial font used for 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Converted from supplied PDF, page 33. Text and vector shapes are editable. Embedded screenshots and image-based text remain pictures. Standard Arial font used for 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Converted from supplied PDF, page 34. Text and vector shapes are editable. Embedded screenshots and image-based text remain pictures. Standard Arial font used for 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Converted from supplied PDF, page 35. Text and vector shapes are editable. Embedded screenshots and image-based text remain pictures. Standard Arial font used for 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Converted from supplied PDF, page 36. Text and vector shapes are editable. Embedded screenshots and image-based text remain pictures. Standard Arial font used for 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Converted from supplied PDF, page 37. Text and vector shapes are editable. Embedded screenshots and image-based text remain pictures. Standard Arial font used for 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Converted from supplied PDF, page 38. Text and vector shapes are editable. Embedded screenshots and image-based text remain pictures. Standard Arial font used for 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Converted from supplied PDF, page 39. Text and vector shapes are editable. Embedded screenshots and image-based text remain pictures. Standard Arial font used for 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Relationship Id="rId1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Relationship Id="rId12" Type="http://schemas.openxmlformats.org/officeDocument/2006/relationships/image" Target="../media/image34.png"/><Relationship Id="rId13" Type="http://schemas.openxmlformats.org/officeDocument/2006/relationships/image" Target="../media/image35.png"/><Relationship Id="rId14" Type="http://schemas.openxmlformats.org/officeDocument/2006/relationships/image" Target="../media/image36.png"/><Relationship Id="rId15" Type="http://schemas.openxmlformats.org/officeDocument/2006/relationships/image" Target="../media/image37.png"/><Relationship Id="rId16" Type="http://schemas.openxmlformats.org/officeDocument/2006/relationships/image" Target="../media/image38.png"/><Relationship Id="rId17" Type="http://schemas.openxmlformats.org/officeDocument/2006/relationships/image" Target="../media/image39.png"/><Relationship Id="rId18" Type="http://schemas.openxmlformats.org/officeDocument/2006/relationships/image" Target="../media/image40.png"/><Relationship Id="rId19" Type="http://schemas.openxmlformats.org/officeDocument/2006/relationships/image" Target="../media/image41.png"/><Relationship Id="rId20" Type="http://schemas.openxmlformats.org/officeDocument/2006/relationships/image" Target="../media/image42.png"/><Relationship Id="rId21" Type="http://schemas.openxmlformats.org/officeDocument/2006/relationships/image" Target="../media/image43.png"/><Relationship Id="rId22" Type="http://schemas.openxmlformats.org/officeDocument/2006/relationships/image" Target="../media/image44.png"/><Relationship Id="rId23" Type="http://schemas.openxmlformats.org/officeDocument/2006/relationships/image" Target="../media/image45.png"/><Relationship Id="rId2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6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3.jp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Relationship Id="rId12" Type="http://schemas.openxmlformats.org/officeDocument/2006/relationships/image" Target="../media/image55.png"/><Relationship Id="rId13" Type="http://schemas.openxmlformats.org/officeDocument/2006/relationships/image" Target="../media/image56.png"/><Relationship Id="rId14" Type="http://schemas.openxmlformats.org/officeDocument/2006/relationships/image" Target="../media/image57.png"/><Relationship Id="rId1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Relationship Id="rId9" Type="http://schemas.openxmlformats.org/officeDocument/2006/relationships/image" Target="../media/image64.png"/><Relationship Id="rId10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Relationship Id="rId7" Type="http://schemas.openxmlformats.org/officeDocument/2006/relationships/image" Target="../media/image69.png"/><Relationship Id="rId8" Type="http://schemas.openxmlformats.org/officeDocument/2006/relationships/image" Target="../media/image70.png"/><Relationship Id="rId9" Type="http://schemas.openxmlformats.org/officeDocument/2006/relationships/image" Target="../media/image71.png"/><Relationship Id="rId10" Type="http://schemas.openxmlformats.org/officeDocument/2006/relationships/image" Target="../media/image72.png"/><Relationship Id="rId11" Type="http://schemas.openxmlformats.org/officeDocument/2006/relationships/image" Target="../media/image73.png"/><Relationship Id="rId12" Type="http://schemas.openxmlformats.org/officeDocument/2006/relationships/image" Target="../media/image74.png"/><Relationship Id="rId13" Type="http://schemas.openxmlformats.org/officeDocument/2006/relationships/image" Target="../media/image75.png"/><Relationship Id="rId14" Type="http://schemas.openxmlformats.org/officeDocument/2006/relationships/image" Target="../media/image76.png"/><Relationship Id="rId15" Type="http://schemas.openxmlformats.org/officeDocument/2006/relationships/image" Target="../media/image77.png"/><Relationship Id="rId16" Type="http://schemas.openxmlformats.org/officeDocument/2006/relationships/image" Target="../media/image78.png"/><Relationship Id="rId17" Type="http://schemas.openxmlformats.org/officeDocument/2006/relationships/image" Target="../media/image79.png"/><Relationship Id="rId18" Type="http://schemas.openxmlformats.org/officeDocument/2006/relationships/image" Target="../media/image80.png"/><Relationship Id="rId19" Type="http://schemas.openxmlformats.org/officeDocument/2006/relationships/image" Target="../media/image81.png"/><Relationship Id="rId20" Type="http://schemas.openxmlformats.org/officeDocument/2006/relationships/image" Target="../media/image82.png"/><Relationship Id="rId21" Type="http://schemas.openxmlformats.org/officeDocument/2006/relationships/image" Target="../media/image83.png"/><Relationship Id="rId22" Type="http://schemas.openxmlformats.org/officeDocument/2006/relationships/image" Target="../media/image84.png"/><Relationship Id="rId23" Type="http://schemas.openxmlformats.org/officeDocument/2006/relationships/image" Target="../media/image85.png"/><Relationship Id="rId24" Type="http://schemas.openxmlformats.org/officeDocument/2006/relationships/image" Target="../media/image86.png"/><Relationship Id="rId25" Type="http://schemas.openxmlformats.org/officeDocument/2006/relationships/image" Target="../media/image87.png"/><Relationship Id="rId26" Type="http://schemas.openxmlformats.org/officeDocument/2006/relationships/image" Target="../media/image88.png"/><Relationship Id="rId27" Type="http://schemas.openxmlformats.org/officeDocument/2006/relationships/image" Target="../media/image89.png"/><Relationship Id="rId28" Type="http://schemas.openxmlformats.org/officeDocument/2006/relationships/image" Target="../media/image90.png"/><Relationship Id="rId29" Type="http://schemas.openxmlformats.org/officeDocument/2006/relationships/image" Target="../media/image91.png"/><Relationship Id="rId30" Type="http://schemas.openxmlformats.org/officeDocument/2006/relationships/image" Target="../media/image92.png"/><Relationship Id="rId31" Type="http://schemas.openxmlformats.org/officeDocument/2006/relationships/image" Target="../media/image93.png"/><Relationship Id="rId32" Type="http://schemas.openxmlformats.org/officeDocument/2006/relationships/image" Target="../media/image94.png"/><Relationship Id="rId33" Type="http://schemas.openxmlformats.org/officeDocument/2006/relationships/image" Target="../media/image95.png"/><Relationship Id="rId34" Type="http://schemas.openxmlformats.org/officeDocument/2006/relationships/image" Target="../media/image96.png"/><Relationship Id="rId35" Type="http://schemas.openxmlformats.org/officeDocument/2006/relationships/image" Target="../media/image97.png"/><Relationship Id="rId36" Type="http://schemas.openxmlformats.org/officeDocument/2006/relationships/image" Target="../media/image98.png"/><Relationship Id="rId37" Type="http://schemas.openxmlformats.org/officeDocument/2006/relationships/image" Target="../media/image99.png"/><Relationship Id="rId38" Type="http://schemas.openxmlformats.org/officeDocument/2006/relationships/image" Target="../media/image100.png"/><Relationship Id="rId39" Type="http://schemas.openxmlformats.org/officeDocument/2006/relationships/image" Target="../media/image101.png"/><Relationship Id="rId40" Type="http://schemas.openxmlformats.org/officeDocument/2006/relationships/image" Target="../media/image102.png"/><Relationship Id="rId41" Type="http://schemas.openxmlformats.org/officeDocument/2006/relationships/image" Target="../media/image103.png"/><Relationship Id="rId42" Type="http://schemas.openxmlformats.org/officeDocument/2006/relationships/image" Target="../media/image104.png"/><Relationship Id="rId43" Type="http://schemas.openxmlformats.org/officeDocument/2006/relationships/image" Target="../media/image105.png"/><Relationship Id="rId44" Type="http://schemas.openxmlformats.org/officeDocument/2006/relationships/image" Target="../media/image106.png"/><Relationship Id="rId45" Type="http://schemas.openxmlformats.org/officeDocument/2006/relationships/image" Target="../media/image107.png"/><Relationship Id="rId46" Type="http://schemas.openxmlformats.org/officeDocument/2006/relationships/image" Target="../media/image108.png"/><Relationship Id="rId47" Type="http://schemas.openxmlformats.org/officeDocument/2006/relationships/image" Target="../media/image109.png"/><Relationship Id="rId48" Type="http://schemas.openxmlformats.org/officeDocument/2006/relationships/image" Target="../media/image110.png"/><Relationship Id="rId49" Type="http://schemas.openxmlformats.org/officeDocument/2006/relationships/image" Target="../media/image111.png"/><Relationship Id="rId50" Type="http://schemas.openxmlformats.org/officeDocument/2006/relationships/image" Target="../media/image112.png"/><Relationship Id="rId51" Type="http://schemas.openxmlformats.org/officeDocument/2006/relationships/image" Target="../media/image113.png"/><Relationship Id="rId52" Type="http://schemas.openxmlformats.org/officeDocument/2006/relationships/image" Target="../media/image114.png"/><Relationship Id="rId53" Type="http://schemas.openxmlformats.org/officeDocument/2006/relationships/image" Target="../media/image115.png"/><Relationship Id="rId54" Type="http://schemas.openxmlformats.org/officeDocument/2006/relationships/image" Target="../media/image116.png"/><Relationship Id="rId55" Type="http://schemas.openxmlformats.org/officeDocument/2006/relationships/image" Target="../media/image117.png"/><Relationship Id="rId56" Type="http://schemas.openxmlformats.org/officeDocument/2006/relationships/image" Target="../media/image118.png"/><Relationship Id="rId57" Type="http://schemas.openxmlformats.org/officeDocument/2006/relationships/image" Target="../media/image119.png"/><Relationship Id="rId58" Type="http://schemas.openxmlformats.org/officeDocument/2006/relationships/image" Target="../media/image120.png"/><Relationship Id="rId59" Type="http://schemas.openxmlformats.org/officeDocument/2006/relationships/image" Target="../media/image121.png"/><Relationship Id="rId60" Type="http://schemas.openxmlformats.org/officeDocument/2006/relationships/image" Target="../media/image122.png"/><Relationship Id="rId61" Type="http://schemas.openxmlformats.org/officeDocument/2006/relationships/image" Target="../media/image123.png"/><Relationship Id="rId62" Type="http://schemas.openxmlformats.org/officeDocument/2006/relationships/image" Target="../media/image124.png"/><Relationship Id="rId63" Type="http://schemas.openxmlformats.org/officeDocument/2006/relationships/image" Target="../media/image125.png"/><Relationship Id="rId64" Type="http://schemas.openxmlformats.org/officeDocument/2006/relationships/image" Target="../media/image126.png"/><Relationship Id="rId65" Type="http://schemas.openxmlformats.org/officeDocument/2006/relationships/image" Target="../media/image127.png"/><Relationship Id="rId66" Type="http://schemas.openxmlformats.org/officeDocument/2006/relationships/image" Target="../media/image128.png"/><Relationship Id="rId67" Type="http://schemas.openxmlformats.org/officeDocument/2006/relationships/image" Target="../media/image129.png"/><Relationship Id="rId68" Type="http://schemas.openxmlformats.org/officeDocument/2006/relationships/image" Target="../media/image130.png"/><Relationship Id="rId69" Type="http://schemas.openxmlformats.org/officeDocument/2006/relationships/image" Target="../media/image131.png"/><Relationship Id="rId70" Type="http://schemas.openxmlformats.org/officeDocument/2006/relationships/image" Target="../media/image132.png"/><Relationship Id="rId71" Type="http://schemas.openxmlformats.org/officeDocument/2006/relationships/image" Target="../media/image133.png"/><Relationship Id="rId72" Type="http://schemas.openxmlformats.org/officeDocument/2006/relationships/image" Target="../media/image134.png"/><Relationship Id="rId73" Type="http://schemas.openxmlformats.org/officeDocument/2006/relationships/image" Target="../media/image135.png"/><Relationship Id="rId74" Type="http://schemas.openxmlformats.org/officeDocument/2006/relationships/image" Target="../media/image136.png"/><Relationship Id="rId75" Type="http://schemas.openxmlformats.org/officeDocument/2006/relationships/image" Target="../media/image137.png"/><Relationship Id="rId76" Type="http://schemas.openxmlformats.org/officeDocument/2006/relationships/image" Target="../media/image138.png"/><Relationship Id="rId77" Type="http://schemas.openxmlformats.org/officeDocument/2006/relationships/image" Target="../media/image139.png"/><Relationship Id="rId78" Type="http://schemas.openxmlformats.org/officeDocument/2006/relationships/image" Target="../media/image140.png"/><Relationship Id="rId79" Type="http://schemas.openxmlformats.org/officeDocument/2006/relationships/image" Target="../media/image141.png"/><Relationship Id="rId80" Type="http://schemas.openxmlformats.org/officeDocument/2006/relationships/image" Target="../media/image142.png"/><Relationship Id="rId81" Type="http://schemas.openxmlformats.org/officeDocument/2006/relationships/image" Target="../media/image143.png"/><Relationship Id="rId82" Type="http://schemas.openxmlformats.org/officeDocument/2006/relationships/image" Target="../media/image144.png"/><Relationship Id="rId83" Type="http://schemas.openxmlformats.org/officeDocument/2006/relationships/image" Target="../media/image145.png"/><Relationship Id="rId84" Type="http://schemas.openxmlformats.org/officeDocument/2006/relationships/image" Target="../media/image146.png"/><Relationship Id="rId85" Type="http://schemas.openxmlformats.org/officeDocument/2006/relationships/image" Target="../media/image147.png"/><Relationship Id="rId86" Type="http://schemas.openxmlformats.org/officeDocument/2006/relationships/image" Target="../media/image148.png"/><Relationship Id="rId87" Type="http://schemas.openxmlformats.org/officeDocument/2006/relationships/image" Target="../media/image149.png"/><Relationship Id="rId88" Type="http://schemas.openxmlformats.org/officeDocument/2006/relationships/image" Target="../media/image150.png"/><Relationship Id="rId89" Type="http://schemas.openxmlformats.org/officeDocument/2006/relationships/image" Target="../media/image151.png"/><Relationship Id="rId90" Type="http://schemas.openxmlformats.org/officeDocument/2006/relationships/image" Target="../media/image152.png"/><Relationship Id="rId91" Type="http://schemas.openxmlformats.org/officeDocument/2006/relationships/image" Target="../media/image153.png"/><Relationship Id="rId92" Type="http://schemas.openxmlformats.org/officeDocument/2006/relationships/image" Target="../media/image154.png"/><Relationship Id="rId93" Type="http://schemas.openxmlformats.org/officeDocument/2006/relationships/image" Target="../media/image155.png"/><Relationship Id="rId94" Type="http://schemas.openxmlformats.org/officeDocument/2006/relationships/image" Target="../media/image156.png"/><Relationship Id="rId95" Type="http://schemas.openxmlformats.org/officeDocument/2006/relationships/image" Target="../media/image157.png"/><Relationship Id="rId96" Type="http://schemas.openxmlformats.org/officeDocument/2006/relationships/image" Target="../media/image158.png"/><Relationship Id="rId97" Type="http://schemas.openxmlformats.org/officeDocument/2006/relationships/image" Target="../media/image159.png"/><Relationship Id="rId98" Type="http://schemas.openxmlformats.org/officeDocument/2006/relationships/image" Target="../media/image160.png"/><Relationship Id="rId99" Type="http://schemas.openxmlformats.org/officeDocument/2006/relationships/image" Target="../media/image161.png"/><Relationship Id="rId100" Type="http://schemas.openxmlformats.org/officeDocument/2006/relationships/image" Target="../media/image162.png"/><Relationship Id="rId101" Type="http://schemas.openxmlformats.org/officeDocument/2006/relationships/image" Target="../media/image163.png"/><Relationship Id="rId102" Type="http://schemas.openxmlformats.org/officeDocument/2006/relationships/image" Target="../media/image164.png"/><Relationship Id="rId103" Type="http://schemas.openxmlformats.org/officeDocument/2006/relationships/image" Target="../media/image165.png"/><Relationship Id="rId104" Type="http://schemas.openxmlformats.org/officeDocument/2006/relationships/image" Target="../media/image166.png"/><Relationship Id="rId105" Type="http://schemas.openxmlformats.org/officeDocument/2006/relationships/image" Target="../media/image167.png"/><Relationship Id="rId106" Type="http://schemas.openxmlformats.org/officeDocument/2006/relationships/image" Target="../media/image168.png"/><Relationship Id="rId107" Type="http://schemas.openxmlformats.org/officeDocument/2006/relationships/image" Target="../media/image169.png"/><Relationship Id="rId108" Type="http://schemas.openxmlformats.org/officeDocument/2006/relationships/image" Target="../media/image170.png"/><Relationship Id="rId109" Type="http://schemas.openxmlformats.org/officeDocument/2006/relationships/image" Target="../media/image171.png"/><Relationship Id="rId110" Type="http://schemas.openxmlformats.org/officeDocument/2006/relationships/image" Target="../media/image172.png"/><Relationship Id="rId111" Type="http://schemas.openxmlformats.org/officeDocument/2006/relationships/image" Target="../media/image173.png"/><Relationship Id="rId112" Type="http://schemas.openxmlformats.org/officeDocument/2006/relationships/image" Target="../media/image174.png"/><Relationship Id="rId113" Type="http://schemas.openxmlformats.org/officeDocument/2006/relationships/image" Target="../media/image175.png"/><Relationship Id="rId114" Type="http://schemas.openxmlformats.org/officeDocument/2006/relationships/image" Target="../media/image176.png"/><Relationship Id="rId115" Type="http://schemas.openxmlformats.org/officeDocument/2006/relationships/image" Target="../media/image177.png"/><Relationship Id="rId116" Type="http://schemas.openxmlformats.org/officeDocument/2006/relationships/image" Target="../media/image178.png"/><Relationship Id="rId117" Type="http://schemas.openxmlformats.org/officeDocument/2006/relationships/image" Target="../media/image179.png"/><Relationship Id="rId118" Type="http://schemas.openxmlformats.org/officeDocument/2006/relationships/image" Target="../media/image180.png"/><Relationship Id="rId119" Type="http://schemas.openxmlformats.org/officeDocument/2006/relationships/image" Target="../media/image181.png"/><Relationship Id="rId120" Type="http://schemas.openxmlformats.org/officeDocument/2006/relationships/image" Target="../media/image182.png"/><Relationship Id="rId121" Type="http://schemas.openxmlformats.org/officeDocument/2006/relationships/image" Target="../media/image183.png"/><Relationship Id="rId122" Type="http://schemas.openxmlformats.org/officeDocument/2006/relationships/image" Target="../media/image184.png"/><Relationship Id="rId123" Type="http://schemas.openxmlformats.org/officeDocument/2006/relationships/image" Target="../media/image185.png"/><Relationship Id="rId124" Type="http://schemas.openxmlformats.org/officeDocument/2006/relationships/image" Target="../media/image186.png"/><Relationship Id="rId125" Type="http://schemas.openxmlformats.org/officeDocument/2006/relationships/image" Target="../media/image187.png"/><Relationship Id="rId126" Type="http://schemas.openxmlformats.org/officeDocument/2006/relationships/image" Target="../media/image188.png"/><Relationship Id="rId127" Type="http://schemas.openxmlformats.org/officeDocument/2006/relationships/image" Target="../media/image189.png"/><Relationship Id="rId128" Type="http://schemas.openxmlformats.org/officeDocument/2006/relationships/image" Target="../media/image190.png"/><Relationship Id="rId129" Type="http://schemas.openxmlformats.org/officeDocument/2006/relationships/image" Target="../media/image191.png"/><Relationship Id="rId130" Type="http://schemas.openxmlformats.org/officeDocument/2006/relationships/image" Target="../media/image192.png"/><Relationship Id="rId131" Type="http://schemas.openxmlformats.org/officeDocument/2006/relationships/image" Target="../media/image193.png"/><Relationship Id="rId132" Type="http://schemas.openxmlformats.org/officeDocument/2006/relationships/image" Target="../media/image194.png"/><Relationship Id="rId133" Type="http://schemas.openxmlformats.org/officeDocument/2006/relationships/image" Target="../media/image195.png"/><Relationship Id="rId134" Type="http://schemas.openxmlformats.org/officeDocument/2006/relationships/image" Target="../media/image196.png"/><Relationship Id="rId135" Type="http://schemas.openxmlformats.org/officeDocument/2006/relationships/image" Target="../media/image197.png"/><Relationship Id="rId136" Type="http://schemas.openxmlformats.org/officeDocument/2006/relationships/image" Target="../media/image198.png"/><Relationship Id="rId137" Type="http://schemas.openxmlformats.org/officeDocument/2006/relationships/image" Target="../media/image199.png"/><Relationship Id="rId138" Type="http://schemas.openxmlformats.org/officeDocument/2006/relationships/image" Target="../media/image200.png"/><Relationship Id="rId139" Type="http://schemas.openxmlformats.org/officeDocument/2006/relationships/image" Target="../media/image201.png"/><Relationship Id="rId140" Type="http://schemas.openxmlformats.org/officeDocument/2006/relationships/image" Target="../media/image202.png"/><Relationship Id="rId141" Type="http://schemas.openxmlformats.org/officeDocument/2006/relationships/image" Target="../media/image203.png"/><Relationship Id="rId142" Type="http://schemas.openxmlformats.org/officeDocument/2006/relationships/image" Target="../media/image204.png"/><Relationship Id="rId143" Type="http://schemas.openxmlformats.org/officeDocument/2006/relationships/image" Target="../media/image205.png"/><Relationship Id="rId144" Type="http://schemas.openxmlformats.org/officeDocument/2006/relationships/image" Target="../media/image206.png"/><Relationship Id="rId145" Type="http://schemas.openxmlformats.org/officeDocument/2006/relationships/image" Target="../media/image207.png"/><Relationship Id="rId146" Type="http://schemas.openxmlformats.org/officeDocument/2006/relationships/image" Target="../media/image208.png"/><Relationship Id="rId147" Type="http://schemas.openxmlformats.org/officeDocument/2006/relationships/image" Target="../media/image209.png"/><Relationship Id="rId148" Type="http://schemas.openxmlformats.org/officeDocument/2006/relationships/image" Target="../media/image210.png"/><Relationship Id="rId149" Type="http://schemas.openxmlformats.org/officeDocument/2006/relationships/image" Target="../media/image211.png"/><Relationship Id="rId150" Type="http://schemas.openxmlformats.org/officeDocument/2006/relationships/image" Target="../media/image212.png"/><Relationship Id="rId151" Type="http://schemas.openxmlformats.org/officeDocument/2006/relationships/image" Target="../media/image213.png"/><Relationship Id="rId152" Type="http://schemas.openxmlformats.org/officeDocument/2006/relationships/image" Target="../media/image214.png"/><Relationship Id="rId153" Type="http://schemas.openxmlformats.org/officeDocument/2006/relationships/image" Target="../media/image215.png"/><Relationship Id="rId154" Type="http://schemas.openxmlformats.org/officeDocument/2006/relationships/image" Target="../media/image216.png"/><Relationship Id="rId155" Type="http://schemas.openxmlformats.org/officeDocument/2006/relationships/image" Target="../media/image217.png"/><Relationship Id="rId156" Type="http://schemas.openxmlformats.org/officeDocument/2006/relationships/image" Target="../media/image218.png"/><Relationship Id="rId157" Type="http://schemas.openxmlformats.org/officeDocument/2006/relationships/image" Target="../media/image219.png"/><Relationship Id="rId158" Type="http://schemas.openxmlformats.org/officeDocument/2006/relationships/image" Target="../media/image220.png"/><Relationship Id="rId159" Type="http://schemas.openxmlformats.org/officeDocument/2006/relationships/image" Target="../media/image221.png"/><Relationship Id="rId160" Type="http://schemas.openxmlformats.org/officeDocument/2006/relationships/image" Target="../media/image222.png"/><Relationship Id="rId161" Type="http://schemas.openxmlformats.org/officeDocument/2006/relationships/image" Target="../media/image223.png"/><Relationship Id="rId162" Type="http://schemas.openxmlformats.org/officeDocument/2006/relationships/image" Target="../media/image224.png"/><Relationship Id="rId163" Type="http://schemas.openxmlformats.org/officeDocument/2006/relationships/image" Target="../media/image225.png"/><Relationship Id="rId164" Type="http://schemas.openxmlformats.org/officeDocument/2006/relationships/image" Target="../media/image226.png"/><Relationship Id="rId165" Type="http://schemas.openxmlformats.org/officeDocument/2006/relationships/image" Target="../media/image227.png"/><Relationship Id="rId166" Type="http://schemas.openxmlformats.org/officeDocument/2006/relationships/image" Target="../media/image228.png"/><Relationship Id="rId167" Type="http://schemas.openxmlformats.org/officeDocument/2006/relationships/image" Target="../media/image229.png"/><Relationship Id="rId168" Type="http://schemas.openxmlformats.org/officeDocument/2006/relationships/image" Target="../media/image230.png"/><Relationship Id="rId169" Type="http://schemas.openxmlformats.org/officeDocument/2006/relationships/image" Target="../media/image231.png"/><Relationship Id="rId170" Type="http://schemas.openxmlformats.org/officeDocument/2006/relationships/image" Target="../media/image232.png"/><Relationship Id="rId171" Type="http://schemas.openxmlformats.org/officeDocument/2006/relationships/image" Target="../media/image233.png"/><Relationship Id="rId172" Type="http://schemas.openxmlformats.org/officeDocument/2006/relationships/image" Target="../media/image234.png"/><Relationship Id="rId173" Type="http://schemas.openxmlformats.org/officeDocument/2006/relationships/image" Target="../media/image235.png"/><Relationship Id="rId174" Type="http://schemas.openxmlformats.org/officeDocument/2006/relationships/image" Target="../media/image236.png"/><Relationship Id="rId175" Type="http://schemas.openxmlformats.org/officeDocument/2006/relationships/image" Target="../media/image237.png"/><Relationship Id="rId176" Type="http://schemas.openxmlformats.org/officeDocument/2006/relationships/image" Target="../media/image238.png"/><Relationship Id="rId177" Type="http://schemas.openxmlformats.org/officeDocument/2006/relationships/image" Target="../media/image239.png"/><Relationship Id="rId178" Type="http://schemas.openxmlformats.org/officeDocument/2006/relationships/image" Target="../media/image240.png"/><Relationship Id="rId179" Type="http://schemas.openxmlformats.org/officeDocument/2006/relationships/image" Target="../media/image241.png"/><Relationship Id="rId180" Type="http://schemas.openxmlformats.org/officeDocument/2006/relationships/image" Target="../media/image242.png"/><Relationship Id="rId181" Type="http://schemas.openxmlformats.org/officeDocument/2006/relationships/image" Target="../media/image243.png"/><Relationship Id="rId182" Type="http://schemas.openxmlformats.org/officeDocument/2006/relationships/image" Target="../media/image244.png"/><Relationship Id="rId183" Type="http://schemas.openxmlformats.org/officeDocument/2006/relationships/image" Target="../media/image245.png"/><Relationship Id="rId184" Type="http://schemas.openxmlformats.org/officeDocument/2006/relationships/image" Target="../media/image246.png"/><Relationship Id="rId185" Type="http://schemas.openxmlformats.org/officeDocument/2006/relationships/image" Target="../media/image247.png"/><Relationship Id="rId186" Type="http://schemas.openxmlformats.org/officeDocument/2006/relationships/image" Target="../media/image248.png"/><Relationship Id="rId187" Type="http://schemas.openxmlformats.org/officeDocument/2006/relationships/image" Target="../media/image249.png"/><Relationship Id="rId188" Type="http://schemas.openxmlformats.org/officeDocument/2006/relationships/image" Target="../media/image250.png"/><Relationship Id="rId189" Type="http://schemas.openxmlformats.org/officeDocument/2006/relationships/image" Target="../media/image251.png"/><Relationship Id="rId190" Type="http://schemas.openxmlformats.org/officeDocument/2006/relationships/image" Target="../media/image252.png"/><Relationship Id="rId191" Type="http://schemas.openxmlformats.org/officeDocument/2006/relationships/image" Target="../media/image253.png"/><Relationship Id="rId192" Type="http://schemas.openxmlformats.org/officeDocument/2006/relationships/image" Target="../media/image254.png"/><Relationship Id="rId193" Type="http://schemas.openxmlformats.org/officeDocument/2006/relationships/image" Target="../media/image255.png"/><Relationship Id="rId194" Type="http://schemas.openxmlformats.org/officeDocument/2006/relationships/image" Target="../media/image256.png"/><Relationship Id="rId195" Type="http://schemas.openxmlformats.org/officeDocument/2006/relationships/image" Target="../media/image257.png"/><Relationship Id="rId196" Type="http://schemas.openxmlformats.org/officeDocument/2006/relationships/image" Target="../media/image258.png"/><Relationship Id="rId197" Type="http://schemas.openxmlformats.org/officeDocument/2006/relationships/image" Target="../media/image259.png"/><Relationship Id="rId198" Type="http://schemas.openxmlformats.org/officeDocument/2006/relationships/image" Target="../media/image260.png"/><Relationship Id="rId199" Type="http://schemas.openxmlformats.org/officeDocument/2006/relationships/image" Target="../media/image261.png"/><Relationship Id="rId200" Type="http://schemas.openxmlformats.org/officeDocument/2006/relationships/image" Target="../media/image262.png"/><Relationship Id="rId201" Type="http://schemas.openxmlformats.org/officeDocument/2006/relationships/image" Target="../media/image263.png"/><Relationship Id="rId202" Type="http://schemas.openxmlformats.org/officeDocument/2006/relationships/image" Target="../media/image264.png"/><Relationship Id="rId203" Type="http://schemas.openxmlformats.org/officeDocument/2006/relationships/image" Target="../media/image265.png"/><Relationship Id="rId204" Type="http://schemas.openxmlformats.org/officeDocument/2006/relationships/image" Target="../media/image266.png"/><Relationship Id="rId205" Type="http://schemas.openxmlformats.org/officeDocument/2006/relationships/image" Target="../media/image267.png"/><Relationship Id="rId206" Type="http://schemas.openxmlformats.org/officeDocument/2006/relationships/image" Target="../media/image268.png"/><Relationship Id="rId207" Type="http://schemas.openxmlformats.org/officeDocument/2006/relationships/image" Target="../media/image269.png"/><Relationship Id="rId208" Type="http://schemas.openxmlformats.org/officeDocument/2006/relationships/image" Target="../media/image270.png"/><Relationship Id="rId209" Type="http://schemas.openxmlformats.org/officeDocument/2006/relationships/image" Target="../media/image271.png"/><Relationship Id="rId210" Type="http://schemas.openxmlformats.org/officeDocument/2006/relationships/image" Target="../media/image272.png"/><Relationship Id="rId211" Type="http://schemas.openxmlformats.org/officeDocument/2006/relationships/image" Target="../media/image273.png"/><Relationship Id="rId212" Type="http://schemas.openxmlformats.org/officeDocument/2006/relationships/image" Target="../media/image274.png"/><Relationship Id="rId213" Type="http://schemas.openxmlformats.org/officeDocument/2006/relationships/image" Target="../media/image275.png"/><Relationship Id="rId214" Type="http://schemas.openxmlformats.org/officeDocument/2006/relationships/hyperlink" Target="https://www.sap.com/products/artificial-intelligence/ai-assistant.html" TargetMode="External"/><Relationship Id="rId21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3.jpg"/><Relationship Id="rId4" Type="http://schemas.openxmlformats.org/officeDocument/2006/relationships/image" Target="../media/image276.png"/><Relationship Id="rId5" Type="http://schemas.openxmlformats.org/officeDocument/2006/relationships/image" Target="../media/image277.png"/><Relationship Id="rId6" Type="http://schemas.openxmlformats.org/officeDocument/2006/relationships/image" Target="../media/image278.png"/><Relationship Id="rId7" Type="http://schemas.openxmlformats.org/officeDocument/2006/relationships/image" Target="../media/image279.png"/><Relationship Id="rId8" Type="http://schemas.openxmlformats.org/officeDocument/2006/relationships/image" Target="../media/image280.png"/><Relationship Id="rId9" Type="http://schemas.openxmlformats.org/officeDocument/2006/relationships/image" Target="../media/image281.png"/><Relationship Id="rId10" Type="http://schemas.openxmlformats.org/officeDocument/2006/relationships/image" Target="../media/image282.png"/><Relationship Id="rId11" Type="http://schemas.openxmlformats.org/officeDocument/2006/relationships/image" Target="../media/image283.png"/><Relationship Id="rId12" Type="http://schemas.openxmlformats.org/officeDocument/2006/relationships/image" Target="../media/image284.png"/><Relationship Id="rId13" Type="http://schemas.openxmlformats.org/officeDocument/2006/relationships/image" Target="../media/image285.png"/><Relationship Id="rId14" Type="http://schemas.openxmlformats.org/officeDocument/2006/relationships/hyperlink" Target="https://dam.sap.com/mac/app/p/pdf/asset/preview/4uRKtDk?ltr=a&amp;rc=10&amp;doi=SAP1314243" TargetMode="External"/><Relationship Id="rId1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86.png"/><Relationship Id="rId4" Type="http://schemas.openxmlformats.org/officeDocument/2006/relationships/image" Target="../media/image287.png"/><Relationship Id="rId5" Type="http://schemas.openxmlformats.org/officeDocument/2006/relationships/image" Target="../media/image288.png"/><Relationship Id="rId6" Type="http://schemas.openxmlformats.org/officeDocument/2006/relationships/image" Target="../media/image289.png"/><Relationship Id="rId7" Type="http://schemas.openxmlformats.org/officeDocument/2006/relationships/image" Target="../media/image290.png"/><Relationship Id="rId8" Type="http://schemas.openxmlformats.org/officeDocument/2006/relationships/image" Target="../media/image291.png"/><Relationship Id="rId9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92.png"/><Relationship Id="rId4" Type="http://schemas.openxmlformats.org/officeDocument/2006/relationships/image" Target="../media/image293.png"/><Relationship Id="rId5" Type="http://schemas.openxmlformats.org/officeDocument/2006/relationships/image" Target="../media/image294.png"/><Relationship Id="rId6" Type="http://schemas.openxmlformats.org/officeDocument/2006/relationships/image" Target="../media/image295.png"/><Relationship Id="rId7" Type="http://schemas.openxmlformats.org/officeDocument/2006/relationships/image" Target="../media/image296.png"/><Relationship Id="rId8" Type="http://schemas.openxmlformats.org/officeDocument/2006/relationships/image" Target="../media/image297.png"/><Relationship Id="rId9" Type="http://schemas.openxmlformats.org/officeDocument/2006/relationships/image" Target="../media/image298.png"/><Relationship Id="rId10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95.png"/><Relationship Id="rId4" Type="http://schemas.openxmlformats.org/officeDocument/2006/relationships/image" Target="../media/image298.png"/><Relationship Id="rId5" Type="http://schemas.openxmlformats.org/officeDocument/2006/relationships/image" Target="../media/image299.png"/><Relationship Id="rId6" Type="http://schemas.openxmlformats.org/officeDocument/2006/relationships/image" Target="../media/image300.png"/><Relationship Id="rId7" Type="http://schemas.openxmlformats.org/officeDocument/2006/relationships/image" Target="../media/image301.png"/><Relationship Id="rId8" Type="http://schemas.openxmlformats.org/officeDocument/2006/relationships/image" Target="../media/image302.png"/><Relationship Id="rId9" Type="http://schemas.openxmlformats.org/officeDocument/2006/relationships/image" Target="../media/image303.png"/><Relationship Id="rId10" Type="http://schemas.openxmlformats.org/officeDocument/2006/relationships/image" Target="../media/image304.png"/><Relationship Id="rId11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95.png"/><Relationship Id="rId4" Type="http://schemas.openxmlformats.org/officeDocument/2006/relationships/image" Target="../media/image298.png"/><Relationship Id="rId5" Type="http://schemas.openxmlformats.org/officeDocument/2006/relationships/image" Target="../media/image305.png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306.png"/><Relationship Id="rId4" Type="http://schemas.openxmlformats.org/officeDocument/2006/relationships/image" Target="../media/image307.png"/><Relationship Id="rId5" Type="http://schemas.openxmlformats.org/officeDocument/2006/relationships/image" Target="../media/image308.png"/><Relationship Id="rId6" Type="http://schemas.openxmlformats.org/officeDocument/2006/relationships/image" Target="../media/image309.png"/><Relationship Id="rId7" Type="http://schemas.openxmlformats.org/officeDocument/2006/relationships/image" Target="../media/image310.png"/><Relationship Id="rId8" Type="http://schemas.openxmlformats.org/officeDocument/2006/relationships/image" Target="../media/image311.png"/><Relationship Id="rId9" Type="http://schemas.openxmlformats.org/officeDocument/2006/relationships/image" Target="../media/image295.png"/><Relationship Id="rId10" Type="http://schemas.openxmlformats.org/officeDocument/2006/relationships/image" Target="../media/image298.png"/><Relationship Id="rId11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3.jpg"/><Relationship Id="rId4" Type="http://schemas.openxmlformats.org/officeDocument/2006/relationships/image" Target="../media/image312.png"/><Relationship Id="rId5" Type="http://schemas.openxmlformats.org/officeDocument/2006/relationships/image" Target="../media/image313.png"/><Relationship Id="rId6" Type="http://schemas.openxmlformats.org/officeDocument/2006/relationships/image" Target="../media/image314.png"/><Relationship Id="rId7" Type="http://schemas.openxmlformats.org/officeDocument/2006/relationships/image" Target="../media/image315.png"/><Relationship Id="rId8" Type="http://schemas.openxmlformats.org/officeDocument/2006/relationships/image" Target="../media/image316.png"/><Relationship Id="rId9" Type="http://schemas.openxmlformats.org/officeDocument/2006/relationships/image" Target="../media/image317.png"/><Relationship Id="rId10" Type="http://schemas.openxmlformats.org/officeDocument/2006/relationships/image" Target="../media/image295.png"/><Relationship Id="rId11" Type="http://schemas.openxmlformats.org/officeDocument/2006/relationships/image" Target="../media/image318.png"/><Relationship Id="rId12" Type="http://schemas.openxmlformats.org/officeDocument/2006/relationships/image" Target="../media/image298.png"/><Relationship Id="rId13" Type="http://schemas.openxmlformats.org/officeDocument/2006/relationships/hyperlink" Target="https://dam.sap.com/mac/app/p/pdf/asset/preview/4uRKtDk?ltr=a&amp;rc=10&amp;doi=SAP1314243" TargetMode="External"/><Relationship Id="rId1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319.png"/><Relationship Id="rId4" Type="http://schemas.openxmlformats.org/officeDocument/2006/relationships/image" Target="../media/image320.png"/><Relationship Id="rId5" Type="http://schemas.openxmlformats.org/officeDocument/2006/relationships/image" Target="../media/image321.png"/><Relationship Id="rId6" Type="http://schemas.openxmlformats.org/officeDocument/2006/relationships/image" Target="../media/image322.png"/><Relationship Id="rId7" Type="http://schemas.openxmlformats.org/officeDocument/2006/relationships/image" Target="../media/image323.png"/><Relationship Id="rId8" Type="http://schemas.openxmlformats.org/officeDocument/2006/relationships/image" Target="../media/image324.png"/><Relationship Id="rId9" Type="http://schemas.openxmlformats.org/officeDocument/2006/relationships/image" Target="../media/image325.png"/><Relationship Id="rId10" Type="http://schemas.openxmlformats.org/officeDocument/2006/relationships/image" Target="../media/image326.png"/><Relationship Id="rId11" Type="http://schemas.openxmlformats.org/officeDocument/2006/relationships/image" Target="../media/image327.png"/><Relationship Id="rId12" Type="http://schemas.openxmlformats.org/officeDocument/2006/relationships/image" Target="../media/image328.png"/><Relationship Id="rId13" Type="http://schemas.openxmlformats.org/officeDocument/2006/relationships/image" Target="../media/image329.png"/><Relationship Id="rId14" Type="http://schemas.openxmlformats.org/officeDocument/2006/relationships/image" Target="../media/image330.png"/><Relationship Id="rId15" Type="http://schemas.openxmlformats.org/officeDocument/2006/relationships/image" Target="../media/image331.png"/><Relationship Id="rId16" Type="http://schemas.openxmlformats.org/officeDocument/2006/relationships/image" Target="../media/image332.png"/><Relationship Id="rId17" Type="http://schemas.openxmlformats.org/officeDocument/2006/relationships/image" Target="../media/image333.png"/><Relationship Id="rId18" Type="http://schemas.openxmlformats.org/officeDocument/2006/relationships/image" Target="../media/image334.png"/><Relationship Id="rId19" Type="http://schemas.openxmlformats.org/officeDocument/2006/relationships/image" Target="../media/image335.png"/><Relationship Id="rId20" Type="http://schemas.openxmlformats.org/officeDocument/2006/relationships/image" Target="../media/image336.png"/><Relationship Id="rId21" Type="http://schemas.openxmlformats.org/officeDocument/2006/relationships/image" Target="../media/image337.png"/><Relationship Id="rId22" Type="http://schemas.openxmlformats.org/officeDocument/2006/relationships/image" Target="../media/image338.png"/><Relationship Id="rId23" Type="http://schemas.openxmlformats.org/officeDocument/2006/relationships/image" Target="../media/image339.png"/><Relationship Id="rId24" Type="http://schemas.openxmlformats.org/officeDocument/2006/relationships/image" Target="../media/image340.png"/><Relationship Id="rId25" Type="http://schemas.openxmlformats.org/officeDocument/2006/relationships/image" Target="../media/image341.png"/><Relationship Id="rId26" Type="http://schemas.openxmlformats.org/officeDocument/2006/relationships/image" Target="../media/image342.png"/><Relationship Id="rId27" Type="http://schemas.openxmlformats.org/officeDocument/2006/relationships/image" Target="../media/image343.png"/><Relationship Id="rId28" Type="http://schemas.openxmlformats.org/officeDocument/2006/relationships/image" Target="../media/image344.png"/><Relationship Id="rId29" Type="http://schemas.openxmlformats.org/officeDocument/2006/relationships/image" Target="../media/image345.png"/><Relationship Id="rId30" Type="http://schemas.openxmlformats.org/officeDocument/2006/relationships/image" Target="../media/image346.png"/><Relationship Id="rId31" Type="http://schemas.openxmlformats.org/officeDocument/2006/relationships/image" Target="../media/image347.png"/><Relationship Id="rId32" Type="http://schemas.openxmlformats.org/officeDocument/2006/relationships/image" Target="../media/image348.png"/><Relationship Id="rId33" Type="http://schemas.openxmlformats.org/officeDocument/2006/relationships/image" Target="../media/image349.png"/><Relationship Id="rId34" Type="http://schemas.openxmlformats.org/officeDocument/2006/relationships/image" Target="../media/image350.png"/><Relationship Id="rId35" Type="http://schemas.openxmlformats.org/officeDocument/2006/relationships/image" Target="../media/image351.png"/><Relationship Id="rId36" Type="http://schemas.openxmlformats.org/officeDocument/2006/relationships/image" Target="../media/image352.png"/><Relationship Id="rId37" Type="http://schemas.openxmlformats.org/officeDocument/2006/relationships/image" Target="../media/image353.png"/><Relationship Id="rId38" Type="http://schemas.openxmlformats.org/officeDocument/2006/relationships/image" Target="../media/image354.png"/><Relationship Id="rId39" Type="http://schemas.openxmlformats.org/officeDocument/2006/relationships/image" Target="../media/image355.png"/><Relationship Id="rId40" Type="http://schemas.openxmlformats.org/officeDocument/2006/relationships/image" Target="../media/image356.png"/><Relationship Id="rId41" Type="http://schemas.openxmlformats.org/officeDocument/2006/relationships/image" Target="../media/image357.png"/><Relationship Id="rId42" Type="http://schemas.openxmlformats.org/officeDocument/2006/relationships/image" Target="../media/image358.png"/><Relationship Id="rId43" Type="http://schemas.openxmlformats.org/officeDocument/2006/relationships/image" Target="../media/image359.png"/><Relationship Id="rId44" Type="http://schemas.openxmlformats.org/officeDocument/2006/relationships/image" Target="../media/image360.png"/><Relationship Id="rId45" Type="http://schemas.openxmlformats.org/officeDocument/2006/relationships/image" Target="../media/image361.png"/><Relationship Id="rId46" Type="http://schemas.openxmlformats.org/officeDocument/2006/relationships/image" Target="../media/image362.png"/><Relationship Id="rId47" Type="http://schemas.openxmlformats.org/officeDocument/2006/relationships/image" Target="../media/image363.png"/><Relationship Id="rId48" Type="http://schemas.openxmlformats.org/officeDocument/2006/relationships/image" Target="../media/image364.png"/><Relationship Id="rId49" Type="http://schemas.openxmlformats.org/officeDocument/2006/relationships/image" Target="../media/image365.png"/><Relationship Id="rId50" Type="http://schemas.openxmlformats.org/officeDocument/2006/relationships/image" Target="../media/image366.png"/><Relationship Id="rId51" Type="http://schemas.openxmlformats.org/officeDocument/2006/relationships/image" Target="../media/image367.png"/><Relationship Id="rId52" Type="http://schemas.openxmlformats.org/officeDocument/2006/relationships/image" Target="../media/image368.png"/><Relationship Id="rId53" Type="http://schemas.openxmlformats.org/officeDocument/2006/relationships/image" Target="../media/image369.png"/><Relationship Id="rId54" Type="http://schemas.openxmlformats.org/officeDocument/2006/relationships/image" Target="../media/image370.png"/><Relationship Id="rId55" Type="http://schemas.openxmlformats.org/officeDocument/2006/relationships/image" Target="../media/image371.png"/><Relationship Id="rId56" Type="http://schemas.openxmlformats.org/officeDocument/2006/relationships/image" Target="../media/image372.png"/><Relationship Id="rId57" Type="http://schemas.openxmlformats.org/officeDocument/2006/relationships/image" Target="../media/image295.png"/><Relationship Id="rId58" Type="http://schemas.openxmlformats.org/officeDocument/2006/relationships/image" Target="../media/image298.png"/><Relationship Id="rId59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373.png"/><Relationship Id="rId4" Type="http://schemas.openxmlformats.org/officeDocument/2006/relationships/image" Target="../media/image374.png"/><Relationship Id="rId5" Type="http://schemas.openxmlformats.org/officeDocument/2006/relationships/image" Target="../media/image375.png"/><Relationship Id="rId6" Type="http://schemas.openxmlformats.org/officeDocument/2006/relationships/image" Target="../media/image376.png"/><Relationship Id="rId7" Type="http://schemas.openxmlformats.org/officeDocument/2006/relationships/image" Target="../media/image377.png"/><Relationship Id="rId8" Type="http://schemas.openxmlformats.org/officeDocument/2006/relationships/image" Target="../media/image378.png"/><Relationship Id="rId9" Type="http://schemas.openxmlformats.org/officeDocument/2006/relationships/image" Target="../media/image379.png"/><Relationship Id="rId10" Type="http://schemas.openxmlformats.org/officeDocument/2006/relationships/image" Target="../media/image380.png"/><Relationship Id="rId11" Type="http://schemas.openxmlformats.org/officeDocument/2006/relationships/image" Target="../media/image381.png"/><Relationship Id="rId12" Type="http://schemas.openxmlformats.org/officeDocument/2006/relationships/image" Target="../media/image382.png"/><Relationship Id="rId13" Type="http://schemas.openxmlformats.org/officeDocument/2006/relationships/image" Target="../media/image383.png"/><Relationship Id="rId14" Type="http://schemas.openxmlformats.org/officeDocument/2006/relationships/image" Target="../media/image384.png"/><Relationship Id="rId15" Type="http://schemas.openxmlformats.org/officeDocument/2006/relationships/image" Target="../media/image385.png"/><Relationship Id="rId16" Type="http://schemas.openxmlformats.org/officeDocument/2006/relationships/image" Target="../media/image386.png"/><Relationship Id="rId17" Type="http://schemas.openxmlformats.org/officeDocument/2006/relationships/image" Target="../media/image387.png"/><Relationship Id="rId18" Type="http://schemas.openxmlformats.org/officeDocument/2006/relationships/image" Target="../media/image388.png"/><Relationship Id="rId19" Type="http://schemas.openxmlformats.org/officeDocument/2006/relationships/image" Target="../media/image389.png"/><Relationship Id="rId20" Type="http://schemas.openxmlformats.org/officeDocument/2006/relationships/image" Target="../media/image390.png"/><Relationship Id="rId21" Type="http://schemas.openxmlformats.org/officeDocument/2006/relationships/image" Target="../media/image391.png"/><Relationship Id="rId22" Type="http://schemas.openxmlformats.org/officeDocument/2006/relationships/image" Target="../media/image392.png"/><Relationship Id="rId23" Type="http://schemas.openxmlformats.org/officeDocument/2006/relationships/image" Target="../media/image393.png"/><Relationship Id="rId24" Type="http://schemas.openxmlformats.org/officeDocument/2006/relationships/image" Target="../media/image394.png"/><Relationship Id="rId25" Type="http://schemas.openxmlformats.org/officeDocument/2006/relationships/image" Target="../media/image395.png"/><Relationship Id="rId26" Type="http://schemas.openxmlformats.org/officeDocument/2006/relationships/image" Target="../media/image295.png"/><Relationship Id="rId27" Type="http://schemas.openxmlformats.org/officeDocument/2006/relationships/image" Target="../media/image396.png"/><Relationship Id="rId28" Type="http://schemas.openxmlformats.org/officeDocument/2006/relationships/image" Target="../media/image397.png"/><Relationship Id="rId29" Type="http://schemas.openxmlformats.org/officeDocument/2006/relationships/image" Target="../media/image398.png"/><Relationship Id="rId30" Type="http://schemas.openxmlformats.org/officeDocument/2006/relationships/image" Target="../media/image399.png"/><Relationship Id="rId31" Type="http://schemas.openxmlformats.org/officeDocument/2006/relationships/image" Target="../media/image298.png"/><Relationship Id="rId3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0.png"/><Relationship Id="rId3" Type="http://schemas.openxmlformats.org/officeDocument/2006/relationships/image" Target="../media/image401.png"/><Relationship Id="rId4" Type="http://schemas.openxmlformats.org/officeDocument/2006/relationships/image" Target="../media/image402.png"/><Relationship Id="rId5" Type="http://schemas.openxmlformats.org/officeDocument/2006/relationships/image" Target="../media/image403.png"/><Relationship Id="rId6" Type="http://schemas.openxmlformats.org/officeDocument/2006/relationships/image" Target="../media/image404.png"/><Relationship Id="rId7" Type="http://schemas.openxmlformats.org/officeDocument/2006/relationships/image" Target="../media/image405.png"/><Relationship Id="rId8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6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7.png"/><Relationship Id="rId3" Type="http://schemas.openxmlformats.org/officeDocument/2006/relationships/image" Target="../media/image408.png"/><Relationship Id="rId4" Type="http://schemas.openxmlformats.org/officeDocument/2006/relationships/hyperlink" Target="https://partneredge.sap.com/en/products/ai-platform/about/sbaip-incentive.html" TargetMode="External"/><Relationship Id="rId5" Type="http://schemas.openxmlformats.org/officeDocument/2006/relationships/hyperlink" Target="https://forms.office.com/pages/responsepage.aspx?id=bGf3QlX0PEKC9twtmXka9xEb5aYBsCBFhA4w9mGgh_lUQjE5U00wS0tXSVRXNElSWjExV0JETFRCUi4u&amp;route=shorturl" TargetMode="External"/><Relationship Id="rId6" Type="http://schemas.openxmlformats.org/officeDocument/2006/relationships/image" Target="../media/image409.png"/><Relationship Id="rId7" Type="http://schemas.openxmlformats.org/officeDocument/2006/relationships/image" Target="../media/image410.png"/><Relationship Id="rId8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1.png"/><Relationship Id="rId3" Type="http://schemas.openxmlformats.org/officeDocument/2006/relationships/image" Target="../media/image412.png"/><Relationship Id="rId4" Type="http://schemas.openxmlformats.org/officeDocument/2006/relationships/image" Target="../media/image413.png"/><Relationship Id="rId5" Type="http://schemas.openxmlformats.org/officeDocument/2006/relationships/hyperlink" Target="https://partneredge.sap.com/en/products/ai-platform/about/sbaip-incentive.html" TargetMode="External"/><Relationship Id="rId6" Type="http://schemas.openxmlformats.org/officeDocument/2006/relationships/hyperlink" Target="https://partneredge.sap.com/en/library/assets/partnership/sales/incentives_promos/pl_form_ai_adoption.html" TargetMode="External"/><Relationship Id="rId7" Type="http://schemas.openxmlformats.org/officeDocument/2006/relationships/hyperlink" Target="https://partneredge.sap.com/en/library/assets/partnership/sales/incentives_promos/pl_tc_ai_adoption.html" TargetMode="External"/><Relationship Id="rId8" Type="http://schemas.openxmlformats.org/officeDocument/2006/relationships/hyperlink" Target="https://partneredge.sap.com/en/library/assets/partnership/sales/incentives_promos/pl_faq_ai_adoption.html" TargetMode="External"/><Relationship Id="rId9" Type="http://schemas.openxmlformats.org/officeDocument/2006/relationships/image" Target="../media/image414.png"/><Relationship Id="rId10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5.png"/><Relationship Id="rId3" Type="http://schemas.openxmlformats.org/officeDocument/2006/relationships/image" Target="../media/image411.png"/><Relationship Id="rId4" Type="http://schemas.openxmlformats.org/officeDocument/2006/relationships/image" Target="../media/image416.png"/><Relationship Id="rId5" Type="http://schemas.openxmlformats.org/officeDocument/2006/relationships/hyperlink" Target="https://d.dam.sap.com/s/p/x/s73ux6U/Competency_Specialization_Requirements_May_2026a.pdf?rc=16&amp;inline=true" TargetMode="External"/><Relationship Id="rId6" Type="http://schemas.openxmlformats.org/officeDocument/2006/relationships/image" Target="../media/image412.png"/><Relationship Id="rId7" Type="http://schemas.openxmlformats.org/officeDocument/2006/relationships/image" Target="../media/image417.png"/><Relationship Id="rId8" Type="http://schemas.openxmlformats.org/officeDocument/2006/relationships/image" Target="../media/image418.png"/><Relationship Id="rId9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1.png"/><Relationship Id="rId3" Type="http://schemas.openxmlformats.org/officeDocument/2006/relationships/image" Target="../media/image412.png"/><Relationship Id="rId4" Type="http://schemas.openxmlformats.org/officeDocument/2006/relationships/image" Target="../media/image416.png"/><Relationship Id="rId5" Type="http://schemas.openxmlformats.org/officeDocument/2006/relationships/image" Target="../media/image419.png"/><Relationship Id="rId6" Type="http://schemas.openxmlformats.org/officeDocument/2006/relationships/hyperlink" Target="https://www.sap.com/uk/about/trust-center/agreements/partner-edge/leveled-partner-agreements.html?sort=latest_desc&amp;tag=agreements:leveled-partner-agreements-silver-gold-platinum/master-partner-agreement" TargetMode="External"/><Relationship Id="rId7" Type="http://schemas.openxmlformats.org/officeDocument/2006/relationships/hyperlink" Target="https://partneredge.sap.com/en/library/assets/partnership/sales/incentives_promos/pl_tc_ai_adoption.html" TargetMode="External"/><Relationship Id="rId8" Type="http://schemas.openxmlformats.org/officeDocument/2006/relationships/hyperlink" Target="https://partneredge.sap.com/en/library/assets/partnership/sales/incentives_promos/pl_form_ai_adoption.html" TargetMode="External"/><Relationship Id="rId9" Type="http://schemas.openxmlformats.org/officeDocument/2006/relationships/hyperlink" Target="https://partneredge.sap.com/en/products/ai-platform/about/sbaip-incentive.html" TargetMode="External"/><Relationship Id="rId10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1.png"/><Relationship Id="rId3" Type="http://schemas.openxmlformats.org/officeDocument/2006/relationships/image" Target="../media/image412.png"/><Relationship Id="rId4" Type="http://schemas.openxmlformats.org/officeDocument/2006/relationships/image" Target="../media/image420.png"/><Relationship Id="rId5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1.png"/><Relationship Id="rId3" Type="http://schemas.openxmlformats.org/officeDocument/2006/relationships/image" Target="../media/image412.png"/><Relationship Id="rId4" Type="http://schemas.openxmlformats.org/officeDocument/2006/relationships/image" Target="../media/image420.png"/><Relationship Id="rId5" Type="http://schemas.openxmlformats.org/officeDocument/2006/relationships/hyperlink" Target="https://partneredge.sap.com/en/library/assets/partnership/sales/incentives_promos/pl_AI_cust_consent_form.html" TargetMode="External"/><Relationship Id="rId6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1.png"/><Relationship Id="rId3" Type="http://schemas.openxmlformats.org/officeDocument/2006/relationships/image" Target="../media/image421.png"/><Relationship Id="rId4" Type="http://schemas.openxmlformats.org/officeDocument/2006/relationships/hyperlink" Target="https://www.sap.com/events/teched.html" TargetMode="External"/><Relationship Id="rId5" Type="http://schemas.openxmlformats.org/officeDocument/2006/relationships/image" Target="../media/image422.png"/><Relationship Id="rId6" Type="http://schemas.openxmlformats.org/officeDocument/2006/relationships/image" Target="../media/image423.png"/><Relationship Id="rId7" Type="http://schemas.openxmlformats.org/officeDocument/2006/relationships/hyperlink" Target="https://d.dam.sap.com/s/p/a/D8TYxpd/Partner-agent-race-to-TechEd_4.pdf?rc=10&amp;inline=true&amp;doi=SAP1327775" TargetMode="External"/><Relationship Id="rId8" Type="http://schemas.openxmlformats.org/officeDocument/2006/relationships/hyperlink" Target="https://forms.office.com/pages/responsepage.aspx?id=bGf3QlX0PEKC9twtmXka9xEb5aYBsCBFhA4w9mGgh_lUQjE5U00wS0tXSVRXNElSWjExV0JETFRCUi4u&amp;route=shorturl" TargetMode="External"/><Relationship Id="rId9" Type="http://schemas.openxmlformats.org/officeDocument/2006/relationships/image" Target="../media/image424.png"/><Relationship Id="rId10" Type="http://schemas.openxmlformats.org/officeDocument/2006/relationships/image" Target="../media/image425.png"/><Relationship Id="rId11" Type="http://schemas.openxmlformats.org/officeDocument/2006/relationships/image" Target="../media/image426.png"/><Relationship Id="rId12" Type="http://schemas.openxmlformats.org/officeDocument/2006/relationships/image" Target="../media/image427.png"/><Relationship Id="rId13" Type="http://schemas.openxmlformats.org/officeDocument/2006/relationships/image" Target="../media/image428.png"/><Relationship Id="rId14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9.png"/><Relationship Id="rId3" Type="http://schemas.openxmlformats.org/officeDocument/2006/relationships/hyperlink" Target="https://dam.sap.com/mac/app/p/pdf/asset/preview/KnhJTfJ?ltr=a&amp;rc=10&amp;doi=SAP1150817" TargetMode="External"/><Relationship Id="rId4" Type="http://schemas.openxmlformats.org/officeDocument/2006/relationships/image" Target="../media/image430.png"/><Relationship Id="rId5" Type="http://schemas.openxmlformats.org/officeDocument/2006/relationships/image" Target="../media/image431.png"/><Relationship Id="rId6" Type="http://schemas.openxmlformats.org/officeDocument/2006/relationships/hyperlink" Target="https://partneredge.sap.com/en/library/education/products/itech/sbai/e_ep_decks_for_partners.html" TargetMode="External"/><Relationship Id="rId7" Type="http://schemas.openxmlformats.org/officeDocument/2006/relationships/image" Target="../media/image432.png"/><Relationship Id="rId8" Type="http://schemas.openxmlformats.org/officeDocument/2006/relationships/image" Target="../media/image433.png"/><Relationship Id="rId9" Type="http://schemas.openxmlformats.org/officeDocument/2006/relationships/hyperlink" Target="https://dam.sap.com/mac/u/a/pSrCw3W?rc=10&amp;doi=SAP1139700" TargetMode="External"/><Relationship Id="rId10" Type="http://schemas.openxmlformats.org/officeDocument/2006/relationships/image" Target="../media/image434.png"/><Relationship Id="rId11" Type="http://schemas.openxmlformats.org/officeDocument/2006/relationships/image" Target="../media/image435.png"/><Relationship Id="rId12" Type="http://schemas.openxmlformats.org/officeDocument/2006/relationships/hyperlink" Target="https://dam.sap.com/mac/u/a/GMYDoqc?rc=10&amp;doi=SAP1139639" TargetMode="External"/><Relationship Id="rId13" Type="http://schemas.openxmlformats.org/officeDocument/2006/relationships/image" Target="../media/image436.png"/><Relationship Id="rId14" Type="http://schemas.openxmlformats.org/officeDocument/2006/relationships/image" Target="../media/image437.png"/><Relationship Id="rId15" Type="http://schemas.openxmlformats.org/officeDocument/2006/relationships/hyperlink" Target="https://discovery-center.cloud.sap/ai-feature/c95490eb-95c3-4b0a-b9ea-08144355d482/" TargetMode="External"/><Relationship Id="rId16" Type="http://schemas.openxmlformats.org/officeDocument/2006/relationships/image" Target="../media/image438.png"/><Relationship Id="rId17" Type="http://schemas.openxmlformats.org/officeDocument/2006/relationships/image" Target="../media/image439.png"/><Relationship Id="rId18" Type="http://schemas.openxmlformats.org/officeDocument/2006/relationships/hyperlink" Target="https://dam.sap.com/mac/app/p/pdf/asset/preview/4uRKtDk?ltr=a&amp;rc=10&amp;doi=SAP1314243" TargetMode="External"/><Relationship Id="rId19" Type="http://schemas.openxmlformats.org/officeDocument/2006/relationships/hyperlink" Target="https://learning.sap.com/courses/discovering-sap-s-commercial-model-for-ai-1" TargetMode="External"/><Relationship Id="rId20" Type="http://schemas.openxmlformats.org/officeDocument/2006/relationships/image" Target="../media/image440.png"/><Relationship Id="rId21" Type="http://schemas.openxmlformats.org/officeDocument/2006/relationships/image" Target="../media/image441.png"/><Relationship Id="rId22" Type="http://schemas.openxmlformats.org/officeDocument/2006/relationships/hyperlink" Target="https://dam.sap.com/mac/u/a/6HVSXHd?rc=10&amp;doi=SAP1232456" TargetMode="External"/><Relationship Id="rId23" Type="http://schemas.openxmlformats.org/officeDocument/2006/relationships/hyperlink" Target="https://www.experience-agent.cloud.sap/collections/b7751332-26e0-4257-8953-22c9e25b5519" TargetMode="External"/><Relationship Id="rId24" Type="http://schemas.openxmlformats.org/officeDocument/2006/relationships/image" Target="../media/image442.png"/><Relationship Id="rId25" Type="http://schemas.openxmlformats.org/officeDocument/2006/relationships/image" Target="../media/image443.png"/><Relationship Id="rId26" Type="http://schemas.openxmlformats.org/officeDocument/2006/relationships/hyperlink" Target="https://partner-aidw-enablement-5179.sites-sap.com/" TargetMode="External"/><Relationship Id="rId27" Type="http://schemas.openxmlformats.org/officeDocument/2006/relationships/image" Target="../media/image444.png"/><Relationship Id="rId28" Type="http://schemas.openxmlformats.org/officeDocument/2006/relationships/image" Target="../media/image445.png"/><Relationship Id="rId29" Type="http://schemas.openxmlformats.org/officeDocument/2006/relationships/hyperlink" Target="https://discovery-center.cloud.sap/ai-catalog/" TargetMode="External"/><Relationship Id="rId30" Type="http://schemas.openxmlformats.org/officeDocument/2006/relationships/hyperlink" Target="https://discovery-center.cloud.sap/ai-estimator-v1" TargetMode="External"/><Relationship Id="rId31" Type="http://schemas.openxmlformats.org/officeDocument/2006/relationships/hyperlink" Target="https://dam.sap.com/mac/app/asset/preview/89a5cbfa3134b9521c78031f5ef4eb56da4ad8bc?rc=68&amp;doi=SAP1087497" TargetMode="External"/><Relationship Id="rId32" Type="http://schemas.openxmlformats.org/officeDocument/2006/relationships/hyperlink" Target="https://www.sap.com/products/artificial-intelligence/price-list/list.pupm-ai-automation.world.html" TargetMode="External"/><Relationship Id="rId33" Type="http://schemas.openxmlformats.org/officeDocument/2006/relationships/image" Target="../media/image446.png"/><Relationship Id="rId34" Type="http://schemas.openxmlformats.org/officeDocument/2006/relationships/image" Target="../media/image447.png"/><Relationship Id="rId35" Type="http://schemas.openxmlformats.org/officeDocument/2006/relationships/image" Target="../media/image448.png"/><Relationship Id="rId36" Type="http://schemas.openxmlformats.org/officeDocument/2006/relationships/image" Target="../media/image449.png"/><Relationship Id="rId37" Type="http://schemas.openxmlformats.org/officeDocument/2006/relationships/hyperlink" Target="https://www.linkedin.com/newsletters/ai-essentials-for-sap-partners-7317846508660285441/" TargetMode="External"/><Relationship Id="rId38" Type="http://schemas.openxmlformats.org/officeDocument/2006/relationships/image" Target="../media/image450.png"/><Relationship Id="rId39" Type="http://schemas.openxmlformats.org/officeDocument/2006/relationships/image" Target="../media/image451.png"/><Relationship Id="rId40" Type="http://schemas.openxmlformats.org/officeDocument/2006/relationships/hyperlink" Target="https://partneredge.sap.com/en/products/sbai/about.html" TargetMode="External"/><Relationship Id="rId41" Type="http://schemas.openxmlformats.org/officeDocument/2006/relationships/hyperlink" Target="https://partneredge.sap.com/en/library/education/products/tech_plat/joule/e_ep_joule_consultants.html" TargetMode="External"/><Relationship Id="rId42" Type="http://schemas.openxmlformats.org/officeDocument/2006/relationships/hyperlink" Target="https://www.sap.com/products/artificial-intelligence/joule-for-developers.html" TargetMode="External"/><Relationship Id="rId43" Type="http://schemas.openxmlformats.org/officeDocument/2006/relationships/hyperlink" Target="https://dam.sap.com/mac/u/a/TrrNwjM?rc=10&amp;doi=SAP1309751" TargetMode="External"/><Relationship Id="rId44" Type="http://schemas.openxmlformats.org/officeDocument/2006/relationships/image" Target="../media/image452.png"/><Relationship Id="rId45" Type="http://schemas.openxmlformats.org/officeDocument/2006/relationships/image" Target="../media/image453.png"/><Relationship Id="rId46" Type="http://schemas.openxmlformats.org/officeDocument/2006/relationships/hyperlink" Target="https://www.sap.com/products/artificial-intelligence/ai-agents/agent-use-cases.html" TargetMode="External"/><Relationship Id="rId47" Type="http://schemas.openxmlformats.org/officeDocument/2006/relationships/hyperlink" Target="https://community.sap.com/t5/technology-blog-posts-by-sap/sap-business-ai-resource-hub-for-sap-partners/ba-p/14285942" TargetMode="External"/><Relationship Id="rId48" Type="http://schemas.openxmlformats.org/officeDocument/2006/relationships/hyperlink" Target="https://dam.sap.com/mac/u/a/nszQ9qS?rc=10&amp;doi=SAP1310086" TargetMode="External"/><Relationship Id="rId49" Type="http://schemas.openxmlformats.org/officeDocument/2006/relationships/hyperlink" Target="https://dam.sap.com/mac/app/p/pdf/asset/preview/XEj4j1X?ltr=a&amp;rc=10&amp;doi=SAP1312094" TargetMode="External"/><Relationship Id="rId50" Type="http://schemas.openxmlformats.org/officeDocument/2006/relationships/hyperlink" Target="https://dam.sap.com/mac/app/p/pdf/asset/preview/V8uTNYT?ltr=a&amp;rc=10&amp;doi=SAP1310718" TargetMode="External"/><Relationship Id="rId51" Type="http://schemas.openxmlformats.org/officeDocument/2006/relationships/image" Target="../media/image454.png"/><Relationship Id="rId52" Type="http://schemas.openxmlformats.org/officeDocument/2006/relationships/image" Target="../media/image455.png"/><Relationship Id="rId53" Type="http://schemas.openxmlformats.org/officeDocument/2006/relationships/image" Target="../media/image456.png"/><Relationship Id="rId54" Type="http://schemas.openxmlformats.org/officeDocument/2006/relationships/image" Target="../media/image457.png"/><Relationship Id="rId55" Type="http://schemas.openxmlformats.org/officeDocument/2006/relationships/image" Target="../media/image458.png"/><Relationship Id="rId56" Type="http://schemas.openxmlformats.org/officeDocument/2006/relationships/image" Target="../media/image459.png"/><Relationship Id="rId57" Type="http://schemas.openxmlformats.org/officeDocument/2006/relationships/image" Target="../media/image460.png"/><Relationship Id="rId58" Type="http://schemas.openxmlformats.org/officeDocument/2006/relationships/image" Target="../media/image461.png"/><Relationship Id="rId59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62.png"/><Relationship Id="rId4" Type="http://schemas.openxmlformats.org/officeDocument/2006/relationships/image" Target="../media/image463.png"/><Relationship Id="rId5" Type="http://schemas.openxmlformats.org/officeDocument/2006/relationships/image" Target="../media/image464.png"/><Relationship Id="rId6" Type="http://schemas.openxmlformats.org/officeDocument/2006/relationships/image" Target="../media/image465.png"/><Relationship Id="rId7" Type="http://schemas.openxmlformats.org/officeDocument/2006/relationships/image" Target="../media/image466.png"/><Relationship Id="rId8" Type="http://schemas.openxmlformats.org/officeDocument/2006/relationships/image" Target="../media/image467.png"/><Relationship Id="rId9" Type="http://schemas.openxmlformats.org/officeDocument/2006/relationships/image" Target="../media/image468.png"/><Relationship Id="rId10" Type="http://schemas.openxmlformats.org/officeDocument/2006/relationships/image" Target="../media/image469.png"/><Relationship Id="rId11" Type="http://schemas.openxmlformats.org/officeDocument/2006/relationships/image" Target="../media/image470.png"/><Relationship Id="rId12" Type="http://schemas.openxmlformats.org/officeDocument/2006/relationships/image" Target="../media/image471.png"/><Relationship Id="rId13" Type="http://schemas.openxmlformats.org/officeDocument/2006/relationships/image" Target="../media/image472.png"/><Relationship Id="rId14" Type="http://schemas.openxmlformats.org/officeDocument/2006/relationships/image" Target="../media/image473.png"/><Relationship Id="rId15" Type="http://schemas.openxmlformats.org/officeDocument/2006/relationships/image" Target="../media/image474.png"/><Relationship Id="rId16" Type="http://schemas.openxmlformats.org/officeDocument/2006/relationships/image" Target="../media/image475.png"/><Relationship Id="rId17" Type="http://schemas.openxmlformats.org/officeDocument/2006/relationships/hyperlink" Target="https://partneredge.sap.com/en/library/education/psd/2026/may/e_oe_te_w_PSD_WEB_00014197.html" TargetMode="External"/><Relationship Id="rId18" Type="http://schemas.openxmlformats.org/officeDocument/2006/relationships/hyperlink" Target="https://learning.sap.com/live-sessions/sap-business-data-cloud-ai-telling-the-story-to-drive-adoption" TargetMode="External"/><Relationship Id="rId19" Type="http://schemas.openxmlformats.org/officeDocument/2006/relationships/hyperlink" Target="https://partneredge.sap.com/en/library/education/psd/2025/oct/e_oe_te_w_PSD_WEB_00011695.html" TargetMode="External"/><Relationship Id="rId20" Type="http://schemas.openxmlformats.org/officeDocument/2006/relationships/hyperlink" Target="https://learning.sap.com/certifications/sap-certified-associate-low-code-no-code-developer-sap-build?searchId=351e0e5f-9c36-4404-bc64-4d51ac3b7efc&amp;listPosition=1" TargetMode="External"/><Relationship Id="rId21" Type="http://schemas.openxmlformats.org/officeDocument/2006/relationships/hyperlink" Target="https://learning.sap.com/live-sessions/get-certified-sap-certified-associate-backend-developer-sap-cloud-application-programming-model?searchId=bc1551da-1ce1-4f74-8129-9393ced1e83c&amp;listPosition=1" TargetMode="External"/><Relationship Id="rId22" Type="http://schemas.openxmlformats.org/officeDocument/2006/relationships/hyperlink" Target="https://learning.sap.com/live-sessions/get-certified-sap-certified-associate-integration-developer?searchId=0d4a339d-8f08-4272-9a65-7e57001226ef&amp;listPosition=1" TargetMode="External"/><Relationship Id="rId23" Type="http://schemas.openxmlformats.org/officeDocument/2006/relationships/hyperlink" Target="https://learning.sap.com/certifications/sap-certified-associate-sap-business-data-cloud?searchId=099fcd1b-64a1-4954-92fe-b2143ad5f472&amp;listPosition=1" TargetMode="External"/><Relationship Id="rId24" Type="http://schemas.openxmlformats.org/officeDocument/2006/relationships/hyperlink" Target="https://learning.sap.com/certifications/sap-certified-associate-data-analyst-sap-analytics-cloud-1?searchId=a98ad2e7-cdc3-4fdf-a8b3-1cf3a89fd4d7&amp;listPosition=1" TargetMode="External"/><Relationship Id="rId25" Type="http://schemas.openxmlformats.org/officeDocument/2006/relationships/hyperlink" Target="https://learning.sap.com/certifications/sap-certified-associate-data-engineer-sap-hana?searchId=7fb267ed-57c1-4324-b505-2983627d9b93&amp;listPosition=2" TargetMode="External"/><Relationship Id="rId26" Type="http://schemas.openxmlformats.org/officeDocument/2006/relationships/hyperlink" Target="https://learning.sap.com/learning-journeys/becoming-a-certified-sap-data-architect?userlogin=true" TargetMode="External"/><Relationship Id="rId27" Type="http://schemas.openxmlformats.org/officeDocument/2006/relationships/hyperlink" Target="https://learning.sap.com/certifications/sap-certified-associate-sap-generative-ai-developer?searchId=18cfe8e3-b0f7-411d-8fa2-bdac76c62342&amp;listPosition=1" TargetMode="External"/><Relationship Id="rId28" Type="http://schemas.openxmlformats.org/officeDocument/2006/relationships/hyperlink" Target="https://learning.sap.com/certifications/sap-certified-associate-solution-transformation-consultant-with-sap-cloud-alm?searchId=26acc31f-bce2-4cee-8526-1f47ffe09b63&amp;listPosition=2" TargetMode="External"/><Relationship Id="rId29" Type="http://schemas.openxmlformats.org/officeDocument/2006/relationships/hyperlink" Target="https://learning.sap.com/certifications/sap-certified-associate-business-transformation-consultant?searchId=a80980db-1572-497c-8c08-b8e7480348d5&amp;listPosition=1" TargetMode="External"/><Relationship Id="rId30" Type="http://schemas.openxmlformats.org/officeDocument/2006/relationships/hyperlink" Target="https://partneredge.sap.com/en/library/education/psd/2026/jun/e_oe_te_w_PSD_WEB_00014331.html" TargetMode="External"/><Relationship Id="rId31" Type="http://schemas.openxmlformats.org/officeDocument/2006/relationships/hyperlink" Target="https://partneredge.sap.com/en/library/education/psd/2026/jun/e_oe_te_w_PSD_WEB_00014439.html" TargetMode="External"/><Relationship Id="rId32" Type="http://schemas.openxmlformats.org/officeDocument/2006/relationships/hyperlink" Target="https://learning.sap.com/courses/applying-sap-s-2026-strategy-for-partners?searchId=df54dd3c-d52e-48b0-8ae5-f36e751b3608&amp;listPosition=2" TargetMode="External"/><Relationship Id="rId33" Type="http://schemas.openxmlformats.org/officeDocument/2006/relationships/hyperlink" Target="https://learning.sap.com/learning-journeys/positioning-the-autonomous-enterprise?searchId=6f28ba06-b49e-49bf-8971-90335c343b42&amp;listPosition=2" TargetMode="External"/><Relationship Id="rId34" Type="http://schemas.openxmlformats.org/officeDocument/2006/relationships/hyperlink" Target="https://learning.sap.com/courses/building-confidence-in-ai-with-sap" TargetMode="External"/><Relationship Id="rId35" Type="http://schemas.openxmlformats.org/officeDocument/2006/relationships/hyperlink" Target="https://learning.sap.com/courses/discovering-sap-s-commercial-model-for-ai-1?userlogin=true" TargetMode="External"/><Relationship Id="rId36" Type="http://schemas.openxmlformats.org/officeDocument/2006/relationships/hyperlink" Target="https://partneredge.sap.com/en/library/education/psd/2026/may/e_oe_te_w_PSD_WEB_00014246.html" TargetMode="External"/><Relationship Id="rId37" Type="http://schemas.openxmlformats.org/officeDocument/2006/relationships/hyperlink" Target="https://partneredge.sap.com/en/library/education/psd/2026/may/e_oe_te_w_PSD_WEB_00014247.html" TargetMode="External"/><Relationship Id="rId38" Type="http://schemas.openxmlformats.org/officeDocument/2006/relationships/hyperlink" Target="https://partneredge.sap.com/en/library/education/psd/2026/jun/e_oe_te_w_PSD_WEB_00014395.html" TargetMode="External"/><Relationship Id="rId39" Type="http://schemas.openxmlformats.org/officeDocument/2006/relationships/hyperlink" Target="https://partneredge.sap.com/en/library/education/psd/2026/jun/e_oe_te_w_PSD_WEB_00014374.html" TargetMode="External"/><Relationship Id="rId40" Type="http://schemas.openxmlformats.org/officeDocument/2006/relationships/hyperlink" Target="https://learning.sap.com/artificial-intelligence/adoption-learning-week" TargetMode="External"/><Relationship Id="rId41" Type="http://schemas.openxmlformats.org/officeDocument/2006/relationships/hyperlink" Target="https://partneredge.sap.com/en/solutions/aut-ent/about.html" TargetMode="External"/><Relationship Id="rId42" Type="http://schemas.openxmlformats.org/officeDocument/2006/relationships/hyperlink" Target="https://partneredge.sap.com/en/products/ai-platform/about.html" TargetMode="External"/><Relationship Id="rId43" Type="http://schemas.openxmlformats.org/officeDocument/2006/relationships/hyperlink" Target="https://partneredge.sap.com/en/products/joule/about/joule-studio.html" TargetMode="External"/><Relationship Id="rId44" Type="http://schemas.openxmlformats.org/officeDocument/2006/relationships/hyperlink" Target="https://partneredge.sap.com/en/products/joule/about/joule-work.html" TargetMode="External"/><Relationship Id="rId45" Type="http://schemas.openxmlformats.org/officeDocument/2006/relationships/hyperlink" Target="https://dam.sap.com/mac/u/a/mEz8n1W?rc=10&amp;doi=SAP1153229" TargetMode="External"/><Relationship Id="rId46" Type="http://schemas.openxmlformats.org/officeDocument/2006/relationships/hyperlink" Target="https://dam.sap.com/mac/u/a/P7wyYwQ?rc=10&amp;doi=SAP1307905" TargetMode="External"/><Relationship Id="rId47" Type="http://schemas.openxmlformats.org/officeDocument/2006/relationships/hyperlink" Target="https://dam.sap.com/mac/app/p/pdf/asset/preview/ruUgkA9?ltr=a&amp;rc=10&amp;doi=SAP1306516" TargetMode="External"/><Relationship Id="rId48" Type="http://schemas.openxmlformats.org/officeDocument/2006/relationships/hyperlink" Target="https://partneredge.sap.com/en/library/education/products/tech_plat/joule/e_ep_joule_toolkits.html#3" TargetMode="External"/><Relationship Id="rId49" Type="http://schemas.openxmlformats.org/officeDocument/2006/relationships/hyperlink" Target="https://dam.sap.com/mac/u/a/4uRKtDk?rc=10&amp;doi=SAP1314243" TargetMode="External"/><Relationship Id="rId50" Type="http://schemas.openxmlformats.org/officeDocument/2006/relationships/hyperlink" Target="https://partneredge.sap.com/en/products/joule/about.html" TargetMode="External"/><Relationship Id="rId51" Type="http://schemas.openxmlformats.org/officeDocument/2006/relationships/hyperlink" Target="https://dam.sap.com/mac/app/p/pdf/asset/preview/TrrNwjM?ltr=a&amp;rc=10&amp;doi=SAP1309751" TargetMode="External"/><Relationship Id="rId52" Type="http://schemas.openxmlformats.org/officeDocument/2006/relationships/hyperlink" Target="https://dam.sap.com/mac/app/p/pdf/asset/preview/nszQ9qS?ltr=a&amp;rc=10&amp;doi=SAP1310086" TargetMode="External"/><Relationship Id="rId53" Type="http://schemas.openxmlformats.org/officeDocument/2006/relationships/hyperlink" Target="https://learning.sap.com/courses/introducing-joule?searchId=a424008e-dca2-4e39-a627-eb8a12f0ce9d&amp;listPosition=1" TargetMode="External"/><Relationship Id="rId54" Type="http://schemas.openxmlformats.org/officeDocument/2006/relationships/hyperlink" Target="https://learning.sap.com/courses/setting-up-joule-across-your-organizational-system-landscapes" TargetMode="External"/><Relationship Id="rId55" Type="http://schemas.openxmlformats.org/officeDocument/2006/relationships/hyperlink" Target="https://learning.sap.com/courses/getting-started-with-joule-for-business-users?searchId=ad6319db-de9d-4dfa-b94d-3d64fe62c9fa&amp;listPosition=1" TargetMode="External"/><Relationship Id="rId56" Type="http://schemas.openxmlformats.org/officeDocument/2006/relationships/hyperlink" Target="https://partneredge.sap.com/en/solutions/aut-ent-suite/about.html" TargetMode="External"/><Relationship Id="rId57" Type="http://schemas.openxmlformats.org/officeDocument/2006/relationships/hyperlink" Target="https://dam.sap.com/mac/u/a/jg9JBQE?rc=10&amp;doi=SAP1311946" TargetMode="External"/><Relationship Id="rId58" Type="http://schemas.openxmlformats.org/officeDocument/2006/relationships/hyperlink" Target="https://dam.sap.com/mac/u/a/6x8EQbN?rc=10&amp;doi=SAP1176702" TargetMode="External"/><Relationship Id="rId59" Type="http://schemas.openxmlformats.org/officeDocument/2006/relationships/hyperlink" Target="https://dam.sap.com/mac/u/a/6thLwPb?rc=10&amp;doi=SAP1176703" TargetMode="External"/><Relationship Id="rId60" Type="http://schemas.openxmlformats.org/officeDocument/2006/relationships/hyperlink" Target="https://dam.sap.com/mac/app/p/pdf/asset/preview/w1QvNkc?ltr=a&amp;rc=10&amp;doi=SAP1156792" TargetMode="External"/><Relationship Id="rId61" Type="http://schemas.openxmlformats.org/officeDocument/2006/relationships/hyperlink" Target="https://dam.sap.com/mac/app/p/pdf/asset/preview/7d5yWDn?ltr=a&amp;rc=10&amp;doi=SAP1278754" TargetMode="External"/><Relationship Id="rId62" Type="http://schemas.openxmlformats.org/officeDocument/2006/relationships/hyperlink" Target="https://learning.sap.com/courses/introducing-sap-business-ai-for-sap-spend-management-solutions" TargetMode="External"/><Relationship Id="rId63" Type="http://schemas.openxmlformats.org/officeDocument/2006/relationships/hyperlink" Target="https://learning.sap.com/courses/introducing-sap-business-ai-for-sap-customer-experience" TargetMode="External"/><Relationship Id="rId64" Type="http://schemas.openxmlformats.org/officeDocument/2006/relationships/hyperlink" Target="https://learning.sap.com/courses/introducing-sap-business-ai-for-sap-supply-chain-management" TargetMode="External"/><Relationship Id="rId65" Type="http://schemas.openxmlformats.org/officeDocument/2006/relationships/hyperlink" Target="https://learning.sap.com/courses/introducing-sap-business-ai-for-sap-successfactors-hcm" TargetMode="External"/><Relationship Id="rId66" Type="http://schemas.openxmlformats.org/officeDocument/2006/relationships/hyperlink" Target="https://learning.sap.com/courses/introducing-sap-business-ai-for-sap-s-4hana-cloud" TargetMode="External"/><Relationship Id="rId67" Type="http://schemas.openxmlformats.org/officeDocument/2006/relationships/hyperlink" Target="https://partneredge.sap.com/en/products/sbai/products-solutions/ai_for_industry.html" TargetMode="External"/><Relationship Id="rId68" Type="http://schemas.openxmlformats.org/officeDocument/2006/relationships/hyperlink" Target="https://dam.sap.com/mac/u/a/FPCpRm1?rc=10&amp;doi=SAP1307514" TargetMode="External"/><Relationship Id="rId69" Type="http://schemas.openxmlformats.org/officeDocument/2006/relationships/hyperlink" Target="https://partneredge.sap.com/en/library/education/solutions/ind/e_oe_te_w_business_ai_industry_series.html" TargetMode="External"/><Relationship Id="rId70" Type="http://schemas.openxmlformats.org/officeDocument/2006/relationships/hyperlink" Target="https://dam.sap.com/mac/download/ap/2CSMAJf?rc=10&amp;doi=SAP1307447" TargetMode="External"/><Relationship Id="rId71" Type="http://schemas.openxmlformats.org/officeDocument/2006/relationships/hyperlink" Target="https://dam.sap.com/mac/u/a/EmDZYbm?rc=10&amp;doi=SAP1308452" TargetMode="External"/><Relationship Id="rId72" Type="http://schemas.openxmlformats.org/officeDocument/2006/relationships/hyperlink" Target="https://www.experience-agent.cloud.sap/assets/19851" TargetMode="External"/><Relationship Id="rId73" Type="http://schemas.openxmlformats.org/officeDocument/2006/relationships/hyperlink" Target="https://www.experience-agent.cloud.sap/search?logicalProductIds=LPR1156&amp;assetTypeTitles=Demo&amp;pageNumber=0&amp;lenient=false#19367" TargetMode="External"/><Relationship Id="rId74" Type="http://schemas.openxmlformats.org/officeDocument/2006/relationships/hyperlink" Target="https://www.experience-agent.cloud.sap/assets/19273" TargetMode="External"/><Relationship Id="rId75" Type="http://schemas.openxmlformats.org/officeDocument/2006/relationships/hyperlink" Target="https://partneredge.sap.com/en/library/education/psd/2026/may/e_oe_te_w_PSD_WEB_00014253.html" TargetMode="External"/><Relationship Id="rId76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76.png"/><Relationship Id="rId4" Type="http://schemas.openxmlformats.org/officeDocument/2006/relationships/hyperlink" Target="https://partneredge.sap.com/en/library/education/psd/2026/may/e_oe_te_w_PSD_WEB_00014246.html" TargetMode="External"/><Relationship Id="rId5" Type="http://schemas.openxmlformats.org/officeDocument/2006/relationships/hyperlink" Target="https://partneredge.sap.com/en/library/education/psd/2026/may/e_oe_te_w_PSD_WEB_00014247.html" TargetMode="External"/><Relationship Id="rId6" Type="http://schemas.openxmlformats.org/officeDocument/2006/relationships/hyperlink" Target="https://partneredge.sap.com/en/library/education/psd/2026/jun/e_oe_te_w_PSD_WEB_00014331.html" TargetMode="External"/><Relationship Id="rId7" Type="http://schemas.openxmlformats.org/officeDocument/2006/relationships/hyperlink" Target="https://learning.sap.com/live-sessions/contextualize-and-reason-post-sapphire-sap-business-data-cloud-briefing" TargetMode="External"/><Relationship Id="rId8" Type="http://schemas.openxmlformats.org/officeDocument/2006/relationships/hyperlink" Target="https://partneredge.sap.com/en/library/education/psd/2026/may/e_oe_te_w_PSD_WEB_00014253.html" TargetMode="External"/><Relationship Id="rId9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ap-partnerplaybooks.com/overview/bdc/2026" TargetMode="External"/><Relationship Id="rId3" Type="http://schemas.openxmlformats.org/officeDocument/2006/relationships/hyperlink" Target="https://sap-partnerplaybooks.com/overview/btpb/2026" TargetMode="External"/><Relationship Id="rId4" Type="http://schemas.openxmlformats.org/officeDocument/2006/relationships/hyperlink" Target="https://sap-partnerphttps/sap-partnerplaybooks.com/overview/btpi/2026#laybooks.com/overview/btpi/2026" TargetMode="External"/><Relationship Id="rId5" Type="http://schemas.openxmlformats.org/officeDocument/2006/relationships/hyperlink" Target="https://partneredge.sap.com/en/library/assets/products/shared/market/campaigns/mc_bdc_ai.html" TargetMode="External"/><Relationship Id="rId6" Type="http://schemas.openxmlformats.org/officeDocument/2006/relationships/hyperlink" Target="https://partneredge.sap.com/en/library/assets/products/shared/market/campaigns/mc_build_ai.html" TargetMode="External"/><Relationship Id="rId7" Type="http://schemas.openxmlformats.org/officeDocument/2006/relationships/hyperlink" Target="https://partneredge.sap.com/en/library/assets/products/shared/market/campaigns/mc_joule_agents.html" TargetMode="External"/><Relationship Id="rId8" Type="http://schemas.openxmlformats.org/officeDocument/2006/relationships/hyperlink" Target="https://partneredge.sap.com/en/library/education/partnership/marketing/e_ep_ai_all.html" TargetMode="External"/><Relationship Id="rId9" Type="http://schemas.openxmlformats.org/officeDocument/2006/relationships/hyperlink" Target="https://d.dam.sap.com/s/p/a/gvVX6UB/99442_BDC_Partner_Kit_2025Q4.pdf?rc=25&amp;inline=true&amp;doi=SAP1247955" TargetMode="External"/><Relationship Id="rId10" Type="http://schemas.openxmlformats.org/officeDocument/2006/relationships/hyperlink" Target="https://d.dam.sap.com/s/p/a/S44B5Q7/105780_IS_99665_AI_PAK_26-Q1.pdf?rc=25&amp;inline=true" TargetMode="External"/><Relationship Id="rId11" Type="http://schemas.openxmlformats.org/officeDocument/2006/relationships/hyperlink" Target="https://partneredge.sap.com/en/partnership/manage/benefits/benefits-cat.html" TargetMode="External"/><Relationship Id="rId12" Type="http://schemas.openxmlformats.org/officeDocument/2006/relationships/image" Target="../media/image477.png"/><Relationship Id="rId13" Type="http://schemas.openxmlformats.org/officeDocument/2006/relationships/image" Target="../media/image478.png"/><Relationship Id="rId14" Type="http://schemas.openxmlformats.org/officeDocument/2006/relationships/image" Target="../media/image479.png"/><Relationship Id="rId15" Type="http://schemas.openxmlformats.org/officeDocument/2006/relationships/image" Target="../media/image480.png"/><Relationship Id="rId16" Type="http://schemas.openxmlformats.org/officeDocument/2006/relationships/image" Target="../media/image481.png"/><Relationship Id="rId17" Type="http://schemas.openxmlformats.org/officeDocument/2006/relationships/image" Target="../media/image482.png"/><Relationship Id="rId18" Type="http://schemas.openxmlformats.org/officeDocument/2006/relationships/image" Target="../media/image483.png"/><Relationship Id="rId19" Type="http://schemas.openxmlformats.org/officeDocument/2006/relationships/image" Target="../media/image484.png"/><Relationship Id="rId20" Type="http://schemas.openxmlformats.org/officeDocument/2006/relationships/image" Target="../media/image485.png"/><Relationship Id="rId21" Type="http://schemas.openxmlformats.org/officeDocument/2006/relationships/image" Target="../media/image486.png"/><Relationship Id="rId22" Type="http://schemas.openxmlformats.org/officeDocument/2006/relationships/image" Target="../media/image487.png"/><Relationship Id="rId23" Type="http://schemas.openxmlformats.org/officeDocument/2006/relationships/image" Target="../media/image488.png"/><Relationship Id="rId24" Type="http://schemas.openxmlformats.org/officeDocument/2006/relationships/image" Target="../media/image489.png"/><Relationship Id="rId25" Type="http://schemas.openxmlformats.org/officeDocument/2006/relationships/image" Target="../media/image490.png"/><Relationship Id="rId26" Type="http://schemas.openxmlformats.org/officeDocument/2006/relationships/image" Target="../media/image491.png"/><Relationship Id="rId27" Type="http://schemas.openxmlformats.org/officeDocument/2006/relationships/image" Target="../media/image492.png"/><Relationship Id="rId28" Type="http://schemas.openxmlformats.org/officeDocument/2006/relationships/image" Target="../media/image493.png"/><Relationship Id="rId29" Type="http://schemas.openxmlformats.org/officeDocument/2006/relationships/image" Target="../media/image494.png"/><Relationship Id="rId30" Type="http://schemas.openxmlformats.org/officeDocument/2006/relationships/image" Target="../media/image495.png"/><Relationship Id="rId31" Type="http://schemas.openxmlformats.org/officeDocument/2006/relationships/image" Target="../media/image496.png"/><Relationship Id="rId32" Type="http://schemas.openxmlformats.org/officeDocument/2006/relationships/image" Target="../media/image497.png"/><Relationship Id="rId33" Type="http://schemas.openxmlformats.org/officeDocument/2006/relationships/image" Target="../media/image498.png"/><Relationship Id="rId34" Type="http://schemas.openxmlformats.org/officeDocument/2006/relationships/image" Target="../media/image499.png"/><Relationship Id="rId35" Type="http://schemas.openxmlformats.org/officeDocument/2006/relationships/image" Target="../media/image500.png"/><Relationship Id="rId36" Type="http://schemas.openxmlformats.org/officeDocument/2006/relationships/image" Target="../media/image501.png"/><Relationship Id="rId37" Type="http://schemas.openxmlformats.org/officeDocument/2006/relationships/image" Target="../media/image502.png"/><Relationship Id="rId38" Type="http://schemas.openxmlformats.org/officeDocument/2006/relationships/image" Target="../media/image503.png"/><Relationship Id="rId39" Type="http://schemas.openxmlformats.org/officeDocument/2006/relationships/image" Target="../media/image504.png"/><Relationship Id="rId40" Type="http://schemas.openxmlformats.org/officeDocument/2006/relationships/image" Target="../media/image505.png"/><Relationship Id="rId41" Type="http://schemas.openxmlformats.org/officeDocument/2006/relationships/image" Target="../media/image506.png"/><Relationship Id="rId42" Type="http://schemas.openxmlformats.org/officeDocument/2006/relationships/image" Target="../media/image507.png"/><Relationship Id="rId43" Type="http://schemas.openxmlformats.org/officeDocument/2006/relationships/image" Target="../media/image508.png"/><Relationship Id="rId44" Type="http://schemas.openxmlformats.org/officeDocument/2006/relationships/image" Target="../media/image509.png"/><Relationship Id="rId45" Type="http://schemas.openxmlformats.org/officeDocument/2006/relationships/image" Target="../media/image510.png"/><Relationship Id="rId46" Type="http://schemas.openxmlformats.org/officeDocument/2006/relationships/image" Target="../media/image511.png"/><Relationship Id="rId47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2.png"/><Relationship Id="rId3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"/>
          <p:cNvSpPr/>
          <p:nvPr/>
        </p:nvSpPr>
        <p:spPr>
          <a:xfrm>
            <a:off x="0" y="0"/>
            <a:ext cx="12195175" cy="6858000"/>
          </a:xfrm>
          <a:custGeom>
            <a:avLst/>
            <a:gdLst/>
            <a:ahLst/>
            <a:cxnLst/>
            <a:rect l="0" t="0" r="r" b="b"/>
            <a:pathLst>
              <a:path w="12195175" h="6858000" fill="norm" stroke="0" extrusionOk="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Editable vector"/>
          <p:cNvSpPr/>
          <p:nvPr/>
        </p:nvSpPr>
        <p:spPr>
          <a:xfrm>
            <a:off x="0" y="0"/>
            <a:ext cx="12195175" cy="6858000"/>
          </a:xfrm>
          <a:custGeom>
            <a:avLst/>
            <a:gdLst/>
            <a:ahLst/>
            <a:cxnLst/>
            <a:rect l="0" t="0" r="r" b="b"/>
            <a:pathLst>
              <a:path w="12195175" h="6858000" fill="norm" stroke="0" extrusionOk="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Editable vector"/>
          <p:cNvSpPr/>
          <p:nvPr/>
        </p:nvSpPr>
        <p:spPr>
          <a:xfrm>
            <a:off x="457200" y="6536435"/>
            <a:ext cx="10203180" cy="163068"/>
          </a:xfrm>
          <a:custGeom>
            <a:avLst/>
            <a:gdLst/>
            <a:ahLst/>
            <a:cxnLst/>
            <a:rect l="0" t="0" r="r" b="b"/>
            <a:pathLst>
              <a:path w="10203180" h="163068" fill="none" stroke="1" extrusionOk="0">
                <a:moveTo>
                  <a:pt x="0" y="0"/>
                </a:moveTo>
                <a:lnTo>
                  <a:pt x="10203180" y="0"/>
                </a:lnTo>
                <a:lnTo>
                  <a:pt x="10203180" y="163068"/>
                </a:lnTo>
                <a:lnTo>
                  <a:pt x="0" y="163068"/>
                </a:lnTo>
                <a:close/>
              </a:path>
            </a:pathLst>
          </a:custGeom>
          <a:noFill/>
          <a:ln w="1778" cap="flat">
            <a:solidFill>
              <a:srgbClr val="000000">
                <a:alpha val="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Editable vector"/>
          <p:cNvSpPr/>
          <p:nvPr/>
        </p:nvSpPr>
        <p:spPr>
          <a:xfrm>
            <a:off x="506628" y="6582778"/>
            <a:ext cx="1186535" cy="71856"/>
          </a:xfrm>
          <a:custGeom>
            <a:avLst/>
            <a:gdLst/>
            <a:ahLst/>
            <a:cxnLst/>
            <a:rect l="0" t="0" r="r" b="b"/>
            <a:pathLst>
              <a:path w="1186536" h="71857" fill="norm" stroke="0" extrusionOk="0">
                <a:moveTo>
                  <a:pt x="0" y="2832"/>
                </a:moveTo>
                <a:lnTo>
                  <a:pt x="0" y="55258"/>
                </a:lnTo>
                <a:lnTo>
                  <a:pt x="7074" y="55258"/>
                </a:lnTo>
                <a:lnTo>
                  <a:pt x="7074" y="2832"/>
                </a:lnTo>
                <a:close/>
                <a:moveTo>
                  <a:pt x="19812" y="2832"/>
                </a:moveTo>
                <a:lnTo>
                  <a:pt x="28181" y="2832"/>
                </a:lnTo>
                <a:lnTo>
                  <a:pt x="54712" y="47410"/>
                </a:lnTo>
                <a:cubicBezTo>
                  <a:pt x="54661" y="46266"/>
                  <a:pt x="54610" y="44717"/>
                  <a:pt x="54572" y="42761"/>
                </a:cubicBezTo>
                <a:cubicBezTo>
                  <a:pt x="54521" y="40793"/>
                  <a:pt x="54496" y="38862"/>
                  <a:pt x="54496" y="36957"/>
                </a:cubicBezTo>
                <a:lnTo>
                  <a:pt x="54496" y="2832"/>
                </a:lnTo>
                <a:lnTo>
                  <a:pt x="60820" y="2832"/>
                </a:lnTo>
                <a:lnTo>
                  <a:pt x="60820" y="55258"/>
                </a:lnTo>
                <a:lnTo>
                  <a:pt x="52108" y="55258"/>
                </a:lnTo>
                <a:lnTo>
                  <a:pt x="25921" y="11202"/>
                </a:lnTo>
                <a:cubicBezTo>
                  <a:pt x="25972" y="12345"/>
                  <a:pt x="26010" y="13894"/>
                  <a:pt x="26060" y="15837"/>
                </a:cubicBezTo>
                <a:cubicBezTo>
                  <a:pt x="26111" y="17780"/>
                  <a:pt x="26137" y="19724"/>
                  <a:pt x="26137" y="21654"/>
                </a:cubicBezTo>
                <a:lnTo>
                  <a:pt x="26137" y="55258"/>
                </a:lnTo>
                <a:lnTo>
                  <a:pt x="19812" y="55258"/>
                </a:lnTo>
                <a:lnTo>
                  <a:pt x="19812" y="2832"/>
                </a:lnTo>
                <a:close/>
                <a:moveTo>
                  <a:pt x="84125" y="9385"/>
                </a:moveTo>
                <a:lnTo>
                  <a:pt x="67653" y="9385"/>
                </a:lnTo>
                <a:lnTo>
                  <a:pt x="67653" y="2832"/>
                </a:lnTo>
                <a:lnTo>
                  <a:pt x="107683" y="2832"/>
                </a:lnTo>
                <a:lnTo>
                  <a:pt x="107683" y="9385"/>
                </a:lnTo>
                <a:lnTo>
                  <a:pt x="91199" y="9385"/>
                </a:lnTo>
                <a:lnTo>
                  <a:pt x="91199" y="55258"/>
                </a:lnTo>
                <a:lnTo>
                  <a:pt x="84125" y="55258"/>
                </a:lnTo>
                <a:lnTo>
                  <a:pt x="84125" y="9385"/>
                </a:lnTo>
                <a:close/>
                <a:moveTo>
                  <a:pt x="114300" y="2832"/>
                </a:moveTo>
                <a:lnTo>
                  <a:pt x="147980" y="2832"/>
                </a:lnTo>
                <a:lnTo>
                  <a:pt x="147980" y="9385"/>
                </a:lnTo>
                <a:lnTo>
                  <a:pt x="121374" y="9385"/>
                </a:lnTo>
                <a:lnTo>
                  <a:pt x="121374" y="25083"/>
                </a:lnTo>
                <a:lnTo>
                  <a:pt x="145783" y="25083"/>
                </a:lnTo>
                <a:lnTo>
                  <a:pt x="145783" y="31483"/>
                </a:lnTo>
                <a:lnTo>
                  <a:pt x="121374" y="31483"/>
                </a:lnTo>
                <a:lnTo>
                  <a:pt x="121374" y="48705"/>
                </a:lnTo>
                <a:lnTo>
                  <a:pt x="149504" y="48705"/>
                </a:lnTo>
                <a:lnTo>
                  <a:pt x="149504" y="55258"/>
                </a:lnTo>
                <a:lnTo>
                  <a:pt x="114300" y="55258"/>
                </a:lnTo>
                <a:lnTo>
                  <a:pt x="114300" y="2832"/>
                </a:lnTo>
                <a:close/>
                <a:moveTo>
                  <a:pt x="158496" y="2832"/>
                </a:moveTo>
                <a:lnTo>
                  <a:pt x="178626" y="2832"/>
                </a:lnTo>
                <a:cubicBezTo>
                  <a:pt x="182550" y="2832"/>
                  <a:pt x="185877" y="3442"/>
                  <a:pt x="188633" y="4674"/>
                </a:cubicBezTo>
                <a:cubicBezTo>
                  <a:pt x="191389" y="5906"/>
                  <a:pt x="193485" y="7671"/>
                  <a:pt x="194907" y="9996"/>
                </a:cubicBezTo>
                <a:cubicBezTo>
                  <a:pt x="196329" y="12319"/>
                  <a:pt x="197041" y="15088"/>
                  <a:pt x="197041" y="18314"/>
                </a:cubicBezTo>
                <a:cubicBezTo>
                  <a:pt x="197041" y="20613"/>
                  <a:pt x="196596" y="22797"/>
                  <a:pt x="195707" y="24854"/>
                </a:cubicBezTo>
                <a:cubicBezTo>
                  <a:pt x="194818" y="26912"/>
                  <a:pt x="193408" y="28702"/>
                  <a:pt x="191478" y="30214"/>
                </a:cubicBezTo>
                <a:cubicBezTo>
                  <a:pt x="189560" y="31725"/>
                  <a:pt x="187122" y="32766"/>
                  <a:pt x="184175" y="33338"/>
                </a:cubicBezTo>
                <a:lnTo>
                  <a:pt x="199200" y="55258"/>
                </a:lnTo>
                <a:lnTo>
                  <a:pt x="190944" y="55258"/>
                </a:lnTo>
                <a:lnTo>
                  <a:pt x="177254" y="34240"/>
                </a:lnTo>
                <a:lnTo>
                  <a:pt x="165570" y="34240"/>
                </a:lnTo>
                <a:lnTo>
                  <a:pt x="165570" y="55258"/>
                </a:lnTo>
                <a:lnTo>
                  <a:pt x="158496" y="55258"/>
                </a:lnTo>
                <a:lnTo>
                  <a:pt x="158496" y="2832"/>
                </a:lnTo>
                <a:close/>
                <a:moveTo>
                  <a:pt x="178143" y="27915"/>
                </a:moveTo>
                <a:cubicBezTo>
                  <a:pt x="180797" y="27915"/>
                  <a:pt x="183007" y="27496"/>
                  <a:pt x="184785" y="26657"/>
                </a:cubicBezTo>
                <a:cubicBezTo>
                  <a:pt x="186563" y="25832"/>
                  <a:pt x="187871" y="24702"/>
                  <a:pt x="188709" y="23279"/>
                </a:cubicBezTo>
                <a:cubicBezTo>
                  <a:pt x="189548" y="21857"/>
                  <a:pt x="189979" y="20219"/>
                  <a:pt x="189979" y="18390"/>
                </a:cubicBezTo>
                <a:cubicBezTo>
                  <a:pt x="189979" y="15380"/>
                  <a:pt x="188925" y="13119"/>
                  <a:pt x="186817" y="11595"/>
                </a:cubicBezTo>
                <a:cubicBezTo>
                  <a:pt x="184709" y="10071"/>
                  <a:pt x="181712" y="9310"/>
                  <a:pt x="177851" y="9310"/>
                </a:cubicBezTo>
                <a:lnTo>
                  <a:pt x="165570" y="9310"/>
                </a:lnTo>
                <a:lnTo>
                  <a:pt x="165570" y="27915"/>
                </a:lnTo>
                <a:lnTo>
                  <a:pt x="178143" y="27915"/>
                </a:lnTo>
                <a:close/>
                <a:moveTo>
                  <a:pt x="207264" y="2832"/>
                </a:moveTo>
                <a:lnTo>
                  <a:pt x="215633" y="2832"/>
                </a:lnTo>
                <a:lnTo>
                  <a:pt x="242164" y="47410"/>
                </a:lnTo>
                <a:cubicBezTo>
                  <a:pt x="242113" y="46266"/>
                  <a:pt x="242062" y="44717"/>
                  <a:pt x="242024" y="42761"/>
                </a:cubicBezTo>
                <a:cubicBezTo>
                  <a:pt x="241973" y="40793"/>
                  <a:pt x="241948" y="38862"/>
                  <a:pt x="241948" y="36957"/>
                </a:cubicBezTo>
                <a:lnTo>
                  <a:pt x="241948" y="2832"/>
                </a:lnTo>
                <a:lnTo>
                  <a:pt x="248272" y="2832"/>
                </a:lnTo>
                <a:lnTo>
                  <a:pt x="248272" y="55258"/>
                </a:lnTo>
                <a:lnTo>
                  <a:pt x="239560" y="55258"/>
                </a:lnTo>
                <a:lnTo>
                  <a:pt x="213373" y="11202"/>
                </a:lnTo>
                <a:cubicBezTo>
                  <a:pt x="213424" y="12345"/>
                  <a:pt x="213462" y="13894"/>
                  <a:pt x="213512" y="15837"/>
                </a:cubicBezTo>
                <a:cubicBezTo>
                  <a:pt x="213563" y="17780"/>
                  <a:pt x="213589" y="19724"/>
                  <a:pt x="213589" y="21654"/>
                </a:cubicBezTo>
                <a:lnTo>
                  <a:pt x="213589" y="55258"/>
                </a:lnTo>
                <a:lnTo>
                  <a:pt x="207264" y="55258"/>
                </a:lnTo>
                <a:lnTo>
                  <a:pt x="207264" y="2832"/>
                </a:lnTo>
                <a:close/>
                <a:moveTo>
                  <a:pt x="274079" y="2832"/>
                </a:moveTo>
                <a:lnTo>
                  <a:pt x="282181" y="2832"/>
                </a:lnTo>
                <a:lnTo>
                  <a:pt x="301904" y="55258"/>
                </a:lnTo>
                <a:lnTo>
                  <a:pt x="294500" y="55258"/>
                </a:lnTo>
                <a:lnTo>
                  <a:pt x="289547" y="41085"/>
                </a:lnTo>
                <a:lnTo>
                  <a:pt x="266560" y="41085"/>
                </a:lnTo>
                <a:lnTo>
                  <a:pt x="261607" y="55258"/>
                </a:lnTo>
                <a:lnTo>
                  <a:pt x="254356" y="55258"/>
                </a:lnTo>
                <a:lnTo>
                  <a:pt x="274079" y="2832"/>
                </a:lnTo>
                <a:close/>
                <a:moveTo>
                  <a:pt x="287401" y="34900"/>
                </a:moveTo>
                <a:lnTo>
                  <a:pt x="281178" y="17158"/>
                </a:lnTo>
                <a:cubicBezTo>
                  <a:pt x="280607" y="15545"/>
                  <a:pt x="280048" y="13932"/>
                  <a:pt x="279489" y="12319"/>
                </a:cubicBezTo>
                <a:cubicBezTo>
                  <a:pt x="278930" y="10706"/>
                  <a:pt x="278448" y="9322"/>
                  <a:pt x="278054" y="8154"/>
                </a:cubicBezTo>
                <a:cubicBezTo>
                  <a:pt x="277660" y="9322"/>
                  <a:pt x="277178" y="10706"/>
                  <a:pt x="276619" y="12319"/>
                </a:cubicBezTo>
                <a:cubicBezTo>
                  <a:pt x="276060" y="13932"/>
                  <a:pt x="275501" y="15545"/>
                  <a:pt x="274930" y="17158"/>
                </a:cubicBezTo>
                <a:lnTo>
                  <a:pt x="268719" y="34900"/>
                </a:lnTo>
                <a:lnTo>
                  <a:pt x="287401" y="34900"/>
                </a:lnTo>
                <a:close/>
                <a:moveTo>
                  <a:pt x="307848" y="2832"/>
                </a:moveTo>
                <a:lnTo>
                  <a:pt x="314922" y="2832"/>
                </a:lnTo>
                <a:lnTo>
                  <a:pt x="314922" y="48705"/>
                </a:lnTo>
                <a:lnTo>
                  <a:pt x="339179" y="48705"/>
                </a:lnTo>
                <a:lnTo>
                  <a:pt x="339179" y="55258"/>
                </a:lnTo>
                <a:lnTo>
                  <a:pt x="307848" y="55258"/>
                </a:lnTo>
                <a:lnTo>
                  <a:pt x="307848" y="2832"/>
                </a:lnTo>
                <a:close/>
                <a:moveTo>
                  <a:pt x="362268" y="32410"/>
                </a:moveTo>
                <a:lnTo>
                  <a:pt x="362268" y="37580"/>
                </a:lnTo>
                <a:lnTo>
                  <a:pt x="404609" y="37580"/>
                </a:lnTo>
                <a:lnTo>
                  <a:pt x="404609" y="32410"/>
                </a:lnTo>
                <a:close/>
                <a:moveTo>
                  <a:pt x="446773" y="56007"/>
                </a:moveTo>
                <a:cubicBezTo>
                  <a:pt x="442481" y="56007"/>
                  <a:pt x="438696" y="55309"/>
                  <a:pt x="435407" y="53911"/>
                </a:cubicBezTo>
                <a:cubicBezTo>
                  <a:pt x="432118" y="52528"/>
                  <a:pt x="429387" y="50432"/>
                  <a:pt x="427203" y="47625"/>
                </a:cubicBezTo>
                <a:lnTo>
                  <a:pt x="432041" y="42787"/>
                </a:lnTo>
                <a:cubicBezTo>
                  <a:pt x="433210" y="44260"/>
                  <a:pt x="434429" y="45492"/>
                  <a:pt x="435724" y="46495"/>
                </a:cubicBezTo>
                <a:cubicBezTo>
                  <a:pt x="437007" y="47498"/>
                  <a:pt x="438556" y="48299"/>
                  <a:pt x="440373" y="48895"/>
                </a:cubicBezTo>
                <a:cubicBezTo>
                  <a:pt x="442189" y="49492"/>
                  <a:pt x="444322" y="49785"/>
                  <a:pt x="446773" y="49785"/>
                </a:cubicBezTo>
                <a:cubicBezTo>
                  <a:pt x="449199" y="49785"/>
                  <a:pt x="451371" y="49479"/>
                  <a:pt x="453288" y="48870"/>
                </a:cubicBezTo>
                <a:cubicBezTo>
                  <a:pt x="455193" y="48273"/>
                  <a:pt x="456705" y="47320"/>
                  <a:pt x="457822" y="46025"/>
                </a:cubicBezTo>
                <a:cubicBezTo>
                  <a:pt x="458940" y="44742"/>
                  <a:pt x="459499" y="43117"/>
                  <a:pt x="459499" y="41161"/>
                </a:cubicBezTo>
                <a:cubicBezTo>
                  <a:pt x="459499" y="39192"/>
                  <a:pt x="458915" y="37605"/>
                  <a:pt x="457746" y="36399"/>
                </a:cubicBezTo>
                <a:cubicBezTo>
                  <a:pt x="456578" y="35179"/>
                  <a:pt x="455104" y="34227"/>
                  <a:pt x="453326" y="33541"/>
                </a:cubicBezTo>
                <a:cubicBezTo>
                  <a:pt x="451536" y="32868"/>
                  <a:pt x="449161" y="32157"/>
                  <a:pt x="446215" y="31407"/>
                </a:cubicBezTo>
                <a:cubicBezTo>
                  <a:pt x="442646" y="30518"/>
                  <a:pt x="439712" y="29579"/>
                  <a:pt x="437439" y="28601"/>
                </a:cubicBezTo>
                <a:cubicBezTo>
                  <a:pt x="435153" y="27623"/>
                  <a:pt x="433222" y="26124"/>
                  <a:pt x="431635" y="24118"/>
                </a:cubicBezTo>
                <a:cubicBezTo>
                  <a:pt x="430047" y="22111"/>
                  <a:pt x="429247" y="19431"/>
                  <a:pt x="429247" y="16078"/>
                </a:cubicBezTo>
                <a:cubicBezTo>
                  <a:pt x="429247" y="12878"/>
                  <a:pt x="430060" y="10237"/>
                  <a:pt x="431660" y="8128"/>
                </a:cubicBezTo>
                <a:cubicBezTo>
                  <a:pt x="433273" y="6033"/>
                  <a:pt x="435458" y="4496"/>
                  <a:pt x="438201" y="3518"/>
                </a:cubicBezTo>
                <a:cubicBezTo>
                  <a:pt x="440931" y="2540"/>
                  <a:pt x="444017" y="2045"/>
                  <a:pt x="447446" y="2045"/>
                </a:cubicBezTo>
                <a:cubicBezTo>
                  <a:pt x="451561" y="2045"/>
                  <a:pt x="455054" y="2718"/>
                  <a:pt x="457937" y="4039"/>
                </a:cubicBezTo>
                <a:cubicBezTo>
                  <a:pt x="460807" y="5373"/>
                  <a:pt x="463220" y="7201"/>
                  <a:pt x="465150" y="9525"/>
                </a:cubicBezTo>
                <a:lnTo>
                  <a:pt x="460426" y="14212"/>
                </a:lnTo>
                <a:cubicBezTo>
                  <a:pt x="458762" y="12306"/>
                  <a:pt x="456870" y="10833"/>
                  <a:pt x="454736" y="9792"/>
                </a:cubicBezTo>
                <a:cubicBezTo>
                  <a:pt x="452603" y="8751"/>
                  <a:pt x="450050" y="8230"/>
                  <a:pt x="447065" y="8230"/>
                </a:cubicBezTo>
                <a:cubicBezTo>
                  <a:pt x="444665" y="8230"/>
                  <a:pt x="442646" y="8560"/>
                  <a:pt x="441007" y="9208"/>
                </a:cubicBezTo>
                <a:cubicBezTo>
                  <a:pt x="439369" y="9868"/>
                  <a:pt x="438150" y="10770"/>
                  <a:pt x="437363" y="11913"/>
                </a:cubicBezTo>
                <a:cubicBezTo>
                  <a:pt x="436562" y="13056"/>
                  <a:pt x="436169" y="14364"/>
                  <a:pt x="436169" y="15850"/>
                </a:cubicBezTo>
                <a:cubicBezTo>
                  <a:pt x="436169" y="17666"/>
                  <a:pt x="436715" y="19139"/>
                  <a:pt x="437820" y="20269"/>
                </a:cubicBezTo>
                <a:cubicBezTo>
                  <a:pt x="438925" y="21387"/>
                  <a:pt x="440309" y="22276"/>
                  <a:pt x="441960" y="22911"/>
                </a:cubicBezTo>
                <a:cubicBezTo>
                  <a:pt x="443598" y="23533"/>
                  <a:pt x="445872" y="24244"/>
                  <a:pt x="448742" y="25006"/>
                </a:cubicBezTo>
                <a:cubicBezTo>
                  <a:pt x="452514" y="25946"/>
                  <a:pt x="455587" y="26912"/>
                  <a:pt x="457949" y="27915"/>
                </a:cubicBezTo>
                <a:cubicBezTo>
                  <a:pt x="460324" y="28905"/>
                  <a:pt x="462343" y="30429"/>
                  <a:pt x="463995" y="32487"/>
                </a:cubicBezTo>
                <a:cubicBezTo>
                  <a:pt x="465658" y="34544"/>
                  <a:pt x="466496" y="37313"/>
                  <a:pt x="466496" y="40780"/>
                </a:cubicBezTo>
                <a:cubicBezTo>
                  <a:pt x="466496" y="43765"/>
                  <a:pt x="465734" y="46393"/>
                  <a:pt x="464223" y="48692"/>
                </a:cubicBezTo>
                <a:cubicBezTo>
                  <a:pt x="462712" y="50991"/>
                  <a:pt x="460477" y="52781"/>
                  <a:pt x="457505" y="54064"/>
                </a:cubicBezTo>
                <a:cubicBezTo>
                  <a:pt x="454546" y="55359"/>
                  <a:pt x="450964" y="56007"/>
                  <a:pt x="446773" y="56007"/>
                </a:cubicBezTo>
                <a:close/>
                <a:moveTo>
                  <a:pt x="488963" y="2832"/>
                </a:moveTo>
                <a:lnTo>
                  <a:pt x="497065" y="2832"/>
                </a:lnTo>
                <a:lnTo>
                  <a:pt x="516788" y="55258"/>
                </a:lnTo>
                <a:lnTo>
                  <a:pt x="509384" y="55258"/>
                </a:lnTo>
                <a:lnTo>
                  <a:pt x="504431" y="41085"/>
                </a:lnTo>
                <a:lnTo>
                  <a:pt x="481444" y="41085"/>
                </a:lnTo>
                <a:lnTo>
                  <a:pt x="476491" y="55258"/>
                </a:lnTo>
                <a:lnTo>
                  <a:pt x="469240" y="55258"/>
                </a:lnTo>
                <a:lnTo>
                  <a:pt x="488963" y="2832"/>
                </a:lnTo>
                <a:close/>
                <a:moveTo>
                  <a:pt x="502285" y="34900"/>
                </a:moveTo>
                <a:lnTo>
                  <a:pt x="496062" y="17158"/>
                </a:lnTo>
                <a:cubicBezTo>
                  <a:pt x="495490" y="15545"/>
                  <a:pt x="494932" y="13932"/>
                  <a:pt x="494373" y="12319"/>
                </a:cubicBezTo>
                <a:cubicBezTo>
                  <a:pt x="493814" y="10706"/>
                  <a:pt x="493332" y="9322"/>
                  <a:pt x="492938" y="8154"/>
                </a:cubicBezTo>
                <a:cubicBezTo>
                  <a:pt x="492544" y="9322"/>
                  <a:pt x="492062" y="10706"/>
                  <a:pt x="491503" y="12319"/>
                </a:cubicBezTo>
                <a:cubicBezTo>
                  <a:pt x="490944" y="13932"/>
                  <a:pt x="490385" y="15545"/>
                  <a:pt x="489814" y="17158"/>
                </a:cubicBezTo>
                <a:lnTo>
                  <a:pt x="483603" y="34900"/>
                </a:lnTo>
                <a:lnTo>
                  <a:pt x="502285" y="34900"/>
                </a:lnTo>
                <a:close/>
                <a:moveTo>
                  <a:pt x="522732" y="2832"/>
                </a:moveTo>
                <a:lnTo>
                  <a:pt x="542531" y="2832"/>
                </a:lnTo>
                <a:cubicBezTo>
                  <a:pt x="546570" y="2832"/>
                  <a:pt x="549974" y="3493"/>
                  <a:pt x="552729" y="4801"/>
                </a:cubicBezTo>
                <a:cubicBezTo>
                  <a:pt x="555473" y="6121"/>
                  <a:pt x="557543" y="7963"/>
                  <a:pt x="558914" y="10351"/>
                </a:cubicBezTo>
                <a:cubicBezTo>
                  <a:pt x="560299" y="12726"/>
                  <a:pt x="560984" y="15532"/>
                  <a:pt x="560984" y="18759"/>
                </a:cubicBezTo>
                <a:cubicBezTo>
                  <a:pt x="560984" y="21908"/>
                  <a:pt x="560299" y="24727"/>
                  <a:pt x="558940" y="27204"/>
                </a:cubicBezTo>
                <a:cubicBezTo>
                  <a:pt x="557568" y="29680"/>
                  <a:pt x="555536" y="31636"/>
                  <a:pt x="552831" y="33058"/>
                </a:cubicBezTo>
                <a:cubicBezTo>
                  <a:pt x="550126" y="34493"/>
                  <a:pt x="546837" y="35205"/>
                  <a:pt x="542938" y="35205"/>
                </a:cubicBezTo>
                <a:lnTo>
                  <a:pt x="529806" y="35205"/>
                </a:lnTo>
                <a:lnTo>
                  <a:pt x="529806" y="55258"/>
                </a:lnTo>
                <a:lnTo>
                  <a:pt x="522732" y="55258"/>
                </a:lnTo>
                <a:lnTo>
                  <a:pt x="522732" y="2832"/>
                </a:lnTo>
                <a:close/>
                <a:moveTo>
                  <a:pt x="541934" y="28804"/>
                </a:moveTo>
                <a:cubicBezTo>
                  <a:pt x="545948" y="28804"/>
                  <a:pt x="548957" y="27953"/>
                  <a:pt x="550939" y="26251"/>
                </a:cubicBezTo>
                <a:cubicBezTo>
                  <a:pt x="552920" y="24550"/>
                  <a:pt x="553911" y="22085"/>
                  <a:pt x="553911" y="18835"/>
                </a:cubicBezTo>
                <a:cubicBezTo>
                  <a:pt x="553911" y="15710"/>
                  <a:pt x="552882" y="13336"/>
                  <a:pt x="550812" y="11723"/>
                </a:cubicBezTo>
                <a:cubicBezTo>
                  <a:pt x="548742" y="10109"/>
                  <a:pt x="545681" y="9310"/>
                  <a:pt x="541630" y="9310"/>
                </a:cubicBezTo>
                <a:lnTo>
                  <a:pt x="529806" y="9310"/>
                </a:lnTo>
                <a:lnTo>
                  <a:pt x="529806" y="28804"/>
                </a:lnTo>
                <a:lnTo>
                  <a:pt x="541934" y="28804"/>
                </a:lnTo>
                <a:close/>
                <a:moveTo>
                  <a:pt x="595973" y="56007"/>
                </a:moveTo>
                <a:cubicBezTo>
                  <a:pt x="593585" y="56007"/>
                  <a:pt x="591464" y="55538"/>
                  <a:pt x="589610" y="54623"/>
                </a:cubicBezTo>
                <a:cubicBezTo>
                  <a:pt x="587743" y="53708"/>
                  <a:pt x="586296" y="52363"/>
                  <a:pt x="585254" y="50610"/>
                </a:cubicBezTo>
                <a:cubicBezTo>
                  <a:pt x="584213" y="48844"/>
                  <a:pt x="583692" y="46736"/>
                  <a:pt x="583692" y="44285"/>
                </a:cubicBezTo>
                <a:cubicBezTo>
                  <a:pt x="583692" y="41275"/>
                  <a:pt x="584479" y="38812"/>
                  <a:pt x="586054" y="36881"/>
                </a:cubicBezTo>
                <a:cubicBezTo>
                  <a:pt x="587629" y="34938"/>
                  <a:pt x="589775" y="33528"/>
                  <a:pt x="592506" y="32652"/>
                </a:cubicBezTo>
                <a:cubicBezTo>
                  <a:pt x="595236" y="31776"/>
                  <a:pt x="598399" y="31331"/>
                  <a:pt x="601993" y="31331"/>
                </a:cubicBezTo>
                <a:lnTo>
                  <a:pt x="609143" y="31331"/>
                </a:lnTo>
                <a:lnTo>
                  <a:pt x="609143" y="28575"/>
                </a:lnTo>
                <a:cubicBezTo>
                  <a:pt x="609143" y="25756"/>
                  <a:pt x="608470" y="23597"/>
                  <a:pt x="607111" y="22123"/>
                </a:cubicBezTo>
                <a:cubicBezTo>
                  <a:pt x="605765" y="20651"/>
                  <a:pt x="603720" y="19914"/>
                  <a:pt x="600989" y="19914"/>
                </a:cubicBezTo>
                <a:cubicBezTo>
                  <a:pt x="598513" y="19914"/>
                  <a:pt x="596354" y="20409"/>
                  <a:pt x="594500" y="21413"/>
                </a:cubicBezTo>
                <a:cubicBezTo>
                  <a:pt x="592658" y="22416"/>
                  <a:pt x="591020" y="23876"/>
                  <a:pt x="589610" y="25794"/>
                </a:cubicBezTo>
                <a:lnTo>
                  <a:pt x="585292" y="21476"/>
                </a:lnTo>
                <a:cubicBezTo>
                  <a:pt x="589305" y="16663"/>
                  <a:pt x="594690" y="14250"/>
                  <a:pt x="601434" y="14250"/>
                </a:cubicBezTo>
                <a:cubicBezTo>
                  <a:pt x="604545" y="14250"/>
                  <a:pt x="607174" y="14846"/>
                  <a:pt x="609333" y="16040"/>
                </a:cubicBezTo>
                <a:cubicBezTo>
                  <a:pt x="611480" y="17234"/>
                  <a:pt x="613105" y="18898"/>
                  <a:pt x="614197" y="21044"/>
                </a:cubicBezTo>
                <a:cubicBezTo>
                  <a:pt x="615290" y="23191"/>
                  <a:pt x="615836" y="25705"/>
                  <a:pt x="615836" y="28575"/>
                </a:cubicBezTo>
                <a:lnTo>
                  <a:pt x="615836" y="55258"/>
                </a:lnTo>
                <a:lnTo>
                  <a:pt x="609435" y="55258"/>
                </a:lnTo>
                <a:lnTo>
                  <a:pt x="609435" y="47778"/>
                </a:lnTo>
                <a:lnTo>
                  <a:pt x="609295" y="47778"/>
                </a:lnTo>
                <a:cubicBezTo>
                  <a:pt x="607949" y="50635"/>
                  <a:pt x="606209" y="52718"/>
                  <a:pt x="604076" y="54026"/>
                </a:cubicBezTo>
                <a:cubicBezTo>
                  <a:pt x="601942" y="55347"/>
                  <a:pt x="599250" y="56007"/>
                  <a:pt x="595973" y="56007"/>
                </a:cubicBezTo>
                <a:close/>
                <a:moveTo>
                  <a:pt x="590614" y="44133"/>
                </a:moveTo>
                <a:cubicBezTo>
                  <a:pt x="590614" y="45403"/>
                  <a:pt x="590893" y="46495"/>
                  <a:pt x="591464" y="47447"/>
                </a:cubicBezTo>
                <a:cubicBezTo>
                  <a:pt x="592036" y="48387"/>
                  <a:pt x="592861" y="49111"/>
                  <a:pt x="593941" y="49619"/>
                </a:cubicBezTo>
                <a:cubicBezTo>
                  <a:pt x="595020" y="50127"/>
                  <a:pt x="596303" y="50381"/>
                  <a:pt x="597789" y="50381"/>
                </a:cubicBezTo>
                <a:cubicBezTo>
                  <a:pt x="600151" y="50381"/>
                  <a:pt x="602183" y="49911"/>
                  <a:pt x="603898" y="48946"/>
                </a:cubicBezTo>
                <a:cubicBezTo>
                  <a:pt x="605612" y="47993"/>
                  <a:pt x="606908" y="46749"/>
                  <a:pt x="607797" y="45187"/>
                </a:cubicBezTo>
                <a:cubicBezTo>
                  <a:pt x="608698" y="43638"/>
                  <a:pt x="609143" y="41999"/>
                  <a:pt x="609143" y="40260"/>
                </a:cubicBezTo>
                <a:lnTo>
                  <a:pt x="609143" y="36361"/>
                </a:lnTo>
                <a:lnTo>
                  <a:pt x="602894" y="36361"/>
                </a:lnTo>
                <a:cubicBezTo>
                  <a:pt x="599199" y="36361"/>
                  <a:pt x="596227" y="36919"/>
                  <a:pt x="593979" y="38050"/>
                </a:cubicBezTo>
                <a:cubicBezTo>
                  <a:pt x="591731" y="39180"/>
                  <a:pt x="590614" y="41199"/>
                  <a:pt x="590614" y="44133"/>
                </a:cubicBezTo>
                <a:close/>
                <a:moveTo>
                  <a:pt x="625285" y="15037"/>
                </a:moveTo>
                <a:lnTo>
                  <a:pt x="631685" y="15037"/>
                </a:lnTo>
                <a:lnTo>
                  <a:pt x="631685" y="23406"/>
                </a:lnTo>
                <a:lnTo>
                  <a:pt x="631838" y="23406"/>
                </a:lnTo>
                <a:cubicBezTo>
                  <a:pt x="632828" y="20803"/>
                  <a:pt x="634340" y="18631"/>
                  <a:pt x="636372" y="16879"/>
                </a:cubicBezTo>
                <a:cubicBezTo>
                  <a:pt x="638404" y="15126"/>
                  <a:pt x="641248" y="14250"/>
                  <a:pt x="644893" y="14250"/>
                </a:cubicBezTo>
                <a:cubicBezTo>
                  <a:pt x="647675" y="14250"/>
                  <a:pt x="649999" y="14834"/>
                  <a:pt x="651866" y="16002"/>
                </a:cubicBezTo>
                <a:cubicBezTo>
                  <a:pt x="653745" y="17171"/>
                  <a:pt x="655142" y="18821"/>
                  <a:pt x="656082" y="20955"/>
                </a:cubicBezTo>
                <a:cubicBezTo>
                  <a:pt x="657009" y="23089"/>
                  <a:pt x="657466" y="25578"/>
                  <a:pt x="657466" y="28435"/>
                </a:cubicBezTo>
                <a:lnTo>
                  <a:pt x="657466" y="55258"/>
                </a:lnTo>
                <a:lnTo>
                  <a:pt x="650735" y="55258"/>
                </a:lnTo>
                <a:lnTo>
                  <a:pt x="650735" y="29731"/>
                </a:lnTo>
                <a:cubicBezTo>
                  <a:pt x="650735" y="26632"/>
                  <a:pt x="650088" y="24270"/>
                  <a:pt x="648805" y="22644"/>
                </a:cubicBezTo>
                <a:cubicBezTo>
                  <a:pt x="647510" y="21019"/>
                  <a:pt x="645389" y="20206"/>
                  <a:pt x="642442" y="20206"/>
                </a:cubicBezTo>
                <a:cubicBezTo>
                  <a:pt x="640334" y="20206"/>
                  <a:pt x="638493" y="20663"/>
                  <a:pt x="636918" y="21590"/>
                </a:cubicBezTo>
                <a:cubicBezTo>
                  <a:pt x="635343" y="22505"/>
                  <a:pt x="634124" y="23838"/>
                  <a:pt x="633273" y="25603"/>
                </a:cubicBezTo>
                <a:cubicBezTo>
                  <a:pt x="632409" y="27369"/>
                  <a:pt x="631990" y="29477"/>
                  <a:pt x="631990" y="31928"/>
                </a:cubicBezTo>
                <a:lnTo>
                  <a:pt x="631990" y="55258"/>
                </a:lnTo>
                <a:lnTo>
                  <a:pt x="625285" y="55258"/>
                </a:lnTo>
                <a:lnTo>
                  <a:pt x="625285" y="15037"/>
                </a:lnTo>
                <a:close/>
                <a:moveTo>
                  <a:pt x="683209" y="56007"/>
                </a:moveTo>
                <a:cubicBezTo>
                  <a:pt x="679691" y="56007"/>
                  <a:pt x="676593" y="55118"/>
                  <a:pt x="673926" y="53366"/>
                </a:cubicBezTo>
                <a:cubicBezTo>
                  <a:pt x="671259" y="51601"/>
                  <a:pt x="669201" y="49137"/>
                  <a:pt x="667741" y="45987"/>
                </a:cubicBezTo>
                <a:cubicBezTo>
                  <a:pt x="666267" y="42838"/>
                  <a:pt x="665543" y="39218"/>
                  <a:pt x="665543" y="35128"/>
                </a:cubicBezTo>
                <a:cubicBezTo>
                  <a:pt x="665543" y="31039"/>
                  <a:pt x="666255" y="27419"/>
                  <a:pt x="667677" y="24270"/>
                </a:cubicBezTo>
                <a:cubicBezTo>
                  <a:pt x="669112" y="21108"/>
                  <a:pt x="671144" y="18656"/>
                  <a:pt x="673786" y="16891"/>
                </a:cubicBezTo>
                <a:cubicBezTo>
                  <a:pt x="676427" y="15139"/>
                  <a:pt x="679488" y="14250"/>
                  <a:pt x="682993" y="14250"/>
                </a:cubicBezTo>
                <a:cubicBezTo>
                  <a:pt x="685571" y="14250"/>
                  <a:pt x="687857" y="14656"/>
                  <a:pt x="689839" y="15443"/>
                </a:cubicBezTo>
                <a:cubicBezTo>
                  <a:pt x="691820" y="16243"/>
                  <a:pt x="693471" y="17297"/>
                  <a:pt x="694792" y="18631"/>
                </a:cubicBezTo>
                <a:cubicBezTo>
                  <a:pt x="696100" y="19952"/>
                  <a:pt x="697116" y="21451"/>
                  <a:pt x="697840" y="23114"/>
                </a:cubicBezTo>
                <a:lnTo>
                  <a:pt x="697979" y="23114"/>
                </a:lnTo>
                <a:lnTo>
                  <a:pt x="697979" y="0"/>
                </a:lnTo>
                <a:lnTo>
                  <a:pt x="704685" y="0"/>
                </a:lnTo>
                <a:lnTo>
                  <a:pt x="704685" y="55258"/>
                </a:lnTo>
                <a:lnTo>
                  <a:pt x="698284" y="55258"/>
                </a:lnTo>
                <a:lnTo>
                  <a:pt x="698284" y="46736"/>
                </a:lnTo>
                <a:lnTo>
                  <a:pt x="698208" y="46736"/>
                </a:lnTo>
                <a:cubicBezTo>
                  <a:pt x="697090" y="49492"/>
                  <a:pt x="695363" y="51727"/>
                  <a:pt x="693014" y="53429"/>
                </a:cubicBezTo>
                <a:cubicBezTo>
                  <a:pt x="690677" y="55144"/>
                  <a:pt x="687400" y="56007"/>
                  <a:pt x="683209" y="56007"/>
                </a:cubicBezTo>
                <a:close/>
                <a:moveTo>
                  <a:pt x="672541" y="35128"/>
                </a:moveTo>
                <a:cubicBezTo>
                  <a:pt x="672541" y="38380"/>
                  <a:pt x="673087" y="41148"/>
                  <a:pt x="674192" y="43421"/>
                </a:cubicBezTo>
                <a:cubicBezTo>
                  <a:pt x="675297" y="45707"/>
                  <a:pt x="676808" y="47422"/>
                  <a:pt x="678726" y="48578"/>
                </a:cubicBezTo>
                <a:cubicBezTo>
                  <a:pt x="680657" y="49733"/>
                  <a:pt x="682828" y="50305"/>
                  <a:pt x="685267" y="50305"/>
                </a:cubicBezTo>
                <a:cubicBezTo>
                  <a:pt x="687692" y="50305"/>
                  <a:pt x="689864" y="49733"/>
                  <a:pt x="691794" y="48578"/>
                </a:cubicBezTo>
                <a:cubicBezTo>
                  <a:pt x="693712" y="47422"/>
                  <a:pt x="695223" y="45707"/>
                  <a:pt x="696328" y="43447"/>
                </a:cubicBezTo>
                <a:cubicBezTo>
                  <a:pt x="697433" y="41173"/>
                  <a:pt x="697979" y="38405"/>
                  <a:pt x="697979" y="35128"/>
                </a:cubicBezTo>
                <a:cubicBezTo>
                  <a:pt x="697979" y="31877"/>
                  <a:pt x="697433" y="29121"/>
                  <a:pt x="696328" y="26848"/>
                </a:cubicBezTo>
                <a:cubicBezTo>
                  <a:pt x="695223" y="24574"/>
                  <a:pt x="693712" y="22873"/>
                  <a:pt x="691794" y="21717"/>
                </a:cubicBezTo>
                <a:cubicBezTo>
                  <a:pt x="689864" y="20562"/>
                  <a:pt x="687692" y="19990"/>
                  <a:pt x="685267" y="19990"/>
                </a:cubicBezTo>
                <a:cubicBezTo>
                  <a:pt x="682828" y="19990"/>
                  <a:pt x="680657" y="20562"/>
                  <a:pt x="678726" y="21717"/>
                </a:cubicBezTo>
                <a:cubicBezTo>
                  <a:pt x="676808" y="22873"/>
                  <a:pt x="675297" y="24574"/>
                  <a:pt x="674192" y="26848"/>
                </a:cubicBezTo>
                <a:cubicBezTo>
                  <a:pt x="673087" y="29121"/>
                  <a:pt x="672541" y="31877"/>
                  <a:pt x="672541" y="35128"/>
                </a:cubicBezTo>
                <a:close/>
                <a:moveTo>
                  <a:pt x="734568" y="2832"/>
                </a:moveTo>
                <a:lnTo>
                  <a:pt x="754367" y="2832"/>
                </a:lnTo>
                <a:cubicBezTo>
                  <a:pt x="758406" y="2832"/>
                  <a:pt x="761810" y="3493"/>
                  <a:pt x="764515" y="4801"/>
                </a:cubicBezTo>
                <a:cubicBezTo>
                  <a:pt x="767309" y="6121"/>
                  <a:pt x="769341" y="7963"/>
                  <a:pt x="770738" y="10351"/>
                </a:cubicBezTo>
                <a:cubicBezTo>
                  <a:pt x="772135" y="12726"/>
                  <a:pt x="772770" y="15532"/>
                  <a:pt x="772770" y="18759"/>
                </a:cubicBezTo>
                <a:cubicBezTo>
                  <a:pt x="772770" y="21908"/>
                  <a:pt x="772135" y="24727"/>
                  <a:pt x="770738" y="27204"/>
                </a:cubicBezTo>
                <a:cubicBezTo>
                  <a:pt x="769468" y="29680"/>
                  <a:pt x="767436" y="31636"/>
                  <a:pt x="764642" y="33058"/>
                </a:cubicBezTo>
                <a:cubicBezTo>
                  <a:pt x="761962" y="34493"/>
                  <a:pt x="758673" y="35205"/>
                  <a:pt x="754774" y="35205"/>
                </a:cubicBezTo>
                <a:lnTo>
                  <a:pt x="741642" y="35205"/>
                </a:lnTo>
                <a:lnTo>
                  <a:pt x="741642" y="55258"/>
                </a:lnTo>
                <a:lnTo>
                  <a:pt x="734568" y="55258"/>
                </a:lnTo>
                <a:lnTo>
                  <a:pt x="734568" y="2832"/>
                </a:lnTo>
                <a:close/>
                <a:moveTo>
                  <a:pt x="753770" y="28804"/>
                </a:moveTo>
                <a:cubicBezTo>
                  <a:pt x="757784" y="28804"/>
                  <a:pt x="760793" y="27953"/>
                  <a:pt x="762775" y="26251"/>
                </a:cubicBezTo>
                <a:cubicBezTo>
                  <a:pt x="764769" y="24550"/>
                  <a:pt x="765785" y="22085"/>
                  <a:pt x="765785" y="18835"/>
                </a:cubicBezTo>
                <a:cubicBezTo>
                  <a:pt x="765785" y="15710"/>
                  <a:pt x="764769" y="13336"/>
                  <a:pt x="762648" y="11723"/>
                </a:cubicBezTo>
                <a:cubicBezTo>
                  <a:pt x="760578" y="10109"/>
                  <a:pt x="757517" y="9310"/>
                  <a:pt x="753466" y="9310"/>
                </a:cubicBezTo>
                <a:lnTo>
                  <a:pt x="741642" y="9310"/>
                </a:lnTo>
                <a:lnTo>
                  <a:pt x="741642" y="28804"/>
                </a:lnTo>
                <a:lnTo>
                  <a:pt x="753770" y="28804"/>
                </a:lnTo>
                <a:close/>
                <a:moveTo>
                  <a:pt x="789534" y="56007"/>
                </a:moveTo>
                <a:cubicBezTo>
                  <a:pt x="787121" y="56007"/>
                  <a:pt x="784962" y="55538"/>
                  <a:pt x="783184" y="54623"/>
                </a:cubicBezTo>
                <a:cubicBezTo>
                  <a:pt x="781279" y="53708"/>
                  <a:pt x="779882" y="52363"/>
                  <a:pt x="778739" y="50610"/>
                </a:cubicBezTo>
                <a:cubicBezTo>
                  <a:pt x="777723" y="48844"/>
                  <a:pt x="777215" y="46736"/>
                  <a:pt x="777215" y="44285"/>
                </a:cubicBezTo>
                <a:cubicBezTo>
                  <a:pt x="777215" y="41275"/>
                  <a:pt x="777977" y="38812"/>
                  <a:pt x="779628" y="36881"/>
                </a:cubicBezTo>
                <a:cubicBezTo>
                  <a:pt x="781152" y="34938"/>
                  <a:pt x="783311" y="33528"/>
                  <a:pt x="786105" y="32652"/>
                </a:cubicBezTo>
                <a:cubicBezTo>
                  <a:pt x="788772" y="31776"/>
                  <a:pt x="791947" y="31331"/>
                  <a:pt x="795503" y="31331"/>
                </a:cubicBezTo>
                <a:lnTo>
                  <a:pt x="802742" y="31331"/>
                </a:lnTo>
                <a:lnTo>
                  <a:pt x="802742" y="28575"/>
                </a:lnTo>
                <a:cubicBezTo>
                  <a:pt x="802742" y="25756"/>
                  <a:pt x="801980" y="23597"/>
                  <a:pt x="800710" y="22123"/>
                </a:cubicBezTo>
                <a:cubicBezTo>
                  <a:pt x="799313" y="20651"/>
                  <a:pt x="797281" y="19914"/>
                  <a:pt x="794487" y="19914"/>
                </a:cubicBezTo>
                <a:cubicBezTo>
                  <a:pt x="792074" y="19914"/>
                  <a:pt x="789915" y="20409"/>
                  <a:pt x="788010" y="21413"/>
                </a:cubicBezTo>
                <a:cubicBezTo>
                  <a:pt x="786232" y="22416"/>
                  <a:pt x="784581" y="23876"/>
                  <a:pt x="783184" y="25794"/>
                </a:cubicBezTo>
                <a:lnTo>
                  <a:pt x="778866" y="21476"/>
                </a:lnTo>
                <a:cubicBezTo>
                  <a:pt x="782803" y="16663"/>
                  <a:pt x="788264" y="14250"/>
                  <a:pt x="794995" y="14250"/>
                </a:cubicBezTo>
                <a:cubicBezTo>
                  <a:pt x="798043" y="14250"/>
                  <a:pt x="800710" y="14846"/>
                  <a:pt x="802869" y="16040"/>
                </a:cubicBezTo>
                <a:cubicBezTo>
                  <a:pt x="805028" y="17234"/>
                  <a:pt x="806679" y="18898"/>
                  <a:pt x="807695" y="21044"/>
                </a:cubicBezTo>
                <a:cubicBezTo>
                  <a:pt x="808838" y="23191"/>
                  <a:pt x="809346" y="25705"/>
                  <a:pt x="809346" y="28575"/>
                </a:cubicBezTo>
                <a:lnTo>
                  <a:pt x="809346" y="55258"/>
                </a:lnTo>
                <a:lnTo>
                  <a:pt x="802996" y="55258"/>
                </a:lnTo>
                <a:lnTo>
                  <a:pt x="802996" y="47778"/>
                </a:lnTo>
                <a:lnTo>
                  <a:pt x="802869" y="47778"/>
                </a:lnTo>
                <a:cubicBezTo>
                  <a:pt x="801472" y="50635"/>
                  <a:pt x="799821" y="52718"/>
                  <a:pt x="797662" y="54026"/>
                </a:cubicBezTo>
                <a:cubicBezTo>
                  <a:pt x="795503" y="55347"/>
                  <a:pt x="792836" y="56007"/>
                  <a:pt x="789534" y="56007"/>
                </a:cubicBezTo>
                <a:close/>
                <a:moveTo>
                  <a:pt x="784200" y="44133"/>
                </a:moveTo>
                <a:cubicBezTo>
                  <a:pt x="784200" y="45403"/>
                  <a:pt x="784454" y="46495"/>
                  <a:pt x="784962" y="47447"/>
                </a:cubicBezTo>
                <a:cubicBezTo>
                  <a:pt x="785597" y="48387"/>
                  <a:pt x="786359" y="49111"/>
                  <a:pt x="787502" y="49619"/>
                </a:cubicBezTo>
                <a:cubicBezTo>
                  <a:pt x="788518" y="50127"/>
                  <a:pt x="789915" y="50381"/>
                  <a:pt x="791312" y="50381"/>
                </a:cubicBezTo>
                <a:cubicBezTo>
                  <a:pt x="793725" y="50381"/>
                  <a:pt x="795757" y="49911"/>
                  <a:pt x="797408" y="48946"/>
                </a:cubicBezTo>
                <a:cubicBezTo>
                  <a:pt x="799186" y="47993"/>
                  <a:pt x="800456" y="46749"/>
                  <a:pt x="801345" y="45187"/>
                </a:cubicBezTo>
                <a:cubicBezTo>
                  <a:pt x="802234" y="43638"/>
                  <a:pt x="802742" y="41999"/>
                  <a:pt x="802742" y="40260"/>
                </a:cubicBezTo>
                <a:lnTo>
                  <a:pt x="802742" y="36361"/>
                </a:lnTo>
                <a:lnTo>
                  <a:pt x="796392" y="36361"/>
                </a:lnTo>
                <a:cubicBezTo>
                  <a:pt x="792709" y="36361"/>
                  <a:pt x="789788" y="36919"/>
                  <a:pt x="787502" y="38050"/>
                </a:cubicBezTo>
                <a:cubicBezTo>
                  <a:pt x="785343" y="39180"/>
                  <a:pt x="784200" y="41199"/>
                  <a:pt x="784200" y="44133"/>
                </a:cubicBezTo>
                <a:close/>
                <a:moveTo>
                  <a:pt x="818871" y="15037"/>
                </a:moveTo>
                <a:lnTo>
                  <a:pt x="825221" y="15037"/>
                </a:lnTo>
                <a:lnTo>
                  <a:pt x="825221" y="23635"/>
                </a:lnTo>
                <a:lnTo>
                  <a:pt x="825348" y="23635"/>
                </a:lnTo>
                <a:cubicBezTo>
                  <a:pt x="826110" y="20333"/>
                  <a:pt x="827253" y="17945"/>
                  <a:pt x="828904" y="16472"/>
                </a:cubicBezTo>
                <a:cubicBezTo>
                  <a:pt x="830428" y="14999"/>
                  <a:pt x="832460" y="14250"/>
                  <a:pt x="834873" y="14250"/>
                </a:cubicBezTo>
                <a:cubicBezTo>
                  <a:pt x="835508" y="14250"/>
                  <a:pt x="836016" y="14288"/>
                  <a:pt x="836651" y="14364"/>
                </a:cubicBezTo>
                <a:cubicBezTo>
                  <a:pt x="837159" y="14440"/>
                  <a:pt x="837667" y="14529"/>
                  <a:pt x="838048" y="14631"/>
                </a:cubicBezTo>
                <a:lnTo>
                  <a:pt x="838048" y="21210"/>
                </a:lnTo>
                <a:cubicBezTo>
                  <a:pt x="837667" y="21095"/>
                  <a:pt x="837159" y="20993"/>
                  <a:pt x="836524" y="20917"/>
                </a:cubicBezTo>
                <a:cubicBezTo>
                  <a:pt x="835889" y="20841"/>
                  <a:pt x="835254" y="20803"/>
                  <a:pt x="834746" y="20803"/>
                </a:cubicBezTo>
                <a:cubicBezTo>
                  <a:pt x="831444" y="20803"/>
                  <a:pt x="829031" y="21946"/>
                  <a:pt x="827634" y="24244"/>
                </a:cubicBezTo>
                <a:cubicBezTo>
                  <a:pt x="826237" y="26543"/>
                  <a:pt x="825475" y="29896"/>
                  <a:pt x="825475" y="34316"/>
                </a:cubicBezTo>
                <a:lnTo>
                  <a:pt x="825475" y="55258"/>
                </a:lnTo>
                <a:lnTo>
                  <a:pt x="818871" y="55258"/>
                </a:lnTo>
                <a:lnTo>
                  <a:pt x="818871" y="15037"/>
                </a:lnTo>
                <a:close/>
                <a:moveTo>
                  <a:pt x="855701" y="55855"/>
                </a:moveTo>
                <a:cubicBezTo>
                  <a:pt x="853288" y="55855"/>
                  <a:pt x="851383" y="55525"/>
                  <a:pt x="849859" y="54890"/>
                </a:cubicBezTo>
                <a:cubicBezTo>
                  <a:pt x="848462" y="54242"/>
                  <a:pt x="847319" y="53239"/>
                  <a:pt x="846557" y="51867"/>
                </a:cubicBezTo>
                <a:cubicBezTo>
                  <a:pt x="845922" y="50509"/>
                  <a:pt x="845541" y="48743"/>
                  <a:pt x="845541" y="46584"/>
                </a:cubicBezTo>
                <a:lnTo>
                  <a:pt x="845541" y="20651"/>
                </a:lnTo>
                <a:lnTo>
                  <a:pt x="839572" y="20651"/>
                </a:lnTo>
                <a:lnTo>
                  <a:pt x="839572" y="17158"/>
                </a:lnTo>
                <a:lnTo>
                  <a:pt x="851383" y="5283"/>
                </a:lnTo>
                <a:lnTo>
                  <a:pt x="852272" y="5283"/>
                </a:lnTo>
                <a:lnTo>
                  <a:pt x="852272" y="15037"/>
                </a:lnTo>
                <a:lnTo>
                  <a:pt x="861289" y="15037"/>
                </a:lnTo>
                <a:lnTo>
                  <a:pt x="861289" y="20651"/>
                </a:lnTo>
                <a:lnTo>
                  <a:pt x="852272" y="20651"/>
                </a:lnTo>
                <a:lnTo>
                  <a:pt x="852272" y="45212"/>
                </a:lnTo>
                <a:cubicBezTo>
                  <a:pt x="852272" y="46406"/>
                  <a:pt x="852399" y="47320"/>
                  <a:pt x="852653" y="47981"/>
                </a:cubicBezTo>
                <a:cubicBezTo>
                  <a:pt x="852907" y="48641"/>
                  <a:pt x="853415" y="49111"/>
                  <a:pt x="854050" y="49378"/>
                </a:cubicBezTo>
                <a:cubicBezTo>
                  <a:pt x="854685" y="49657"/>
                  <a:pt x="855574" y="49785"/>
                  <a:pt x="856590" y="49785"/>
                </a:cubicBezTo>
                <a:cubicBezTo>
                  <a:pt x="858114" y="49785"/>
                  <a:pt x="859638" y="49581"/>
                  <a:pt x="861289" y="49149"/>
                </a:cubicBezTo>
                <a:lnTo>
                  <a:pt x="861289" y="55258"/>
                </a:lnTo>
                <a:cubicBezTo>
                  <a:pt x="860527" y="55435"/>
                  <a:pt x="859638" y="55576"/>
                  <a:pt x="858622" y="55690"/>
                </a:cubicBezTo>
                <a:cubicBezTo>
                  <a:pt x="857606" y="55791"/>
                  <a:pt x="856590" y="55855"/>
                  <a:pt x="855701" y="55855"/>
                </a:cubicBezTo>
                <a:close/>
                <a:moveTo>
                  <a:pt x="869163" y="15037"/>
                </a:moveTo>
                <a:lnTo>
                  <a:pt x="875513" y="15037"/>
                </a:lnTo>
                <a:lnTo>
                  <a:pt x="875513" y="23406"/>
                </a:lnTo>
                <a:lnTo>
                  <a:pt x="875640" y="23406"/>
                </a:lnTo>
                <a:cubicBezTo>
                  <a:pt x="876656" y="20803"/>
                  <a:pt x="878180" y="18631"/>
                  <a:pt x="880212" y="16879"/>
                </a:cubicBezTo>
                <a:cubicBezTo>
                  <a:pt x="882244" y="15126"/>
                  <a:pt x="885038" y="14250"/>
                  <a:pt x="888721" y="14250"/>
                </a:cubicBezTo>
                <a:cubicBezTo>
                  <a:pt x="891515" y="14250"/>
                  <a:pt x="893801" y="14834"/>
                  <a:pt x="895706" y="16002"/>
                </a:cubicBezTo>
                <a:cubicBezTo>
                  <a:pt x="897611" y="17171"/>
                  <a:pt x="899008" y="18821"/>
                  <a:pt x="899897" y="20955"/>
                </a:cubicBezTo>
                <a:cubicBezTo>
                  <a:pt x="900786" y="23089"/>
                  <a:pt x="901294" y="25578"/>
                  <a:pt x="901294" y="28435"/>
                </a:cubicBezTo>
                <a:lnTo>
                  <a:pt x="901294" y="55258"/>
                </a:lnTo>
                <a:lnTo>
                  <a:pt x="894563" y="55258"/>
                </a:lnTo>
                <a:lnTo>
                  <a:pt x="894563" y="29731"/>
                </a:lnTo>
                <a:cubicBezTo>
                  <a:pt x="894563" y="26632"/>
                  <a:pt x="893928" y="24270"/>
                  <a:pt x="892658" y="22644"/>
                </a:cubicBezTo>
                <a:cubicBezTo>
                  <a:pt x="891388" y="21019"/>
                  <a:pt x="889229" y="20206"/>
                  <a:pt x="886308" y="20206"/>
                </a:cubicBezTo>
                <a:cubicBezTo>
                  <a:pt x="884149" y="20206"/>
                  <a:pt x="882371" y="20663"/>
                  <a:pt x="880720" y="21590"/>
                </a:cubicBezTo>
                <a:cubicBezTo>
                  <a:pt x="879196" y="22505"/>
                  <a:pt x="877926" y="23838"/>
                  <a:pt x="877164" y="25603"/>
                </a:cubicBezTo>
                <a:cubicBezTo>
                  <a:pt x="876275" y="27369"/>
                  <a:pt x="875767" y="29477"/>
                  <a:pt x="875767" y="31928"/>
                </a:cubicBezTo>
                <a:lnTo>
                  <a:pt x="875767" y="55258"/>
                </a:lnTo>
                <a:lnTo>
                  <a:pt x="869163" y="55258"/>
                </a:lnTo>
                <a:lnTo>
                  <a:pt x="869163" y="15037"/>
                </a:lnTo>
                <a:close/>
                <a:moveTo>
                  <a:pt x="929615" y="56007"/>
                </a:moveTo>
                <a:cubicBezTo>
                  <a:pt x="925551" y="56007"/>
                  <a:pt x="921995" y="55207"/>
                  <a:pt x="918947" y="53607"/>
                </a:cubicBezTo>
                <a:cubicBezTo>
                  <a:pt x="915899" y="52007"/>
                  <a:pt x="913486" y="49632"/>
                  <a:pt x="911835" y="46495"/>
                </a:cubicBezTo>
                <a:cubicBezTo>
                  <a:pt x="910184" y="43358"/>
                  <a:pt x="909422" y="39574"/>
                  <a:pt x="909422" y="35128"/>
                </a:cubicBezTo>
                <a:cubicBezTo>
                  <a:pt x="909422" y="30633"/>
                  <a:pt x="910311" y="26822"/>
                  <a:pt x="911962" y="23685"/>
                </a:cubicBezTo>
                <a:cubicBezTo>
                  <a:pt x="913740" y="20549"/>
                  <a:pt x="916153" y="18186"/>
                  <a:pt x="919074" y="16612"/>
                </a:cubicBezTo>
                <a:cubicBezTo>
                  <a:pt x="921995" y="15037"/>
                  <a:pt x="925297" y="14250"/>
                  <a:pt x="928853" y="14250"/>
                </a:cubicBezTo>
                <a:cubicBezTo>
                  <a:pt x="932917" y="14250"/>
                  <a:pt x="936346" y="15202"/>
                  <a:pt x="938886" y="17107"/>
                </a:cubicBezTo>
                <a:cubicBezTo>
                  <a:pt x="941553" y="19000"/>
                  <a:pt x="943458" y="21425"/>
                  <a:pt x="944601" y="24371"/>
                </a:cubicBezTo>
                <a:cubicBezTo>
                  <a:pt x="945871" y="27331"/>
                  <a:pt x="946379" y="30429"/>
                  <a:pt x="946379" y="33681"/>
                </a:cubicBezTo>
                <a:cubicBezTo>
                  <a:pt x="946379" y="34798"/>
                  <a:pt x="946379" y="35840"/>
                  <a:pt x="946252" y="36805"/>
                </a:cubicBezTo>
                <a:lnTo>
                  <a:pt x="916407" y="36805"/>
                </a:lnTo>
                <a:cubicBezTo>
                  <a:pt x="916661" y="41199"/>
                  <a:pt x="917931" y="44539"/>
                  <a:pt x="920090" y="46851"/>
                </a:cubicBezTo>
                <a:cubicBezTo>
                  <a:pt x="922376" y="49149"/>
                  <a:pt x="925551" y="50305"/>
                  <a:pt x="929615" y="50305"/>
                </a:cubicBezTo>
                <a:cubicBezTo>
                  <a:pt x="932155" y="50305"/>
                  <a:pt x="934187" y="49936"/>
                  <a:pt x="935965" y="49188"/>
                </a:cubicBezTo>
                <a:cubicBezTo>
                  <a:pt x="937743" y="48451"/>
                  <a:pt x="939394" y="47219"/>
                  <a:pt x="940791" y="45504"/>
                </a:cubicBezTo>
                <a:lnTo>
                  <a:pt x="944982" y="49670"/>
                </a:lnTo>
                <a:cubicBezTo>
                  <a:pt x="943712" y="51168"/>
                  <a:pt x="942315" y="52375"/>
                  <a:pt x="940791" y="53302"/>
                </a:cubicBezTo>
                <a:cubicBezTo>
                  <a:pt x="939267" y="54229"/>
                  <a:pt x="937743" y="54915"/>
                  <a:pt x="935838" y="55347"/>
                </a:cubicBezTo>
                <a:cubicBezTo>
                  <a:pt x="934060" y="55779"/>
                  <a:pt x="932028" y="56007"/>
                  <a:pt x="929615" y="56007"/>
                </a:cubicBezTo>
                <a:close/>
                <a:moveTo>
                  <a:pt x="939648" y="31636"/>
                </a:moveTo>
                <a:cubicBezTo>
                  <a:pt x="939267" y="27763"/>
                  <a:pt x="938124" y="24854"/>
                  <a:pt x="936219" y="22911"/>
                </a:cubicBezTo>
                <a:cubicBezTo>
                  <a:pt x="934314" y="20955"/>
                  <a:pt x="931774" y="19990"/>
                  <a:pt x="928599" y="19990"/>
                </a:cubicBezTo>
                <a:cubicBezTo>
                  <a:pt x="926440" y="19990"/>
                  <a:pt x="924662" y="20422"/>
                  <a:pt x="922884" y="21286"/>
                </a:cubicBezTo>
                <a:cubicBezTo>
                  <a:pt x="921233" y="22149"/>
                  <a:pt x="919836" y="23457"/>
                  <a:pt x="918820" y="25197"/>
                </a:cubicBezTo>
                <a:cubicBezTo>
                  <a:pt x="917677" y="26924"/>
                  <a:pt x="916915" y="29070"/>
                  <a:pt x="916661" y="31636"/>
                </a:cubicBezTo>
                <a:lnTo>
                  <a:pt x="939648" y="31636"/>
                </a:lnTo>
                <a:close/>
                <a:moveTo>
                  <a:pt x="954507" y="15037"/>
                </a:moveTo>
                <a:lnTo>
                  <a:pt x="960857" y="15037"/>
                </a:lnTo>
                <a:lnTo>
                  <a:pt x="960857" y="23635"/>
                </a:lnTo>
                <a:lnTo>
                  <a:pt x="960984" y="23635"/>
                </a:lnTo>
                <a:cubicBezTo>
                  <a:pt x="961746" y="20333"/>
                  <a:pt x="962889" y="17945"/>
                  <a:pt x="964540" y="16472"/>
                </a:cubicBezTo>
                <a:cubicBezTo>
                  <a:pt x="966064" y="14999"/>
                  <a:pt x="968096" y="14250"/>
                  <a:pt x="970509" y="14250"/>
                </a:cubicBezTo>
                <a:cubicBezTo>
                  <a:pt x="971144" y="14250"/>
                  <a:pt x="971652" y="14288"/>
                  <a:pt x="972287" y="14364"/>
                </a:cubicBezTo>
                <a:cubicBezTo>
                  <a:pt x="972795" y="14440"/>
                  <a:pt x="973303" y="14529"/>
                  <a:pt x="973684" y="14631"/>
                </a:cubicBezTo>
                <a:lnTo>
                  <a:pt x="973684" y="21210"/>
                </a:lnTo>
                <a:cubicBezTo>
                  <a:pt x="973303" y="21095"/>
                  <a:pt x="972795" y="20993"/>
                  <a:pt x="972160" y="20917"/>
                </a:cubicBezTo>
                <a:cubicBezTo>
                  <a:pt x="971525" y="20841"/>
                  <a:pt x="970890" y="20803"/>
                  <a:pt x="970382" y="20803"/>
                </a:cubicBezTo>
                <a:cubicBezTo>
                  <a:pt x="967080" y="20803"/>
                  <a:pt x="964667" y="21946"/>
                  <a:pt x="963270" y="24244"/>
                </a:cubicBezTo>
                <a:cubicBezTo>
                  <a:pt x="961873" y="26543"/>
                  <a:pt x="961111" y="29896"/>
                  <a:pt x="961111" y="34316"/>
                </a:cubicBezTo>
                <a:lnTo>
                  <a:pt x="961111" y="55258"/>
                </a:lnTo>
                <a:lnTo>
                  <a:pt x="954507" y="55258"/>
                </a:lnTo>
                <a:lnTo>
                  <a:pt x="954507" y="15037"/>
                </a:lnTo>
                <a:close/>
                <a:moveTo>
                  <a:pt x="992988" y="56007"/>
                </a:moveTo>
                <a:cubicBezTo>
                  <a:pt x="986130" y="56007"/>
                  <a:pt x="980669" y="53899"/>
                  <a:pt x="976859" y="49670"/>
                </a:cubicBezTo>
                <a:lnTo>
                  <a:pt x="981177" y="45403"/>
                </a:lnTo>
                <a:cubicBezTo>
                  <a:pt x="982955" y="47257"/>
                  <a:pt x="984733" y="48565"/>
                  <a:pt x="986638" y="49327"/>
                </a:cubicBezTo>
                <a:cubicBezTo>
                  <a:pt x="988416" y="50076"/>
                  <a:pt x="990575" y="50457"/>
                  <a:pt x="992988" y="50457"/>
                </a:cubicBezTo>
                <a:cubicBezTo>
                  <a:pt x="995401" y="50457"/>
                  <a:pt x="997433" y="50000"/>
                  <a:pt x="999084" y="49099"/>
                </a:cubicBezTo>
                <a:cubicBezTo>
                  <a:pt x="1000735" y="48197"/>
                  <a:pt x="1001624" y="46711"/>
                  <a:pt x="1001624" y="44653"/>
                </a:cubicBezTo>
                <a:cubicBezTo>
                  <a:pt x="1001624" y="43193"/>
                  <a:pt x="1001243" y="41999"/>
                  <a:pt x="1000354" y="41097"/>
                </a:cubicBezTo>
                <a:cubicBezTo>
                  <a:pt x="999592" y="40196"/>
                  <a:pt x="998449" y="39484"/>
                  <a:pt x="997179" y="38964"/>
                </a:cubicBezTo>
                <a:cubicBezTo>
                  <a:pt x="995909" y="38443"/>
                  <a:pt x="993877" y="37833"/>
                  <a:pt x="991464" y="37135"/>
                </a:cubicBezTo>
                <a:cubicBezTo>
                  <a:pt x="988924" y="36424"/>
                  <a:pt x="986765" y="35649"/>
                  <a:pt x="984987" y="34837"/>
                </a:cubicBezTo>
                <a:cubicBezTo>
                  <a:pt x="983209" y="34011"/>
                  <a:pt x="981685" y="32842"/>
                  <a:pt x="980542" y="31318"/>
                </a:cubicBezTo>
                <a:cubicBezTo>
                  <a:pt x="979272" y="29794"/>
                  <a:pt x="978764" y="27839"/>
                  <a:pt x="978764" y="25451"/>
                </a:cubicBezTo>
                <a:cubicBezTo>
                  <a:pt x="978764" y="23076"/>
                  <a:pt x="979272" y="21044"/>
                  <a:pt x="980415" y="19355"/>
                </a:cubicBezTo>
                <a:cubicBezTo>
                  <a:pt x="981685" y="17666"/>
                  <a:pt x="983336" y="16396"/>
                  <a:pt x="985495" y="15532"/>
                </a:cubicBezTo>
                <a:cubicBezTo>
                  <a:pt x="987527" y="14681"/>
                  <a:pt x="990067" y="14250"/>
                  <a:pt x="992861" y="14250"/>
                </a:cubicBezTo>
                <a:cubicBezTo>
                  <a:pt x="995655" y="14250"/>
                  <a:pt x="998195" y="14707"/>
                  <a:pt x="1000735" y="15608"/>
                </a:cubicBezTo>
                <a:cubicBezTo>
                  <a:pt x="1003275" y="16523"/>
                  <a:pt x="1005307" y="17844"/>
                  <a:pt x="1006958" y="19571"/>
                </a:cubicBezTo>
                <a:lnTo>
                  <a:pt x="1002767" y="23851"/>
                </a:lnTo>
                <a:cubicBezTo>
                  <a:pt x="1000100" y="21222"/>
                  <a:pt x="996798" y="19914"/>
                  <a:pt x="992861" y="19914"/>
                </a:cubicBezTo>
                <a:cubicBezTo>
                  <a:pt x="990448" y="19914"/>
                  <a:pt x="988670" y="20346"/>
                  <a:pt x="987273" y="21210"/>
                </a:cubicBezTo>
                <a:cubicBezTo>
                  <a:pt x="985876" y="22085"/>
                  <a:pt x="985241" y="23394"/>
                  <a:pt x="985241" y="25159"/>
                </a:cubicBezTo>
                <a:cubicBezTo>
                  <a:pt x="985241" y="26327"/>
                  <a:pt x="985622" y="27293"/>
                  <a:pt x="986384" y="28055"/>
                </a:cubicBezTo>
                <a:cubicBezTo>
                  <a:pt x="987273" y="28829"/>
                  <a:pt x="988289" y="29464"/>
                  <a:pt x="989686" y="29973"/>
                </a:cubicBezTo>
                <a:cubicBezTo>
                  <a:pt x="990956" y="30480"/>
                  <a:pt x="992861" y="31090"/>
                  <a:pt x="995401" y="31776"/>
                </a:cubicBezTo>
                <a:cubicBezTo>
                  <a:pt x="997941" y="32500"/>
                  <a:pt x="1000100" y="33262"/>
                  <a:pt x="1001878" y="34049"/>
                </a:cubicBezTo>
                <a:cubicBezTo>
                  <a:pt x="1003529" y="34849"/>
                  <a:pt x="1005053" y="36055"/>
                  <a:pt x="1006323" y="37681"/>
                </a:cubicBezTo>
                <a:cubicBezTo>
                  <a:pt x="1007466" y="39307"/>
                  <a:pt x="1008101" y="41453"/>
                  <a:pt x="1008101" y="44133"/>
                </a:cubicBezTo>
                <a:cubicBezTo>
                  <a:pt x="1008101" y="46610"/>
                  <a:pt x="1007466" y="48743"/>
                  <a:pt x="1006196" y="50533"/>
                </a:cubicBezTo>
                <a:cubicBezTo>
                  <a:pt x="1004926" y="52312"/>
                  <a:pt x="1003148" y="53670"/>
                  <a:pt x="1000862" y="54611"/>
                </a:cubicBezTo>
                <a:cubicBezTo>
                  <a:pt x="998576" y="55538"/>
                  <a:pt x="995909" y="56007"/>
                  <a:pt x="992988" y="56007"/>
                </a:cubicBezTo>
                <a:close/>
                <a:moveTo>
                  <a:pt x="1057250" y="56007"/>
                </a:moveTo>
                <a:cubicBezTo>
                  <a:pt x="1052170" y="56007"/>
                  <a:pt x="1047725" y="54902"/>
                  <a:pt x="1043915" y="52693"/>
                </a:cubicBezTo>
                <a:cubicBezTo>
                  <a:pt x="1039978" y="50483"/>
                  <a:pt x="1037057" y="47334"/>
                  <a:pt x="1034898" y="43256"/>
                </a:cubicBezTo>
                <a:cubicBezTo>
                  <a:pt x="1032739" y="39180"/>
                  <a:pt x="1031596" y="34430"/>
                  <a:pt x="1031596" y="29032"/>
                </a:cubicBezTo>
                <a:cubicBezTo>
                  <a:pt x="1031596" y="23623"/>
                  <a:pt x="1032739" y="18885"/>
                  <a:pt x="1034898" y="14808"/>
                </a:cubicBezTo>
                <a:cubicBezTo>
                  <a:pt x="1037057" y="10744"/>
                  <a:pt x="1039978" y="7595"/>
                  <a:pt x="1043915" y="5385"/>
                </a:cubicBezTo>
                <a:cubicBezTo>
                  <a:pt x="1047725" y="3163"/>
                  <a:pt x="1052170" y="2045"/>
                  <a:pt x="1057250" y="2045"/>
                </a:cubicBezTo>
                <a:cubicBezTo>
                  <a:pt x="1062203" y="2045"/>
                  <a:pt x="1066648" y="3163"/>
                  <a:pt x="1070458" y="5385"/>
                </a:cubicBezTo>
                <a:cubicBezTo>
                  <a:pt x="1074395" y="7595"/>
                  <a:pt x="1077443" y="10744"/>
                  <a:pt x="1079602" y="14808"/>
                </a:cubicBezTo>
                <a:cubicBezTo>
                  <a:pt x="1081761" y="18885"/>
                  <a:pt x="1082777" y="23623"/>
                  <a:pt x="1082777" y="29032"/>
                </a:cubicBezTo>
                <a:cubicBezTo>
                  <a:pt x="1082777" y="34430"/>
                  <a:pt x="1081761" y="39180"/>
                  <a:pt x="1079602" y="43256"/>
                </a:cubicBezTo>
                <a:cubicBezTo>
                  <a:pt x="1077443" y="47334"/>
                  <a:pt x="1074395" y="50483"/>
                  <a:pt x="1070458" y="52693"/>
                </a:cubicBezTo>
                <a:cubicBezTo>
                  <a:pt x="1066648" y="54902"/>
                  <a:pt x="1062203" y="56007"/>
                  <a:pt x="1057250" y="56007"/>
                </a:cubicBezTo>
                <a:close/>
                <a:moveTo>
                  <a:pt x="1038835" y="29032"/>
                </a:moveTo>
                <a:cubicBezTo>
                  <a:pt x="1038835" y="33198"/>
                  <a:pt x="1039597" y="36818"/>
                  <a:pt x="1040994" y="39891"/>
                </a:cubicBezTo>
                <a:cubicBezTo>
                  <a:pt x="1042518" y="42964"/>
                  <a:pt x="1044677" y="45327"/>
                  <a:pt x="1047471" y="46978"/>
                </a:cubicBezTo>
                <a:cubicBezTo>
                  <a:pt x="1050138" y="48629"/>
                  <a:pt x="1053440" y="49454"/>
                  <a:pt x="1057250" y="49454"/>
                </a:cubicBezTo>
                <a:cubicBezTo>
                  <a:pt x="1060933" y="49454"/>
                  <a:pt x="1064235" y="48629"/>
                  <a:pt x="1066902" y="46978"/>
                </a:cubicBezTo>
                <a:cubicBezTo>
                  <a:pt x="1069696" y="45327"/>
                  <a:pt x="1071855" y="42964"/>
                  <a:pt x="1073379" y="39891"/>
                </a:cubicBezTo>
                <a:cubicBezTo>
                  <a:pt x="1074776" y="36818"/>
                  <a:pt x="1075538" y="33198"/>
                  <a:pt x="1075538" y="29032"/>
                </a:cubicBezTo>
                <a:cubicBezTo>
                  <a:pt x="1075538" y="24854"/>
                  <a:pt x="1074776" y="21248"/>
                  <a:pt x="1073379" y="18174"/>
                </a:cubicBezTo>
                <a:cubicBezTo>
                  <a:pt x="1071855" y="15113"/>
                  <a:pt x="1069696" y="12764"/>
                  <a:pt x="1066902" y="11112"/>
                </a:cubicBezTo>
                <a:cubicBezTo>
                  <a:pt x="1064235" y="9461"/>
                  <a:pt x="1060933" y="8636"/>
                  <a:pt x="1057250" y="8636"/>
                </a:cubicBezTo>
                <a:cubicBezTo>
                  <a:pt x="1053440" y="8636"/>
                  <a:pt x="1050138" y="9461"/>
                  <a:pt x="1047471" y="11112"/>
                </a:cubicBezTo>
                <a:cubicBezTo>
                  <a:pt x="1044677" y="12764"/>
                  <a:pt x="1042518" y="15113"/>
                  <a:pt x="1040994" y="18174"/>
                </a:cubicBezTo>
                <a:cubicBezTo>
                  <a:pt x="1039597" y="21248"/>
                  <a:pt x="1038835" y="24854"/>
                  <a:pt x="1038835" y="29032"/>
                </a:cubicBezTo>
                <a:close/>
                <a:moveTo>
                  <a:pt x="1091667" y="15037"/>
                </a:moveTo>
                <a:lnTo>
                  <a:pt x="1098017" y="15037"/>
                </a:lnTo>
                <a:lnTo>
                  <a:pt x="1098017" y="23406"/>
                </a:lnTo>
                <a:lnTo>
                  <a:pt x="1098144" y="23406"/>
                </a:lnTo>
                <a:cubicBezTo>
                  <a:pt x="1099160" y="20803"/>
                  <a:pt x="1100684" y="18631"/>
                  <a:pt x="1102716" y="16879"/>
                </a:cubicBezTo>
                <a:cubicBezTo>
                  <a:pt x="1104748" y="15126"/>
                  <a:pt x="1107542" y="14250"/>
                  <a:pt x="1111225" y="14250"/>
                </a:cubicBezTo>
                <a:cubicBezTo>
                  <a:pt x="1114019" y="14250"/>
                  <a:pt x="1116305" y="14834"/>
                  <a:pt x="1118210" y="16002"/>
                </a:cubicBezTo>
                <a:cubicBezTo>
                  <a:pt x="1120115" y="17171"/>
                  <a:pt x="1121512" y="18821"/>
                  <a:pt x="1122401" y="20955"/>
                </a:cubicBezTo>
                <a:cubicBezTo>
                  <a:pt x="1123290" y="23089"/>
                  <a:pt x="1123798" y="25578"/>
                  <a:pt x="1123798" y="28435"/>
                </a:cubicBezTo>
                <a:lnTo>
                  <a:pt x="1123798" y="55258"/>
                </a:lnTo>
                <a:lnTo>
                  <a:pt x="1117067" y="55258"/>
                </a:lnTo>
                <a:lnTo>
                  <a:pt x="1117067" y="29731"/>
                </a:lnTo>
                <a:cubicBezTo>
                  <a:pt x="1117067" y="26632"/>
                  <a:pt x="1116432" y="24270"/>
                  <a:pt x="1115162" y="22644"/>
                </a:cubicBezTo>
                <a:cubicBezTo>
                  <a:pt x="1113892" y="21019"/>
                  <a:pt x="1111733" y="20206"/>
                  <a:pt x="1108812" y="20206"/>
                </a:cubicBezTo>
                <a:cubicBezTo>
                  <a:pt x="1106653" y="20206"/>
                  <a:pt x="1104875" y="20663"/>
                  <a:pt x="1103224" y="21590"/>
                </a:cubicBezTo>
                <a:cubicBezTo>
                  <a:pt x="1101700" y="22505"/>
                  <a:pt x="1100430" y="23838"/>
                  <a:pt x="1099668" y="25603"/>
                </a:cubicBezTo>
                <a:cubicBezTo>
                  <a:pt x="1098779" y="27369"/>
                  <a:pt x="1098271" y="29477"/>
                  <a:pt x="1098271" y="31928"/>
                </a:cubicBezTo>
                <a:lnTo>
                  <a:pt x="1098271" y="55258"/>
                </a:lnTo>
                <a:lnTo>
                  <a:pt x="1091667" y="55258"/>
                </a:lnTo>
                <a:lnTo>
                  <a:pt x="1091667" y="15037"/>
                </a:lnTo>
                <a:close/>
                <a:moveTo>
                  <a:pt x="1143229" y="55855"/>
                </a:moveTo>
                <a:cubicBezTo>
                  <a:pt x="1141070" y="55855"/>
                  <a:pt x="1139292" y="55487"/>
                  <a:pt x="1137895" y="54776"/>
                </a:cubicBezTo>
                <a:cubicBezTo>
                  <a:pt x="1136498" y="54052"/>
                  <a:pt x="1135609" y="52984"/>
                  <a:pt x="1134974" y="51550"/>
                </a:cubicBezTo>
                <a:cubicBezTo>
                  <a:pt x="1134339" y="50127"/>
                  <a:pt x="1133958" y="48311"/>
                  <a:pt x="1133958" y="46101"/>
                </a:cubicBezTo>
                <a:lnTo>
                  <a:pt x="1133958" y="0"/>
                </a:lnTo>
                <a:lnTo>
                  <a:pt x="1140689" y="0"/>
                </a:lnTo>
                <a:lnTo>
                  <a:pt x="1140689" y="45060"/>
                </a:lnTo>
                <a:cubicBezTo>
                  <a:pt x="1140689" y="46304"/>
                  <a:pt x="1140816" y="47257"/>
                  <a:pt x="1141070" y="47930"/>
                </a:cubicBezTo>
                <a:cubicBezTo>
                  <a:pt x="1141324" y="48603"/>
                  <a:pt x="1141705" y="49073"/>
                  <a:pt x="1142213" y="49365"/>
                </a:cubicBezTo>
                <a:cubicBezTo>
                  <a:pt x="1142721" y="49644"/>
                  <a:pt x="1143483" y="49785"/>
                  <a:pt x="1144499" y="49785"/>
                </a:cubicBezTo>
                <a:cubicBezTo>
                  <a:pt x="1145134" y="49785"/>
                  <a:pt x="1145769" y="49733"/>
                  <a:pt x="1146404" y="49644"/>
                </a:cubicBezTo>
                <a:cubicBezTo>
                  <a:pt x="1147039" y="49543"/>
                  <a:pt x="1147547" y="49429"/>
                  <a:pt x="1148055" y="49302"/>
                </a:cubicBezTo>
                <a:lnTo>
                  <a:pt x="1148055" y="55258"/>
                </a:lnTo>
                <a:cubicBezTo>
                  <a:pt x="1147420" y="55461"/>
                  <a:pt x="1146658" y="55601"/>
                  <a:pt x="1145896" y="55703"/>
                </a:cubicBezTo>
                <a:cubicBezTo>
                  <a:pt x="1145007" y="55804"/>
                  <a:pt x="1144118" y="55855"/>
                  <a:pt x="1143229" y="55855"/>
                </a:cubicBezTo>
                <a:close/>
                <a:moveTo>
                  <a:pt x="1155294" y="71857"/>
                </a:moveTo>
                <a:cubicBezTo>
                  <a:pt x="1153897" y="71857"/>
                  <a:pt x="1152373" y="71755"/>
                  <a:pt x="1150976" y="71552"/>
                </a:cubicBezTo>
                <a:lnTo>
                  <a:pt x="1150976" y="65786"/>
                </a:lnTo>
                <a:cubicBezTo>
                  <a:pt x="1151992" y="66078"/>
                  <a:pt x="1153135" y="66231"/>
                  <a:pt x="1154786" y="66231"/>
                </a:cubicBezTo>
                <a:cubicBezTo>
                  <a:pt x="1156310" y="66231"/>
                  <a:pt x="1157580" y="66040"/>
                  <a:pt x="1158469" y="65660"/>
                </a:cubicBezTo>
                <a:cubicBezTo>
                  <a:pt x="1159485" y="65278"/>
                  <a:pt x="1160374" y="64694"/>
                  <a:pt x="1160882" y="63932"/>
                </a:cubicBezTo>
                <a:cubicBezTo>
                  <a:pt x="1161517" y="63157"/>
                  <a:pt x="1162152" y="62129"/>
                  <a:pt x="1162660" y="60833"/>
                </a:cubicBezTo>
                <a:lnTo>
                  <a:pt x="1164819" y="55144"/>
                </a:lnTo>
                <a:lnTo>
                  <a:pt x="1148690" y="15037"/>
                </a:lnTo>
                <a:lnTo>
                  <a:pt x="1155802" y="15037"/>
                </a:lnTo>
                <a:lnTo>
                  <a:pt x="1164438" y="37288"/>
                </a:lnTo>
                <a:cubicBezTo>
                  <a:pt x="1165073" y="39142"/>
                  <a:pt x="1165835" y="41237"/>
                  <a:pt x="1166597" y="43574"/>
                </a:cubicBezTo>
                <a:cubicBezTo>
                  <a:pt x="1167359" y="45910"/>
                  <a:pt x="1167867" y="47282"/>
                  <a:pt x="1167994" y="47702"/>
                </a:cubicBezTo>
                <a:cubicBezTo>
                  <a:pt x="1168121" y="47358"/>
                  <a:pt x="1168629" y="46038"/>
                  <a:pt x="1169391" y="43765"/>
                </a:cubicBezTo>
                <a:cubicBezTo>
                  <a:pt x="1170534" y="40932"/>
                  <a:pt x="1171169" y="39002"/>
                  <a:pt x="1171550" y="37960"/>
                </a:cubicBezTo>
                <a:lnTo>
                  <a:pt x="1179424" y="15037"/>
                </a:lnTo>
                <a:lnTo>
                  <a:pt x="1186536" y="15037"/>
                </a:lnTo>
                <a:lnTo>
                  <a:pt x="1167994" y="63030"/>
                </a:lnTo>
                <a:cubicBezTo>
                  <a:pt x="1167232" y="65088"/>
                  <a:pt x="1166343" y="66752"/>
                  <a:pt x="1165327" y="67996"/>
                </a:cubicBezTo>
                <a:cubicBezTo>
                  <a:pt x="1164438" y="69253"/>
                  <a:pt x="1163041" y="70206"/>
                  <a:pt x="1161517" y="70866"/>
                </a:cubicBezTo>
                <a:cubicBezTo>
                  <a:pt x="1159866" y="71527"/>
                  <a:pt x="1157834" y="71857"/>
                  <a:pt x="1155294" y="71857"/>
                </a:cubicBezTo>
                <a:close/>
              </a:path>
            </a:pathLst>
          </a:custGeom>
          <a:solidFill>
            <a:srgbClr val="000000">
              <a:alpha val="50196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"/>
            <a:ext cx="12192000" cy="6858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522" y="334060"/>
            <a:ext cx="726998" cy="359994"/>
          </a:xfrm>
          <a:prstGeom prst="rect">
            <a:avLst/>
          </a:prstGeom>
        </p:spPr>
      </p:pic>
      <p:sp>
        <p:nvSpPr>
          <p:cNvPr id="4" name="Editable text — 1"/>
          <p:cNvSpPr txBox="1"/>
          <p:nvPr/>
        </p:nvSpPr>
        <p:spPr>
          <a:xfrm>
            <a:off x="11626850" y="6546075"/>
            <a:ext cx="127051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6" name="Editable text — INTERNAL – SAP and Partners Only"/>
          <p:cNvSpPr txBox="1"/>
          <p:nvPr/>
        </p:nvSpPr>
        <p:spPr>
          <a:xfrm>
            <a:off x="504139" y="6567449"/>
            <a:ext cx="1315389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00" b="0" i="0" spc="1">
                <a:solidFill>
                  <a:srgbClr val="000000"/>
                </a:solidFill>
                <a:latin typeface="Arial"/>
              </a:rPr>
              <a:t>INTERNAL – SAP and Partners Only</a:t>
            </a:r>
          </a:p>
        </p:txBody>
      </p:sp>
      <p:sp>
        <p:nvSpPr>
          <p:cNvPr id="9" name="Editable text — The Autonomous Enterprise &amp; Business AI Platform"/>
          <p:cNvSpPr txBox="1"/>
          <p:nvPr/>
        </p:nvSpPr>
        <p:spPr>
          <a:xfrm>
            <a:off x="574548" y="1974674"/>
            <a:ext cx="8399284" cy="57073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795" b="1" i="0" spc="-78">
                <a:solidFill>
                  <a:srgbClr val="000000"/>
                </a:solidFill>
                <a:latin typeface="Arial"/>
              </a:rPr>
              <a:t>The Autonomous Enterprise &amp; Business AI Platform</a:t>
            </a:r>
          </a:p>
        </p:txBody>
      </p:sp>
      <p:sp>
        <p:nvSpPr>
          <p:cNvPr id="10" name="Editable text — Partner Opportunity"/>
          <p:cNvSpPr txBox="1"/>
          <p:nvPr/>
        </p:nvSpPr>
        <p:spPr>
          <a:xfrm>
            <a:off x="574548" y="2359103"/>
            <a:ext cx="3376153" cy="57073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795" b="1" i="0" spc="-27">
                <a:solidFill>
                  <a:srgbClr val="000000"/>
                </a:solidFill>
                <a:latin typeface="Arial"/>
              </a:rPr>
              <a:t>Partner Opportunity</a:t>
            </a:r>
          </a:p>
        </p:txBody>
      </p:sp>
      <p:sp>
        <p:nvSpPr>
          <p:cNvPr id="12" name="Editable text — Executive Summary"/>
          <p:cNvSpPr txBox="1"/>
          <p:nvPr/>
        </p:nvSpPr>
        <p:spPr>
          <a:xfrm>
            <a:off x="574548" y="3692398"/>
            <a:ext cx="2706116" cy="495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400" b="0" i="0" spc="-33">
                <a:solidFill>
                  <a:srgbClr val="000000"/>
                </a:solidFill>
                <a:latin typeface="Arial"/>
              </a:rPr>
              <a:t>Executive Summary</a:t>
            </a:r>
          </a:p>
        </p:txBody>
      </p:sp>
      <p:sp>
        <p:nvSpPr>
          <p:cNvPr id="13" name="Editable text — July 2026"/>
          <p:cNvSpPr txBox="1"/>
          <p:nvPr/>
        </p:nvSpPr>
        <p:spPr>
          <a:xfrm>
            <a:off x="574548" y="4274009"/>
            <a:ext cx="926968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0" i="0" spc="-4">
                <a:solidFill>
                  <a:srgbClr val="000000"/>
                </a:solidFill>
                <a:latin typeface="Arial"/>
              </a:rP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"/>
          <p:cNvSpPr/>
          <p:nvPr/>
        </p:nvSpPr>
        <p:spPr>
          <a:xfrm>
            <a:off x="0" y="0"/>
            <a:ext cx="12195175" cy="6858000"/>
          </a:xfrm>
          <a:custGeom>
            <a:avLst/>
            <a:gdLst/>
            <a:ahLst/>
            <a:cxnLst/>
            <a:rect l="0" t="0" r="r" b="b"/>
            <a:pathLst>
              <a:path w="12195175" h="6858000" fill="norm" stroke="0" extrusionOk="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5175" cy="6858000"/>
          </a:xfrm>
          <a:prstGeom prst="rect">
            <a:avLst/>
          </a:prstGeom>
        </p:spPr>
      </p:pic>
      <p:sp>
        <p:nvSpPr>
          <p:cNvPr id="5" name="Editable vector"/>
          <p:cNvSpPr/>
          <p:nvPr/>
        </p:nvSpPr>
        <p:spPr>
          <a:xfrm>
            <a:off x="506628" y="6582778"/>
            <a:ext cx="1186535" cy="71856"/>
          </a:xfrm>
          <a:custGeom>
            <a:avLst/>
            <a:gdLst/>
            <a:ahLst/>
            <a:cxnLst/>
            <a:rect l="0" t="0" r="r" b="b"/>
            <a:pathLst>
              <a:path w="1186536" h="71857" fill="norm" stroke="0" extrusionOk="0">
                <a:moveTo>
                  <a:pt x="0" y="2832"/>
                </a:moveTo>
                <a:lnTo>
                  <a:pt x="0" y="55258"/>
                </a:lnTo>
                <a:lnTo>
                  <a:pt x="7074" y="55258"/>
                </a:lnTo>
                <a:lnTo>
                  <a:pt x="7074" y="2832"/>
                </a:lnTo>
                <a:close/>
                <a:moveTo>
                  <a:pt x="19812" y="2832"/>
                </a:moveTo>
                <a:lnTo>
                  <a:pt x="28181" y="2832"/>
                </a:lnTo>
                <a:lnTo>
                  <a:pt x="54712" y="47410"/>
                </a:lnTo>
                <a:cubicBezTo>
                  <a:pt x="54661" y="46266"/>
                  <a:pt x="54610" y="44717"/>
                  <a:pt x="54572" y="42761"/>
                </a:cubicBezTo>
                <a:cubicBezTo>
                  <a:pt x="54521" y="40793"/>
                  <a:pt x="54496" y="38862"/>
                  <a:pt x="54496" y="36957"/>
                </a:cubicBezTo>
                <a:lnTo>
                  <a:pt x="54496" y="2832"/>
                </a:lnTo>
                <a:lnTo>
                  <a:pt x="60820" y="2832"/>
                </a:lnTo>
                <a:lnTo>
                  <a:pt x="60820" y="55258"/>
                </a:lnTo>
                <a:lnTo>
                  <a:pt x="52108" y="55258"/>
                </a:lnTo>
                <a:lnTo>
                  <a:pt x="25921" y="11202"/>
                </a:lnTo>
                <a:cubicBezTo>
                  <a:pt x="25972" y="12345"/>
                  <a:pt x="26010" y="13894"/>
                  <a:pt x="26060" y="15837"/>
                </a:cubicBezTo>
                <a:cubicBezTo>
                  <a:pt x="26111" y="17780"/>
                  <a:pt x="26137" y="19724"/>
                  <a:pt x="26137" y="21654"/>
                </a:cubicBezTo>
                <a:lnTo>
                  <a:pt x="26137" y="55258"/>
                </a:lnTo>
                <a:lnTo>
                  <a:pt x="19812" y="55258"/>
                </a:lnTo>
                <a:lnTo>
                  <a:pt x="19812" y="2832"/>
                </a:lnTo>
                <a:close/>
                <a:moveTo>
                  <a:pt x="84125" y="9385"/>
                </a:moveTo>
                <a:lnTo>
                  <a:pt x="67653" y="9385"/>
                </a:lnTo>
                <a:lnTo>
                  <a:pt x="67653" y="2832"/>
                </a:lnTo>
                <a:lnTo>
                  <a:pt x="107683" y="2832"/>
                </a:lnTo>
                <a:lnTo>
                  <a:pt x="107683" y="9385"/>
                </a:lnTo>
                <a:lnTo>
                  <a:pt x="91199" y="9385"/>
                </a:lnTo>
                <a:lnTo>
                  <a:pt x="91199" y="55258"/>
                </a:lnTo>
                <a:lnTo>
                  <a:pt x="84125" y="55258"/>
                </a:lnTo>
                <a:lnTo>
                  <a:pt x="84125" y="9385"/>
                </a:lnTo>
                <a:close/>
                <a:moveTo>
                  <a:pt x="114300" y="2832"/>
                </a:moveTo>
                <a:lnTo>
                  <a:pt x="147980" y="2832"/>
                </a:lnTo>
                <a:lnTo>
                  <a:pt x="147980" y="9385"/>
                </a:lnTo>
                <a:lnTo>
                  <a:pt x="121374" y="9385"/>
                </a:lnTo>
                <a:lnTo>
                  <a:pt x="121374" y="25083"/>
                </a:lnTo>
                <a:lnTo>
                  <a:pt x="145783" y="25083"/>
                </a:lnTo>
                <a:lnTo>
                  <a:pt x="145783" y="31483"/>
                </a:lnTo>
                <a:lnTo>
                  <a:pt x="121374" y="31483"/>
                </a:lnTo>
                <a:lnTo>
                  <a:pt x="121374" y="48705"/>
                </a:lnTo>
                <a:lnTo>
                  <a:pt x="149504" y="48705"/>
                </a:lnTo>
                <a:lnTo>
                  <a:pt x="149504" y="55258"/>
                </a:lnTo>
                <a:lnTo>
                  <a:pt x="114300" y="55258"/>
                </a:lnTo>
                <a:lnTo>
                  <a:pt x="114300" y="2832"/>
                </a:lnTo>
                <a:close/>
                <a:moveTo>
                  <a:pt x="158496" y="2832"/>
                </a:moveTo>
                <a:lnTo>
                  <a:pt x="178626" y="2832"/>
                </a:lnTo>
                <a:cubicBezTo>
                  <a:pt x="182550" y="2832"/>
                  <a:pt x="185877" y="3442"/>
                  <a:pt x="188633" y="4674"/>
                </a:cubicBezTo>
                <a:cubicBezTo>
                  <a:pt x="191389" y="5906"/>
                  <a:pt x="193485" y="7671"/>
                  <a:pt x="194907" y="9996"/>
                </a:cubicBezTo>
                <a:cubicBezTo>
                  <a:pt x="196329" y="12319"/>
                  <a:pt x="197041" y="15088"/>
                  <a:pt x="197041" y="18314"/>
                </a:cubicBezTo>
                <a:cubicBezTo>
                  <a:pt x="197041" y="20613"/>
                  <a:pt x="196596" y="22797"/>
                  <a:pt x="195707" y="24854"/>
                </a:cubicBezTo>
                <a:cubicBezTo>
                  <a:pt x="194818" y="26912"/>
                  <a:pt x="193408" y="28702"/>
                  <a:pt x="191478" y="30214"/>
                </a:cubicBezTo>
                <a:cubicBezTo>
                  <a:pt x="189560" y="31725"/>
                  <a:pt x="187122" y="32766"/>
                  <a:pt x="184175" y="33338"/>
                </a:cubicBezTo>
                <a:lnTo>
                  <a:pt x="199200" y="55258"/>
                </a:lnTo>
                <a:lnTo>
                  <a:pt x="190944" y="55258"/>
                </a:lnTo>
                <a:lnTo>
                  <a:pt x="177254" y="34240"/>
                </a:lnTo>
                <a:lnTo>
                  <a:pt x="165570" y="34240"/>
                </a:lnTo>
                <a:lnTo>
                  <a:pt x="165570" y="55258"/>
                </a:lnTo>
                <a:lnTo>
                  <a:pt x="158496" y="55258"/>
                </a:lnTo>
                <a:lnTo>
                  <a:pt x="158496" y="2832"/>
                </a:lnTo>
                <a:close/>
                <a:moveTo>
                  <a:pt x="178143" y="27915"/>
                </a:moveTo>
                <a:cubicBezTo>
                  <a:pt x="180797" y="27915"/>
                  <a:pt x="183007" y="27496"/>
                  <a:pt x="184785" y="26657"/>
                </a:cubicBezTo>
                <a:cubicBezTo>
                  <a:pt x="186563" y="25832"/>
                  <a:pt x="187871" y="24702"/>
                  <a:pt x="188709" y="23279"/>
                </a:cubicBezTo>
                <a:cubicBezTo>
                  <a:pt x="189548" y="21857"/>
                  <a:pt x="189979" y="20219"/>
                  <a:pt x="189979" y="18390"/>
                </a:cubicBezTo>
                <a:cubicBezTo>
                  <a:pt x="189979" y="15380"/>
                  <a:pt x="188925" y="13119"/>
                  <a:pt x="186817" y="11595"/>
                </a:cubicBezTo>
                <a:cubicBezTo>
                  <a:pt x="184709" y="10071"/>
                  <a:pt x="181712" y="9310"/>
                  <a:pt x="177851" y="9310"/>
                </a:cubicBezTo>
                <a:lnTo>
                  <a:pt x="165570" y="9310"/>
                </a:lnTo>
                <a:lnTo>
                  <a:pt x="165570" y="27915"/>
                </a:lnTo>
                <a:lnTo>
                  <a:pt x="178143" y="27915"/>
                </a:lnTo>
                <a:close/>
                <a:moveTo>
                  <a:pt x="207264" y="2832"/>
                </a:moveTo>
                <a:lnTo>
                  <a:pt x="215633" y="2832"/>
                </a:lnTo>
                <a:lnTo>
                  <a:pt x="242164" y="47410"/>
                </a:lnTo>
                <a:cubicBezTo>
                  <a:pt x="242113" y="46266"/>
                  <a:pt x="242062" y="44717"/>
                  <a:pt x="242024" y="42761"/>
                </a:cubicBezTo>
                <a:cubicBezTo>
                  <a:pt x="241973" y="40793"/>
                  <a:pt x="241948" y="38862"/>
                  <a:pt x="241948" y="36957"/>
                </a:cubicBezTo>
                <a:lnTo>
                  <a:pt x="241948" y="2832"/>
                </a:lnTo>
                <a:lnTo>
                  <a:pt x="248272" y="2832"/>
                </a:lnTo>
                <a:lnTo>
                  <a:pt x="248272" y="55258"/>
                </a:lnTo>
                <a:lnTo>
                  <a:pt x="239560" y="55258"/>
                </a:lnTo>
                <a:lnTo>
                  <a:pt x="213373" y="11202"/>
                </a:lnTo>
                <a:cubicBezTo>
                  <a:pt x="213424" y="12345"/>
                  <a:pt x="213462" y="13894"/>
                  <a:pt x="213512" y="15837"/>
                </a:cubicBezTo>
                <a:cubicBezTo>
                  <a:pt x="213563" y="17780"/>
                  <a:pt x="213589" y="19724"/>
                  <a:pt x="213589" y="21654"/>
                </a:cubicBezTo>
                <a:lnTo>
                  <a:pt x="213589" y="55258"/>
                </a:lnTo>
                <a:lnTo>
                  <a:pt x="207264" y="55258"/>
                </a:lnTo>
                <a:lnTo>
                  <a:pt x="207264" y="2832"/>
                </a:lnTo>
                <a:close/>
                <a:moveTo>
                  <a:pt x="274079" y="2832"/>
                </a:moveTo>
                <a:lnTo>
                  <a:pt x="282181" y="2832"/>
                </a:lnTo>
                <a:lnTo>
                  <a:pt x="301904" y="55258"/>
                </a:lnTo>
                <a:lnTo>
                  <a:pt x="294500" y="55258"/>
                </a:lnTo>
                <a:lnTo>
                  <a:pt x="289547" y="41085"/>
                </a:lnTo>
                <a:lnTo>
                  <a:pt x="266560" y="41085"/>
                </a:lnTo>
                <a:lnTo>
                  <a:pt x="261607" y="55258"/>
                </a:lnTo>
                <a:lnTo>
                  <a:pt x="254356" y="55258"/>
                </a:lnTo>
                <a:lnTo>
                  <a:pt x="274079" y="2832"/>
                </a:lnTo>
                <a:close/>
                <a:moveTo>
                  <a:pt x="287401" y="34900"/>
                </a:moveTo>
                <a:lnTo>
                  <a:pt x="281178" y="17158"/>
                </a:lnTo>
                <a:cubicBezTo>
                  <a:pt x="280607" y="15545"/>
                  <a:pt x="280048" y="13932"/>
                  <a:pt x="279489" y="12319"/>
                </a:cubicBezTo>
                <a:cubicBezTo>
                  <a:pt x="278930" y="10706"/>
                  <a:pt x="278448" y="9322"/>
                  <a:pt x="278054" y="8154"/>
                </a:cubicBezTo>
                <a:cubicBezTo>
                  <a:pt x="277660" y="9322"/>
                  <a:pt x="277178" y="10706"/>
                  <a:pt x="276619" y="12319"/>
                </a:cubicBezTo>
                <a:cubicBezTo>
                  <a:pt x="276060" y="13932"/>
                  <a:pt x="275501" y="15545"/>
                  <a:pt x="274930" y="17158"/>
                </a:cubicBezTo>
                <a:lnTo>
                  <a:pt x="268719" y="34900"/>
                </a:lnTo>
                <a:lnTo>
                  <a:pt x="287401" y="34900"/>
                </a:lnTo>
                <a:close/>
                <a:moveTo>
                  <a:pt x="307848" y="2832"/>
                </a:moveTo>
                <a:lnTo>
                  <a:pt x="314922" y="2832"/>
                </a:lnTo>
                <a:lnTo>
                  <a:pt x="314922" y="48705"/>
                </a:lnTo>
                <a:lnTo>
                  <a:pt x="339179" y="48705"/>
                </a:lnTo>
                <a:lnTo>
                  <a:pt x="339179" y="55258"/>
                </a:lnTo>
                <a:lnTo>
                  <a:pt x="307848" y="55258"/>
                </a:lnTo>
                <a:lnTo>
                  <a:pt x="307848" y="2832"/>
                </a:lnTo>
                <a:close/>
                <a:moveTo>
                  <a:pt x="362268" y="32410"/>
                </a:moveTo>
                <a:lnTo>
                  <a:pt x="362268" y="37580"/>
                </a:lnTo>
                <a:lnTo>
                  <a:pt x="404609" y="37580"/>
                </a:lnTo>
                <a:lnTo>
                  <a:pt x="404609" y="32410"/>
                </a:lnTo>
                <a:close/>
                <a:moveTo>
                  <a:pt x="446773" y="56007"/>
                </a:moveTo>
                <a:cubicBezTo>
                  <a:pt x="442481" y="56007"/>
                  <a:pt x="438696" y="55309"/>
                  <a:pt x="435407" y="53911"/>
                </a:cubicBezTo>
                <a:cubicBezTo>
                  <a:pt x="432118" y="52528"/>
                  <a:pt x="429387" y="50432"/>
                  <a:pt x="427203" y="47625"/>
                </a:cubicBezTo>
                <a:lnTo>
                  <a:pt x="432041" y="42787"/>
                </a:lnTo>
                <a:cubicBezTo>
                  <a:pt x="433210" y="44260"/>
                  <a:pt x="434429" y="45492"/>
                  <a:pt x="435724" y="46495"/>
                </a:cubicBezTo>
                <a:cubicBezTo>
                  <a:pt x="437007" y="47498"/>
                  <a:pt x="438556" y="48299"/>
                  <a:pt x="440373" y="48895"/>
                </a:cubicBezTo>
                <a:cubicBezTo>
                  <a:pt x="442189" y="49492"/>
                  <a:pt x="444322" y="49785"/>
                  <a:pt x="446773" y="49785"/>
                </a:cubicBezTo>
                <a:cubicBezTo>
                  <a:pt x="449199" y="49785"/>
                  <a:pt x="451371" y="49479"/>
                  <a:pt x="453288" y="48870"/>
                </a:cubicBezTo>
                <a:cubicBezTo>
                  <a:pt x="455193" y="48273"/>
                  <a:pt x="456705" y="47320"/>
                  <a:pt x="457822" y="46025"/>
                </a:cubicBezTo>
                <a:cubicBezTo>
                  <a:pt x="458940" y="44742"/>
                  <a:pt x="459499" y="43117"/>
                  <a:pt x="459499" y="41161"/>
                </a:cubicBezTo>
                <a:cubicBezTo>
                  <a:pt x="459499" y="39192"/>
                  <a:pt x="458915" y="37605"/>
                  <a:pt x="457746" y="36399"/>
                </a:cubicBezTo>
                <a:cubicBezTo>
                  <a:pt x="456578" y="35179"/>
                  <a:pt x="455104" y="34227"/>
                  <a:pt x="453326" y="33541"/>
                </a:cubicBezTo>
                <a:cubicBezTo>
                  <a:pt x="451536" y="32868"/>
                  <a:pt x="449161" y="32157"/>
                  <a:pt x="446215" y="31407"/>
                </a:cubicBezTo>
                <a:cubicBezTo>
                  <a:pt x="442646" y="30518"/>
                  <a:pt x="439712" y="29579"/>
                  <a:pt x="437439" y="28601"/>
                </a:cubicBezTo>
                <a:cubicBezTo>
                  <a:pt x="435153" y="27623"/>
                  <a:pt x="433222" y="26124"/>
                  <a:pt x="431635" y="24118"/>
                </a:cubicBezTo>
                <a:cubicBezTo>
                  <a:pt x="430047" y="22111"/>
                  <a:pt x="429247" y="19431"/>
                  <a:pt x="429247" y="16078"/>
                </a:cubicBezTo>
                <a:cubicBezTo>
                  <a:pt x="429247" y="12878"/>
                  <a:pt x="430060" y="10237"/>
                  <a:pt x="431660" y="8128"/>
                </a:cubicBezTo>
                <a:cubicBezTo>
                  <a:pt x="433273" y="6033"/>
                  <a:pt x="435458" y="4496"/>
                  <a:pt x="438201" y="3518"/>
                </a:cubicBezTo>
                <a:cubicBezTo>
                  <a:pt x="440931" y="2540"/>
                  <a:pt x="444017" y="2045"/>
                  <a:pt x="447446" y="2045"/>
                </a:cubicBezTo>
                <a:cubicBezTo>
                  <a:pt x="451561" y="2045"/>
                  <a:pt x="455054" y="2718"/>
                  <a:pt x="457937" y="4039"/>
                </a:cubicBezTo>
                <a:cubicBezTo>
                  <a:pt x="460807" y="5373"/>
                  <a:pt x="463220" y="7201"/>
                  <a:pt x="465150" y="9525"/>
                </a:cubicBezTo>
                <a:lnTo>
                  <a:pt x="460426" y="14212"/>
                </a:lnTo>
                <a:cubicBezTo>
                  <a:pt x="458762" y="12306"/>
                  <a:pt x="456870" y="10833"/>
                  <a:pt x="454736" y="9792"/>
                </a:cubicBezTo>
                <a:cubicBezTo>
                  <a:pt x="452603" y="8751"/>
                  <a:pt x="450050" y="8230"/>
                  <a:pt x="447065" y="8230"/>
                </a:cubicBezTo>
                <a:cubicBezTo>
                  <a:pt x="444665" y="8230"/>
                  <a:pt x="442646" y="8560"/>
                  <a:pt x="441007" y="9208"/>
                </a:cubicBezTo>
                <a:cubicBezTo>
                  <a:pt x="439369" y="9868"/>
                  <a:pt x="438150" y="10770"/>
                  <a:pt x="437363" y="11913"/>
                </a:cubicBezTo>
                <a:cubicBezTo>
                  <a:pt x="436562" y="13056"/>
                  <a:pt x="436169" y="14364"/>
                  <a:pt x="436169" y="15850"/>
                </a:cubicBezTo>
                <a:cubicBezTo>
                  <a:pt x="436169" y="17666"/>
                  <a:pt x="436715" y="19139"/>
                  <a:pt x="437820" y="20269"/>
                </a:cubicBezTo>
                <a:cubicBezTo>
                  <a:pt x="438925" y="21387"/>
                  <a:pt x="440309" y="22276"/>
                  <a:pt x="441960" y="22911"/>
                </a:cubicBezTo>
                <a:cubicBezTo>
                  <a:pt x="443598" y="23533"/>
                  <a:pt x="445872" y="24244"/>
                  <a:pt x="448742" y="25006"/>
                </a:cubicBezTo>
                <a:cubicBezTo>
                  <a:pt x="452514" y="25946"/>
                  <a:pt x="455587" y="26912"/>
                  <a:pt x="457949" y="27915"/>
                </a:cubicBezTo>
                <a:cubicBezTo>
                  <a:pt x="460324" y="28905"/>
                  <a:pt x="462343" y="30429"/>
                  <a:pt x="463995" y="32487"/>
                </a:cubicBezTo>
                <a:cubicBezTo>
                  <a:pt x="465658" y="34544"/>
                  <a:pt x="466496" y="37313"/>
                  <a:pt x="466496" y="40780"/>
                </a:cubicBezTo>
                <a:cubicBezTo>
                  <a:pt x="466496" y="43765"/>
                  <a:pt x="465734" y="46393"/>
                  <a:pt x="464223" y="48692"/>
                </a:cubicBezTo>
                <a:cubicBezTo>
                  <a:pt x="462712" y="50991"/>
                  <a:pt x="460477" y="52781"/>
                  <a:pt x="457505" y="54064"/>
                </a:cubicBezTo>
                <a:cubicBezTo>
                  <a:pt x="454546" y="55359"/>
                  <a:pt x="450964" y="56007"/>
                  <a:pt x="446773" y="56007"/>
                </a:cubicBezTo>
                <a:close/>
                <a:moveTo>
                  <a:pt x="488963" y="2832"/>
                </a:moveTo>
                <a:lnTo>
                  <a:pt x="497065" y="2832"/>
                </a:lnTo>
                <a:lnTo>
                  <a:pt x="516788" y="55258"/>
                </a:lnTo>
                <a:lnTo>
                  <a:pt x="509384" y="55258"/>
                </a:lnTo>
                <a:lnTo>
                  <a:pt x="504431" y="41085"/>
                </a:lnTo>
                <a:lnTo>
                  <a:pt x="481444" y="41085"/>
                </a:lnTo>
                <a:lnTo>
                  <a:pt x="476491" y="55258"/>
                </a:lnTo>
                <a:lnTo>
                  <a:pt x="469240" y="55258"/>
                </a:lnTo>
                <a:lnTo>
                  <a:pt x="488963" y="2832"/>
                </a:lnTo>
                <a:close/>
                <a:moveTo>
                  <a:pt x="502285" y="34900"/>
                </a:moveTo>
                <a:lnTo>
                  <a:pt x="496062" y="17158"/>
                </a:lnTo>
                <a:cubicBezTo>
                  <a:pt x="495490" y="15545"/>
                  <a:pt x="494932" y="13932"/>
                  <a:pt x="494373" y="12319"/>
                </a:cubicBezTo>
                <a:cubicBezTo>
                  <a:pt x="493814" y="10706"/>
                  <a:pt x="493332" y="9322"/>
                  <a:pt x="492938" y="8154"/>
                </a:cubicBezTo>
                <a:cubicBezTo>
                  <a:pt x="492544" y="9322"/>
                  <a:pt x="492062" y="10706"/>
                  <a:pt x="491503" y="12319"/>
                </a:cubicBezTo>
                <a:cubicBezTo>
                  <a:pt x="490944" y="13932"/>
                  <a:pt x="490385" y="15545"/>
                  <a:pt x="489814" y="17158"/>
                </a:cubicBezTo>
                <a:lnTo>
                  <a:pt x="483603" y="34900"/>
                </a:lnTo>
                <a:lnTo>
                  <a:pt x="502285" y="34900"/>
                </a:lnTo>
                <a:close/>
                <a:moveTo>
                  <a:pt x="522732" y="2832"/>
                </a:moveTo>
                <a:lnTo>
                  <a:pt x="542531" y="2832"/>
                </a:lnTo>
                <a:cubicBezTo>
                  <a:pt x="546570" y="2832"/>
                  <a:pt x="549974" y="3493"/>
                  <a:pt x="552729" y="4801"/>
                </a:cubicBezTo>
                <a:cubicBezTo>
                  <a:pt x="555473" y="6121"/>
                  <a:pt x="557543" y="7963"/>
                  <a:pt x="558914" y="10351"/>
                </a:cubicBezTo>
                <a:cubicBezTo>
                  <a:pt x="560299" y="12726"/>
                  <a:pt x="560984" y="15532"/>
                  <a:pt x="560984" y="18759"/>
                </a:cubicBezTo>
                <a:cubicBezTo>
                  <a:pt x="560984" y="21908"/>
                  <a:pt x="560299" y="24727"/>
                  <a:pt x="558940" y="27204"/>
                </a:cubicBezTo>
                <a:cubicBezTo>
                  <a:pt x="557568" y="29680"/>
                  <a:pt x="555536" y="31636"/>
                  <a:pt x="552831" y="33058"/>
                </a:cubicBezTo>
                <a:cubicBezTo>
                  <a:pt x="550126" y="34493"/>
                  <a:pt x="546837" y="35205"/>
                  <a:pt x="542938" y="35205"/>
                </a:cubicBezTo>
                <a:lnTo>
                  <a:pt x="529806" y="35205"/>
                </a:lnTo>
                <a:lnTo>
                  <a:pt x="529806" y="55258"/>
                </a:lnTo>
                <a:lnTo>
                  <a:pt x="522732" y="55258"/>
                </a:lnTo>
                <a:lnTo>
                  <a:pt x="522732" y="2832"/>
                </a:lnTo>
                <a:close/>
                <a:moveTo>
                  <a:pt x="541934" y="28804"/>
                </a:moveTo>
                <a:cubicBezTo>
                  <a:pt x="545948" y="28804"/>
                  <a:pt x="548957" y="27953"/>
                  <a:pt x="550939" y="26251"/>
                </a:cubicBezTo>
                <a:cubicBezTo>
                  <a:pt x="552920" y="24550"/>
                  <a:pt x="553911" y="22085"/>
                  <a:pt x="553911" y="18835"/>
                </a:cubicBezTo>
                <a:cubicBezTo>
                  <a:pt x="553911" y="15710"/>
                  <a:pt x="552882" y="13336"/>
                  <a:pt x="550812" y="11723"/>
                </a:cubicBezTo>
                <a:cubicBezTo>
                  <a:pt x="548742" y="10109"/>
                  <a:pt x="545681" y="9310"/>
                  <a:pt x="541630" y="9310"/>
                </a:cubicBezTo>
                <a:lnTo>
                  <a:pt x="529806" y="9310"/>
                </a:lnTo>
                <a:lnTo>
                  <a:pt x="529806" y="28804"/>
                </a:lnTo>
                <a:lnTo>
                  <a:pt x="541934" y="28804"/>
                </a:lnTo>
                <a:close/>
                <a:moveTo>
                  <a:pt x="595973" y="56007"/>
                </a:moveTo>
                <a:cubicBezTo>
                  <a:pt x="593585" y="56007"/>
                  <a:pt x="591464" y="55538"/>
                  <a:pt x="589610" y="54623"/>
                </a:cubicBezTo>
                <a:cubicBezTo>
                  <a:pt x="587743" y="53708"/>
                  <a:pt x="586296" y="52363"/>
                  <a:pt x="585254" y="50610"/>
                </a:cubicBezTo>
                <a:cubicBezTo>
                  <a:pt x="584213" y="48844"/>
                  <a:pt x="583692" y="46736"/>
                  <a:pt x="583692" y="44285"/>
                </a:cubicBezTo>
                <a:cubicBezTo>
                  <a:pt x="583692" y="41275"/>
                  <a:pt x="584479" y="38812"/>
                  <a:pt x="586054" y="36881"/>
                </a:cubicBezTo>
                <a:cubicBezTo>
                  <a:pt x="587629" y="34938"/>
                  <a:pt x="589775" y="33528"/>
                  <a:pt x="592506" y="32652"/>
                </a:cubicBezTo>
                <a:cubicBezTo>
                  <a:pt x="595236" y="31776"/>
                  <a:pt x="598399" y="31331"/>
                  <a:pt x="601993" y="31331"/>
                </a:cubicBezTo>
                <a:lnTo>
                  <a:pt x="609143" y="31331"/>
                </a:lnTo>
                <a:lnTo>
                  <a:pt x="609143" y="28575"/>
                </a:lnTo>
                <a:cubicBezTo>
                  <a:pt x="609143" y="25756"/>
                  <a:pt x="608470" y="23597"/>
                  <a:pt x="607111" y="22123"/>
                </a:cubicBezTo>
                <a:cubicBezTo>
                  <a:pt x="605765" y="20651"/>
                  <a:pt x="603720" y="19914"/>
                  <a:pt x="600989" y="19914"/>
                </a:cubicBezTo>
                <a:cubicBezTo>
                  <a:pt x="598513" y="19914"/>
                  <a:pt x="596354" y="20409"/>
                  <a:pt x="594500" y="21413"/>
                </a:cubicBezTo>
                <a:cubicBezTo>
                  <a:pt x="592658" y="22416"/>
                  <a:pt x="591020" y="23876"/>
                  <a:pt x="589610" y="25794"/>
                </a:cubicBezTo>
                <a:lnTo>
                  <a:pt x="585292" y="21476"/>
                </a:lnTo>
                <a:cubicBezTo>
                  <a:pt x="589305" y="16663"/>
                  <a:pt x="594690" y="14250"/>
                  <a:pt x="601434" y="14250"/>
                </a:cubicBezTo>
                <a:cubicBezTo>
                  <a:pt x="604545" y="14250"/>
                  <a:pt x="607174" y="14846"/>
                  <a:pt x="609333" y="16040"/>
                </a:cubicBezTo>
                <a:cubicBezTo>
                  <a:pt x="611480" y="17234"/>
                  <a:pt x="613105" y="18898"/>
                  <a:pt x="614197" y="21044"/>
                </a:cubicBezTo>
                <a:cubicBezTo>
                  <a:pt x="615290" y="23191"/>
                  <a:pt x="615836" y="25705"/>
                  <a:pt x="615836" y="28575"/>
                </a:cubicBezTo>
                <a:lnTo>
                  <a:pt x="615836" y="55258"/>
                </a:lnTo>
                <a:lnTo>
                  <a:pt x="609435" y="55258"/>
                </a:lnTo>
                <a:lnTo>
                  <a:pt x="609435" y="47778"/>
                </a:lnTo>
                <a:lnTo>
                  <a:pt x="609295" y="47778"/>
                </a:lnTo>
                <a:cubicBezTo>
                  <a:pt x="607949" y="50635"/>
                  <a:pt x="606209" y="52718"/>
                  <a:pt x="604076" y="54026"/>
                </a:cubicBezTo>
                <a:cubicBezTo>
                  <a:pt x="601942" y="55347"/>
                  <a:pt x="599250" y="56007"/>
                  <a:pt x="595973" y="56007"/>
                </a:cubicBezTo>
                <a:close/>
                <a:moveTo>
                  <a:pt x="590614" y="44133"/>
                </a:moveTo>
                <a:cubicBezTo>
                  <a:pt x="590614" y="45403"/>
                  <a:pt x="590893" y="46495"/>
                  <a:pt x="591464" y="47447"/>
                </a:cubicBezTo>
                <a:cubicBezTo>
                  <a:pt x="592036" y="48387"/>
                  <a:pt x="592861" y="49111"/>
                  <a:pt x="593941" y="49619"/>
                </a:cubicBezTo>
                <a:cubicBezTo>
                  <a:pt x="595020" y="50127"/>
                  <a:pt x="596303" y="50381"/>
                  <a:pt x="597789" y="50381"/>
                </a:cubicBezTo>
                <a:cubicBezTo>
                  <a:pt x="600151" y="50381"/>
                  <a:pt x="602183" y="49911"/>
                  <a:pt x="603898" y="48946"/>
                </a:cubicBezTo>
                <a:cubicBezTo>
                  <a:pt x="605612" y="47993"/>
                  <a:pt x="606908" y="46749"/>
                  <a:pt x="607797" y="45187"/>
                </a:cubicBezTo>
                <a:cubicBezTo>
                  <a:pt x="608698" y="43638"/>
                  <a:pt x="609143" y="41999"/>
                  <a:pt x="609143" y="40260"/>
                </a:cubicBezTo>
                <a:lnTo>
                  <a:pt x="609143" y="36361"/>
                </a:lnTo>
                <a:lnTo>
                  <a:pt x="602894" y="36361"/>
                </a:lnTo>
                <a:cubicBezTo>
                  <a:pt x="599199" y="36361"/>
                  <a:pt x="596227" y="36919"/>
                  <a:pt x="593979" y="38050"/>
                </a:cubicBezTo>
                <a:cubicBezTo>
                  <a:pt x="591731" y="39180"/>
                  <a:pt x="590614" y="41199"/>
                  <a:pt x="590614" y="44133"/>
                </a:cubicBezTo>
                <a:close/>
                <a:moveTo>
                  <a:pt x="625285" y="15037"/>
                </a:moveTo>
                <a:lnTo>
                  <a:pt x="631685" y="15037"/>
                </a:lnTo>
                <a:lnTo>
                  <a:pt x="631685" y="23406"/>
                </a:lnTo>
                <a:lnTo>
                  <a:pt x="631838" y="23406"/>
                </a:lnTo>
                <a:cubicBezTo>
                  <a:pt x="632828" y="20803"/>
                  <a:pt x="634340" y="18631"/>
                  <a:pt x="636372" y="16879"/>
                </a:cubicBezTo>
                <a:cubicBezTo>
                  <a:pt x="638404" y="15126"/>
                  <a:pt x="641248" y="14250"/>
                  <a:pt x="644893" y="14250"/>
                </a:cubicBezTo>
                <a:cubicBezTo>
                  <a:pt x="647675" y="14250"/>
                  <a:pt x="649999" y="14834"/>
                  <a:pt x="651866" y="16002"/>
                </a:cubicBezTo>
                <a:cubicBezTo>
                  <a:pt x="653745" y="17171"/>
                  <a:pt x="655142" y="18821"/>
                  <a:pt x="656082" y="20955"/>
                </a:cubicBezTo>
                <a:cubicBezTo>
                  <a:pt x="657009" y="23089"/>
                  <a:pt x="657466" y="25578"/>
                  <a:pt x="657466" y="28435"/>
                </a:cubicBezTo>
                <a:lnTo>
                  <a:pt x="657466" y="55258"/>
                </a:lnTo>
                <a:lnTo>
                  <a:pt x="650735" y="55258"/>
                </a:lnTo>
                <a:lnTo>
                  <a:pt x="650735" y="29731"/>
                </a:lnTo>
                <a:cubicBezTo>
                  <a:pt x="650735" y="26632"/>
                  <a:pt x="650088" y="24270"/>
                  <a:pt x="648805" y="22644"/>
                </a:cubicBezTo>
                <a:cubicBezTo>
                  <a:pt x="647510" y="21019"/>
                  <a:pt x="645389" y="20206"/>
                  <a:pt x="642442" y="20206"/>
                </a:cubicBezTo>
                <a:cubicBezTo>
                  <a:pt x="640334" y="20206"/>
                  <a:pt x="638493" y="20663"/>
                  <a:pt x="636918" y="21590"/>
                </a:cubicBezTo>
                <a:cubicBezTo>
                  <a:pt x="635343" y="22505"/>
                  <a:pt x="634124" y="23838"/>
                  <a:pt x="633273" y="25603"/>
                </a:cubicBezTo>
                <a:cubicBezTo>
                  <a:pt x="632409" y="27369"/>
                  <a:pt x="631990" y="29477"/>
                  <a:pt x="631990" y="31928"/>
                </a:cubicBezTo>
                <a:lnTo>
                  <a:pt x="631990" y="55258"/>
                </a:lnTo>
                <a:lnTo>
                  <a:pt x="625285" y="55258"/>
                </a:lnTo>
                <a:lnTo>
                  <a:pt x="625285" y="15037"/>
                </a:lnTo>
                <a:close/>
                <a:moveTo>
                  <a:pt x="683209" y="56007"/>
                </a:moveTo>
                <a:cubicBezTo>
                  <a:pt x="679691" y="56007"/>
                  <a:pt x="676593" y="55118"/>
                  <a:pt x="673926" y="53366"/>
                </a:cubicBezTo>
                <a:cubicBezTo>
                  <a:pt x="671259" y="51601"/>
                  <a:pt x="669201" y="49137"/>
                  <a:pt x="667741" y="45987"/>
                </a:cubicBezTo>
                <a:cubicBezTo>
                  <a:pt x="666267" y="42838"/>
                  <a:pt x="665543" y="39218"/>
                  <a:pt x="665543" y="35128"/>
                </a:cubicBezTo>
                <a:cubicBezTo>
                  <a:pt x="665543" y="31039"/>
                  <a:pt x="666255" y="27419"/>
                  <a:pt x="667677" y="24270"/>
                </a:cubicBezTo>
                <a:cubicBezTo>
                  <a:pt x="669112" y="21108"/>
                  <a:pt x="671144" y="18656"/>
                  <a:pt x="673786" y="16891"/>
                </a:cubicBezTo>
                <a:cubicBezTo>
                  <a:pt x="676427" y="15139"/>
                  <a:pt x="679488" y="14250"/>
                  <a:pt x="682993" y="14250"/>
                </a:cubicBezTo>
                <a:cubicBezTo>
                  <a:pt x="685571" y="14250"/>
                  <a:pt x="687857" y="14656"/>
                  <a:pt x="689839" y="15443"/>
                </a:cubicBezTo>
                <a:cubicBezTo>
                  <a:pt x="691820" y="16243"/>
                  <a:pt x="693471" y="17297"/>
                  <a:pt x="694792" y="18631"/>
                </a:cubicBezTo>
                <a:cubicBezTo>
                  <a:pt x="696100" y="19952"/>
                  <a:pt x="697116" y="21451"/>
                  <a:pt x="697840" y="23114"/>
                </a:cubicBezTo>
                <a:lnTo>
                  <a:pt x="697979" y="23114"/>
                </a:lnTo>
                <a:lnTo>
                  <a:pt x="697979" y="0"/>
                </a:lnTo>
                <a:lnTo>
                  <a:pt x="704685" y="0"/>
                </a:lnTo>
                <a:lnTo>
                  <a:pt x="704685" y="55258"/>
                </a:lnTo>
                <a:lnTo>
                  <a:pt x="698284" y="55258"/>
                </a:lnTo>
                <a:lnTo>
                  <a:pt x="698284" y="46736"/>
                </a:lnTo>
                <a:lnTo>
                  <a:pt x="698208" y="46736"/>
                </a:lnTo>
                <a:cubicBezTo>
                  <a:pt x="697090" y="49492"/>
                  <a:pt x="695363" y="51727"/>
                  <a:pt x="693014" y="53429"/>
                </a:cubicBezTo>
                <a:cubicBezTo>
                  <a:pt x="690677" y="55144"/>
                  <a:pt x="687400" y="56007"/>
                  <a:pt x="683209" y="56007"/>
                </a:cubicBezTo>
                <a:close/>
                <a:moveTo>
                  <a:pt x="672541" y="35128"/>
                </a:moveTo>
                <a:cubicBezTo>
                  <a:pt x="672541" y="38380"/>
                  <a:pt x="673087" y="41148"/>
                  <a:pt x="674192" y="43421"/>
                </a:cubicBezTo>
                <a:cubicBezTo>
                  <a:pt x="675297" y="45707"/>
                  <a:pt x="676808" y="47422"/>
                  <a:pt x="678726" y="48578"/>
                </a:cubicBezTo>
                <a:cubicBezTo>
                  <a:pt x="680657" y="49733"/>
                  <a:pt x="682828" y="50305"/>
                  <a:pt x="685267" y="50305"/>
                </a:cubicBezTo>
                <a:cubicBezTo>
                  <a:pt x="687692" y="50305"/>
                  <a:pt x="689864" y="49733"/>
                  <a:pt x="691794" y="48578"/>
                </a:cubicBezTo>
                <a:cubicBezTo>
                  <a:pt x="693712" y="47422"/>
                  <a:pt x="695223" y="45707"/>
                  <a:pt x="696328" y="43447"/>
                </a:cubicBezTo>
                <a:cubicBezTo>
                  <a:pt x="697433" y="41173"/>
                  <a:pt x="697979" y="38405"/>
                  <a:pt x="697979" y="35128"/>
                </a:cubicBezTo>
                <a:cubicBezTo>
                  <a:pt x="697979" y="31877"/>
                  <a:pt x="697433" y="29121"/>
                  <a:pt x="696328" y="26848"/>
                </a:cubicBezTo>
                <a:cubicBezTo>
                  <a:pt x="695223" y="24574"/>
                  <a:pt x="693712" y="22873"/>
                  <a:pt x="691794" y="21717"/>
                </a:cubicBezTo>
                <a:cubicBezTo>
                  <a:pt x="689864" y="20562"/>
                  <a:pt x="687692" y="19990"/>
                  <a:pt x="685267" y="19990"/>
                </a:cubicBezTo>
                <a:cubicBezTo>
                  <a:pt x="682828" y="19990"/>
                  <a:pt x="680657" y="20562"/>
                  <a:pt x="678726" y="21717"/>
                </a:cubicBezTo>
                <a:cubicBezTo>
                  <a:pt x="676808" y="22873"/>
                  <a:pt x="675297" y="24574"/>
                  <a:pt x="674192" y="26848"/>
                </a:cubicBezTo>
                <a:cubicBezTo>
                  <a:pt x="673087" y="29121"/>
                  <a:pt x="672541" y="31877"/>
                  <a:pt x="672541" y="35128"/>
                </a:cubicBezTo>
                <a:close/>
                <a:moveTo>
                  <a:pt x="734568" y="2832"/>
                </a:moveTo>
                <a:lnTo>
                  <a:pt x="754367" y="2832"/>
                </a:lnTo>
                <a:cubicBezTo>
                  <a:pt x="758406" y="2832"/>
                  <a:pt x="761810" y="3493"/>
                  <a:pt x="764515" y="4801"/>
                </a:cubicBezTo>
                <a:cubicBezTo>
                  <a:pt x="767309" y="6121"/>
                  <a:pt x="769341" y="7963"/>
                  <a:pt x="770738" y="10351"/>
                </a:cubicBezTo>
                <a:cubicBezTo>
                  <a:pt x="772135" y="12726"/>
                  <a:pt x="772770" y="15532"/>
                  <a:pt x="772770" y="18759"/>
                </a:cubicBezTo>
                <a:cubicBezTo>
                  <a:pt x="772770" y="21908"/>
                  <a:pt x="772135" y="24727"/>
                  <a:pt x="770738" y="27204"/>
                </a:cubicBezTo>
                <a:cubicBezTo>
                  <a:pt x="769468" y="29680"/>
                  <a:pt x="767436" y="31636"/>
                  <a:pt x="764642" y="33058"/>
                </a:cubicBezTo>
                <a:cubicBezTo>
                  <a:pt x="761962" y="34493"/>
                  <a:pt x="758673" y="35205"/>
                  <a:pt x="754774" y="35205"/>
                </a:cubicBezTo>
                <a:lnTo>
                  <a:pt x="741642" y="35205"/>
                </a:lnTo>
                <a:lnTo>
                  <a:pt x="741642" y="55258"/>
                </a:lnTo>
                <a:lnTo>
                  <a:pt x="734568" y="55258"/>
                </a:lnTo>
                <a:lnTo>
                  <a:pt x="734568" y="2832"/>
                </a:lnTo>
                <a:close/>
                <a:moveTo>
                  <a:pt x="753770" y="28804"/>
                </a:moveTo>
                <a:cubicBezTo>
                  <a:pt x="757784" y="28804"/>
                  <a:pt x="760793" y="27953"/>
                  <a:pt x="762775" y="26251"/>
                </a:cubicBezTo>
                <a:cubicBezTo>
                  <a:pt x="764769" y="24550"/>
                  <a:pt x="765785" y="22085"/>
                  <a:pt x="765785" y="18835"/>
                </a:cubicBezTo>
                <a:cubicBezTo>
                  <a:pt x="765785" y="15710"/>
                  <a:pt x="764769" y="13336"/>
                  <a:pt x="762648" y="11723"/>
                </a:cubicBezTo>
                <a:cubicBezTo>
                  <a:pt x="760578" y="10109"/>
                  <a:pt x="757517" y="9310"/>
                  <a:pt x="753466" y="9310"/>
                </a:cubicBezTo>
                <a:lnTo>
                  <a:pt x="741642" y="9310"/>
                </a:lnTo>
                <a:lnTo>
                  <a:pt x="741642" y="28804"/>
                </a:lnTo>
                <a:lnTo>
                  <a:pt x="753770" y="28804"/>
                </a:lnTo>
                <a:close/>
                <a:moveTo>
                  <a:pt x="789534" y="56007"/>
                </a:moveTo>
                <a:cubicBezTo>
                  <a:pt x="787121" y="56007"/>
                  <a:pt x="784962" y="55538"/>
                  <a:pt x="783184" y="54623"/>
                </a:cubicBezTo>
                <a:cubicBezTo>
                  <a:pt x="781279" y="53708"/>
                  <a:pt x="779882" y="52363"/>
                  <a:pt x="778739" y="50610"/>
                </a:cubicBezTo>
                <a:cubicBezTo>
                  <a:pt x="777723" y="48844"/>
                  <a:pt x="777215" y="46736"/>
                  <a:pt x="777215" y="44285"/>
                </a:cubicBezTo>
                <a:cubicBezTo>
                  <a:pt x="777215" y="41275"/>
                  <a:pt x="777977" y="38812"/>
                  <a:pt x="779628" y="36881"/>
                </a:cubicBezTo>
                <a:cubicBezTo>
                  <a:pt x="781152" y="34938"/>
                  <a:pt x="783311" y="33528"/>
                  <a:pt x="786105" y="32652"/>
                </a:cubicBezTo>
                <a:cubicBezTo>
                  <a:pt x="788772" y="31776"/>
                  <a:pt x="791947" y="31331"/>
                  <a:pt x="795503" y="31331"/>
                </a:cubicBezTo>
                <a:lnTo>
                  <a:pt x="802742" y="31331"/>
                </a:lnTo>
                <a:lnTo>
                  <a:pt x="802742" y="28575"/>
                </a:lnTo>
                <a:cubicBezTo>
                  <a:pt x="802742" y="25756"/>
                  <a:pt x="801980" y="23597"/>
                  <a:pt x="800710" y="22123"/>
                </a:cubicBezTo>
                <a:cubicBezTo>
                  <a:pt x="799313" y="20651"/>
                  <a:pt x="797281" y="19914"/>
                  <a:pt x="794487" y="19914"/>
                </a:cubicBezTo>
                <a:cubicBezTo>
                  <a:pt x="792074" y="19914"/>
                  <a:pt x="789915" y="20409"/>
                  <a:pt x="788010" y="21413"/>
                </a:cubicBezTo>
                <a:cubicBezTo>
                  <a:pt x="786232" y="22416"/>
                  <a:pt x="784581" y="23876"/>
                  <a:pt x="783184" y="25794"/>
                </a:cubicBezTo>
                <a:lnTo>
                  <a:pt x="778866" y="21476"/>
                </a:lnTo>
                <a:cubicBezTo>
                  <a:pt x="782803" y="16663"/>
                  <a:pt x="788264" y="14250"/>
                  <a:pt x="794995" y="14250"/>
                </a:cubicBezTo>
                <a:cubicBezTo>
                  <a:pt x="798043" y="14250"/>
                  <a:pt x="800710" y="14846"/>
                  <a:pt x="802869" y="16040"/>
                </a:cubicBezTo>
                <a:cubicBezTo>
                  <a:pt x="805028" y="17234"/>
                  <a:pt x="806679" y="18898"/>
                  <a:pt x="807695" y="21044"/>
                </a:cubicBezTo>
                <a:cubicBezTo>
                  <a:pt x="808838" y="23191"/>
                  <a:pt x="809346" y="25705"/>
                  <a:pt x="809346" y="28575"/>
                </a:cubicBezTo>
                <a:lnTo>
                  <a:pt x="809346" y="55258"/>
                </a:lnTo>
                <a:lnTo>
                  <a:pt x="802996" y="55258"/>
                </a:lnTo>
                <a:lnTo>
                  <a:pt x="802996" y="47778"/>
                </a:lnTo>
                <a:lnTo>
                  <a:pt x="802869" y="47778"/>
                </a:lnTo>
                <a:cubicBezTo>
                  <a:pt x="801472" y="50635"/>
                  <a:pt x="799821" y="52718"/>
                  <a:pt x="797662" y="54026"/>
                </a:cubicBezTo>
                <a:cubicBezTo>
                  <a:pt x="795503" y="55347"/>
                  <a:pt x="792836" y="56007"/>
                  <a:pt x="789534" y="56007"/>
                </a:cubicBezTo>
                <a:close/>
                <a:moveTo>
                  <a:pt x="784200" y="44133"/>
                </a:moveTo>
                <a:cubicBezTo>
                  <a:pt x="784200" y="45403"/>
                  <a:pt x="784454" y="46495"/>
                  <a:pt x="784962" y="47447"/>
                </a:cubicBezTo>
                <a:cubicBezTo>
                  <a:pt x="785597" y="48387"/>
                  <a:pt x="786359" y="49111"/>
                  <a:pt x="787502" y="49619"/>
                </a:cubicBezTo>
                <a:cubicBezTo>
                  <a:pt x="788518" y="50127"/>
                  <a:pt x="789915" y="50381"/>
                  <a:pt x="791312" y="50381"/>
                </a:cubicBezTo>
                <a:cubicBezTo>
                  <a:pt x="793725" y="50381"/>
                  <a:pt x="795757" y="49911"/>
                  <a:pt x="797408" y="48946"/>
                </a:cubicBezTo>
                <a:cubicBezTo>
                  <a:pt x="799186" y="47993"/>
                  <a:pt x="800456" y="46749"/>
                  <a:pt x="801345" y="45187"/>
                </a:cubicBezTo>
                <a:cubicBezTo>
                  <a:pt x="802234" y="43638"/>
                  <a:pt x="802742" y="41999"/>
                  <a:pt x="802742" y="40260"/>
                </a:cubicBezTo>
                <a:lnTo>
                  <a:pt x="802742" y="36361"/>
                </a:lnTo>
                <a:lnTo>
                  <a:pt x="796392" y="36361"/>
                </a:lnTo>
                <a:cubicBezTo>
                  <a:pt x="792709" y="36361"/>
                  <a:pt x="789788" y="36919"/>
                  <a:pt x="787502" y="38050"/>
                </a:cubicBezTo>
                <a:cubicBezTo>
                  <a:pt x="785343" y="39180"/>
                  <a:pt x="784200" y="41199"/>
                  <a:pt x="784200" y="44133"/>
                </a:cubicBezTo>
                <a:close/>
                <a:moveTo>
                  <a:pt x="818871" y="15037"/>
                </a:moveTo>
                <a:lnTo>
                  <a:pt x="825221" y="15037"/>
                </a:lnTo>
                <a:lnTo>
                  <a:pt x="825221" y="23635"/>
                </a:lnTo>
                <a:lnTo>
                  <a:pt x="825348" y="23635"/>
                </a:lnTo>
                <a:cubicBezTo>
                  <a:pt x="826110" y="20333"/>
                  <a:pt x="827253" y="17945"/>
                  <a:pt x="828904" y="16472"/>
                </a:cubicBezTo>
                <a:cubicBezTo>
                  <a:pt x="830428" y="14999"/>
                  <a:pt x="832460" y="14250"/>
                  <a:pt x="834873" y="14250"/>
                </a:cubicBezTo>
                <a:cubicBezTo>
                  <a:pt x="835508" y="14250"/>
                  <a:pt x="836016" y="14288"/>
                  <a:pt x="836651" y="14364"/>
                </a:cubicBezTo>
                <a:cubicBezTo>
                  <a:pt x="837159" y="14440"/>
                  <a:pt x="837667" y="14529"/>
                  <a:pt x="838048" y="14631"/>
                </a:cubicBezTo>
                <a:lnTo>
                  <a:pt x="838048" y="21210"/>
                </a:lnTo>
                <a:cubicBezTo>
                  <a:pt x="837667" y="21095"/>
                  <a:pt x="837159" y="20993"/>
                  <a:pt x="836524" y="20917"/>
                </a:cubicBezTo>
                <a:cubicBezTo>
                  <a:pt x="835889" y="20841"/>
                  <a:pt x="835254" y="20803"/>
                  <a:pt x="834746" y="20803"/>
                </a:cubicBezTo>
                <a:cubicBezTo>
                  <a:pt x="831444" y="20803"/>
                  <a:pt x="829031" y="21946"/>
                  <a:pt x="827634" y="24244"/>
                </a:cubicBezTo>
                <a:cubicBezTo>
                  <a:pt x="826237" y="26543"/>
                  <a:pt x="825475" y="29896"/>
                  <a:pt x="825475" y="34316"/>
                </a:cubicBezTo>
                <a:lnTo>
                  <a:pt x="825475" y="55258"/>
                </a:lnTo>
                <a:lnTo>
                  <a:pt x="818871" y="55258"/>
                </a:lnTo>
                <a:lnTo>
                  <a:pt x="818871" y="15037"/>
                </a:lnTo>
                <a:close/>
                <a:moveTo>
                  <a:pt x="855701" y="55855"/>
                </a:moveTo>
                <a:cubicBezTo>
                  <a:pt x="853288" y="55855"/>
                  <a:pt x="851383" y="55525"/>
                  <a:pt x="849859" y="54890"/>
                </a:cubicBezTo>
                <a:cubicBezTo>
                  <a:pt x="848462" y="54242"/>
                  <a:pt x="847319" y="53239"/>
                  <a:pt x="846557" y="51867"/>
                </a:cubicBezTo>
                <a:cubicBezTo>
                  <a:pt x="845922" y="50509"/>
                  <a:pt x="845541" y="48743"/>
                  <a:pt x="845541" y="46584"/>
                </a:cubicBezTo>
                <a:lnTo>
                  <a:pt x="845541" y="20651"/>
                </a:lnTo>
                <a:lnTo>
                  <a:pt x="839572" y="20651"/>
                </a:lnTo>
                <a:lnTo>
                  <a:pt x="839572" y="17158"/>
                </a:lnTo>
                <a:lnTo>
                  <a:pt x="851383" y="5283"/>
                </a:lnTo>
                <a:lnTo>
                  <a:pt x="852272" y="5283"/>
                </a:lnTo>
                <a:lnTo>
                  <a:pt x="852272" y="15037"/>
                </a:lnTo>
                <a:lnTo>
                  <a:pt x="861289" y="15037"/>
                </a:lnTo>
                <a:lnTo>
                  <a:pt x="861289" y="20651"/>
                </a:lnTo>
                <a:lnTo>
                  <a:pt x="852272" y="20651"/>
                </a:lnTo>
                <a:lnTo>
                  <a:pt x="852272" y="45212"/>
                </a:lnTo>
                <a:cubicBezTo>
                  <a:pt x="852272" y="46406"/>
                  <a:pt x="852399" y="47320"/>
                  <a:pt x="852653" y="47981"/>
                </a:cubicBezTo>
                <a:cubicBezTo>
                  <a:pt x="852907" y="48641"/>
                  <a:pt x="853415" y="49111"/>
                  <a:pt x="854050" y="49378"/>
                </a:cubicBezTo>
                <a:cubicBezTo>
                  <a:pt x="854685" y="49657"/>
                  <a:pt x="855574" y="49785"/>
                  <a:pt x="856590" y="49785"/>
                </a:cubicBezTo>
                <a:cubicBezTo>
                  <a:pt x="858114" y="49785"/>
                  <a:pt x="859638" y="49581"/>
                  <a:pt x="861289" y="49149"/>
                </a:cubicBezTo>
                <a:lnTo>
                  <a:pt x="861289" y="55258"/>
                </a:lnTo>
                <a:cubicBezTo>
                  <a:pt x="860527" y="55435"/>
                  <a:pt x="859638" y="55576"/>
                  <a:pt x="858622" y="55690"/>
                </a:cubicBezTo>
                <a:cubicBezTo>
                  <a:pt x="857606" y="55791"/>
                  <a:pt x="856590" y="55855"/>
                  <a:pt x="855701" y="55855"/>
                </a:cubicBezTo>
                <a:close/>
                <a:moveTo>
                  <a:pt x="869163" y="15037"/>
                </a:moveTo>
                <a:lnTo>
                  <a:pt x="875513" y="15037"/>
                </a:lnTo>
                <a:lnTo>
                  <a:pt x="875513" y="23406"/>
                </a:lnTo>
                <a:lnTo>
                  <a:pt x="875640" y="23406"/>
                </a:lnTo>
                <a:cubicBezTo>
                  <a:pt x="876656" y="20803"/>
                  <a:pt x="878180" y="18631"/>
                  <a:pt x="880212" y="16879"/>
                </a:cubicBezTo>
                <a:cubicBezTo>
                  <a:pt x="882244" y="15126"/>
                  <a:pt x="885038" y="14250"/>
                  <a:pt x="888721" y="14250"/>
                </a:cubicBezTo>
                <a:cubicBezTo>
                  <a:pt x="891515" y="14250"/>
                  <a:pt x="893801" y="14834"/>
                  <a:pt x="895706" y="16002"/>
                </a:cubicBezTo>
                <a:cubicBezTo>
                  <a:pt x="897611" y="17171"/>
                  <a:pt x="899008" y="18821"/>
                  <a:pt x="899897" y="20955"/>
                </a:cubicBezTo>
                <a:cubicBezTo>
                  <a:pt x="900786" y="23089"/>
                  <a:pt x="901294" y="25578"/>
                  <a:pt x="901294" y="28435"/>
                </a:cubicBezTo>
                <a:lnTo>
                  <a:pt x="901294" y="55258"/>
                </a:lnTo>
                <a:lnTo>
                  <a:pt x="894563" y="55258"/>
                </a:lnTo>
                <a:lnTo>
                  <a:pt x="894563" y="29731"/>
                </a:lnTo>
                <a:cubicBezTo>
                  <a:pt x="894563" y="26632"/>
                  <a:pt x="893928" y="24270"/>
                  <a:pt x="892658" y="22644"/>
                </a:cubicBezTo>
                <a:cubicBezTo>
                  <a:pt x="891388" y="21019"/>
                  <a:pt x="889229" y="20206"/>
                  <a:pt x="886308" y="20206"/>
                </a:cubicBezTo>
                <a:cubicBezTo>
                  <a:pt x="884149" y="20206"/>
                  <a:pt x="882371" y="20663"/>
                  <a:pt x="880720" y="21590"/>
                </a:cubicBezTo>
                <a:cubicBezTo>
                  <a:pt x="879196" y="22505"/>
                  <a:pt x="877926" y="23838"/>
                  <a:pt x="877164" y="25603"/>
                </a:cubicBezTo>
                <a:cubicBezTo>
                  <a:pt x="876275" y="27369"/>
                  <a:pt x="875767" y="29477"/>
                  <a:pt x="875767" y="31928"/>
                </a:cubicBezTo>
                <a:lnTo>
                  <a:pt x="875767" y="55258"/>
                </a:lnTo>
                <a:lnTo>
                  <a:pt x="869163" y="55258"/>
                </a:lnTo>
                <a:lnTo>
                  <a:pt x="869163" y="15037"/>
                </a:lnTo>
                <a:close/>
                <a:moveTo>
                  <a:pt x="929615" y="56007"/>
                </a:moveTo>
                <a:cubicBezTo>
                  <a:pt x="925551" y="56007"/>
                  <a:pt x="921995" y="55207"/>
                  <a:pt x="918947" y="53607"/>
                </a:cubicBezTo>
                <a:cubicBezTo>
                  <a:pt x="915899" y="52007"/>
                  <a:pt x="913486" y="49632"/>
                  <a:pt x="911835" y="46495"/>
                </a:cubicBezTo>
                <a:cubicBezTo>
                  <a:pt x="910184" y="43358"/>
                  <a:pt x="909422" y="39574"/>
                  <a:pt x="909422" y="35128"/>
                </a:cubicBezTo>
                <a:cubicBezTo>
                  <a:pt x="909422" y="30633"/>
                  <a:pt x="910311" y="26822"/>
                  <a:pt x="911962" y="23685"/>
                </a:cubicBezTo>
                <a:cubicBezTo>
                  <a:pt x="913740" y="20549"/>
                  <a:pt x="916153" y="18186"/>
                  <a:pt x="919074" y="16612"/>
                </a:cubicBezTo>
                <a:cubicBezTo>
                  <a:pt x="921995" y="15037"/>
                  <a:pt x="925297" y="14250"/>
                  <a:pt x="928853" y="14250"/>
                </a:cubicBezTo>
                <a:cubicBezTo>
                  <a:pt x="932917" y="14250"/>
                  <a:pt x="936346" y="15202"/>
                  <a:pt x="938886" y="17107"/>
                </a:cubicBezTo>
                <a:cubicBezTo>
                  <a:pt x="941553" y="19000"/>
                  <a:pt x="943458" y="21425"/>
                  <a:pt x="944601" y="24371"/>
                </a:cubicBezTo>
                <a:cubicBezTo>
                  <a:pt x="945871" y="27331"/>
                  <a:pt x="946379" y="30429"/>
                  <a:pt x="946379" y="33681"/>
                </a:cubicBezTo>
                <a:cubicBezTo>
                  <a:pt x="946379" y="34798"/>
                  <a:pt x="946379" y="35840"/>
                  <a:pt x="946252" y="36805"/>
                </a:cubicBezTo>
                <a:lnTo>
                  <a:pt x="916407" y="36805"/>
                </a:lnTo>
                <a:cubicBezTo>
                  <a:pt x="916661" y="41199"/>
                  <a:pt x="917931" y="44539"/>
                  <a:pt x="920090" y="46851"/>
                </a:cubicBezTo>
                <a:cubicBezTo>
                  <a:pt x="922376" y="49149"/>
                  <a:pt x="925551" y="50305"/>
                  <a:pt x="929615" y="50305"/>
                </a:cubicBezTo>
                <a:cubicBezTo>
                  <a:pt x="932155" y="50305"/>
                  <a:pt x="934187" y="49936"/>
                  <a:pt x="935965" y="49188"/>
                </a:cubicBezTo>
                <a:cubicBezTo>
                  <a:pt x="937743" y="48451"/>
                  <a:pt x="939394" y="47219"/>
                  <a:pt x="940791" y="45504"/>
                </a:cubicBezTo>
                <a:lnTo>
                  <a:pt x="944982" y="49670"/>
                </a:lnTo>
                <a:cubicBezTo>
                  <a:pt x="943712" y="51168"/>
                  <a:pt x="942315" y="52375"/>
                  <a:pt x="940791" y="53302"/>
                </a:cubicBezTo>
                <a:cubicBezTo>
                  <a:pt x="939267" y="54229"/>
                  <a:pt x="937743" y="54915"/>
                  <a:pt x="935838" y="55347"/>
                </a:cubicBezTo>
                <a:cubicBezTo>
                  <a:pt x="934060" y="55779"/>
                  <a:pt x="932028" y="56007"/>
                  <a:pt x="929615" y="56007"/>
                </a:cubicBezTo>
                <a:close/>
                <a:moveTo>
                  <a:pt x="939648" y="31636"/>
                </a:moveTo>
                <a:cubicBezTo>
                  <a:pt x="939267" y="27763"/>
                  <a:pt x="938124" y="24854"/>
                  <a:pt x="936219" y="22911"/>
                </a:cubicBezTo>
                <a:cubicBezTo>
                  <a:pt x="934314" y="20955"/>
                  <a:pt x="931774" y="19990"/>
                  <a:pt x="928599" y="19990"/>
                </a:cubicBezTo>
                <a:cubicBezTo>
                  <a:pt x="926440" y="19990"/>
                  <a:pt x="924662" y="20422"/>
                  <a:pt x="922884" y="21286"/>
                </a:cubicBezTo>
                <a:cubicBezTo>
                  <a:pt x="921233" y="22149"/>
                  <a:pt x="919836" y="23457"/>
                  <a:pt x="918820" y="25197"/>
                </a:cubicBezTo>
                <a:cubicBezTo>
                  <a:pt x="917677" y="26924"/>
                  <a:pt x="916915" y="29070"/>
                  <a:pt x="916661" y="31636"/>
                </a:cubicBezTo>
                <a:lnTo>
                  <a:pt x="939648" y="31636"/>
                </a:lnTo>
                <a:close/>
                <a:moveTo>
                  <a:pt x="954507" y="15037"/>
                </a:moveTo>
                <a:lnTo>
                  <a:pt x="960857" y="15037"/>
                </a:lnTo>
                <a:lnTo>
                  <a:pt x="960857" y="23635"/>
                </a:lnTo>
                <a:lnTo>
                  <a:pt x="960984" y="23635"/>
                </a:lnTo>
                <a:cubicBezTo>
                  <a:pt x="961746" y="20333"/>
                  <a:pt x="962889" y="17945"/>
                  <a:pt x="964540" y="16472"/>
                </a:cubicBezTo>
                <a:cubicBezTo>
                  <a:pt x="966064" y="14999"/>
                  <a:pt x="968096" y="14250"/>
                  <a:pt x="970509" y="14250"/>
                </a:cubicBezTo>
                <a:cubicBezTo>
                  <a:pt x="971144" y="14250"/>
                  <a:pt x="971652" y="14288"/>
                  <a:pt x="972287" y="14364"/>
                </a:cubicBezTo>
                <a:cubicBezTo>
                  <a:pt x="972795" y="14440"/>
                  <a:pt x="973303" y="14529"/>
                  <a:pt x="973684" y="14631"/>
                </a:cubicBezTo>
                <a:lnTo>
                  <a:pt x="973684" y="21210"/>
                </a:lnTo>
                <a:cubicBezTo>
                  <a:pt x="973303" y="21095"/>
                  <a:pt x="972795" y="20993"/>
                  <a:pt x="972160" y="20917"/>
                </a:cubicBezTo>
                <a:cubicBezTo>
                  <a:pt x="971525" y="20841"/>
                  <a:pt x="970890" y="20803"/>
                  <a:pt x="970382" y="20803"/>
                </a:cubicBezTo>
                <a:cubicBezTo>
                  <a:pt x="967080" y="20803"/>
                  <a:pt x="964667" y="21946"/>
                  <a:pt x="963270" y="24244"/>
                </a:cubicBezTo>
                <a:cubicBezTo>
                  <a:pt x="961873" y="26543"/>
                  <a:pt x="961111" y="29896"/>
                  <a:pt x="961111" y="34316"/>
                </a:cubicBezTo>
                <a:lnTo>
                  <a:pt x="961111" y="55258"/>
                </a:lnTo>
                <a:lnTo>
                  <a:pt x="954507" y="55258"/>
                </a:lnTo>
                <a:lnTo>
                  <a:pt x="954507" y="15037"/>
                </a:lnTo>
                <a:close/>
                <a:moveTo>
                  <a:pt x="992988" y="56007"/>
                </a:moveTo>
                <a:cubicBezTo>
                  <a:pt x="986130" y="56007"/>
                  <a:pt x="980669" y="53899"/>
                  <a:pt x="976859" y="49670"/>
                </a:cubicBezTo>
                <a:lnTo>
                  <a:pt x="981177" y="45403"/>
                </a:lnTo>
                <a:cubicBezTo>
                  <a:pt x="982955" y="47257"/>
                  <a:pt x="984733" y="48565"/>
                  <a:pt x="986638" y="49327"/>
                </a:cubicBezTo>
                <a:cubicBezTo>
                  <a:pt x="988416" y="50076"/>
                  <a:pt x="990575" y="50457"/>
                  <a:pt x="992988" y="50457"/>
                </a:cubicBezTo>
                <a:cubicBezTo>
                  <a:pt x="995401" y="50457"/>
                  <a:pt x="997433" y="50000"/>
                  <a:pt x="999084" y="49099"/>
                </a:cubicBezTo>
                <a:cubicBezTo>
                  <a:pt x="1000735" y="48197"/>
                  <a:pt x="1001624" y="46711"/>
                  <a:pt x="1001624" y="44653"/>
                </a:cubicBezTo>
                <a:cubicBezTo>
                  <a:pt x="1001624" y="43193"/>
                  <a:pt x="1001243" y="41999"/>
                  <a:pt x="1000354" y="41097"/>
                </a:cubicBezTo>
                <a:cubicBezTo>
                  <a:pt x="999592" y="40196"/>
                  <a:pt x="998449" y="39484"/>
                  <a:pt x="997179" y="38964"/>
                </a:cubicBezTo>
                <a:cubicBezTo>
                  <a:pt x="995909" y="38443"/>
                  <a:pt x="993877" y="37833"/>
                  <a:pt x="991464" y="37135"/>
                </a:cubicBezTo>
                <a:cubicBezTo>
                  <a:pt x="988924" y="36424"/>
                  <a:pt x="986765" y="35649"/>
                  <a:pt x="984987" y="34837"/>
                </a:cubicBezTo>
                <a:cubicBezTo>
                  <a:pt x="983209" y="34011"/>
                  <a:pt x="981685" y="32842"/>
                  <a:pt x="980542" y="31318"/>
                </a:cubicBezTo>
                <a:cubicBezTo>
                  <a:pt x="979272" y="29794"/>
                  <a:pt x="978764" y="27839"/>
                  <a:pt x="978764" y="25451"/>
                </a:cubicBezTo>
                <a:cubicBezTo>
                  <a:pt x="978764" y="23076"/>
                  <a:pt x="979272" y="21044"/>
                  <a:pt x="980415" y="19355"/>
                </a:cubicBezTo>
                <a:cubicBezTo>
                  <a:pt x="981685" y="17666"/>
                  <a:pt x="983336" y="16396"/>
                  <a:pt x="985495" y="15532"/>
                </a:cubicBezTo>
                <a:cubicBezTo>
                  <a:pt x="987527" y="14681"/>
                  <a:pt x="990067" y="14250"/>
                  <a:pt x="992861" y="14250"/>
                </a:cubicBezTo>
                <a:cubicBezTo>
                  <a:pt x="995655" y="14250"/>
                  <a:pt x="998195" y="14707"/>
                  <a:pt x="1000735" y="15608"/>
                </a:cubicBezTo>
                <a:cubicBezTo>
                  <a:pt x="1003275" y="16523"/>
                  <a:pt x="1005307" y="17844"/>
                  <a:pt x="1006958" y="19571"/>
                </a:cubicBezTo>
                <a:lnTo>
                  <a:pt x="1002767" y="23851"/>
                </a:lnTo>
                <a:cubicBezTo>
                  <a:pt x="1000100" y="21222"/>
                  <a:pt x="996798" y="19914"/>
                  <a:pt x="992861" y="19914"/>
                </a:cubicBezTo>
                <a:cubicBezTo>
                  <a:pt x="990448" y="19914"/>
                  <a:pt x="988670" y="20346"/>
                  <a:pt x="987273" y="21210"/>
                </a:cubicBezTo>
                <a:cubicBezTo>
                  <a:pt x="985876" y="22085"/>
                  <a:pt x="985241" y="23394"/>
                  <a:pt x="985241" y="25159"/>
                </a:cubicBezTo>
                <a:cubicBezTo>
                  <a:pt x="985241" y="26327"/>
                  <a:pt x="985622" y="27293"/>
                  <a:pt x="986384" y="28055"/>
                </a:cubicBezTo>
                <a:cubicBezTo>
                  <a:pt x="987273" y="28829"/>
                  <a:pt x="988289" y="29464"/>
                  <a:pt x="989686" y="29973"/>
                </a:cubicBezTo>
                <a:cubicBezTo>
                  <a:pt x="990956" y="30480"/>
                  <a:pt x="992861" y="31090"/>
                  <a:pt x="995401" y="31776"/>
                </a:cubicBezTo>
                <a:cubicBezTo>
                  <a:pt x="997941" y="32500"/>
                  <a:pt x="1000100" y="33262"/>
                  <a:pt x="1001878" y="34049"/>
                </a:cubicBezTo>
                <a:cubicBezTo>
                  <a:pt x="1003529" y="34849"/>
                  <a:pt x="1005053" y="36055"/>
                  <a:pt x="1006323" y="37681"/>
                </a:cubicBezTo>
                <a:cubicBezTo>
                  <a:pt x="1007466" y="39307"/>
                  <a:pt x="1008101" y="41453"/>
                  <a:pt x="1008101" y="44133"/>
                </a:cubicBezTo>
                <a:cubicBezTo>
                  <a:pt x="1008101" y="46610"/>
                  <a:pt x="1007466" y="48743"/>
                  <a:pt x="1006196" y="50533"/>
                </a:cubicBezTo>
                <a:cubicBezTo>
                  <a:pt x="1004926" y="52312"/>
                  <a:pt x="1003148" y="53670"/>
                  <a:pt x="1000862" y="54611"/>
                </a:cubicBezTo>
                <a:cubicBezTo>
                  <a:pt x="998576" y="55538"/>
                  <a:pt x="995909" y="56007"/>
                  <a:pt x="992988" y="56007"/>
                </a:cubicBezTo>
                <a:close/>
                <a:moveTo>
                  <a:pt x="1057250" y="56007"/>
                </a:moveTo>
                <a:cubicBezTo>
                  <a:pt x="1052170" y="56007"/>
                  <a:pt x="1047725" y="54902"/>
                  <a:pt x="1043915" y="52693"/>
                </a:cubicBezTo>
                <a:cubicBezTo>
                  <a:pt x="1039978" y="50483"/>
                  <a:pt x="1037057" y="47334"/>
                  <a:pt x="1034898" y="43256"/>
                </a:cubicBezTo>
                <a:cubicBezTo>
                  <a:pt x="1032739" y="39180"/>
                  <a:pt x="1031596" y="34430"/>
                  <a:pt x="1031596" y="29032"/>
                </a:cubicBezTo>
                <a:cubicBezTo>
                  <a:pt x="1031596" y="23623"/>
                  <a:pt x="1032739" y="18885"/>
                  <a:pt x="1034898" y="14808"/>
                </a:cubicBezTo>
                <a:cubicBezTo>
                  <a:pt x="1037057" y="10744"/>
                  <a:pt x="1039978" y="7595"/>
                  <a:pt x="1043915" y="5385"/>
                </a:cubicBezTo>
                <a:cubicBezTo>
                  <a:pt x="1047725" y="3163"/>
                  <a:pt x="1052170" y="2045"/>
                  <a:pt x="1057250" y="2045"/>
                </a:cubicBezTo>
                <a:cubicBezTo>
                  <a:pt x="1062203" y="2045"/>
                  <a:pt x="1066648" y="3163"/>
                  <a:pt x="1070458" y="5385"/>
                </a:cubicBezTo>
                <a:cubicBezTo>
                  <a:pt x="1074395" y="7595"/>
                  <a:pt x="1077443" y="10744"/>
                  <a:pt x="1079602" y="14808"/>
                </a:cubicBezTo>
                <a:cubicBezTo>
                  <a:pt x="1081761" y="18885"/>
                  <a:pt x="1082777" y="23623"/>
                  <a:pt x="1082777" y="29032"/>
                </a:cubicBezTo>
                <a:cubicBezTo>
                  <a:pt x="1082777" y="34430"/>
                  <a:pt x="1081761" y="39180"/>
                  <a:pt x="1079602" y="43256"/>
                </a:cubicBezTo>
                <a:cubicBezTo>
                  <a:pt x="1077443" y="47334"/>
                  <a:pt x="1074395" y="50483"/>
                  <a:pt x="1070458" y="52693"/>
                </a:cubicBezTo>
                <a:cubicBezTo>
                  <a:pt x="1066648" y="54902"/>
                  <a:pt x="1062203" y="56007"/>
                  <a:pt x="1057250" y="56007"/>
                </a:cubicBezTo>
                <a:close/>
                <a:moveTo>
                  <a:pt x="1038835" y="29032"/>
                </a:moveTo>
                <a:cubicBezTo>
                  <a:pt x="1038835" y="33198"/>
                  <a:pt x="1039597" y="36818"/>
                  <a:pt x="1040994" y="39891"/>
                </a:cubicBezTo>
                <a:cubicBezTo>
                  <a:pt x="1042518" y="42964"/>
                  <a:pt x="1044677" y="45327"/>
                  <a:pt x="1047471" y="46978"/>
                </a:cubicBezTo>
                <a:cubicBezTo>
                  <a:pt x="1050138" y="48629"/>
                  <a:pt x="1053440" y="49454"/>
                  <a:pt x="1057250" y="49454"/>
                </a:cubicBezTo>
                <a:cubicBezTo>
                  <a:pt x="1060933" y="49454"/>
                  <a:pt x="1064235" y="48629"/>
                  <a:pt x="1066902" y="46978"/>
                </a:cubicBezTo>
                <a:cubicBezTo>
                  <a:pt x="1069696" y="45327"/>
                  <a:pt x="1071855" y="42964"/>
                  <a:pt x="1073379" y="39891"/>
                </a:cubicBezTo>
                <a:cubicBezTo>
                  <a:pt x="1074776" y="36818"/>
                  <a:pt x="1075538" y="33198"/>
                  <a:pt x="1075538" y="29032"/>
                </a:cubicBezTo>
                <a:cubicBezTo>
                  <a:pt x="1075538" y="24854"/>
                  <a:pt x="1074776" y="21248"/>
                  <a:pt x="1073379" y="18174"/>
                </a:cubicBezTo>
                <a:cubicBezTo>
                  <a:pt x="1071855" y="15113"/>
                  <a:pt x="1069696" y="12764"/>
                  <a:pt x="1066902" y="11112"/>
                </a:cubicBezTo>
                <a:cubicBezTo>
                  <a:pt x="1064235" y="9461"/>
                  <a:pt x="1060933" y="8636"/>
                  <a:pt x="1057250" y="8636"/>
                </a:cubicBezTo>
                <a:cubicBezTo>
                  <a:pt x="1053440" y="8636"/>
                  <a:pt x="1050138" y="9461"/>
                  <a:pt x="1047471" y="11112"/>
                </a:cubicBezTo>
                <a:cubicBezTo>
                  <a:pt x="1044677" y="12764"/>
                  <a:pt x="1042518" y="15113"/>
                  <a:pt x="1040994" y="18174"/>
                </a:cubicBezTo>
                <a:cubicBezTo>
                  <a:pt x="1039597" y="21248"/>
                  <a:pt x="1038835" y="24854"/>
                  <a:pt x="1038835" y="29032"/>
                </a:cubicBezTo>
                <a:close/>
                <a:moveTo>
                  <a:pt x="1091667" y="15037"/>
                </a:moveTo>
                <a:lnTo>
                  <a:pt x="1098017" y="15037"/>
                </a:lnTo>
                <a:lnTo>
                  <a:pt x="1098017" y="23406"/>
                </a:lnTo>
                <a:lnTo>
                  <a:pt x="1098144" y="23406"/>
                </a:lnTo>
                <a:cubicBezTo>
                  <a:pt x="1099160" y="20803"/>
                  <a:pt x="1100684" y="18631"/>
                  <a:pt x="1102716" y="16879"/>
                </a:cubicBezTo>
                <a:cubicBezTo>
                  <a:pt x="1104748" y="15126"/>
                  <a:pt x="1107542" y="14250"/>
                  <a:pt x="1111225" y="14250"/>
                </a:cubicBezTo>
                <a:cubicBezTo>
                  <a:pt x="1114019" y="14250"/>
                  <a:pt x="1116305" y="14834"/>
                  <a:pt x="1118210" y="16002"/>
                </a:cubicBezTo>
                <a:cubicBezTo>
                  <a:pt x="1120115" y="17171"/>
                  <a:pt x="1121512" y="18821"/>
                  <a:pt x="1122401" y="20955"/>
                </a:cubicBezTo>
                <a:cubicBezTo>
                  <a:pt x="1123290" y="23089"/>
                  <a:pt x="1123798" y="25578"/>
                  <a:pt x="1123798" y="28435"/>
                </a:cubicBezTo>
                <a:lnTo>
                  <a:pt x="1123798" y="55258"/>
                </a:lnTo>
                <a:lnTo>
                  <a:pt x="1117067" y="55258"/>
                </a:lnTo>
                <a:lnTo>
                  <a:pt x="1117067" y="29731"/>
                </a:lnTo>
                <a:cubicBezTo>
                  <a:pt x="1117067" y="26632"/>
                  <a:pt x="1116432" y="24270"/>
                  <a:pt x="1115162" y="22644"/>
                </a:cubicBezTo>
                <a:cubicBezTo>
                  <a:pt x="1113892" y="21019"/>
                  <a:pt x="1111733" y="20206"/>
                  <a:pt x="1108812" y="20206"/>
                </a:cubicBezTo>
                <a:cubicBezTo>
                  <a:pt x="1106653" y="20206"/>
                  <a:pt x="1104875" y="20663"/>
                  <a:pt x="1103224" y="21590"/>
                </a:cubicBezTo>
                <a:cubicBezTo>
                  <a:pt x="1101700" y="22505"/>
                  <a:pt x="1100430" y="23838"/>
                  <a:pt x="1099668" y="25603"/>
                </a:cubicBezTo>
                <a:cubicBezTo>
                  <a:pt x="1098779" y="27369"/>
                  <a:pt x="1098271" y="29477"/>
                  <a:pt x="1098271" y="31928"/>
                </a:cubicBezTo>
                <a:lnTo>
                  <a:pt x="1098271" y="55258"/>
                </a:lnTo>
                <a:lnTo>
                  <a:pt x="1091667" y="55258"/>
                </a:lnTo>
                <a:lnTo>
                  <a:pt x="1091667" y="15037"/>
                </a:lnTo>
                <a:close/>
                <a:moveTo>
                  <a:pt x="1143229" y="55855"/>
                </a:moveTo>
                <a:cubicBezTo>
                  <a:pt x="1141070" y="55855"/>
                  <a:pt x="1139292" y="55487"/>
                  <a:pt x="1137895" y="54776"/>
                </a:cubicBezTo>
                <a:cubicBezTo>
                  <a:pt x="1136498" y="54052"/>
                  <a:pt x="1135609" y="52984"/>
                  <a:pt x="1134974" y="51550"/>
                </a:cubicBezTo>
                <a:cubicBezTo>
                  <a:pt x="1134339" y="50127"/>
                  <a:pt x="1133958" y="48311"/>
                  <a:pt x="1133958" y="46101"/>
                </a:cubicBezTo>
                <a:lnTo>
                  <a:pt x="1133958" y="0"/>
                </a:lnTo>
                <a:lnTo>
                  <a:pt x="1140689" y="0"/>
                </a:lnTo>
                <a:lnTo>
                  <a:pt x="1140689" y="45060"/>
                </a:lnTo>
                <a:cubicBezTo>
                  <a:pt x="1140689" y="46304"/>
                  <a:pt x="1140816" y="47257"/>
                  <a:pt x="1141070" y="47930"/>
                </a:cubicBezTo>
                <a:cubicBezTo>
                  <a:pt x="1141324" y="48603"/>
                  <a:pt x="1141705" y="49073"/>
                  <a:pt x="1142213" y="49365"/>
                </a:cubicBezTo>
                <a:cubicBezTo>
                  <a:pt x="1142721" y="49644"/>
                  <a:pt x="1143483" y="49785"/>
                  <a:pt x="1144499" y="49785"/>
                </a:cubicBezTo>
                <a:cubicBezTo>
                  <a:pt x="1145134" y="49785"/>
                  <a:pt x="1145769" y="49733"/>
                  <a:pt x="1146404" y="49644"/>
                </a:cubicBezTo>
                <a:cubicBezTo>
                  <a:pt x="1147039" y="49543"/>
                  <a:pt x="1147547" y="49429"/>
                  <a:pt x="1148055" y="49302"/>
                </a:cubicBezTo>
                <a:lnTo>
                  <a:pt x="1148055" y="55258"/>
                </a:lnTo>
                <a:cubicBezTo>
                  <a:pt x="1147420" y="55461"/>
                  <a:pt x="1146658" y="55601"/>
                  <a:pt x="1145896" y="55703"/>
                </a:cubicBezTo>
                <a:cubicBezTo>
                  <a:pt x="1145007" y="55804"/>
                  <a:pt x="1144118" y="55855"/>
                  <a:pt x="1143229" y="55855"/>
                </a:cubicBezTo>
                <a:close/>
                <a:moveTo>
                  <a:pt x="1155294" y="71857"/>
                </a:moveTo>
                <a:cubicBezTo>
                  <a:pt x="1153897" y="71857"/>
                  <a:pt x="1152373" y="71755"/>
                  <a:pt x="1150976" y="71552"/>
                </a:cubicBezTo>
                <a:lnTo>
                  <a:pt x="1150976" y="65786"/>
                </a:lnTo>
                <a:cubicBezTo>
                  <a:pt x="1151992" y="66078"/>
                  <a:pt x="1153135" y="66231"/>
                  <a:pt x="1154786" y="66231"/>
                </a:cubicBezTo>
                <a:cubicBezTo>
                  <a:pt x="1156310" y="66231"/>
                  <a:pt x="1157580" y="66040"/>
                  <a:pt x="1158469" y="65660"/>
                </a:cubicBezTo>
                <a:cubicBezTo>
                  <a:pt x="1159485" y="65278"/>
                  <a:pt x="1160374" y="64694"/>
                  <a:pt x="1160882" y="63932"/>
                </a:cubicBezTo>
                <a:cubicBezTo>
                  <a:pt x="1161517" y="63157"/>
                  <a:pt x="1162152" y="62129"/>
                  <a:pt x="1162660" y="60833"/>
                </a:cubicBezTo>
                <a:lnTo>
                  <a:pt x="1164819" y="55144"/>
                </a:lnTo>
                <a:lnTo>
                  <a:pt x="1148690" y="15037"/>
                </a:lnTo>
                <a:lnTo>
                  <a:pt x="1155802" y="15037"/>
                </a:lnTo>
                <a:lnTo>
                  <a:pt x="1164438" y="37288"/>
                </a:lnTo>
                <a:cubicBezTo>
                  <a:pt x="1165073" y="39142"/>
                  <a:pt x="1165835" y="41237"/>
                  <a:pt x="1166597" y="43574"/>
                </a:cubicBezTo>
                <a:cubicBezTo>
                  <a:pt x="1167359" y="45910"/>
                  <a:pt x="1167867" y="47282"/>
                  <a:pt x="1167994" y="47702"/>
                </a:cubicBezTo>
                <a:cubicBezTo>
                  <a:pt x="1168121" y="47358"/>
                  <a:pt x="1168629" y="46038"/>
                  <a:pt x="1169391" y="43765"/>
                </a:cubicBezTo>
                <a:cubicBezTo>
                  <a:pt x="1170534" y="40932"/>
                  <a:pt x="1171169" y="39002"/>
                  <a:pt x="1171550" y="37960"/>
                </a:cubicBezTo>
                <a:lnTo>
                  <a:pt x="1179424" y="15037"/>
                </a:lnTo>
                <a:lnTo>
                  <a:pt x="1186536" y="15037"/>
                </a:lnTo>
                <a:lnTo>
                  <a:pt x="1167994" y="63030"/>
                </a:lnTo>
                <a:cubicBezTo>
                  <a:pt x="1167232" y="65088"/>
                  <a:pt x="1166343" y="66752"/>
                  <a:pt x="1165327" y="67996"/>
                </a:cubicBezTo>
                <a:cubicBezTo>
                  <a:pt x="1164438" y="69253"/>
                  <a:pt x="1163041" y="70206"/>
                  <a:pt x="1161517" y="70866"/>
                </a:cubicBezTo>
                <a:cubicBezTo>
                  <a:pt x="1159866" y="71527"/>
                  <a:pt x="1157834" y="71857"/>
                  <a:pt x="1155294" y="71857"/>
                </a:cubicBezTo>
                <a:close/>
              </a:path>
            </a:pathLst>
          </a:custGeom>
          <a:solidFill>
            <a:srgbClr val="000000">
              <a:alpha val="50196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Editable vector"/>
          <p:cNvSpPr/>
          <p:nvPr/>
        </p:nvSpPr>
        <p:spPr>
          <a:xfrm>
            <a:off x="1586" y="8763"/>
            <a:ext cx="12191999" cy="97535"/>
          </a:xfrm>
          <a:custGeom>
            <a:avLst/>
            <a:gdLst/>
            <a:ahLst/>
            <a:cxnLst/>
            <a:rect l="0" t="0" r="r" b="b"/>
            <a:pathLst>
              <a:path w="12192000" h="97536" fill="norm" stroke="1" extrusionOk="0">
                <a:moveTo>
                  <a:pt x="0" y="0"/>
                </a:moveTo>
                <a:lnTo>
                  <a:pt x="12192000" y="0"/>
                </a:lnTo>
                <a:lnTo>
                  <a:pt x="12192000" y="97536"/>
                </a:lnTo>
                <a:lnTo>
                  <a:pt x="0" y="97536"/>
                </a:lnTo>
                <a:close/>
              </a:path>
            </a:pathLst>
          </a:custGeom>
          <a:solidFill>
            <a:srgbClr val="0070F2"/>
          </a:solidFill>
          <a:ln w="12700" cap="flat">
            <a:solidFill>
              <a:srgbClr val="0070F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227" y="268224"/>
            <a:ext cx="1097280" cy="54864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0559" y="97534"/>
            <a:ext cx="3904615" cy="6760464"/>
          </a:xfrm>
          <a:prstGeom prst="rect">
            <a:avLst/>
          </a:prstGeom>
        </p:spPr>
      </p:pic>
      <p:sp>
        <p:nvSpPr>
          <p:cNvPr id="4" name="Editable text — PUBLIC"/>
          <p:cNvSpPr txBox="1"/>
          <p:nvPr/>
        </p:nvSpPr>
        <p:spPr>
          <a:xfrm>
            <a:off x="281940" y="6590857"/>
            <a:ext cx="381711" cy="170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6" b="0" i="0" spc="-2">
                <a:solidFill>
                  <a:srgbClr val="000000"/>
                </a:solidFill>
                <a:latin typeface="Arial"/>
              </a:rPr>
              <a:t>PUBLIC</a:t>
            </a:r>
          </a:p>
        </p:txBody>
      </p:sp>
      <p:sp>
        <p:nvSpPr>
          <p:cNvPr id="6" name="Editable text — INTERNAL – SAP and Partners Only"/>
          <p:cNvSpPr txBox="1"/>
          <p:nvPr/>
        </p:nvSpPr>
        <p:spPr>
          <a:xfrm>
            <a:off x="272491" y="6563426"/>
            <a:ext cx="1516838" cy="170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6" b="0" i="0" spc="1">
                <a:solidFill>
                  <a:srgbClr val="000000"/>
                </a:solidFill>
                <a:latin typeface="Arial"/>
              </a:rPr>
              <a:t>INTERNAL – SAP and Partners Only</a:t>
            </a:r>
          </a:p>
        </p:txBody>
      </p:sp>
      <p:sp>
        <p:nvSpPr>
          <p:cNvPr id="9" name="Editable text — The Autonomous"/>
          <p:cNvSpPr txBox="1"/>
          <p:nvPr/>
        </p:nvSpPr>
        <p:spPr>
          <a:xfrm>
            <a:off x="641908" y="1102797"/>
            <a:ext cx="4246730" cy="7997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3998" b="1" i="0" spc="5">
                <a:solidFill>
                  <a:srgbClr val="0057D2"/>
                </a:solidFill>
                <a:latin typeface="Arial"/>
              </a:rPr>
              <a:t>The Autonomous</a:t>
            </a:r>
          </a:p>
        </p:txBody>
      </p:sp>
      <p:sp>
        <p:nvSpPr>
          <p:cNvPr id="10" name="Editable text — Enterprise Opportunity"/>
          <p:cNvSpPr txBox="1"/>
          <p:nvPr/>
        </p:nvSpPr>
        <p:spPr>
          <a:xfrm>
            <a:off x="641908" y="1713054"/>
            <a:ext cx="5755529" cy="79933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3995" b="1" i="0" spc="52">
                <a:solidFill>
                  <a:srgbClr val="0057D2"/>
                </a:solidFill>
                <a:latin typeface="Arial"/>
              </a:rPr>
              <a:t>Enterprise Opportunity</a:t>
            </a:r>
          </a:p>
        </p:txBody>
      </p:sp>
      <p:sp>
        <p:nvSpPr>
          <p:cNvPr id="11" name="Editable text — for Partners"/>
          <p:cNvSpPr txBox="1"/>
          <p:nvPr/>
        </p:nvSpPr>
        <p:spPr>
          <a:xfrm>
            <a:off x="641908" y="2322654"/>
            <a:ext cx="2975996" cy="79933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3995" b="1" i="0" spc="26">
                <a:solidFill>
                  <a:srgbClr val="0057D2"/>
                </a:solidFill>
                <a:latin typeface="Arial"/>
              </a:rPr>
              <a:t>for Partners</a:t>
            </a:r>
          </a:p>
        </p:txBody>
      </p:sp>
      <p:sp>
        <p:nvSpPr>
          <p:cNvPr id="12" name="Editable text — Lead the shift to a new operating model for businesses in "/>
          <p:cNvSpPr txBox="1"/>
          <p:nvPr/>
        </p:nvSpPr>
        <p:spPr>
          <a:xfrm>
            <a:off x="641908" y="3492167"/>
            <a:ext cx="7063234" cy="4198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004" b="1" i="0" spc="-4">
                <a:solidFill>
                  <a:srgbClr val="1B90FF"/>
                </a:solidFill>
                <a:latin typeface="Arial"/>
              </a:rPr>
              <a:t>Lead the shift to a new operating model for businesses in </a:t>
            </a:r>
          </a:p>
        </p:txBody>
      </p:sp>
      <p:sp>
        <p:nvSpPr>
          <p:cNvPr id="13" name="Editable text — the age of AI:"/>
          <p:cNvSpPr txBox="1"/>
          <p:nvPr/>
        </p:nvSpPr>
        <p:spPr>
          <a:xfrm>
            <a:off x="641908" y="3789347"/>
            <a:ext cx="1637377" cy="4198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004" b="1" i="0" spc="-23">
                <a:solidFill>
                  <a:srgbClr val="1B90FF"/>
                </a:solidFill>
                <a:latin typeface="Arial"/>
              </a:rPr>
              <a:t>the age of AI:</a:t>
            </a:r>
          </a:p>
        </p:txBody>
      </p:sp>
      <p:sp>
        <p:nvSpPr>
          <p:cNvPr id="14" name="Editable text — ▪Shift from AI proof of concepts to outcome-based business v"/>
          <p:cNvSpPr txBox="1"/>
          <p:nvPr/>
        </p:nvSpPr>
        <p:spPr>
          <a:xfrm>
            <a:off x="641908" y="4260271"/>
            <a:ext cx="6104026" cy="3425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33172" algn="l"/>
              </a:tabLst>
            </a:pPr>
            <a:r>
              <a:rPr sz="1598" b="0" i="0">
                <a:solidFill>
                  <a:srgbClr val="0070C0"/>
                </a:solidFill>
                <a:latin typeface="Arial"/>
              </a:rPr>
              <a:t>▪</a:t>
            </a:r>
            <a:r>
              <a:t>	</a:t>
            </a:r>
            <a:r>
              <a:rPr sz="1598" b="0" i="0" spc="0">
                <a:solidFill>
                  <a:srgbClr val="000000"/>
                </a:solidFill>
                <a:latin typeface="Arial"/>
              </a:rPr>
              <a:t>Shift from AI proof of concepts to outcome-based business </a:t>
            </a:r>
            <a:r>
              <a:rPr sz="1598" b="0" i="0" spc="-7">
                <a:solidFill>
                  <a:srgbClr val="0D0D0D"/>
                </a:solidFill>
                <a:latin typeface="Arial"/>
              </a:rPr>
              <a:t>value</a:t>
            </a:r>
          </a:p>
        </p:txBody>
      </p:sp>
      <p:sp>
        <p:nvSpPr>
          <p:cNvPr id="15" name="Editable text — ▪AI strategy-to-run: advisory, agent orchestration, training"/>
          <p:cNvSpPr txBox="1"/>
          <p:nvPr/>
        </p:nvSpPr>
        <p:spPr>
          <a:xfrm>
            <a:off x="641908" y="4618941"/>
            <a:ext cx="6957652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33172" algn="l"/>
              </a:tabLst>
            </a:pPr>
            <a:r>
              <a:rPr sz="1596" b="0" i="0">
                <a:solidFill>
                  <a:srgbClr val="0070C0"/>
                </a:solidFill>
                <a:latin typeface="Arial"/>
              </a:rPr>
              <a:t>▪</a:t>
            </a:r>
            <a:r>
              <a:t>	</a:t>
            </a:r>
            <a:r>
              <a:rPr sz="1596" b="0" i="0" spc="-14">
                <a:solidFill>
                  <a:srgbClr val="000000"/>
                </a:solidFill>
                <a:latin typeface="Arial"/>
              </a:rPr>
              <a:t>AI strategy-to-run: advisory, agent orchestration, training, managed lifecycle</a:t>
            </a:r>
          </a:p>
        </p:txBody>
      </p:sp>
      <p:sp>
        <p:nvSpPr>
          <p:cNvPr id="16" name="Editable text — ▪Build repeatable IP and differentiate via your domain and i"/>
          <p:cNvSpPr txBox="1"/>
          <p:nvPr/>
        </p:nvSpPr>
        <p:spPr>
          <a:xfrm>
            <a:off x="641908" y="4977081"/>
            <a:ext cx="7054829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33172" algn="l"/>
              </a:tabLst>
            </a:pPr>
            <a:r>
              <a:rPr sz="1596" b="0" i="0">
                <a:solidFill>
                  <a:srgbClr val="0070C0"/>
                </a:solidFill>
                <a:latin typeface="Arial"/>
              </a:rPr>
              <a:t>▪</a:t>
            </a:r>
            <a:r>
              <a:t>	</a:t>
            </a:r>
            <a:r>
              <a:rPr sz="1596" b="0" i="0" spc="1">
                <a:solidFill>
                  <a:srgbClr val="000000"/>
                </a:solidFill>
                <a:latin typeface="Arial"/>
              </a:rPr>
              <a:t>Build repeatable IP and differentiate via your domain and industry expertise</a:t>
            </a:r>
          </a:p>
        </p:txBody>
      </p:sp>
      <p:sp>
        <p:nvSpPr>
          <p:cNvPr id="17" name="Editable text — ▪Accelerate customer time-to-value with FDE and agent-led tr"/>
          <p:cNvSpPr txBox="1"/>
          <p:nvPr/>
        </p:nvSpPr>
        <p:spPr>
          <a:xfrm>
            <a:off x="641908" y="5335221"/>
            <a:ext cx="6853953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33172" algn="l"/>
              </a:tabLst>
            </a:pPr>
            <a:r>
              <a:rPr sz="1596" b="0" i="0">
                <a:solidFill>
                  <a:srgbClr val="0070C0"/>
                </a:solidFill>
                <a:latin typeface="Arial"/>
              </a:rPr>
              <a:t>▪</a:t>
            </a:r>
            <a:r>
              <a:t>	</a:t>
            </a:r>
            <a:r>
              <a:rPr sz="1596" b="0" i="0" spc="-5">
                <a:solidFill>
                  <a:srgbClr val="000000"/>
                </a:solidFill>
                <a:latin typeface="Arial"/>
              </a:rPr>
              <a:t>Accelerate customer time-to-value with FDE and agent-led transformation</a:t>
            </a:r>
          </a:p>
        </p:txBody>
      </p:sp>
      <p:sp>
        <p:nvSpPr>
          <p:cNvPr id="18" name="Editable text — ▪Leverage SAP’s €100m Ecosystem Fund to drive customer adopt"/>
          <p:cNvSpPr txBox="1"/>
          <p:nvPr/>
        </p:nvSpPr>
        <p:spPr>
          <a:xfrm>
            <a:off x="641908" y="5693717"/>
            <a:ext cx="6324731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33172" algn="l"/>
              </a:tabLst>
            </a:pPr>
            <a:r>
              <a:rPr sz="1596" b="0" i="0">
                <a:solidFill>
                  <a:srgbClr val="0070C0"/>
                </a:solidFill>
                <a:latin typeface="Arial"/>
              </a:rPr>
              <a:t>▪</a:t>
            </a:r>
            <a:r>
              <a:t>	</a:t>
            </a:r>
            <a:r>
              <a:rPr sz="1596" b="0" i="0" spc="-14">
                <a:solidFill>
                  <a:srgbClr val="000000"/>
                </a:solidFill>
                <a:latin typeface="Arial"/>
              </a:rPr>
              <a:t>Leverage SAP’s €100m Ecosystem Fund to drive customer adoption</a:t>
            </a:r>
          </a:p>
        </p:txBody>
      </p:sp>
      <p:sp>
        <p:nvSpPr>
          <p:cNvPr id="20" name="Editable text — Gartner"/>
          <p:cNvSpPr txBox="1"/>
          <p:nvPr/>
        </p:nvSpPr>
        <p:spPr>
          <a:xfrm>
            <a:off x="9576816" y="1944761"/>
            <a:ext cx="1336627" cy="54559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663" b="1" i="0" spc="67">
                <a:solidFill>
                  <a:srgbClr val="0070F2"/>
                </a:solidFill>
                <a:latin typeface="Arial"/>
              </a:rPr>
              <a:t>Gartner</a:t>
            </a:r>
          </a:p>
        </p:txBody>
      </p:sp>
      <p:sp>
        <p:nvSpPr>
          <p:cNvPr id="21" name="Editable text — Enterprise AI software market will "/>
          <p:cNvSpPr txBox="1"/>
          <p:nvPr/>
        </p:nvSpPr>
        <p:spPr>
          <a:xfrm>
            <a:off x="8769095" y="2663238"/>
            <a:ext cx="2992206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4">
                <a:solidFill>
                  <a:srgbClr val="FFFFFF"/>
                </a:solidFill>
                <a:latin typeface="Arial"/>
              </a:rPr>
              <a:t>Enterprise AI software market will </a:t>
            </a:r>
          </a:p>
        </p:txBody>
      </p:sp>
      <p:sp>
        <p:nvSpPr>
          <p:cNvPr id="22" name="Editable text — reach"/>
          <p:cNvSpPr txBox="1"/>
          <p:nvPr/>
        </p:nvSpPr>
        <p:spPr>
          <a:xfrm>
            <a:off x="9971531" y="2872026"/>
            <a:ext cx="547962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17">
                <a:solidFill>
                  <a:srgbClr val="FFFFFF"/>
                </a:solidFill>
                <a:latin typeface="Arial"/>
              </a:rPr>
              <a:t>reach</a:t>
            </a:r>
          </a:p>
        </p:txBody>
      </p:sp>
      <p:sp>
        <p:nvSpPr>
          <p:cNvPr id="23" name="Editable text — US$ 297B"/>
          <p:cNvSpPr txBox="1"/>
          <p:nvPr/>
        </p:nvSpPr>
        <p:spPr>
          <a:xfrm>
            <a:off x="9372600" y="3298188"/>
            <a:ext cx="1744177" cy="59634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930" b="1" i="0" spc="-41">
                <a:solidFill>
                  <a:srgbClr val="FFFFFF"/>
                </a:solidFill>
                <a:latin typeface="Arial"/>
              </a:rPr>
              <a:t>US$ 297B</a:t>
            </a:r>
          </a:p>
        </p:txBody>
      </p:sp>
      <p:sp>
        <p:nvSpPr>
          <p:cNvPr id="24" name="Editable text — in 2027"/>
          <p:cNvSpPr txBox="1"/>
          <p:nvPr/>
        </p:nvSpPr>
        <p:spPr>
          <a:xfrm>
            <a:off x="9576816" y="3745377"/>
            <a:ext cx="1336362" cy="59588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928" b="1" i="0" spc="16">
                <a:solidFill>
                  <a:srgbClr val="FFFFFF"/>
                </a:solidFill>
                <a:latin typeface="Arial"/>
              </a:rPr>
              <a:t>in 2027</a:t>
            </a:r>
          </a:p>
        </p:txBody>
      </p:sp>
      <p:sp>
        <p:nvSpPr>
          <p:cNvPr id="25" name="Editable text — (2022–2027 CAGR ~37%)"/>
          <p:cNvSpPr txBox="1"/>
          <p:nvPr/>
        </p:nvSpPr>
        <p:spPr>
          <a:xfrm>
            <a:off x="9294876" y="4537308"/>
            <a:ext cx="1900293" cy="28041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72" b="0" i="1" spc="-21">
                <a:solidFill>
                  <a:srgbClr val="FFFFFF"/>
                </a:solidFill>
                <a:latin typeface="Arial"/>
              </a:rPr>
              <a:t>(2022–2027 CAGR ~37%)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"/>
          <p:cNvSpPr/>
          <p:nvPr/>
        </p:nvSpPr>
        <p:spPr>
          <a:xfrm>
            <a:off x="0" y="0"/>
            <a:ext cx="12195175" cy="6858000"/>
          </a:xfrm>
          <a:custGeom>
            <a:avLst/>
            <a:gdLst/>
            <a:ahLst/>
            <a:cxnLst/>
            <a:rect l="0" t="0" r="r" b="b"/>
            <a:pathLst>
              <a:path w="12195175" h="6858000" fill="norm" stroke="0" extrusionOk="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Editable vector"/>
          <p:cNvSpPr/>
          <p:nvPr/>
        </p:nvSpPr>
        <p:spPr>
          <a:xfrm>
            <a:off x="506628" y="6582778"/>
            <a:ext cx="1186535" cy="71856"/>
          </a:xfrm>
          <a:custGeom>
            <a:avLst/>
            <a:gdLst/>
            <a:ahLst/>
            <a:cxnLst/>
            <a:rect l="0" t="0" r="r" b="b"/>
            <a:pathLst>
              <a:path w="1186536" h="71857" fill="norm" stroke="0" extrusionOk="0">
                <a:moveTo>
                  <a:pt x="0" y="2832"/>
                </a:moveTo>
                <a:lnTo>
                  <a:pt x="0" y="55258"/>
                </a:lnTo>
                <a:lnTo>
                  <a:pt x="7074" y="55258"/>
                </a:lnTo>
                <a:lnTo>
                  <a:pt x="7074" y="2832"/>
                </a:lnTo>
                <a:close/>
                <a:moveTo>
                  <a:pt x="19812" y="2832"/>
                </a:moveTo>
                <a:lnTo>
                  <a:pt x="28181" y="2832"/>
                </a:lnTo>
                <a:lnTo>
                  <a:pt x="54712" y="47410"/>
                </a:lnTo>
                <a:cubicBezTo>
                  <a:pt x="54661" y="46266"/>
                  <a:pt x="54610" y="44717"/>
                  <a:pt x="54572" y="42761"/>
                </a:cubicBezTo>
                <a:cubicBezTo>
                  <a:pt x="54521" y="40793"/>
                  <a:pt x="54496" y="38862"/>
                  <a:pt x="54496" y="36957"/>
                </a:cubicBezTo>
                <a:lnTo>
                  <a:pt x="54496" y="2832"/>
                </a:lnTo>
                <a:lnTo>
                  <a:pt x="60820" y="2832"/>
                </a:lnTo>
                <a:lnTo>
                  <a:pt x="60820" y="55258"/>
                </a:lnTo>
                <a:lnTo>
                  <a:pt x="52108" y="55258"/>
                </a:lnTo>
                <a:lnTo>
                  <a:pt x="25921" y="11202"/>
                </a:lnTo>
                <a:cubicBezTo>
                  <a:pt x="25972" y="12345"/>
                  <a:pt x="26010" y="13894"/>
                  <a:pt x="26060" y="15837"/>
                </a:cubicBezTo>
                <a:cubicBezTo>
                  <a:pt x="26111" y="17780"/>
                  <a:pt x="26137" y="19724"/>
                  <a:pt x="26137" y="21654"/>
                </a:cubicBezTo>
                <a:lnTo>
                  <a:pt x="26137" y="55258"/>
                </a:lnTo>
                <a:lnTo>
                  <a:pt x="19812" y="55258"/>
                </a:lnTo>
                <a:lnTo>
                  <a:pt x="19812" y="2832"/>
                </a:lnTo>
                <a:close/>
                <a:moveTo>
                  <a:pt x="84125" y="9385"/>
                </a:moveTo>
                <a:lnTo>
                  <a:pt x="67653" y="9385"/>
                </a:lnTo>
                <a:lnTo>
                  <a:pt x="67653" y="2832"/>
                </a:lnTo>
                <a:lnTo>
                  <a:pt x="107683" y="2832"/>
                </a:lnTo>
                <a:lnTo>
                  <a:pt x="107683" y="9385"/>
                </a:lnTo>
                <a:lnTo>
                  <a:pt x="91199" y="9385"/>
                </a:lnTo>
                <a:lnTo>
                  <a:pt x="91199" y="55258"/>
                </a:lnTo>
                <a:lnTo>
                  <a:pt x="84125" y="55258"/>
                </a:lnTo>
                <a:lnTo>
                  <a:pt x="84125" y="9385"/>
                </a:lnTo>
                <a:close/>
                <a:moveTo>
                  <a:pt x="114300" y="2832"/>
                </a:moveTo>
                <a:lnTo>
                  <a:pt x="147980" y="2832"/>
                </a:lnTo>
                <a:lnTo>
                  <a:pt x="147980" y="9385"/>
                </a:lnTo>
                <a:lnTo>
                  <a:pt x="121374" y="9385"/>
                </a:lnTo>
                <a:lnTo>
                  <a:pt x="121374" y="25083"/>
                </a:lnTo>
                <a:lnTo>
                  <a:pt x="145783" y="25083"/>
                </a:lnTo>
                <a:lnTo>
                  <a:pt x="145783" y="31483"/>
                </a:lnTo>
                <a:lnTo>
                  <a:pt x="121374" y="31483"/>
                </a:lnTo>
                <a:lnTo>
                  <a:pt x="121374" y="48705"/>
                </a:lnTo>
                <a:lnTo>
                  <a:pt x="149504" y="48705"/>
                </a:lnTo>
                <a:lnTo>
                  <a:pt x="149504" y="55258"/>
                </a:lnTo>
                <a:lnTo>
                  <a:pt x="114300" y="55258"/>
                </a:lnTo>
                <a:lnTo>
                  <a:pt x="114300" y="2832"/>
                </a:lnTo>
                <a:close/>
                <a:moveTo>
                  <a:pt x="158496" y="2832"/>
                </a:moveTo>
                <a:lnTo>
                  <a:pt x="178626" y="2832"/>
                </a:lnTo>
                <a:cubicBezTo>
                  <a:pt x="182550" y="2832"/>
                  <a:pt x="185877" y="3442"/>
                  <a:pt x="188633" y="4674"/>
                </a:cubicBezTo>
                <a:cubicBezTo>
                  <a:pt x="191389" y="5906"/>
                  <a:pt x="193485" y="7671"/>
                  <a:pt x="194907" y="9996"/>
                </a:cubicBezTo>
                <a:cubicBezTo>
                  <a:pt x="196329" y="12319"/>
                  <a:pt x="197041" y="15088"/>
                  <a:pt x="197041" y="18314"/>
                </a:cubicBezTo>
                <a:cubicBezTo>
                  <a:pt x="197041" y="20613"/>
                  <a:pt x="196596" y="22797"/>
                  <a:pt x="195707" y="24854"/>
                </a:cubicBezTo>
                <a:cubicBezTo>
                  <a:pt x="194818" y="26912"/>
                  <a:pt x="193408" y="28702"/>
                  <a:pt x="191478" y="30214"/>
                </a:cubicBezTo>
                <a:cubicBezTo>
                  <a:pt x="189560" y="31725"/>
                  <a:pt x="187122" y="32766"/>
                  <a:pt x="184175" y="33338"/>
                </a:cubicBezTo>
                <a:lnTo>
                  <a:pt x="199200" y="55258"/>
                </a:lnTo>
                <a:lnTo>
                  <a:pt x="190944" y="55258"/>
                </a:lnTo>
                <a:lnTo>
                  <a:pt x="177254" y="34240"/>
                </a:lnTo>
                <a:lnTo>
                  <a:pt x="165570" y="34240"/>
                </a:lnTo>
                <a:lnTo>
                  <a:pt x="165570" y="55258"/>
                </a:lnTo>
                <a:lnTo>
                  <a:pt x="158496" y="55258"/>
                </a:lnTo>
                <a:lnTo>
                  <a:pt x="158496" y="2832"/>
                </a:lnTo>
                <a:close/>
                <a:moveTo>
                  <a:pt x="178143" y="27915"/>
                </a:moveTo>
                <a:cubicBezTo>
                  <a:pt x="180797" y="27915"/>
                  <a:pt x="183007" y="27496"/>
                  <a:pt x="184785" y="26657"/>
                </a:cubicBezTo>
                <a:cubicBezTo>
                  <a:pt x="186563" y="25832"/>
                  <a:pt x="187871" y="24702"/>
                  <a:pt x="188709" y="23279"/>
                </a:cubicBezTo>
                <a:cubicBezTo>
                  <a:pt x="189548" y="21857"/>
                  <a:pt x="189979" y="20219"/>
                  <a:pt x="189979" y="18390"/>
                </a:cubicBezTo>
                <a:cubicBezTo>
                  <a:pt x="189979" y="15380"/>
                  <a:pt x="188925" y="13119"/>
                  <a:pt x="186817" y="11595"/>
                </a:cubicBezTo>
                <a:cubicBezTo>
                  <a:pt x="184709" y="10071"/>
                  <a:pt x="181712" y="9310"/>
                  <a:pt x="177851" y="9310"/>
                </a:cubicBezTo>
                <a:lnTo>
                  <a:pt x="165570" y="9310"/>
                </a:lnTo>
                <a:lnTo>
                  <a:pt x="165570" y="27915"/>
                </a:lnTo>
                <a:lnTo>
                  <a:pt x="178143" y="27915"/>
                </a:lnTo>
                <a:close/>
                <a:moveTo>
                  <a:pt x="207264" y="2832"/>
                </a:moveTo>
                <a:lnTo>
                  <a:pt x="215633" y="2832"/>
                </a:lnTo>
                <a:lnTo>
                  <a:pt x="242164" y="47410"/>
                </a:lnTo>
                <a:cubicBezTo>
                  <a:pt x="242113" y="46266"/>
                  <a:pt x="242062" y="44717"/>
                  <a:pt x="242024" y="42761"/>
                </a:cubicBezTo>
                <a:cubicBezTo>
                  <a:pt x="241973" y="40793"/>
                  <a:pt x="241948" y="38862"/>
                  <a:pt x="241948" y="36957"/>
                </a:cubicBezTo>
                <a:lnTo>
                  <a:pt x="241948" y="2832"/>
                </a:lnTo>
                <a:lnTo>
                  <a:pt x="248272" y="2832"/>
                </a:lnTo>
                <a:lnTo>
                  <a:pt x="248272" y="55258"/>
                </a:lnTo>
                <a:lnTo>
                  <a:pt x="239560" y="55258"/>
                </a:lnTo>
                <a:lnTo>
                  <a:pt x="213373" y="11202"/>
                </a:lnTo>
                <a:cubicBezTo>
                  <a:pt x="213424" y="12345"/>
                  <a:pt x="213462" y="13894"/>
                  <a:pt x="213512" y="15837"/>
                </a:cubicBezTo>
                <a:cubicBezTo>
                  <a:pt x="213563" y="17780"/>
                  <a:pt x="213589" y="19724"/>
                  <a:pt x="213589" y="21654"/>
                </a:cubicBezTo>
                <a:lnTo>
                  <a:pt x="213589" y="55258"/>
                </a:lnTo>
                <a:lnTo>
                  <a:pt x="207264" y="55258"/>
                </a:lnTo>
                <a:lnTo>
                  <a:pt x="207264" y="2832"/>
                </a:lnTo>
                <a:close/>
                <a:moveTo>
                  <a:pt x="274079" y="2832"/>
                </a:moveTo>
                <a:lnTo>
                  <a:pt x="282181" y="2832"/>
                </a:lnTo>
                <a:lnTo>
                  <a:pt x="301904" y="55258"/>
                </a:lnTo>
                <a:lnTo>
                  <a:pt x="294500" y="55258"/>
                </a:lnTo>
                <a:lnTo>
                  <a:pt x="289547" y="41085"/>
                </a:lnTo>
                <a:lnTo>
                  <a:pt x="266560" y="41085"/>
                </a:lnTo>
                <a:lnTo>
                  <a:pt x="261607" y="55258"/>
                </a:lnTo>
                <a:lnTo>
                  <a:pt x="254356" y="55258"/>
                </a:lnTo>
                <a:lnTo>
                  <a:pt x="274079" y="2832"/>
                </a:lnTo>
                <a:close/>
                <a:moveTo>
                  <a:pt x="287401" y="34900"/>
                </a:moveTo>
                <a:lnTo>
                  <a:pt x="281178" y="17158"/>
                </a:lnTo>
                <a:cubicBezTo>
                  <a:pt x="280607" y="15545"/>
                  <a:pt x="280048" y="13932"/>
                  <a:pt x="279489" y="12319"/>
                </a:cubicBezTo>
                <a:cubicBezTo>
                  <a:pt x="278930" y="10706"/>
                  <a:pt x="278448" y="9322"/>
                  <a:pt x="278054" y="8154"/>
                </a:cubicBezTo>
                <a:cubicBezTo>
                  <a:pt x="277660" y="9322"/>
                  <a:pt x="277178" y="10706"/>
                  <a:pt x="276619" y="12319"/>
                </a:cubicBezTo>
                <a:cubicBezTo>
                  <a:pt x="276060" y="13932"/>
                  <a:pt x="275501" y="15545"/>
                  <a:pt x="274930" y="17158"/>
                </a:cubicBezTo>
                <a:lnTo>
                  <a:pt x="268719" y="34900"/>
                </a:lnTo>
                <a:lnTo>
                  <a:pt x="287401" y="34900"/>
                </a:lnTo>
                <a:close/>
                <a:moveTo>
                  <a:pt x="307848" y="2832"/>
                </a:moveTo>
                <a:lnTo>
                  <a:pt x="314922" y="2832"/>
                </a:lnTo>
                <a:lnTo>
                  <a:pt x="314922" y="48705"/>
                </a:lnTo>
                <a:lnTo>
                  <a:pt x="339179" y="48705"/>
                </a:lnTo>
                <a:lnTo>
                  <a:pt x="339179" y="55258"/>
                </a:lnTo>
                <a:lnTo>
                  <a:pt x="307848" y="55258"/>
                </a:lnTo>
                <a:lnTo>
                  <a:pt x="307848" y="2832"/>
                </a:lnTo>
                <a:close/>
                <a:moveTo>
                  <a:pt x="362268" y="32410"/>
                </a:moveTo>
                <a:lnTo>
                  <a:pt x="362268" y="37580"/>
                </a:lnTo>
                <a:lnTo>
                  <a:pt x="404609" y="37580"/>
                </a:lnTo>
                <a:lnTo>
                  <a:pt x="404609" y="32410"/>
                </a:lnTo>
                <a:close/>
                <a:moveTo>
                  <a:pt x="446773" y="56007"/>
                </a:moveTo>
                <a:cubicBezTo>
                  <a:pt x="442481" y="56007"/>
                  <a:pt x="438696" y="55309"/>
                  <a:pt x="435407" y="53911"/>
                </a:cubicBezTo>
                <a:cubicBezTo>
                  <a:pt x="432118" y="52528"/>
                  <a:pt x="429387" y="50432"/>
                  <a:pt x="427203" y="47625"/>
                </a:cubicBezTo>
                <a:lnTo>
                  <a:pt x="432041" y="42787"/>
                </a:lnTo>
                <a:cubicBezTo>
                  <a:pt x="433210" y="44260"/>
                  <a:pt x="434429" y="45492"/>
                  <a:pt x="435724" y="46495"/>
                </a:cubicBezTo>
                <a:cubicBezTo>
                  <a:pt x="437007" y="47498"/>
                  <a:pt x="438556" y="48299"/>
                  <a:pt x="440373" y="48895"/>
                </a:cubicBezTo>
                <a:cubicBezTo>
                  <a:pt x="442189" y="49492"/>
                  <a:pt x="444322" y="49785"/>
                  <a:pt x="446773" y="49785"/>
                </a:cubicBezTo>
                <a:cubicBezTo>
                  <a:pt x="449199" y="49785"/>
                  <a:pt x="451371" y="49479"/>
                  <a:pt x="453288" y="48870"/>
                </a:cubicBezTo>
                <a:cubicBezTo>
                  <a:pt x="455193" y="48273"/>
                  <a:pt x="456705" y="47320"/>
                  <a:pt x="457822" y="46025"/>
                </a:cubicBezTo>
                <a:cubicBezTo>
                  <a:pt x="458940" y="44742"/>
                  <a:pt x="459499" y="43117"/>
                  <a:pt x="459499" y="41161"/>
                </a:cubicBezTo>
                <a:cubicBezTo>
                  <a:pt x="459499" y="39192"/>
                  <a:pt x="458915" y="37605"/>
                  <a:pt x="457746" y="36399"/>
                </a:cubicBezTo>
                <a:cubicBezTo>
                  <a:pt x="456578" y="35179"/>
                  <a:pt x="455104" y="34227"/>
                  <a:pt x="453326" y="33541"/>
                </a:cubicBezTo>
                <a:cubicBezTo>
                  <a:pt x="451536" y="32868"/>
                  <a:pt x="449161" y="32157"/>
                  <a:pt x="446215" y="31407"/>
                </a:cubicBezTo>
                <a:cubicBezTo>
                  <a:pt x="442646" y="30518"/>
                  <a:pt x="439712" y="29579"/>
                  <a:pt x="437439" y="28601"/>
                </a:cubicBezTo>
                <a:cubicBezTo>
                  <a:pt x="435153" y="27623"/>
                  <a:pt x="433222" y="26124"/>
                  <a:pt x="431635" y="24118"/>
                </a:cubicBezTo>
                <a:cubicBezTo>
                  <a:pt x="430047" y="22111"/>
                  <a:pt x="429247" y="19431"/>
                  <a:pt x="429247" y="16078"/>
                </a:cubicBezTo>
                <a:cubicBezTo>
                  <a:pt x="429247" y="12878"/>
                  <a:pt x="430060" y="10237"/>
                  <a:pt x="431660" y="8128"/>
                </a:cubicBezTo>
                <a:cubicBezTo>
                  <a:pt x="433273" y="6033"/>
                  <a:pt x="435458" y="4496"/>
                  <a:pt x="438201" y="3518"/>
                </a:cubicBezTo>
                <a:cubicBezTo>
                  <a:pt x="440931" y="2540"/>
                  <a:pt x="444017" y="2045"/>
                  <a:pt x="447446" y="2045"/>
                </a:cubicBezTo>
                <a:cubicBezTo>
                  <a:pt x="451561" y="2045"/>
                  <a:pt x="455054" y="2718"/>
                  <a:pt x="457937" y="4039"/>
                </a:cubicBezTo>
                <a:cubicBezTo>
                  <a:pt x="460807" y="5373"/>
                  <a:pt x="463220" y="7201"/>
                  <a:pt x="465150" y="9525"/>
                </a:cubicBezTo>
                <a:lnTo>
                  <a:pt x="460426" y="14212"/>
                </a:lnTo>
                <a:cubicBezTo>
                  <a:pt x="458762" y="12306"/>
                  <a:pt x="456870" y="10833"/>
                  <a:pt x="454736" y="9792"/>
                </a:cubicBezTo>
                <a:cubicBezTo>
                  <a:pt x="452603" y="8751"/>
                  <a:pt x="450050" y="8230"/>
                  <a:pt x="447065" y="8230"/>
                </a:cubicBezTo>
                <a:cubicBezTo>
                  <a:pt x="444665" y="8230"/>
                  <a:pt x="442646" y="8560"/>
                  <a:pt x="441007" y="9208"/>
                </a:cubicBezTo>
                <a:cubicBezTo>
                  <a:pt x="439369" y="9868"/>
                  <a:pt x="438150" y="10770"/>
                  <a:pt x="437363" y="11913"/>
                </a:cubicBezTo>
                <a:cubicBezTo>
                  <a:pt x="436562" y="13056"/>
                  <a:pt x="436169" y="14364"/>
                  <a:pt x="436169" y="15850"/>
                </a:cubicBezTo>
                <a:cubicBezTo>
                  <a:pt x="436169" y="17666"/>
                  <a:pt x="436715" y="19139"/>
                  <a:pt x="437820" y="20269"/>
                </a:cubicBezTo>
                <a:cubicBezTo>
                  <a:pt x="438925" y="21387"/>
                  <a:pt x="440309" y="22276"/>
                  <a:pt x="441960" y="22911"/>
                </a:cubicBezTo>
                <a:cubicBezTo>
                  <a:pt x="443598" y="23533"/>
                  <a:pt x="445872" y="24244"/>
                  <a:pt x="448742" y="25006"/>
                </a:cubicBezTo>
                <a:cubicBezTo>
                  <a:pt x="452514" y="25946"/>
                  <a:pt x="455587" y="26912"/>
                  <a:pt x="457949" y="27915"/>
                </a:cubicBezTo>
                <a:cubicBezTo>
                  <a:pt x="460324" y="28905"/>
                  <a:pt x="462343" y="30429"/>
                  <a:pt x="463995" y="32487"/>
                </a:cubicBezTo>
                <a:cubicBezTo>
                  <a:pt x="465658" y="34544"/>
                  <a:pt x="466496" y="37313"/>
                  <a:pt x="466496" y="40780"/>
                </a:cubicBezTo>
                <a:cubicBezTo>
                  <a:pt x="466496" y="43765"/>
                  <a:pt x="465734" y="46393"/>
                  <a:pt x="464223" y="48692"/>
                </a:cubicBezTo>
                <a:cubicBezTo>
                  <a:pt x="462712" y="50991"/>
                  <a:pt x="460477" y="52781"/>
                  <a:pt x="457505" y="54064"/>
                </a:cubicBezTo>
                <a:cubicBezTo>
                  <a:pt x="454546" y="55359"/>
                  <a:pt x="450964" y="56007"/>
                  <a:pt x="446773" y="56007"/>
                </a:cubicBezTo>
                <a:close/>
                <a:moveTo>
                  <a:pt x="488963" y="2832"/>
                </a:moveTo>
                <a:lnTo>
                  <a:pt x="497065" y="2832"/>
                </a:lnTo>
                <a:lnTo>
                  <a:pt x="516788" y="55258"/>
                </a:lnTo>
                <a:lnTo>
                  <a:pt x="509384" y="55258"/>
                </a:lnTo>
                <a:lnTo>
                  <a:pt x="504431" y="41085"/>
                </a:lnTo>
                <a:lnTo>
                  <a:pt x="481444" y="41085"/>
                </a:lnTo>
                <a:lnTo>
                  <a:pt x="476491" y="55258"/>
                </a:lnTo>
                <a:lnTo>
                  <a:pt x="469240" y="55258"/>
                </a:lnTo>
                <a:lnTo>
                  <a:pt x="488963" y="2832"/>
                </a:lnTo>
                <a:close/>
                <a:moveTo>
                  <a:pt x="502285" y="34900"/>
                </a:moveTo>
                <a:lnTo>
                  <a:pt x="496062" y="17158"/>
                </a:lnTo>
                <a:cubicBezTo>
                  <a:pt x="495490" y="15545"/>
                  <a:pt x="494932" y="13932"/>
                  <a:pt x="494373" y="12319"/>
                </a:cubicBezTo>
                <a:cubicBezTo>
                  <a:pt x="493814" y="10706"/>
                  <a:pt x="493332" y="9322"/>
                  <a:pt x="492938" y="8154"/>
                </a:cubicBezTo>
                <a:cubicBezTo>
                  <a:pt x="492544" y="9322"/>
                  <a:pt x="492062" y="10706"/>
                  <a:pt x="491503" y="12319"/>
                </a:cubicBezTo>
                <a:cubicBezTo>
                  <a:pt x="490944" y="13932"/>
                  <a:pt x="490385" y="15545"/>
                  <a:pt x="489814" y="17158"/>
                </a:cubicBezTo>
                <a:lnTo>
                  <a:pt x="483603" y="34900"/>
                </a:lnTo>
                <a:lnTo>
                  <a:pt x="502285" y="34900"/>
                </a:lnTo>
                <a:close/>
                <a:moveTo>
                  <a:pt x="522732" y="2832"/>
                </a:moveTo>
                <a:lnTo>
                  <a:pt x="542531" y="2832"/>
                </a:lnTo>
                <a:cubicBezTo>
                  <a:pt x="546570" y="2832"/>
                  <a:pt x="549974" y="3493"/>
                  <a:pt x="552729" y="4801"/>
                </a:cubicBezTo>
                <a:cubicBezTo>
                  <a:pt x="555473" y="6121"/>
                  <a:pt x="557543" y="7963"/>
                  <a:pt x="558914" y="10351"/>
                </a:cubicBezTo>
                <a:cubicBezTo>
                  <a:pt x="560299" y="12726"/>
                  <a:pt x="560984" y="15532"/>
                  <a:pt x="560984" y="18759"/>
                </a:cubicBezTo>
                <a:cubicBezTo>
                  <a:pt x="560984" y="21908"/>
                  <a:pt x="560299" y="24727"/>
                  <a:pt x="558940" y="27204"/>
                </a:cubicBezTo>
                <a:cubicBezTo>
                  <a:pt x="557568" y="29680"/>
                  <a:pt x="555536" y="31636"/>
                  <a:pt x="552831" y="33058"/>
                </a:cubicBezTo>
                <a:cubicBezTo>
                  <a:pt x="550126" y="34493"/>
                  <a:pt x="546837" y="35205"/>
                  <a:pt x="542938" y="35205"/>
                </a:cubicBezTo>
                <a:lnTo>
                  <a:pt x="529806" y="35205"/>
                </a:lnTo>
                <a:lnTo>
                  <a:pt x="529806" y="55258"/>
                </a:lnTo>
                <a:lnTo>
                  <a:pt x="522732" y="55258"/>
                </a:lnTo>
                <a:lnTo>
                  <a:pt x="522732" y="2832"/>
                </a:lnTo>
                <a:close/>
                <a:moveTo>
                  <a:pt x="541934" y="28804"/>
                </a:moveTo>
                <a:cubicBezTo>
                  <a:pt x="545948" y="28804"/>
                  <a:pt x="548957" y="27953"/>
                  <a:pt x="550939" y="26251"/>
                </a:cubicBezTo>
                <a:cubicBezTo>
                  <a:pt x="552920" y="24550"/>
                  <a:pt x="553911" y="22085"/>
                  <a:pt x="553911" y="18835"/>
                </a:cubicBezTo>
                <a:cubicBezTo>
                  <a:pt x="553911" y="15710"/>
                  <a:pt x="552882" y="13336"/>
                  <a:pt x="550812" y="11723"/>
                </a:cubicBezTo>
                <a:cubicBezTo>
                  <a:pt x="548742" y="10109"/>
                  <a:pt x="545681" y="9310"/>
                  <a:pt x="541630" y="9310"/>
                </a:cubicBezTo>
                <a:lnTo>
                  <a:pt x="529806" y="9310"/>
                </a:lnTo>
                <a:lnTo>
                  <a:pt x="529806" y="28804"/>
                </a:lnTo>
                <a:lnTo>
                  <a:pt x="541934" y="28804"/>
                </a:lnTo>
                <a:close/>
                <a:moveTo>
                  <a:pt x="595973" y="56007"/>
                </a:moveTo>
                <a:cubicBezTo>
                  <a:pt x="593585" y="56007"/>
                  <a:pt x="591464" y="55538"/>
                  <a:pt x="589610" y="54623"/>
                </a:cubicBezTo>
                <a:cubicBezTo>
                  <a:pt x="587743" y="53708"/>
                  <a:pt x="586296" y="52363"/>
                  <a:pt x="585254" y="50610"/>
                </a:cubicBezTo>
                <a:cubicBezTo>
                  <a:pt x="584213" y="48844"/>
                  <a:pt x="583692" y="46736"/>
                  <a:pt x="583692" y="44285"/>
                </a:cubicBezTo>
                <a:cubicBezTo>
                  <a:pt x="583692" y="41275"/>
                  <a:pt x="584479" y="38812"/>
                  <a:pt x="586054" y="36881"/>
                </a:cubicBezTo>
                <a:cubicBezTo>
                  <a:pt x="587629" y="34938"/>
                  <a:pt x="589775" y="33528"/>
                  <a:pt x="592506" y="32652"/>
                </a:cubicBezTo>
                <a:cubicBezTo>
                  <a:pt x="595236" y="31776"/>
                  <a:pt x="598399" y="31331"/>
                  <a:pt x="601993" y="31331"/>
                </a:cubicBezTo>
                <a:lnTo>
                  <a:pt x="609143" y="31331"/>
                </a:lnTo>
                <a:lnTo>
                  <a:pt x="609143" y="28575"/>
                </a:lnTo>
                <a:cubicBezTo>
                  <a:pt x="609143" y="25756"/>
                  <a:pt x="608470" y="23597"/>
                  <a:pt x="607111" y="22123"/>
                </a:cubicBezTo>
                <a:cubicBezTo>
                  <a:pt x="605765" y="20651"/>
                  <a:pt x="603720" y="19914"/>
                  <a:pt x="600989" y="19914"/>
                </a:cubicBezTo>
                <a:cubicBezTo>
                  <a:pt x="598513" y="19914"/>
                  <a:pt x="596354" y="20409"/>
                  <a:pt x="594500" y="21413"/>
                </a:cubicBezTo>
                <a:cubicBezTo>
                  <a:pt x="592658" y="22416"/>
                  <a:pt x="591020" y="23876"/>
                  <a:pt x="589610" y="25794"/>
                </a:cubicBezTo>
                <a:lnTo>
                  <a:pt x="585292" y="21476"/>
                </a:lnTo>
                <a:cubicBezTo>
                  <a:pt x="589305" y="16663"/>
                  <a:pt x="594690" y="14250"/>
                  <a:pt x="601434" y="14250"/>
                </a:cubicBezTo>
                <a:cubicBezTo>
                  <a:pt x="604545" y="14250"/>
                  <a:pt x="607174" y="14846"/>
                  <a:pt x="609333" y="16040"/>
                </a:cubicBezTo>
                <a:cubicBezTo>
                  <a:pt x="611480" y="17234"/>
                  <a:pt x="613105" y="18898"/>
                  <a:pt x="614197" y="21044"/>
                </a:cubicBezTo>
                <a:cubicBezTo>
                  <a:pt x="615290" y="23191"/>
                  <a:pt x="615836" y="25705"/>
                  <a:pt x="615836" y="28575"/>
                </a:cubicBezTo>
                <a:lnTo>
                  <a:pt x="615836" y="55258"/>
                </a:lnTo>
                <a:lnTo>
                  <a:pt x="609435" y="55258"/>
                </a:lnTo>
                <a:lnTo>
                  <a:pt x="609435" y="47778"/>
                </a:lnTo>
                <a:lnTo>
                  <a:pt x="609295" y="47778"/>
                </a:lnTo>
                <a:cubicBezTo>
                  <a:pt x="607949" y="50635"/>
                  <a:pt x="606209" y="52718"/>
                  <a:pt x="604076" y="54026"/>
                </a:cubicBezTo>
                <a:cubicBezTo>
                  <a:pt x="601942" y="55347"/>
                  <a:pt x="599250" y="56007"/>
                  <a:pt x="595973" y="56007"/>
                </a:cubicBezTo>
                <a:close/>
                <a:moveTo>
                  <a:pt x="590614" y="44133"/>
                </a:moveTo>
                <a:cubicBezTo>
                  <a:pt x="590614" y="45403"/>
                  <a:pt x="590893" y="46495"/>
                  <a:pt x="591464" y="47447"/>
                </a:cubicBezTo>
                <a:cubicBezTo>
                  <a:pt x="592036" y="48387"/>
                  <a:pt x="592861" y="49111"/>
                  <a:pt x="593941" y="49619"/>
                </a:cubicBezTo>
                <a:cubicBezTo>
                  <a:pt x="595020" y="50127"/>
                  <a:pt x="596303" y="50381"/>
                  <a:pt x="597789" y="50381"/>
                </a:cubicBezTo>
                <a:cubicBezTo>
                  <a:pt x="600151" y="50381"/>
                  <a:pt x="602183" y="49911"/>
                  <a:pt x="603898" y="48946"/>
                </a:cubicBezTo>
                <a:cubicBezTo>
                  <a:pt x="605612" y="47993"/>
                  <a:pt x="606908" y="46749"/>
                  <a:pt x="607797" y="45187"/>
                </a:cubicBezTo>
                <a:cubicBezTo>
                  <a:pt x="608698" y="43638"/>
                  <a:pt x="609143" y="41999"/>
                  <a:pt x="609143" y="40260"/>
                </a:cubicBezTo>
                <a:lnTo>
                  <a:pt x="609143" y="36361"/>
                </a:lnTo>
                <a:lnTo>
                  <a:pt x="602894" y="36361"/>
                </a:lnTo>
                <a:cubicBezTo>
                  <a:pt x="599199" y="36361"/>
                  <a:pt x="596227" y="36919"/>
                  <a:pt x="593979" y="38050"/>
                </a:cubicBezTo>
                <a:cubicBezTo>
                  <a:pt x="591731" y="39180"/>
                  <a:pt x="590614" y="41199"/>
                  <a:pt x="590614" y="44133"/>
                </a:cubicBezTo>
                <a:close/>
                <a:moveTo>
                  <a:pt x="625285" y="15037"/>
                </a:moveTo>
                <a:lnTo>
                  <a:pt x="631685" y="15037"/>
                </a:lnTo>
                <a:lnTo>
                  <a:pt x="631685" y="23406"/>
                </a:lnTo>
                <a:lnTo>
                  <a:pt x="631838" y="23406"/>
                </a:lnTo>
                <a:cubicBezTo>
                  <a:pt x="632828" y="20803"/>
                  <a:pt x="634340" y="18631"/>
                  <a:pt x="636372" y="16879"/>
                </a:cubicBezTo>
                <a:cubicBezTo>
                  <a:pt x="638404" y="15126"/>
                  <a:pt x="641248" y="14250"/>
                  <a:pt x="644893" y="14250"/>
                </a:cubicBezTo>
                <a:cubicBezTo>
                  <a:pt x="647675" y="14250"/>
                  <a:pt x="649999" y="14834"/>
                  <a:pt x="651866" y="16002"/>
                </a:cubicBezTo>
                <a:cubicBezTo>
                  <a:pt x="653745" y="17171"/>
                  <a:pt x="655142" y="18821"/>
                  <a:pt x="656082" y="20955"/>
                </a:cubicBezTo>
                <a:cubicBezTo>
                  <a:pt x="657009" y="23089"/>
                  <a:pt x="657466" y="25578"/>
                  <a:pt x="657466" y="28435"/>
                </a:cubicBezTo>
                <a:lnTo>
                  <a:pt x="657466" y="55258"/>
                </a:lnTo>
                <a:lnTo>
                  <a:pt x="650735" y="55258"/>
                </a:lnTo>
                <a:lnTo>
                  <a:pt x="650735" y="29731"/>
                </a:lnTo>
                <a:cubicBezTo>
                  <a:pt x="650735" y="26632"/>
                  <a:pt x="650088" y="24270"/>
                  <a:pt x="648805" y="22644"/>
                </a:cubicBezTo>
                <a:cubicBezTo>
                  <a:pt x="647510" y="21019"/>
                  <a:pt x="645389" y="20206"/>
                  <a:pt x="642442" y="20206"/>
                </a:cubicBezTo>
                <a:cubicBezTo>
                  <a:pt x="640334" y="20206"/>
                  <a:pt x="638493" y="20663"/>
                  <a:pt x="636918" y="21590"/>
                </a:cubicBezTo>
                <a:cubicBezTo>
                  <a:pt x="635343" y="22505"/>
                  <a:pt x="634124" y="23838"/>
                  <a:pt x="633273" y="25603"/>
                </a:cubicBezTo>
                <a:cubicBezTo>
                  <a:pt x="632409" y="27369"/>
                  <a:pt x="631990" y="29477"/>
                  <a:pt x="631990" y="31928"/>
                </a:cubicBezTo>
                <a:lnTo>
                  <a:pt x="631990" y="55258"/>
                </a:lnTo>
                <a:lnTo>
                  <a:pt x="625285" y="55258"/>
                </a:lnTo>
                <a:lnTo>
                  <a:pt x="625285" y="15037"/>
                </a:lnTo>
                <a:close/>
                <a:moveTo>
                  <a:pt x="683209" y="56007"/>
                </a:moveTo>
                <a:cubicBezTo>
                  <a:pt x="679691" y="56007"/>
                  <a:pt x="676593" y="55118"/>
                  <a:pt x="673926" y="53366"/>
                </a:cubicBezTo>
                <a:cubicBezTo>
                  <a:pt x="671259" y="51601"/>
                  <a:pt x="669201" y="49137"/>
                  <a:pt x="667741" y="45987"/>
                </a:cubicBezTo>
                <a:cubicBezTo>
                  <a:pt x="666267" y="42838"/>
                  <a:pt x="665543" y="39218"/>
                  <a:pt x="665543" y="35128"/>
                </a:cubicBezTo>
                <a:cubicBezTo>
                  <a:pt x="665543" y="31039"/>
                  <a:pt x="666255" y="27419"/>
                  <a:pt x="667677" y="24270"/>
                </a:cubicBezTo>
                <a:cubicBezTo>
                  <a:pt x="669112" y="21108"/>
                  <a:pt x="671144" y="18656"/>
                  <a:pt x="673786" y="16891"/>
                </a:cubicBezTo>
                <a:cubicBezTo>
                  <a:pt x="676427" y="15139"/>
                  <a:pt x="679488" y="14250"/>
                  <a:pt x="682993" y="14250"/>
                </a:cubicBezTo>
                <a:cubicBezTo>
                  <a:pt x="685571" y="14250"/>
                  <a:pt x="687857" y="14656"/>
                  <a:pt x="689839" y="15443"/>
                </a:cubicBezTo>
                <a:cubicBezTo>
                  <a:pt x="691820" y="16243"/>
                  <a:pt x="693471" y="17297"/>
                  <a:pt x="694792" y="18631"/>
                </a:cubicBezTo>
                <a:cubicBezTo>
                  <a:pt x="696100" y="19952"/>
                  <a:pt x="697116" y="21451"/>
                  <a:pt x="697840" y="23114"/>
                </a:cubicBezTo>
                <a:lnTo>
                  <a:pt x="697979" y="23114"/>
                </a:lnTo>
                <a:lnTo>
                  <a:pt x="697979" y="0"/>
                </a:lnTo>
                <a:lnTo>
                  <a:pt x="704685" y="0"/>
                </a:lnTo>
                <a:lnTo>
                  <a:pt x="704685" y="55258"/>
                </a:lnTo>
                <a:lnTo>
                  <a:pt x="698284" y="55258"/>
                </a:lnTo>
                <a:lnTo>
                  <a:pt x="698284" y="46736"/>
                </a:lnTo>
                <a:lnTo>
                  <a:pt x="698208" y="46736"/>
                </a:lnTo>
                <a:cubicBezTo>
                  <a:pt x="697090" y="49492"/>
                  <a:pt x="695363" y="51727"/>
                  <a:pt x="693014" y="53429"/>
                </a:cubicBezTo>
                <a:cubicBezTo>
                  <a:pt x="690677" y="55144"/>
                  <a:pt x="687400" y="56007"/>
                  <a:pt x="683209" y="56007"/>
                </a:cubicBezTo>
                <a:close/>
                <a:moveTo>
                  <a:pt x="672541" y="35128"/>
                </a:moveTo>
                <a:cubicBezTo>
                  <a:pt x="672541" y="38380"/>
                  <a:pt x="673087" y="41148"/>
                  <a:pt x="674192" y="43421"/>
                </a:cubicBezTo>
                <a:cubicBezTo>
                  <a:pt x="675297" y="45707"/>
                  <a:pt x="676808" y="47422"/>
                  <a:pt x="678726" y="48578"/>
                </a:cubicBezTo>
                <a:cubicBezTo>
                  <a:pt x="680657" y="49733"/>
                  <a:pt x="682828" y="50305"/>
                  <a:pt x="685267" y="50305"/>
                </a:cubicBezTo>
                <a:cubicBezTo>
                  <a:pt x="687692" y="50305"/>
                  <a:pt x="689864" y="49733"/>
                  <a:pt x="691794" y="48578"/>
                </a:cubicBezTo>
                <a:cubicBezTo>
                  <a:pt x="693712" y="47422"/>
                  <a:pt x="695223" y="45707"/>
                  <a:pt x="696328" y="43447"/>
                </a:cubicBezTo>
                <a:cubicBezTo>
                  <a:pt x="697433" y="41173"/>
                  <a:pt x="697979" y="38405"/>
                  <a:pt x="697979" y="35128"/>
                </a:cubicBezTo>
                <a:cubicBezTo>
                  <a:pt x="697979" y="31877"/>
                  <a:pt x="697433" y="29121"/>
                  <a:pt x="696328" y="26848"/>
                </a:cubicBezTo>
                <a:cubicBezTo>
                  <a:pt x="695223" y="24574"/>
                  <a:pt x="693712" y="22873"/>
                  <a:pt x="691794" y="21717"/>
                </a:cubicBezTo>
                <a:cubicBezTo>
                  <a:pt x="689864" y="20562"/>
                  <a:pt x="687692" y="19990"/>
                  <a:pt x="685267" y="19990"/>
                </a:cubicBezTo>
                <a:cubicBezTo>
                  <a:pt x="682828" y="19990"/>
                  <a:pt x="680657" y="20562"/>
                  <a:pt x="678726" y="21717"/>
                </a:cubicBezTo>
                <a:cubicBezTo>
                  <a:pt x="676808" y="22873"/>
                  <a:pt x="675297" y="24574"/>
                  <a:pt x="674192" y="26848"/>
                </a:cubicBezTo>
                <a:cubicBezTo>
                  <a:pt x="673087" y="29121"/>
                  <a:pt x="672541" y="31877"/>
                  <a:pt x="672541" y="35128"/>
                </a:cubicBezTo>
                <a:close/>
                <a:moveTo>
                  <a:pt x="734568" y="2832"/>
                </a:moveTo>
                <a:lnTo>
                  <a:pt x="754367" y="2832"/>
                </a:lnTo>
                <a:cubicBezTo>
                  <a:pt x="758406" y="2832"/>
                  <a:pt x="761810" y="3493"/>
                  <a:pt x="764515" y="4801"/>
                </a:cubicBezTo>
                <a:cubicBezTo>
                  <a:pt x="767309" y="6121"/>
                  <a:pt x="769341" y="7963"/>
                  <a:pt x="770738" y="10351"/>
                </a:cubicBezTo>
                <a:cubicBezTo>
                  <a:pt x="772135" y="12726"/>
                  <a:pt x="772770" y="15532"/>
                  <a:pt x="772770" y="18759"/>
                </a:cubicBezTo>
                <a:cubicBezTo>
                  <a:pt x="772770" y="21908"/>
                  <a:pt x="772135" y="24727"/>
                  <a:pt x="770738" y="27204"/>
                </a:cubicBezTo>
                <a:cubicBezTo>
                  <a:pt x="769468" y="29680"/>
                  <a:pt x="767436" y="31636"/>
                  <a:pt x="764642" y="33058"/>
                </a:cubicBezTo>
                <a:cubicBezTo>
                  <a:pt x="761962" y="34493"/>
                  <a:pt x="758673" y="35205"/>
                  <a:pt x="754774" y="35205"/>
                </a:cubicBezTo>
                <a:lnTo>
                  <a:pt x="741642" y="35205"/>
                </a:lnTo>
                <a:lnTo>
                  <a:pt x="741642" y="55258"/>
                </a:lnTo>
                <a:lnTo>
                  <a:pt x="734568" y="55258"/>
                </a:lnTo>
                <a:lnTo>
                  <a:pt x="734568" y="2832"/>
                </a:lnTo>
                <a:close/>
                <a:moveTo>
                  <a:pt x="753770" y="28804"/>
                </a:moveTo>
                <a:cubicBezTo>
                  <a:pt x="757784" y="28804"/>
                  <a:pt x="760793" y="27953"/>
                  <a:pt x="762775" y="26251"/>
                </a:cubicBezTo>
                <a:cubicBezTo>
                  <a:pt x="764769" y="24550"/>
                  <a:pt x="765785" y="22085"/>
                  <a:pt x="765785" y="18835"/>
                </a:cubicBezTo>
                <a:cubicBezTo>
                  <a:pt x="765785" y="15710"/>
                  <a:pt x="764769" y="13336"/>
                  <a:pt x="762648" y="11723"/>
                </a:cubicBezTo>
                <a:cubicBezTo>
                  <a:pt x="760578" y="10109"/>
                  <a:pt x="757517" y="9310"/>
                  <a:pt x="753466" y="9310"/>
                </a:cubicBezTo>
                <a:lnTo>
                  <a:pt x="741642" y="9310"/>
                </a:lnTo>
                <a:lnTo>
                  <a:pt x="741642" y="28804"/>
                </a:lnTo>
                <a:lnTo>
                  <a:pt x="753770" y="28804"/>
                </a:lnTo>
                <a:close/>
                <a:moveTo>
                  <a:pt x="789534" y="56007"/>
                </a:moveTo>
                <a:cubicBezTo>
                  <a:pt x="787121" y="56007"/>
                  <a:pt x="784962" y="55538"/>
                  <a:pt x="783184" y="54623"/>
                </a:cubicBezTo>
                <a:cubicBezTo>
                  <a:pt x="781279" y="53708"/>
                  <a:pt x="779882" y="52363"/>
                  <a:pt x="778739" y="50610"/>
                </a:cubicBezTo>
                <a:cubicBezTo>
                  <a:pt x="777723" y="48844"/>
                  <a:pt x="777215" y="46736"/>
                  <a:pt x="777215" y="44285"/>
                </a:cubicBezTo>
                <a:cubicBezTo>
                  <a:pt x="777215" y="41275"/>
                  <a:pt x="777977" y="38812"/>
                  <a:pt x="779628" y="36881"/>
                </a:cubicBezTo>
                <a:cubicBezTo>
                  <a:pt x="781152" y="34938"/>
                  <a:pt x="783311" y="33528"/>
                  <a:pt x="786105" y="32652"/>
                </a:cubicBezTo>
                <a:cubicBezTo>
                  <a:pt x="788772" y="31776"/>
                  <a:pt x="791947" y="31331"/>
                  <a:pt x="795503" y="31331"/>
                </a:cubicBezTo>
                <a:lnTo>
                  <a:pt x="802742" y="31331"/>
                </a:lnTo>
                <a:lnTo>
                  <a:pt x="802742" y="28575"/>
                </a:lnTo>
                <a:cubicBezTo>
                  <a:pt x="802742" y="25756"/>
                  <a:pt x="801980" y="23597"/>
                  <a:pt x="800710" y="22123"/>
                </a:cubicBezTo>
                <a:cubicBezTo>
                  <a:pt x="799313" y="20651"/>
                  <a:pt x="797281" y="19914"/>
                  <a:pt x="794487" y="19914"/>
                </a:cubicBezTo>
                <a:cubicBezTo>
                  <a:pt x="792074" y="19914"/>
                  <a:pt x="789915" y="20409"/>
                  <a:pt x="788010" y="21413"/>
                </a:cubicBezTo>
                <a:cubicBezTo>
                  <a:pt x="786232" y="22416"/>
                  <a:pt x="784581" y="23876"/>
                  <a:pt x="783184" y="25794"/>
                </a:cubicBezTo>
                <a:lnTo>
                  <a:pt x="778866" y="21476"/>
                </a:lnTo>
                <a:cubicBezTo>
                  <a:pt x="782803" y="16663"/>
                  <a:pt x="788264" y="14250"/>
                  <a:pt x="794995" y="14250"/>
                </a:cubicBezTo>
                <a:cubicBezTo>
                  <a:pt x="798043" y="14250"/>
                  <a:pt x="800710" y="14846"/>
                  <a:pt x="802869" y="16040"/>
                </a:cubicBezTo>
                <a:cubicBezTo>
                  <a:pt x="805028" y="17234"/>
                  <a:pt x="806679" y="18898"/>
                  <a:pt x="807695" y="21044"/>
                </a:cubicBezTo>
                <a:cubicBezTo>
                  <a:pt x="808838" y="23191"/>
                  <a:pt x="809346" y="25705"/>
                  <a:pt x="809346" y="28575"/>
                </a:cubicBezTo>
                <a:lnTo>
                  <a:pt x="809346" y="55258"/>
                </a:lnTo>
                <a:lnTo>
                  <a:pt x="802996" y="55258"/>
                </a:lnTo>
                <a:lnTo>
                  <a:pt x="802996" y="47778"/>
                </a:lnTo>
                <a:lnTo>
                  <a:pt x="802869" y="47778"/>
                </a:lnTo>
                <a:cubicBezTo>
                  <a:pt x="801472" y="50635"/>
                  <a:pt x="799821" y="52718"/>
                  <a:pt x="797662" y="54026"/>
                </a:cubicBezTo>
                <a:cubicBezTo>
                  <a:pt x="795503" y="55347"/>
                  <a:pt x="792836" y="56007"/>
                  <a:pt x="789534" y="56007"/>
                </a:cubicBezTo>
                <a:close/>
                <a:moveTo>
                  <a:pt x="784200" y="44133"/>
                </a:moveTo>
                <a:cubicBezTo>
                  <a:pt x="784200" y="45403"/>
                  <a:pt x="784454" y="46495"/>
                  <a:pt x="784962" y="47447"/>
                </a:cubicBezTo>
                <a:cubicBezTo>
                  <a:pt x="785597" y="48387"/>
                  <a:pt x="786359" y="49111"/>
                  <a:pt x="787502" y="49619"/>
                </a:cubicBezTo>
                <a:cubicBezTo>
                  <a:pt x="788518" y="50127"/>
                  <a:pt x="789915" y="50381"/>
                  <a:pt x="791312" y="50381"/>
                </a:cubicBezTo>
                <a:cubicBezTo>
                  <a:pt x="793725" y="50381"/>
                  <a:pt x="795757" y="49911"/>
                  <a:pt x="797408" y="48946"/>
                </a:cubicBezTo>
                <a:cubicBezTo>
                  <a:pt x="799186" y="47993"/>
                  <a:pt x="800456" y="46749"/>
                  <a:pt x="801345" y="45187"/>
                </a:cubicBezTo>
                <a:cubicBezTo>
                  <a:pt x="802234" y="43638"/>
                  <a:pt x="802742" y="41999"/>
                  <a:pt x="802742" y="40260"/>
                </a:cubicBezTo>
                <a:lnTo>
                  <a:pt x="802742" y="36361"/>
                </a:lnTo>
                <a:lnTo>
                  <a:pt x="796392" y="36361"/>
                </a:lnTo>
                <a:cubicBezTo>
                  <a:pt x="792709" y="36361"/>
                  <a:pt x="789788" y="36919"/>
                  <a:pt x="787502" y="38050"/>
                </a:cubicBezTo>
                <a:cubicBezTo>
                  <a:pt x="785343" y="39180"/>
                  <a:pt x="784200" y="41199"/>
                  <a:pt x="784200" y="44133"/>
                </a:cubicBezTo>
                <a:close/>
                <a:moveTo>
                  <a:pt x="818871" y="15037"/>
                </a:moveTo>
                <a:lnTo>
                  <a:pt x="825221" y="15037"/>
                </a:lnTo>
                <a:lnTo>
                  <a:pt x="825221" y="23635"/>
                </a:lnTo>
                <a:lnTo>
                  <a:pt x="825348" y="23635"/>
                </a:lnTo>
                <a:cubicBezTo>
                  <a:pt x="826110" y="20333"/>
                  <a:pt x="827253" y="17945"/>
                  <a:pt x="828904" y="16472"/>
                </a:cubicBezTo>
                <a:cubicBezTo>
                  <a:pt x="830428" y="14999"/>
                  <a:pt x="832460" y="14250"/>
                  <a:pt x="834873" y="14250"/>
                </a:cubicBezTo>
                <a:cubicBezTo>
                  <a:pt x="835508" y="14250"/>
                  <a:pt x="836016" y="14288"/>
                  <a:pt x="836651" y="14364"/>
                </a:cubicBezTo>
                <a:cubicBezTo>
                  <a:pt x="837159" y="14440"/>
                  <a:pt x="837667" y="14529"/>
                  <a:pt x="838048" y="14631"/>
                </a:cubicBezTo>
                <a:lnTo>
                  <a:pt x="838048" y="21210"/>
                </a:lnTo>
                <a:cubicBezTo>
                  <a:pt x="837667" y="21095"/>
                  <a:pt x="837159" y="20993"/>
                  <a:pt x="836524" y="20917"/>
                </a:cubicBezTo>
                <a:cubicBezTo>
                  <a:pt x="835889" y="20841"/>
                  <a:pt x="835254" y="20803"/>
                  <a:pt x="834746" y="20803"/>
                </a:cubicBezTo>
                <a:cubicBezTo>
                  <a:pt x="831444" y="20803"/>
                  <a:pt x="829031" y="21946"/>
                  <a:pt x="827634" y="24244"/>
                </a:cubicBezTo>
                <a:cubicBezTo>
                  <a:pt x="826237" y="26543"/>
                  <a:pt x="825475" y="29896"/>
                  <a:pt x="825475" y="34316"/>
                </a:cubicBezTo>
                <a:lnTo>
                  <a:pt x="825475" y="55258"/>
                </a:lnTo>
                <a:lnTo>
                  <a:pt x="818871" y="55258"/>
                </a:lnTo>
                <a:lnTo>
                  <a:pt x="818871" y="15037"/>
                </a:lnTo>
                <a:close/>
                <a:moveTo>
                  <a:pt x="855701" y="55855"/>
                </a:moveTo>
                <a:cubicBezTo>
                  <a:pt x="853288" y="55855"/>
                  <a:pt x="851383" y="55525"/>
                  <a:pt x="849859" y="54890"/>
                </a:cubicBezTo>
                <a:cubicBezTo>
                  <a:pt x="848462" y="54242"/>
                  <a:pt x="847319" y="53239"/>
                  <a:pt x="846557" y="51867"/>
                </a:cubicBezTo>
                <a:cubicBezTo>
                  <a:pt x="845922" y="50509"/>
                  <a:pt x="845541" y="48743"/>
                  <a:pt x="845541" y="46584"/>
                </a:cubicBezTo>
                <a:lnTo>
                  <a:pt x="845541" y="20651"/>
                </a:lnTo>
                <a:lnTo>
                  <a:pt x="839572" y="20651"/>
                </a:lnTo>
                <a:lnTo>
                  <a:pt x="839572" y="17158"/>
                </a:lnTo>
                <a:lnTo>
                  <a:pt x="851383" y="5283"/>
                </a:lnTo>
                <a:lnTo>
                  <a:pt x="852272" y="5283"/>
                </a:lnTo>
                <a:lnTo>
                  <a:pt x="852272" y="15037"/>
                </a:lnTo>
                <a:lnTo>
                  <a:pt x="861289" y="15037"/>
                </a:lnTo>
                <a:lnTo>
                  <a:pt x="861289" y="20651"/>
                </a:lnTo>
                <a:lnTo>
                  <a:pt x="852272" y="20651"/>
                </a:lnTo>
                <a:lnTo>
                  <a:pt x="852272" y="45212"/>
                </a:lnTo>
                <a:cubicBezTo>
                  <a:pt x="852272" y="46406"/>
                  <a:pt x="852399" y="47320"/>
                  <a:pt x="852653" y="47981"/>
                </a:cubicBezTo>
                <a:cubicBezTo>
                  <a:pt x="852907" y="48641"/>
                  <a:pt x="853415" y="49111"/>
                  <a:pt x="854050" y="49378"/>
                </a:cubicBezTo>
                <a:cubicBezTo>
                  <a:pt x="854685" y="49657"/>
                  <a:pt x="855574" y="49785"/>
                  <a:pt x="856590" y="49785"/>
                </a:cubicBezTo>
                <a:cubicBezTo>
                  <a:pt x="858114" y="49785"/>
                  <a:pt x="859638" y="49581"/>
                  <a:pt x="861289" y="49149"/>
                </a:cubicBezTo>
                <a:lnTo>
                  <a:pt x="861289" y="55258"/>
                </a:lnTo>
                <a:cubicBezTo>
                  <a:pt x="860527" y="55435"/>
                  <a:pt x="859638" y="55576"/>
                  <a:pt x="858622" y="55690"/>
                </a:cubicBezTo>
                <a:cubicBezTo>
                  <a:pt x="857606" y="55791"/>
                  <a:pt x="856590" y="55855"/>
                  <a:pt x="855701" y="55855"/>
                </a:cubicBezTo>
                <a:close/>
                <a:moveTo>
                  <a:pt x="869163" y="15037"/>
                </a:moveTo>
                <a:lnTo>
                  <a:pt x="875513" y="15037"/>
                </a:lnTo>
                <a:lnTo>
                  <a:pt x="875513" y="23406"/>
                </a:lnTo>
                <a:lnTo>
                  <a:pt x="875640" y="23406"/>
                </a:lnTo>
                <a:cubicBezTo>
                  <a:pt x="876656" y="20803"/>
                  <a:pt x="878180" y="18631"/>
                  <a:pt x="880212" y="16879"/>
                </a:cubicBezTo>
                <a:cubicBezTo>
                  <a:pt x="882244" y="15126"/>
                  <a:pt x="885038" y="14250"/>
                  <a:pt x="888721" y="14250"/>
                </a:cubicBezTo>
                <a:cubicBezTo>
                  <a:pt x="891515" y="14250"/>
                  <a:pt x="893801" y="14834"/>
                  <a:pt x="895706" y="16002"/>
                </a:cubicBezTo>
                <a:cubicBezTo>
                  <a:pt x="897611" y="17171"/>
                  <a:pt x="899008" y="18821"/>
                  <a:pt x="899897" y="20955"/>
                </a:cubicBezTo>
                <a:cubicBezTo>
                  <a:pt x="900786" y="23089"/>
                  <a:pt x="901294" y="25578"/>
                  <a:pt x="901294" y="28435"/>
                </a:cubicBezTo>
                <a:lnTo>
                  <a:pt x="901294" y="55258"/>
                </a:lnTo>
                <a:lnTo>
                  <a:pt x="894563" y="55258"/>
                </a:lnTo>
                <a:lnTo>
                  <a:pt x="894563" y="29731"/>
                </a:lnTo>
                <a:cubicBezTo>
                  <a:pt x="894563" y="26632"/>
                  <a:pt x="893928" y="24270"/>
                  <a:pt x="892658" y="22644"/>
                </a:cubicBezTo>
                <a:cubicBezTo>
                  <a:pt x="891388" y="21019"/>
                  <a:pt x="889229" y="20206"/>
                  <a:pt x="886308" y="20206"/>
                </a:cubicBezTo>
                <a:cubicBezTo>
                  <a:pt x="884149" y="20206"/>
                  <a:pt x="882371" y="20663"/>
                  <a:pt x="880720" y="21590"/>
                </a:cubicBezTo>
                <a:cubicBezTo>
                  <a:pt x="879196" y="22505"/>
                  <a:pt x="877926" y="23838"/>
                  <a:pt x="877164" y="25603"/>
                </a:cubicBezTo>
                <a:cubicBezTo>
                  <a:pt x="876275" y="27369"/>
                  <a:pt x="875767" y="29477"/>
                  <a:pt x="875767" y="31928"/>
                </a:cubicBezTo>
                <a:lnTo>
                  <a:pt x="875767" y="55258"/>
                </a:lnTo>
                <a:lnTo>
                  <a:pt x="869163" y="55258"/>
                </a:lnTo>
                <a:lnTo>
                  <a:pt x="869163" y="15037"/>
                </a:lnTo>
                <a:close/>
                <a:moveTo>
                  <a:pt x="929615" y="56007"/>
                </a:moveTo>
                <a:cubicBezTo>
                  <a:pt x="925551" y="56007"/>
                  <a:pt x="921995" y="55207"/>
                  <a:pt x="918947" y="53607"/>
                </a:cubicBezTo>
                <a:cubicBezTo>
                  <a:pt x="915899" y="52007"/>
                  <a:pt x="913486" y="49632"/>
                  <a:pt x="911835" y="46495"/>
                </a:cubicBezTo>
                <a:cubicBezTo>
                  <a:pt x="910184" y="43358"/>
                  <a:pt x="909422" y="39574"/>
                  <a:pt x="909422" y="35128"/>
                </a:cubicBezTo>
                <a:cubicBezTo>
                  <a:pt x="909422" y="30633"/>
                  <a:pt x="910311" y="26822"/>
                  <a:pt x="911962" y="23685"/>
                </a:cubicBezTo>
                <a:cubicBezTo>
                  <a:pt x="913740" y="20549"/>
                  <a:pt x="916153" y="18186"/>
                  <a:pt x="919074" y="16612"/>
                </a:cubicBezTo>
                <a:cubicBezTo>
                  <a:pt x="921995" y="15037"/>
                  <a:pt x="925297" y="14250"/>
                  <a:pt x="928853" y="14250"/>
                </a:cubicBezTo>
                <a:cubicBezTo>
                  <a:pt x="932917" y="14250"/>
                  <a:pt x="936346" y="15202"/>
                  <a:pt x="938886" y="17107"/>
                </a:cubicBezTo>
                <a:cubicBezTo>
                  <a:pt x="941553" y="19000"/>
                  <a:pt x="943458" y="21425"/>
                  <a:pt x="944601" y="24371"/>
                </a:cubicBezTo>
                <a:cubicBezTo>
                  <a:pt x="945871" y="27331"/>
                  <a:pt x="946379" y="30429"/>
                  <a:pt x="946379" y="33681"/>
                </a:cubicBezTo>
                <a:cubicBezTo>
                  <a:pt x="946379" y="34798"/>
                  <a:pt x="946379" y="35840"/>
                  <a:pt x="946252" y="36805"/>
                </a:cubicBezTo>
                <a:lnTo>
                  <a:pt x="916407" y="36805"/>
                </a:lnTo>
                <a:cubicBezTo>
                  <a:pt x="916661" y="41199"/>
                  <a:pt x="917931" y="44539"/>
                  <a:pt x="920090" y="46851"/>
                </a:cubicBezTo>
                <a:cubicBezTo>
                  <a:pt x="922376" y="49149"/>
                  <a:pt x="925551" y="50305"/>
                  <a:pt x="929615" y="50305"/>
                </a:cubicBezTo>
                <a:cubicBezTo>
                  <a:pt x="932155" y="50305"/>
                  <a:pt x="934187" y="49936"/>
                  <a:pt x="935965" y="49188"/>
                </a:cubicBezTo>
                <a:cubicBezTo>
                  <a:pt x="937743" y="48451"/>
                  <a:pt x="939394" y="47219"/>
                  <a:pt x="940791" y="45504"/>
                </a:cubicBezTo>
                <a:lnTo>
                  <a:pt x="944982" y="49670"/>
                </a:lnTo>
                <a:cubicBezTo>
                  <a:pt x="943712" y="51168"/>
                  <a:pt x="942315" y="52375"/>
                  <a:pt x="940791" y="53302"/>
                </a:cubicBezTo>
                <a:cubicBezTo>
                  <a:pt x="939267" y="54229"/>
                  <a:pt x="937743" y="54915"/>
                  <a:pt x="935838" y="55347"/>
                </a:cubicBezTo>
                <a:cubicBezTo>
                  <a:pt x="934060" y="55779"/>
                  <a:pt x="932028" y="56007"/>
                  <a:pt x="929615" y="56007"/>
                </a:cubicBezTo>
                <a:close/>
                <a:moveTo>
                  <a:pt x="939648" y="31636"/>
                </a:moveTo>
                <a:cubicBezTo>
                  <a:pt x="939267" y="27763"/>
                  <a:pt x="938124" y="24854"/>
                  <a:pt x="936219" y="22911"/>
                </a:cubicBezTo>
                <a:cubicBezTo>
                  <a:pt x="934314" y="20955"/>
                  <a:pt x="931774" y="19990"/>
                  <a:pt x="928599" y="19990"/>
                </a:cubicBezTo>
                <a:cubicBezTo>
                  <a:pt x="926440" y="19990"/>
                  <a:pt x="924662" y="20422"/>
                  <a:pt x="922884" y="21286"/>
                </a:cubicBezTo>
                <a:cubicBezTo>
                  <a:pt x="921233" y="22149"/>
                  <a:pt x="919836" y="23457"/>
                  <a:pt x="918820" y="25197"/>
                </a:cubicBezTo>
                <a:cubicBezTo>
                  <a:pt x="917677" y="26924"/>
                  <a:pt x="916915" y="29070"/>
                  <a:pt x="916661" y="31636"/>
                </a:cubicBezTo>
                <a:lnTo>
                  <a:pt x="939648" y="31636"/>
                </a:lnTo>
                <a:close/>
                <a:moveTo>
                  <a:pt x="954507" y="15037"/>
                </a:moveTo>
                <a:lnTo>
                  <a:pt x="960857" y="15037"/>
                </a:lnTo>
                <a:lnTo>
                  <a:pt x="960857" y="23635"/>
                </a:lnTo>
                <a:lnTo>
                  <a:pt x="960984" y="23635"/>
                </a:lnTo>
                <a:cubicBezTo>
                  <a:pt x="961746" y="20333"/>
                  <a:pt x="962889" y="17945"/>
                  <a:pt x="964540" y="16472"/>
                </a:cubicBezTo>
                <a:cubicBezTo>
                  <a:pt x="966064" y="14999"/>
                  <a:pt x="968096" y="14250"/>
                  <a:pt x="970509" y="14250"/>
                </a:cubicBezTo>
                <a:cubicBezTo>
                  <a:pt x="971144" y="14250"/>
                  <a:pt x="971652" y="14288"/>
                  <a:pt x="972287" y="14364"/>
                </a:cubicBezTo>
                <a:cubicBezTo>
                  <a:pt x="972795" y="14440"/>
                  <a:pt x="973303" y="14529"/>
                  <a:pt x="973684" y="14631"/>
                </a:cubicBezTo>
                <a:lnTo>
                  <a:pt x="973684" y="21210"/>
                </a:lnTo>
                <a:cubicBezTo>
                  <a:pt x="973303" y="21095"/>
                  <a:pt x="972795" y="20993"/>
                  <a:pt x="972160" y="20917"/>
                </a:cubicBezTo>
                <a:cubicBezTo>
                  <a:pt x="971525" y="20841"/>
                  <a:pt x="970890" y="20803"/>
                  <a:pt x="970382" y="20803"/>
                </a:cubicBezTo>
                <a:cubicBezTo>
                  <a:pt x="967080" y="20803"/>
                  <a:pt x="964667" y="21946"/>
                  <a:pt x="963270" y="24244"/>
                </a:cubicBezTo>
                <a:cubicBezTo>
                  <a:pt x="961873" y="26543"/>
                  <a:pt x="961111" y="29896"/>
                  <a:pt x="961111" y="34316"/>
                </a:cubicBezTo>
                <a:lnTo>
                  <a:pt x="961111" y="55258"/>
                </a:lnTo>
                <a:lnTo>
                  <a:pt x="954507" y="55258"/>
                </a:lnTo>
                <a:lnTo>
                  <a:pt x="954507" y="15037"/>
                </a:lnTo>
                <a:close/>
                <a:moveTo>
                  <a:pt x="992988" y="56007"/>
                </a:moveTo>
                <a:cubicBezTo>
                  <a:pt x="986130" y="56007"/>
                  <a:pt x="980669" y="53899"/>
                  <a:pt x="976859" y="49670"/>
                </a:cubicBezTo>
                <a:lnTo>
                  <a:pt x="981177" y="45403"/>
                </a:lnTo>
                <a:cubicBezTo>
                  <a:pt x="982955" y="47257"/>
                  <a:pt x="984733" y="48565"/>
                  <a:pt x="986638" y="49327"/>
                </a:cubicBezTo>
                <a:cubicBezTo>
                  <a:pt x="988416" y="50076"/>
                  <a:pt x="990575" y="50457"/>
                  <a:pt x="992988" y="50457"/>
                </a:cubicBezTo>
                <a:cubicBezTo>
                  <a:pt x="995401" y="50457"/>
                  <a:pt x="997433" y="50000"/>
                  <a:pt x="999084" y="49099"/>
                </a:cubicBezTo>
                <a:cubicBezTo>
                  <a:pt x="1000735" y="48197"/>
                  <a:pt x="1001624" y="46711"/>
                  <a:pt x="1001624" y="44653"/>
                </a:cubicBezTo>
                <a:cubicBezTo>
                  <a:pt x="1001624" y="43193"/>
                  <a:pt x="1001243" y="41999"/>
                  <a:pt x="1000354" y="41097"/>
                </a:cubicBezTo>
                <a:cubicBezTo>
                  <a:pt x="999592" y="40196"/>
                  <a:pt x="998449" y="39484"/>
                  <a:pt x="997179" y="38964"/>
                </a:cubicBezTo>
                <a:cubicBezTo>
                  <a:pt x="995909" y="38443"/>
                  <a:pt x="993877" y="37833"/>
                  <a:pt x="991464" y="37135"/>
                </a:cubicBezTo>
                <a:cubicBezTo>
                  <a:pt x="988924" y="36424"/>
                  <a:pt x="986765" y="35649"/>
                  <a:pt x="984987" y="34837"/>
                </a:cubicBezTo>
                <a:cubicBezTo>
                  <a:pt x="983209" y="34011"/>
                  <a:pt x="981685" y="32842"/>
                  <a:pt x="980542" y="31318"/>
                </a:cubicBezTo>
                <a:cubicBezTo>
                  <a:pt x="979272" y="29794"/>
                  <a:pt x="978764" y="27839"/>
                  <a:pt x="978764" y="25451"/>
                </a:cubicBezTo>
                <a:cubicBezTo>
                  <a:pt x="978764" y="23076"/>
                  <a:pt x="979272" y="21044"/>
                  <a:pt x="980415" y="19355"/>
                </a:cubicBezTo>
                <a:cubicBezTo>
                  <a:pt x="981685" y="17666"/>
                  <a:pt x="983336" y="16396"/>
                  <a:pt x="985495" y="15532"/>
                </a:cubicBezTo>
                <a:cubicBezTo>
                  <a:pt x="987527" y="14681"/>
                  <a:pt x="990067" y="14250"/>
                  <a:pt x="992861" y="14250"/>
                </a:cubicBezTo>
                <a:cubicBezTo>
                  <a:pt x="995655" y="14250"/>
                  <a:pt x="998195" y="14707"/>
                  <a:pt x="1000735" y="15608"/>
                </a:cubicBezTo>
                <a:cubicBezTo>
                  <a:pt x="1003275" y="16523"/>
                  <a:pt x="1005307" y="17844"/>
                  <a:pt x="1006958" y="19571"/>
                </a:cubicBezTo>
                <a:lnTo>
                  <a:pt x="1002767" y="23851"/>
                </a:lnTo>
                <a:cubicBezTo>
                  <a:pt x="1000100" y="21222"/>
                  <a:pt x="996798" y="19914"/>
                  <a:pt x="992861" y="19914"/>
                </a:cubicBezTo>
                <a:cubicBezTo>
                  <a:pt x="990448" y="19914"/>
                  <a:pt x="988670" y="20346"/>
                  <a:pt x="987273" y="21210"/>
                </a:cubicBezTo>
                <a:cubicBezTo>
                  <a:pt x="985876" y="22085"/>
                  <a:pt x="985241" y="23394"/>
                  <a:pt x="985241" y="25159"/>
                </a:cubicBezTo>
                <a:cubicBezTo>
                  <a:pt x="985241" y="26327"/>
                  <a:pt x="985622" y="27293"/>
                  <a:pt x="986384" y="28055"/>
                </a:cubicBezTo>
                <a:cubicBezTo>
                  <a:pt x="987273" y="28829"/>
                  <a:pt x="988289" y="29464"/>
                  <a:pt x="989686" y="29973"/>
                </a:cubicBezTo>
                <a:cubicBezTo>
                  <a:pt x="990956" y="30480"/>
                  <a:pt x="992861" y="31090"/>
                  <a:pt x="995401" y="31776"/>
                </a:cubicBezTo>
                <a:cubicBezTo>
                  <a:pt x="997941" y="32500"/>
                  <a:pt x="1000100" y="33262"/>
                  <a:pt x="1001878" y="34049"/>
                </a:cubicBezTo>
                <a:cubicBezTo>
                  <a:pt x="1003529" y="34849"/>
                  <a:pt x="1005053" y="36055"/>
                  <a:pt x="1006323" y="37681"/>
                </a:cubicBezTo>
                <a:cubicBezTo>
                  <a:pt x="1007466" y="39307"/>
                  <a:pt x="1008101" y="41453"/>
                  <a:pt x="1008101" y="44133"/>
                </a:cubicBezTo>
                <a:cubicBezTo>
                  <a:pt x="1008101" y="46610"/>
                  <a:pt x="1007466" y="48743"/>
                  <a:pt x="1006196" y="50533"/>
                </a:cubicBezTo>
                <a:cubicBezTo>
                  <a:pt x="1004926" y="52312"/>
                  <a:pt x="1003148" y="53670"/>
                  <a:pt x="1000862" y="54611"/>
                </a:cubicBezTo>
                <a:cubicBezTo>
                  <a:pt x="998576" y="55538"/>
                  <a:pt x="995909" y="56007"/>
                  <a:pt x="992988" y="56007"/>
                </a:cubicBezTo>
                <a:close/>
                <a:moveTo>
                  <a:pt x="1057250" y="56007"/>
                </a:moveTo>
                <a:cubicBezTo>
                  <a:pt x="1052170" y="56007"/>
                  <a:pt x="1047725" y="54902"/>
                  <a:pt x="1043915" y="52693"/>
                </a:cubicBezTo>
                <a:cubicBezTo>
                  <a:pt x="1039978" y="50483"/>
                  <a:pt x="1037057" y="47334"/>
                  <a:pt x="1034898" y="43256"/>
                </a:cubicBezTo>
                <a:cubicBezTo>
                  <a:pt x="1032739" y="39180"/>
                  <a:pt x="1031596" y="34430"/>
                  <a:pt x="1031596" y="29032"/>
                </a:cubicBezTo>
                <a:cubicBezTo>
                  <a:pt x="1031596" y="23623"/>
                  <a:pt x="1032739" y="18885"/>
                  <a:pt x="1034898" y="14808"/>
                </a:cubicBezTo>
                <a:cubicBezTo>
                  <a:pt x="1037057" y="10744"/>
                  <a:pt x="1039978" y="7595"/>
                  <a:pt x="1043915" y="5385"/>
                </a:cubicBezTo>
                <a:cubicBezTo>
                  <a:pt x="1047725" y="3163"/>
                  <a:pt x="1052170" y="2045"/>
                  <a:pt x="1057250" y="2045"/>
                </a:cubicBezTo>
                <a:cubicBezTo>
                  <a:pt x="1062203" y="2045"/>
                  <a:pt x="1066648" y="3163"/>
                  <a:pt x="1070458" y="5385"/>
                </a:cubicBezTo>
                <a:cubicBezTo>
                  <a:pt x="1074395" y="7595"/>
                  <a:pt x="1077443" y="10744"/>
                  <a:pt x="1079602" y="14808"/>
                </a:cubicBezTo>
                <a:cubicBezTo>
                  <a:pt x="1081761" y="18885"/>
                  <a:pt x="1082777" y="23623"/>
                  <a:pt x="1082777" y="29032"/>
                </a:cubicBezTo>
                <a:cubicBezTo>
                  <a:pt x="1082777" y="34430"/>
                  <a:pt x="1081761" y="39180"/>
                  <a:pt x="1079602" y="43256"/>
                </a:cubicBezTo>
                <a:cubicBezTo>
                  <a:pt x="1077443" y="47334"/>
                  <a:pt x="1074395" y="50483"/>
                  <a:pt x="1070458" y="52693"/>
                </a:cubicBezTo>
                <a:cubicBezTo>
                  <a:pt x="1066648" y="54902"/>
                  <a:pt x="1062203" y="56007"/>
                  <a:pt x="1057250" y="56007"/>
                </a:cubicBezTo>
                <a:close/>
                <a:moveTo>
                  <a:pt x="1038835" y="29032"/>
                </a:moveTo>
                <a:cubicBezTo>
                  <a:pt x="1038835" y="33198"/>
                  <a:pt x="1039597" y="36818"/>
                  <a:pt x="1040994" y="39891"/>
                </a:cubicBezTo>
                <a:cubicBezTo>
                  <a:pt x="1042518" y="42964"/>
                  <a:pt x="1044677" y="45327"/>
                  <a:pt x="1047471" y="46978"/>
                </a:cubicBezTo>
                <a:cubicBezTo>
                  <a:pt x="1050138" y="48629"/>
                  <a:pt x="1053440" y="49454"/>
                  <a:pt x="1057250" y="49454"/>
                </a:cubicBezTo>
                <a:cubicBezTo>
                  <a:pt x="1060933" y="49454"/>
                  <a:pt x="1064235" y="48629"/>
                  <a:pt x="1066902" y="46978"/>
                </a:cubicBezTo>
                <a:cubicBezTo>
                  <a:pt x="1069696" y="45327"/>
                  <a:pt x="1071855" y="42964"/>
                  <a:pt x="1073379" y="39891"/>
                </a:cubicBezTo>
                <a:cubicBezTo>
                  <a:pt x="1074776" y="36818"/>
                  <a:pt x="1075538" y="33198"/>
                  <a:pt x="1075538" y="29032"/>
                </a:cubicBezTo>
                <a:cubicBezTo>
                  <a:pt x="1075538" y="24854"/>
                  <a:pt x="1074776" y="21248"/>
                  <a:pt x="1073379" y="18174"/>
                </a:cubicBezTo>
                <a:cubicBezTo>
                  <a:pt x="1071855" y="15113"/>
                  <a:pt x="1069696" y="12764"/>
                  <a:pt x="1066902" y="11112"/>
                </a:cubicBezTo>
                <a:cubicBezTo>
                  <a:pt x="1064235" y="9461"/>
                  <a:pt x="1060933" y="8636"/>
                  <a:pt x="1057250" y="8636"/>
                </a:cubicBezTo>
                <a:cubicBezTo>
                  <a:pt x="1053440" y="8636"/>
                  <a:pt x="1050138" y="9461"/>
                  <a:pt x="1047471" y="11112"/>
                </a:cubicBezTo>
                <a:cubicBezTo>
                  <a:pt x="1044677" y="12764"/>
                  <a:pt x="1042518" y="15113"/>
                  <a:pt x="1040994" y="18174"/>
                </a:cubicBezTo>
                <a:cubicBezTo>
                  <a:pt x="1039597" y="21248"/>
                  <a:pt x="1038835" y="24854"/>
                  <a:pt x="1038835" y="29032"/>
                </a:cubicBezTo>
                <a:close/>
                <a:moveTo>
                  <a:pt x="1091667" y="15037"/>
                </a:moveTo>
                <a:lnTo>
                  <a:pt x="1098017" y="15037"/>
                </a:lnTo>
                <a:lnTo>
                  <a:pt x="1098017" y="23406"/>
                </a:lnTo>
                <a:lnTo>
                  <a:pt x="1098144" y="23406"/>
                </a:lnTo>
                <a:cubicBezTo>
                  <a:pt x="1099160" y="20803"/>
                  <a:pt x="1100684" y="18631"/>
                  <a:pt x="1102716" y="16879"/>
                </a:cubicBezTo>
                <a:cubicBezTo>
                  <a:pt x="1104748" y="15126"/>
                  <a:pt x="1107542" y="14250"/>
                  <a:pt x="1111225" y="14250"/>
                </a:cubicBezTo>
                <a:cubicBezTo>
                  <a:pt x="1114019" y="14250"/>
                  <a:pt x="1116305" y="14834"/>
                  <a:pt x="1118210" y="16002"/>
                </a:cubicBezTo>
                <a:cubicBezTo>
                  <a:pt x="1120115" y="17171"/>
                  <a:pt x="1121512" y="18821"/>
                  <a:pt x="1122401" y="20955"/>
                </a:cubicBezTo>
                <a:cubicBezTo>
                  <a:pt x="1123290" y="23089"/>
                  <a:pt x="1123798" y="25578"/>
                  <a:pt x="1123798" y="28435"/>
                </a:cubicBezTo>
                <a:lnTo>
                  <a:pt x="1123798" y="55258"/>
                </a:lnTo>
                <a:lnTo>
                  <a:pt x="1117067" y="55258"/>
                </a:lnTo>
                <a:lnTo>
                  <a:pt x="1117067" y="29731"/>
                </a:lnTo>
                <a:cubicBezTo>
                  <a:pt x="1117067" y="26632"/>
                  <a:pt x="1116432" y="24270"/>
                  <a:pt x="1115162" y="22644"/>
                </a:cubicBezTo>
                <a:cubicBezTo>
                  <a:pt x="1113892" y="21019"/>
                  <a:pt x="1111733" y="20206"/>
                  <a:pt x="1108812" y="20206"/>
                </a:cubicBezTo>
                <a:cubicBezTo>
                  <a:pt x="1106653" y="20206"/>
                  <a:pt x="1104875" y="20663"/>
                  <a:pt x="1103224" y="21590"/>
                </a:cubicBezTo>
                <a:cubicBezTo>
                  <a:pt x="1101700" y="22505"/>
                  <a:pt x="1100430" y="23838"/>
                  <a:pt x="1099668" y="25603"/>
                </a:cubicBezTo>
                <a:cubicBezTo>
                  <a:pt x="1098779" y="27369"/>
                  <a:pt x="1098271" y="29477"/>
                  <a:pt x="1098271" y="31928"/>
                </a:cubicBezTo>
                <a:lnTo>
                  <a:pt x="1098271" y="55258"/>
                </a:lnTo>
                <a:lnTo>
                  <a:pt x="1091667" y="55258"/>
                </a:lnTo>
                <a:lnTo>
                  <a:pt x="1091667" y="15037"/>
                </a:lnTo>
                <a:close/>
                <a:moveTo>
                  <a:pt x="1143229" y="55855"/>
                </a:moveTo>
                <a:cubicBezTo>
                  <a:pt x="1141070" y="55855"/>
                  <a:pt x="1139292" y="55487"/>
                  <a:pt x="1137895" y="54776"/>
                </a:cubicBezTo>
                <a:cubicBezTo>
                  <a:pt x="1136498" y="54052"/>
                  <a:pt x="1135609" y="52984"/>
                  <a:pt x="1134974" y="51550"/>
                </a:cubicBezTo>
                <a:cubicBezTo>
                  <a:pt x="1134339" y="50127"/>
                  <a:pt x="1133958" y="48311"/>
                  <a:pt x="1133958" y="46101"/>
                </a:cubicBezTo>
                <a:lnTo>
                  <a:pt x="1133958" y="0"/>
                </a:lnTo>
                <a:lnTo>
                  <a:pt x="1140689" y="0"/>
                </a:lnTo>
                <a:lnTo>
                  <a:pt x="1140689" y="45060"/>
                </a:lnTo>
                <a:cubicBezTo>
                  <a:pt x="1140689" y="46304"/>
                  <a:pt x="1140816" y="47257"/>
                  <a:pt x="1141070" y="47930"/>
                </a:cubicBezTo>
                <a:cubicBezTo>
                  <a:pt x="1141324" y="48603"/>
                  <a:pt x="1141705" y="49073"/>
                  <a:pt x="1142213" y="49365"/>
                </a:cubicBezTo>
                <a:cubicBezTo>
                  <a:pt x="1142721" y="49644"/>
                  <a:pt x="1143483" y="49785"/>
                  <a:pt x="1144499" y="49785"/>
                </a:cubicBezTo>
                <a:cubicBezTo>
                  <a:pt x="1145134" y="49785"/>
                  <a:pt x="1145769" y="49733"/>
                  <a:pt x="1146404" y="49644"/>
                </a:cubicBezTo>
                <a:cubicBezTo>
                  <a:pt x="1147039" y="49543"/>
                  <a:pt x="1147547" y="49429"/>
                  <a:pt x="1148055" y="49302"/>
                </a:cubicBezTo>
                <a:lnTo>
                  <a:pt x="1148055" y="55258"/>
                </a:lnTo>
                <a:cubicBezTo>
                  <a:pt x="1147420" y="55461"/>
                  <a:pt x="1146658" y="55601"/>
                  <a:pt x="1145896" y="55703"/>
                </a:cubicBezTo>
                <a:cubicBezTo>
                  <a:pt x="1145007" y="55804"/>
                  <a:pt x="1144118" y="55855"/>
                  <a:pt x="1143229" y="55855"/>
                </a:cubicBezTo>
                <a:close/>
                <a:moveTo>
                  <a:pt x="1155294" y="71857"/>
                </a:moveTo>
                <a:cubicBezTo>
                  <a:pt x="1153897" y="71857"/>
                  <a:pt x="1152373" y="71755"/>
                  <a:pt x="1150976" y="71552"/>
                </a:cubicBezTo>
                <a:lnTo>
                  <a:pt x="1150976" y="65786"/>
                </a:lnTo>
                <a:cubicBezTo>
                  <a:pt x="1151992" y="66078"/>
                  <a:pt x="1153135" y="66231"/>
                  <a:pt x="1154786" y="66231"/>
                </a:cubicBezTo>
                <a:cubicBezTo>
                  <a:pt x="1156310" y="66231"/>
                  <a:pt x="1157580" y="66040"/>
                  <a:pt x="1158469" y="65660"/>
                </a:cubicBezTo>
                <a:cubicBezTo>
                  <a:pt x="1159485" y="65278"/>
                  <a:pt x="1160374" y="64694"/>
                  <a:pt x="1160882" y="63932"/>
                </a:cubicBezTo>
                <a:cubicBezTo>
                  <a:pt x="1161517" y="63157"/>
                  <a:pt x="1162152" y="62129"/>
                  <a:pt x="1162660" y="60833"/>
                </a:cubicBezTo>
                <a:lnTo>
                  <a:pt x="1164819" y="55144"/>
                </a:lnTo>
                <a:lnTo>
                  <a:pt x="1148690" y="15037"/>
                </a:lnTo>
                <a:lnTo>
                  <a:pt x="1155802" y="15037"/>
                </a:lnTo>
                <a:lnTo>
                  <a:pt x="1164438" y="37288"/>
                </a:lnTo>
                <a:cubicBezTo>
                  <a:pt x="1165073" y="39142"/>
                  <a:pt x="1165835" y="41237"/>
                  <a:pt x="1166597" y="43574"/>
                </a:cubicBezTo>
                <a:cubicBezTo>
                  <a:pt x="1167359" y="45910"/>
                  <a:pt x="1167867" y="47282"/>
                  <a:pt x="1167994" y="47702"/>
                </a:cubicBezTo>
                <a:cubicBezTo>
                  <a:pt x="1168121" y="47358"/>
                  <a:pt x="1168629" y="46038"/>
                  <a:pt x="1169391" y="43765"/>
                </a:cubicBezTo>
                <a:cubicBezTo>
                  <a:pt x="1170534" y="40932"/>
                  <a:pt x="1171169" y="39002"/>
                  <a:pt x="1171550" y="37960"/>
                </a:cubicBezTo>
                <a:lnTo>
                  <a:pt x="1179424" y="15037"/>
                </a:lnTo>
                <a:lnTo>
                  <a:pt x="1186536" y="15037"/>
                </a:lnTo>
                <a:lnTo>
                  <a:pt x="1167994" y="63030"/>
                </a:lnTo>
                <a:cubicBezTo>
                  <a:pt x="1167232" y="65088"/>
                  <a:pt x="1166343" y="66752"/>
                  <a:pt x="1165327" y="67996"/>
                </a:cubicBezTo>
                <a:cubicBezTo>
                  <a:pt x="1164438" y="69253"/>
                  <a:pt x="1163041" y="70206"/>
                  <a:pt x="1161517" y="70866"/>
                </a:cubicBezTo>
                <a:cubicBezTo>
                  <a:pt x="1159866" y="71527"/>
                  <a:pt x="1157834" y="71857"/>
                  <a:pt x="1155294" y="71857"/>
                </a:cubicBezTo>
                <a:close/>
              </a:path>
            </a:pathLst>
          </a:custGeom>
          <a:solidFill>
            <a:srgbClr val="000000">
              <a:alpha val="50196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19" y="2246325"/>
            <a:ext cx="6264021" cy="386283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4680" y="2526817"/>
            <a:ext cx="416839" cy="398627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3156" y="2513139"/>
            <a:ext cx="419836" cy="468693"/>
          </a:xfrm>
          <a:prstGeom prst="rect">
            <a:avLst/>
          </a:prstGeom>
        </p:spPr>
      </p:pic>
      <p:sp>
        <p:nvSpPr>
          <p:cNvPr id="12" name="Editable vector"/>
          <p:cNvSpPr/>
          <p:nvPr/>
        </p:nvSpPr>
        <p:spPr>
          <a:xfrm>
            <a:off x="7045197" y="2582290"/>
            <a:ext cx="262635" cy="244221"/>
          </a:xfrm>
          <a:custGeom>
            <a:avLst/>
            <a:gdLst/>
            <a:ahLst/>
            <a:cxnLst/>
            <a:rect l="0" t="0" r="r" b="b"/>
            <a:pathLst>
              <a:path w="262636" h="244221" fill="norm" stroke="1" extrusionOk="0">
                <a:moveTo>
                  <a:pt x="0" y="40767"/>
                </a:moveTo>
                <a:cubicBezTo>
                  <a:pt x="0" y="18288"/>
                  <a:pt x="18288" y="0"/>
                  <a:pt x="40767" y="0"/>
                </a:cubicBezTo>
                <a:lnTo>
                  <a:pt x="221869" y="0"/>
                </a:lnTo>
                <a:cubicBezTo>
                  <a:pt x="244348" y="0"/>
                  <a:pt x="262636" y="18288"/>
                  <a:pt x="262636" y="40767"/>
                </a:cubicBezTo>
                <a:lnTo>
                  <a:pt x="262636" y="203454"/>
                </a:lnTo>
                <a:cubicBezTo>
                  <a:pt x="262636" y="225933"/>
                  <a:pt x="244348" y="244221"/>
                  <a:pt x="221869" y="244221"/>
                </a:cubicBezTo>
                <a:lnTo>
                  <a:pt x="40767" y="244221"/>
                </a:lnTo>
                <a:cubicBezTo>
                  <a:pt x="18288" y="244221"/>
                  <a:pt x="0" y="225933"/>
                  <a:pt x="0" y="203454"/>
                </a:cubicBezTo>
                <a:lnTo>
                  <a:pt x="0" y="40767"/>
                </a:lnTo>
                <a:close/>
              </a:path>
            </a:pathLst>
          </a:custGeom>
          <a:solidFill>
            <a:srgbClr val="F7F8F9">
              <a:alpha val="90196"/>
            </a:srgbClr>
          </a:solidFill>
          <a:ln w="6350" cap="flat">
            <a:solidFill>
              <a:srgbClr val="EFF2F3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4680" y="3168421"/>
            <a:ext cx="416839" cy="398627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3156" y="3154743"/>
            <a:ext cx="419836" cy="468693"/>
          </a:xfrm>
          <a:prstGeom prst="rect">
            <a:avLst/>
          </a:prstGeom>
        </p:spPr>
      </p:pic>
      <p:sp>
        <p:nvSpPr>
          <p:cNvPr id="18" name="Editable vector"/>
          <p:cNvSpPr/>
          <p:nvPr/>
        </p:nvSpPr>
        <p:spPr>
          <a:xfrm>
            <a:off x="7045197" y="3223386"/>
            <a:ext cx="262635" cy="244221"/>
          </a:xfrm>
          <a:custGeom>
            <a:avLst/>
            <a:gdLst/>
            <a:ahLst/>
            <a:cxnLst/>
            <a:rect l="0" t="0" r="r" b="b"/>
            <a:pathLst>
              <a:path w="262636" h="244221" fill="norm" stroke="1" extrusionOk="0">
                <a:moveTo>
                  <a:pt x="0" y="40767"/>
                </a:moveTo>
                <a:cubicBezTo>
                  <a:pt x="0" y="18288"/>
                  <a:pt x="18288" y="0"/>
                  <a:pt x="40767" y="0"/>
                </a:cubicBezTo>
                <a:lnTo>
                  <a:pt x="221869" y="0"/>
                </a:lnTo>
                <a:cubicBezTo>
                  <a:pt x="244348" y="0"/>
                  <a:pt x="262636" y="18288"/>
                  <a:pt x="262636" y="40767"/>
                </a:cubicBezTo>
                <a:lnTo>
                  <a:pt x="262636" y="203454"/>
                </a:lnTo>
                <a:cubicBezTo>
                  <a:pt x="262636" y="225933"/>
                  <a:pt x="244348" y="244221"/>
                  <a:pt x="221869" y="244221"/>
                </a:cubicBezTo>
                <a:lnTo>
                  <a:pt x="40767" y="244221"/>
                </a:lnTo>
                <a:cubicBezTo>
                  <a:pt x="18288" y="244221"/>
                  <a:pt x="0" y="225933"/>
                  <a:pt x="0" y="203454"/>
                </a:cubicBezTo>
                <a:lnTo>
                  <a:pt x="0" y="40767"/>
                </a:lnTo>
                <a:close/>
              </a:path>
            </a:pathLst>
          </a:custGeom>
          <a:solidFill>
            <a:srgbClr val="F7F8F9">
              <a:alpha val="90196"/>
            </a:srgbClr>
          </a:solidFill>
          <a:ln w="6350" cap="flat">
            <a:solidFill>
              <a:srgbClr val="EFF2F3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4680" y="3784142"/>
            <a:ext cx="416839" cy="400126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3156" y="3771963"/>
            <a:ext cx="419836" cy="468693"/>
          </a:xfrm>
          <a:prstGeom prst="rect">
            <a:avLst/>
          </a:prstGeom>
        </p:spPr>
      </p:pic>
      <p:sp>
        <p:nvSpPr>
          <p:cNvPr id="24" name="Editable vector"/>
          <p:cNvSpPr/>
          <p:nvPr/>
        </p:nvSpPr>
        <p:spPr>
          <a:xfrm>
            <a:off x="7045197" y="3840226"/>
            <a:ext cx="262635" cy="244220"/>
          </a:xfrm>
          <a:custGeom>
            <a:avLst/>
            <a:gdLst/>
            <a:ahLst/>
            <a:cxnLst/>
            <a:rect l="0" t="0" r="r" b="b"/>
            <a:pathLst>
              <a:path w="262636" h="244221" fill="norm" stroke="1" extrusionOk="0">
                <a:moveTo>
                  <a:pt x="0" y="40640"/>
                </a:moveTo>
                <a:cubicBezTo>
                  <a:pt x="0" y="18161"/>
                  <a:pt x="18288" y="0"/>
                  <a:pt x="40767" y="0"/>
                </a:cubicBezTo>
                <a:lnTo>
                  <a:pt x="221869" y="0"/>
                </a:lnTo>
                <a:cubicBezTo>
                  <a:pt x="244348" y="0"/>
                  <a:pt x="262636" y="18161"/>
                  <a:pt x="262636" y="40640"/>
                </a:cubicBezTo>
                <a:lnTo>
                  <a:pt x="262636" y="203454"/>
                </a:lnTo>
                <a:cubicBezTo>
                  <a:pt x="262636" y="225933"/>
                  <a:pt x="244348" y="244221"/>
                  <a:pt x="221869" y="244221"/>
                </a:cubicBezTo>
                <a:lnTo>
                  <a:pt x="40767" y="244221"/>
                </a:lnTo>
                <a:cubicBezTo>
                  <a:pt x="18288" y="244221"/>
                  <a:pt x="0" y="225933"/>
                  <a:pt x="0" y="203454"/>
                </a:cubicBezTo>
                <a:lnTo>
                  <a:pt x="0" y="40640"/>
                </a:lnTo>
                <a:close/>
              </a:path>
            </a:pathLst>
          </a:custGeom>
          <a:solidFill>
            <a:srgbClr val="F7F8F9">
              <a:alpha val="90196"/>
            </a:srgbClr>
          </a:solidFill>
          <a:ln w="6350" cap="flat">
            <a:solidFill>
              <a:srgbClr val="EFF2F3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64680" y="4410481"/>
            <a:ext cx="416839" cy="398627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63156" y="4396803"/>
            <a:ext cx="419836" cy="468693"/>
          </a:xfrm>
          <a:prstGeom prst="rect">
            <a:avLst/>
          </a:prstGeom>
        </p:spPr>
      </p:pic>
      <p:sp>
        <p:nvSpPr>
          <p:cNvPr id="30" name="Editable vector"/>
          <p:cNvSpPr/>
          <p:nvPr/>
        </p:nvSpPr>
        <p:spPr>
          <a:xfrm>
            <a:off x="7045197" y="4465828"/>
            <a:ext cx="262635" cy="244220"/>
          </a:xfrm>
          <a:custGeom>
            <a:avLst/>
            <a:gdLst/>
            <a:ahLst/>
            <a:cxnLst/>
            <a:rect l="0" t="0" r="r" b="b"/>
            <a:pathLst>
              <a:path w="262636" h="244221" fill="norm" stroke="1" extrusionOk="0">
                <a:moveTo>
                  <a:pt x="0" y="40640"/>
                </a:moveTo>
                <a:cubicBezTo>
                  <a:pt x="0" y="18161"/>
                  <a:pt x="18288" y="0"/>
                  <a:pt x="40767" y="0"/>
                </a:cubicBezTo>
                <a:lnTo>
                  <a:pt x="221869" y="0"/>
                </a:lnTo>
                <a:cubicBezTo>
                  <a:pt x="244348" y="0"/>
                  <a:pt x="262636" y="18161"/>
                  <a:pt x="262636" y="40640"/>
                </a:cubicBezTo>
                <a:lnTo>
                  <a:pt x="262636" y="203454"/>
                </a:lnTo>
                <a:cubicBezTo>
                  <a:pt x="262636" y="225933"/>
                  <a:pt x="244348" y="244221"/>
                  <a:pt x="221869" y="244221"/>
                </a:cubicBezTo>
                <a:lnTo>
                  <a:pt x="40767" y="244221"/>
                </a:lnTo>
                <a:cubicBezTo>
                  <a:pt x="18288" y="244221"/>
                  <a:pt x="0" y="225933"/>
                  <a:pt x="0" y="203454"/>
                </a:cubicBezTo>
                <a:lnTo>
                  <a:pt x="0" y="40640"/>
                </a:lnTo>
                <a:close/>
              </a:path>
            </a:pathLst>
          </a:custGeom>
          <a:solidFill>
            <a:srgbClr val="F7F8F9">
              <a:alpha val="90196"/>
            </a:srgbClr>
          </a:solidFill>
          <a:ln w="6350" cap="flat">
            <a:solidFill>
              <a:srgbClr val="EFF2F3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35800" y="5130800"/>
            <a:ext cx="4610100" cy="254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35800" y="5130800"/>
            <a:ext cx="4610100" cy="254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64680" y="5332476"/>
            <a:ext cx="416839" cy="398627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63156" y="5318760"/>
            <a:ext cx="419836" cy="468693"/>
          </a:xfrm>
          <a:prstGeom prst="rect">
            <a:avLst/>
          </a:prstGeom>
        </p:spPr>
      </p:pic>
      <p:sp>
        <p:nvSpPr>
          <p:cNvPr id="38" name="Editable vector"/>
          <p:cNvSpPr/>
          <p:nvPr/>
        </p:nvSpPr>
        <p:spPr>
          <a:xfrm>
            <a:off x="7045197" y="5387466"/>
            <a:ext cx="262635" cy="244157"/>
          </a:xfrm>
          <a:custGeom>
            <a:avLst/>
            <a:gdLst/>
            <a:ahLst/>
            <a:cxnLst/>
            <a:rect l="0" t="0" r="r" b="b"/>
            <a:pathLst>
              <a:path w="262636" h="244158" fill="norm" stroke="1" extrusionOk="0">
                <a:moveTo>
                  <a:pt x="0" y="40640"/>
                </a:moveTo>
                <a:cubicBezTo>
                  <a:pt x="0" y="18161"/>
                  <a:pt x="18288" y="0"/>
                  <a:pt x="40767" y="0"/>
                </a:cubicBezTo>
                <a:lnTo>
                  <a:pt x="221869" y="0"/>
                </a:lnTo>
                <a:cubicBezTo>
                  <a:pt x="244348" y="0"/>
                  <a:pt x="262636" y="18161"/>
                  <a:pt x="262636" y="40640"/>
                </a:cubicBezTo>
                <a:lnTo>
                  <a:pt x="262636" y="203454"/>
                </a:lnTo>
                <a:cubicBezTo>
                  <a:pt x="262636" y="225933"/>
                  <a:pt x="244348" y="244158"/>
                  <a:pt x="221869" y="244158"/>
                </a:cubicBezTo>
                <a:lnTo>
                  <a:pt x="40767" y="244158"/>
                </a:lnTo>
                <a:cubicBezTo>
                  <a:pt x="18288" y="244158"/>
                  <a:pt x="0" y="225933"/>
                  <a:pt x="0" y="203454"/>
                </a:cubicBezTo>
                <a:lnTo>
                  <a:pt x="0" y="40640"/>
                </a:lnTo>
                <a:close/>
              </a:path>
            </a:pathLst>
          </a:custGeom>
          <a:solidFill>
            <a:srgbClr val="F7F8F9">
              <a:alpha val="90196"/>
            </a:srgbClr>
          </a:solidFill>
          <a:ln w="6350" cap="flat">
            <a:solidFill>
              <a:srgbClr val="EFF2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Editable text — INTERNAL – SAP and Partners Only"/>
          <p:cNvSpPr txBox="1"/>
          <p:nvPr/>
        </p:nvSpPr>
        <p:spPr>
          <a:xfrm>
            <a:off x="272491" y="6563426"/>
            <a:ext cx="1516838" cy="170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6" b="0" i="0" spc="1">
                <a:solidFill>
                  <a:srgbClr val="000000"/>
                </a:solidFill>
                <a:latin typeface="Arial"/>
              </a:rPr>
              <a:t>INTERNAL – SAP and Partners Only</a:t>
            </a:r>
          </a:p>
        </p:txBody>
      </p:sp>
      <p:sp>
        <p:nvSpPr>
          <p:cNvPr id="6" name="Editable text — Key elements of the"/>
          <p:cNvSpPr txBox="1"/>
          <p:nvPr/>
        </p:nvSpPr>
        <p:spPr>
          <a:xfrm>
            <a:off x="4458334" y="650699"/>
            <a:ext cx="3316497" cy="57073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795" b="1" i="0" spc="-44">
                <a:solidFill>
                  <a:srgbClr val="002A86"/>
                </a:solidFill>
                <a:latin typeface="Arial"/>
              </a:rPr>
              <a:t>Key elements of the</a:t>
            </a:r>
          </a:p>
        </p:txBody>
      </p:sp>
      <p:sp>
        <p:nvSpPr>
          <p:cNvPr id="7" name="Editable text — Autonomous Enterprise"/>
          <p:cNvSpPr txBox="1"/>
          <p:nvPr/>
        </p:nvSpPr>
        <p:spPr>
          <a:xfrm>
            <a:off x="4141342" y="1077144"/>
            <a:ext cx="3951187" cy="5711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798" b="1" i="0" spc="-63">
                <a:solidFill>
                  <a:srgbClr val="002A86"/>
                </a:solidFill>
                <a:latin typeface="Arial"/>
              </a:rPr>
              <a:t>Autonomous Enterprise</a:t>
            </a:r>
          </a:p>
        </p:txBody>
      </p:sp>
      <p:sp>
        <p:nvSpPr>
          <p:cNvPr id="8" name="Editable text — Joule as the new engagement layer, bringing together data, "/>
          <p:cNvSpPr txBox="1"/>
          <p:nvPr/>
        </p:nvSpPr>
        <p:spPr>
          <a:xfrm>
            <a:off x="7486777" y="2624200"/>
            <a:ext cx="3971115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-9">
                <a:solidFill>
                  <a:srgbClr val="00144A"/>
                </a:solidFill>
                <a:latin typeface="Arial"/>
              </a:rPr>
              <a:t>Joule</a:t>
            </a:r>
            <a:r>
              <a:rPr sz="1200" b="0" i="0" spc="-27">
                <a:solidFill>
                  <a:srgbClr val="00144A"/>
                </a:solidFill>
                <a:latin typeface="Arial"/>
              </a:rPr>
              <a:t> as the new engagement layer, bringing together data, </a:t>
            </a:r>
          </a:p>
        </p:txBody>
      </p:sp>
      <p:sp>
        <p:nvSpPr>
          <p:cNvPr id="9" name="Editable text — workflows, and agents across SAP systems and beyond"/>
          <p:cNvSpPr txBox="1"/>
          <p:nvPr/>
        </p:nvSpPr>
        <p:spPr>
          <a:xfrm>
            <a:off x="7486777" y="2807081"/>
            <a:ext cx="3682086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0" spc="-26">
                <a:solidFill>
                  <a:srgbClr val="00144A"/>
                </a:solidFill>
                <a:latin typeface="Arial"/>
              </a:rPr>
              <a:t>workflows, and agents across SAP systems and beyond</a:t>
            </a:r>
          </a:p>
        </p:txBody>
      </p:sp>
      <p:sp>
        <p:nvSpPr>
          <p:cNvPr id="13" name="Editable text — 1"/>
          <p:cNvSpPr txBox="1"/>
          <p:nvPr/>
        </p:nvSpPr>
        <p:spPr>
          <a:xfrm>
            <a:off x="7133208" y="2623566"/>
            <a:ext cx="151130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>
                <a:solidFill>
                  <a:srgbClr val="00144A"/>
                </a:solidFill>
                <a:latin typeface="Arial"/>
              </a:rPr>
              <a:t>1</a:t>
            </a:r>
          </a:p>
        </p:txBody>
      </p:sp>
      <p:sp>
        <p:nvSpPr>
          <p:cNvPr id="14" name="Editable text — SAP Autonomous Suite to reinvent how enterprises run, "/>
          <p:cNvSpPr txBox="1"/>
          <p:nvPr/>
        </p:nvSpPr>
        <p:spPr>
          <a:xfrm>
            <a:off x="7486777" y="3256661"/>
            <a:ext cx="3803777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-41">
                <a:solidFill>
                  <a:srgbClr val="00144A"/>
                </a:solidFill>
                <a:latin typeface="Arial"/>
              </a:rPr>
              <a:t>SAP Autonomous Suite </a:t>
            </a:r>
            <a:r>
              <a:rPr sz="1200" b="0" i="0" spc="-20">
                <a:solidFill>
                  <a:srgbClr val="00144A"/>
                </a:solidFill>
                <a:latin typeface="Arial"/>
              </a:rPr>
              <a:t>to reinvent how enterprises run, </a:t>
            </a:r>
          </a:p>
        </p:txBody>
      </p:sp>
      <p:sp>
        <p:nvSpPr>
          <p:cNvPr id="15" name="Editable text — based on AI assistants and agents executing work E2E"/>
          <p:cNvSpPr txBox="1"/>
          <p:nvPr/>
        </p:nvSpPr>
        <p:spPr>
          <a:xfrm>
            <a:off x="7486777" y="3439541"/>
            <a:ext cx="3590192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0" spc="-30">
                <a:solidFill>
                  <a:srgbClr val="00144A"/>
                </a:solidFill>
                <a:latin typeface="Arial"/>
              </a:rPr>
              <a:t>based on AI assistants and agents executing work E2E</a:t>
            </a:r>
          </a:p>
        </p:txBody>
      </p:sp>
      <p:sp>
        <p:nvSpPr>
          <p:cNvPr id="19" name="Editable text — 2"/>
          <p:cNvSpPr txBox="1"/>
          <p:nvPr/>
        </p:nvSpPr>
        <p:spPr>
          <a:xfrm>
            <a:off x="7133208" y="3264916"/>
            <a:ext cx="151130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>
                <a:solidFill>
                  <a:srgbClr val="00144A"/>
                </a:solidFill>
                <a:latin typeface="Arial"/>
              </a:rPr>
              <a:t>2</a:t>
            </a:r>
          </a:p>
        </p:txBody>
      </p:sp>
      <p:sp>
        <p:nvSpPr>
          <p:cNvPr id="20" name="Editable text — Industry AI embeds the process knowledge, compliance "/>
          <p:cNvSpPr txBox="1"/>
          <p:nvPr/>
        </p:nvSpPr>
        <p:spPr>
          <a:xfrm>
            <a:off x="7486777" y="3880611"/>
            <a:ext cx="3839285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-31">
                <a:solidFill>
                  <a:srgbClr val="00144A"/>
                </a:solidFill>
                <a:latin typeface="Arial"/>
              </a:rPr>
              <a:t>Industry AI </a:t>
            </a:r>
            <a:r>
              <a:rPr sz="1200" b="0" i="0" spc="-12">
                <a:solidFill>
                  <a:srgbClr val="00144A"/>
                </a:solidFill>
                <a:latin typeface="Arial"/>
              </a:rPr>
              <a:t>embeds the process knowledge, compliance </a:t>
            </a:r>
          </a:p>
        </p:txBody>
      </p:sp>
      <p:sp>
        <p:nvSpPr>
          <p:cNvPr id="21" name="Editable text — rules, and data models specific to your industry"/>
          <p:cNvSpPr txBox="1"/>
          <p:nvPr/>
        </p:nvSpPr>
        <p:spPr>
          <a:xfrm>
            <a:off x="7486777" y="4063492"/>
            <a:ext cx="3162706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0" spc="-13">
                <a:solidFill>
                  <a:srgbClr val="00144A"/>
                </a:solidFill>
                <a:latin typeface="Arial"/>
              </a:rPr>
              <a:t>rules, and data models specific to your industry</a:t>
            </a:r>
          </a:p>
        </p:txBody>
      </p:sp>
      <p:sp>
        <p:nvSpPr>
          <p:cNvPr id="25" name="Editable text — 3"/>
          <p:cNvSpPr txBox="1"/>
          <p:nvPr/>
        </p:nvSpPr>
        <p:spPr>
          <a:xfrm>
            <a:off x="7133208" y="3881755"/>
            <a:ext cx="151130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>
                <a:solidFill>
                  <a:srgbClr val="00144A"/>
                </a:solidFill>
                <a:latin typeface="Arial"/>
              </a:rPr>
              <a:t>3</a:t>
            </a:r>
          </a:p>
        </p:txBody>
      </p:sp>
      <p:sp>
        <p:nvSpPr>
          <p:cNvPr id="26" name="Editable text — SAP Business AI platform delivering business context, "/>
          <p:cNvSpPr txBox="1"/>
          <p:nvPr/>
        </p:nvSpPr>
        <p:spPr>
          <a:xfrm>
            <a:off x="7486777" y="4517262"/>
            <a:ext cx="3699840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-42">
                <a:solidFill>
                  <a:srgbClr val="00144A"/>
                </a:solidFill>
                <a:latin typeface="Arial"/>
              </a:rPr>
              <a:t>SAP Business AI platform </a:t>
            </a:r>
            <a:r>
              <a:rPr sz="1200" b="0" i="0" spc="-20">
                <a:solidFill>
                  <a:srgbClr val="00144A"/>
                </a:solidFill>
                <a:latin typeface="Arial"/>
              </a:rPr>
              <a:t>delivering business context, </a:t>
            </a:r>
          </a:p>
        </p:txBody>
      </p:sp>
      <p:sp>
        <p:nvSpPr>
          <p:cNvPr id="27" name="Editable text — unified data, models, and enterprise-grade governance"/>
          <p:cNvSpPr txBox="1"/>
          <p:nvPr/>
        </p:nvSpPr>
        <p:spPr>
          <a:xfrm>
            <a:off x="7486777" y="4700143"/>
            <a:ext cx="3651376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0" spc="-17">
                <a:solidFill>
                  <a:srgbClr val="00144A"/>
                </a:solidFill>
                <a:latin typeface="Arial"/>
              </a:rPr>
              <a:t>unified data, models, and enterprise-grade governance</a:t>
            </a:r>
          </a:p>
        </p:txBody>
      </p:sp>
      <p:sp>
        <p:nvSpPr>
          <p:cNvPr id="31" name="Editable text — 4"/>
          <p:cNvSpPr txBox="1"/>
          <p:nvPr/>
        </p:nvSpPr>
        <p:spPr>
          <a:xfrm>
            <a:off x="7133208" y="4507483"/>
            <a:ext cx="151130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>
                <a:solidFill>
                  <a:srgbClr val="00144A"/>
                </a:solidFill>
                <a:latin typeface="Arial"/>
              </a:rPr>
              <a:t>4</a:t>
            </a:r>
          </a:p>
        </p:txBody>
      </p:sp>
      <p:sp>
        <p:nvSpPr>
          <p:cNvPr id="32" name="Editable text — Accelerate adoption of the Autonomous Enterprise with our "/>
          <p:cNvSpPr txBox="1"/>
          <p:nvPr/>
        </p:nvSpPr>
        <p:spPr>
          <a:xfrm>
            <a:off x="7486777" y="5431408"/>
            <a:ext cx="4088003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-15">
                <a:solidFill>
                  <a:srgbClr val="00144A"/>
                </a:solidFill>
                <a:latin typeface="Arial"/>
              </a:rPr>
              <a:t>Accelerate adoption </a:t>
            </a:r>
            <a:r>
              <a:rPr sz="1200" b="0" i="0" spc="-15">
                <a:solidFill>
                  <a:srgbClr val="00144A"/>
                </a:solidFill>
                <a:latin typeface="Arial"/>
              </a:rPr>
              <a:t>of the Autonomous Enterprise with our </a:t>
            </a:r>
          </a:p>
        </p:txBody>
      </p:sp>
      <p:sp>
        <p:nvSpPr>
          <p:cNvPr id="33" name="Editable text — agent-led transformation and RISE/GROW offerings"/>
          <p:cNvSpPr txBox="1"/>
          <p:nvPr/>
        </p:nvSpPr>
        <p:spPr>
          <a:xfrm>
            <a:off x="7486777" y="5614263"/>
            <a:ext cx="3418816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0" spc="-25">
                <a:solidFill>
                  <a:srgbClr val="00144A"/>
                </a:solidFill>
                <a:latin typeface="Arial"/>
              </a:rPr>
              <a:t>agent-led transformation and RISE/GROW offerings</a:t>
            </a:r>
          </a:p>
        </p:txBody>
      </p:sp>
      <p:sp>
        <p:nvSpPr>
          <p:cNvPr id="39" name="Editable text — 5"/>
          <p:cNvSpPr txBox="1"/>
          <p:nvPr/>
        </p:nvSpPr>
        <p:spPr>
          <a:xfrm>
            <a:off x="7133208" y="5429249"/>
            <a:ext cx="151130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>
                <a:solidFill>
                  <a:srgbClr val="00144A"/>
                </a:solidFill>
                <a:latin typeface="Arial"/>
              </a:rPr>
              <a:t>5</a:t>
            </a:r>
          </a:p>
        </p:txBody>
      </p:sp>
      <p:sp>
        <p:nvSpPr>
          <p:cNvPr id="40" name="Editable text — © SAP SE"/>
          <p:cNvSpPr txBox="1"/>
          <p:nvPr/>
        </p:nvSpPr>
        <p:spPr>
          <a:xfrm>
            <a:off x="11171173" y="6563182"/>
            <a:ext cx="380720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00" b="0" i="0" spc="-40">
                <a:solidFill>
                  <a:srgbClr val="00144A"/>
                </a:solidFill>
                <a:latin typeface="Arial"/>
              </a:rPr>
              <a:t>© SAP 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"/>
          <p:cNvSpPr/>
          <p:nvPr/>
        </p:nvSpPr>
        <p:spPr>
          <a:xfrm>
            <a:off x="0" y="0"/>
            <a:ext cx="12195175" cy="6858000"/>
          </a:xfrm>
          <a:custGeom>
            <a:avLst/>
            <a:gdLst/>
            <a:ahLst/>
            <a:cxnLst/>
            <a:rect l="0" t="0" r="r" b="b"/>
            <a:pathLst>
              <a:path w="12195175" h="6858000" fill="norm" stroke="0" extrusionOk="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Editable vector"/>
          <p:cNvSpPr/>
          <p:nvPr/>
        </p:nvSpPr>
        <p:spPr>
          <a:xfrm>
            <a:off x="506628" y="6582778"/>
            <a:ext cx="1186535" cy="71856"/>
          </a:xfrm>
          <a:custGeom>
            <a:avLst/>
            <a:gdLst/>
            <a:ahLst/>
            <a:cxnLst/>
            <a:rect l="0" t="0" r="r" b="b"/>
            <a:pathLst>
              <a:path w="1186536" h="71857" fill="norm" stroke="0" extrusionOk="0">
                <a:moveTo>
                  <a:pt x="0" y="2832"/>
                </a:moveTo>
                <a:lnTo>
                  <a:pt x="0" y="55258"/>
                </a:lnTo>
                <a:lnTo>
                  <a:pt x="7074" y="55258"/>
                </a:lnTo>
                <a:lnTo>
                  <a:pt x="7074" y="2832"/>
                </a:lnTo>
                <a:close/>
                <a:moveTo>
                  <a:pt x="19812" y="2832"/>
                </a:moveTo>
                <a:lnTo>
                  <a:pt x="28181" y="2832"/>
                </a:lnTo>
                <a:lnTo>
                  <a:pt x="54712" y="47410"/>
                </a:lnTo>
                <a:cubicBezTo>
                  <a:pt x="54661" y="46266"/>
                  <a:pt x="54610" y="44717"/>
                  <a:pt x="54572" y="42761"/>
                </a:cubicBezTo>
                <a:cubicBezTo>
                  <a:pt x="54521" y="40793"/>
                  <a:pt x="54496" y="38862"/>
                  <a:pt x="54496" y="36957"/>
                </a:cubicBezTo>
                <a:lnTo>
                  <a:pt x="54496" y="2832"/>
                </a:lnTo>
                <a:lnTo>
                  <a:pt x="60820" y="2832"/>
                </a:lnTo>
                <a:lnTo>
                  <a:pt x="60820" y="55258"/>
                </a:lnTo>
                <a:lnTo>
                  <a:pt x="52108" y="55258"/>
                </a:lnTo>
                <a:lnTo>
                  <a:pt x="25921" y="11202"/>
                </a:lnTo>
                <a:cubicBezTo>
                  <a:pt x="25972" y="12345"/>
                  <a:pt x="26010" y="13894"/>
                  <a:pt x="26060" y="15837"/>
                </a:cubicBezTo>
                <a:cubicBezTo>
                  <a:pt x="26111" y="17780"/>
                  <a:pt x="26137" y="19724"/>
                  <a:pt x="26137" y="21654"/>
                </a:cubicBezTo>
                <a:lnTo>
                  <a:pt x="26137" y="55258"/>
                </a:lnTo>
                <a:lnTo>
                  <a:pt x="19812" y="55258"/>
                </a:lnTo>
                <a:lnTo>
                  <a:pt x="19812" y="2832"/>
                </a:lnTo>
                <a:close/>
                <a:moveTo>
                  <a:pt x="84125" y="9385"/>
                </a:moveTo>
                <a:lnTo>
                  <a:pt x="67653" y="9385"/>
                </a:lnTo>
                <a:lnTo>
                  <a:pt x="67653" y="2832"/>
                </a:lnTo>
                <a:lnTo>
                  <a:pt x="107683" y="2832"/>
                </a:lnTo>
                <a:lnTo>
                  <a:pt x="107683" y="9385"/>
                </a:lnTo>
                <a:lnTo>
                  <a:pt x="91199" y="9385"/>
                </a:lnTo>
                <a:lnTo>
                  <a:pt x="91199" y="55258"/>
                </a:lnTo>
                <a:lnTo>
                  <a:pt x="84125" y="55258"/>
                </a:lnTo>
                <a:lnTo>
                  <a:pt x="84125" y="9385"/>
                </a:lnTo>
                <a:close/>
                <a:moveTo>
                  <a:pt x="114300" y="2832"/>
                </a:moveTo>
                <a:lnTo>
                  <a:pt x="147980" y="2832"/>
                </a:lnTo>
                <a:lnTo>
                  <a:pt x="147980" y="9385"/>
                </a:lnTo>
                <a:lnTo>
                  <a:pt x="121374" y="9385"/>
                </a:lnTo>
                <a:lnTo>
                  <a:pt x="121374" y="25083"/>
                </a:lnTo>
                <a:lnTo>
                  <a:pt x="145783" y="25083"/>
                </a:lnTo>
                <a:lnTo>
                  <a:pt x="145783" y="31483"/>
                </a:lnTo>
                <a:lnTo>
                  <a:pt x="121374" y="31483"/>
                </a:lnTo>
                <a:lnTo>
                  <a:pt x="121374" y="48705"/>
                </a:lnTo>
                <a:lnTo>
                  <a:pt x="149504" y="48705"/>
                </a:lnTo>
                <a:lnTo>
                  <a:pt x="149504" y="55258"/>
                </a:lnTo>
                <a:lnTo>
                  <a:pt x="114300" y="55258"/>
                </a:lnTo>
                <a:lnTo>
                  <a:pt x="114300" y="2832"/>
                </a:lnTo>
                <a:close/>
                <a:moveTo>
                  <a:pt x="158496" y="2832"/>
                </a:moveTo>
                <a:lnTo>
                  <a:pt x="178626" y="2832"/>
                </a:lnTo>
                <a:cubicBezTo>
                  <a:pt x="182550" y="2832"/>
                  <a:pt x="185877" y="3442"/>
                  <a:pt x="188633" y="4674"/>
                </a:cubicBezTo>
                <a:cubicBezTo>
                  <a:pt x="191389" y="5906"/>
                  <a:pt x="193485" y="7671"/>
                  <a:pt x="194907" y="9996"/>
                </a:cubicBezTo>
                <a:cubicBezTo>
                  <a:pt x="196329" y="12319"/>
                  <a:pt x="197041" y="15088"/>
                  <a:pt x="197041" y="18314"/>
                </a:cubicBezTo>
                <a:cubicBezTo>
                  <a:pt x="197041" y="20613"/>
                  <a:pt x="196596" y="22797"/>
                  <a:pt x="195707" y="24854"/>
                </a:cubicBezTo>
                <a:cubicBezTo>
                  <a:pt x="194818" y="26912"/>
                  <a:pt x="193408" y="28702"/>
                  <a:pt x="191478" y="30214"/>
                </a:cubicBezTo>
                <a:cubicBezTo>
                  <a:pt x="189560" y="31725"/>
                  <a:pt x="187122" y="32766"/>
                  <a:pt x="184175" y="33338"/>
                </a:cubicBezTo>
                <a:lnTo>
                  <a:pt x="199200" y="55258"/>
                </a:lnTo>
                <a:lnTo>
                  <a:pt x="190944" y="55258"/>
                </a:lnTo>
                <a:lnTo>
                  <a:pt x="177254" y="34240"/>
                </a:lnTo>
                <a:lnTo>
                  <a:pt x="165570" y="34240"/>
                </a:lnTo>
                <a:lnTo>
                  <a:pt x="165570" y="55258"/>
                </a:lnTo>
                <a:lnTo>
                  <a:pt x="158496" y="55258"/>
                </a:lnTo>
                <a:lnTo>
                  <a:pt x="158496" y="2832"/>
                </a:lnTo>
                <a:close/>
                <a:moveTo>
                  <a:pt x="178143" y="27915"/>
                </a:moveTo>
                <a:cubicBezTo>
                  <a:pt x="180797" y="27915"/>
                  <a:pt x="183007" y="27496"/>
                  <a:pt x="184785" y="26657"/>
                </a:cubicBezTo>
                <a:cubicBezTo>
                  <a:pt x="186563" y="25832"/>
                  <a:pt x="187871" y="24702"/>
                  <a:pt x="188709" y="23279"/>
                </a:cubicBezTo>
                <a:cubicBezTo>
                  <a:pt x="189548" y="21857"/>
                  <a:pt x="189979" y="20219"/>
                  <a:pt x="189979" y="18390"/>
                </a:cubicBezTo>
                <a:cubicBezTo>
                  <a:pt x="189979" y="15380"/>
                  <a:pt x="188925" y="13119"/>
                  <a:pt x="186817" y="11595"/>
                </a:cubicBezTo>
                <a:cubicBezTo>
                  <a:pt x="184709" y="10071"/>
                  <a:pt x="181712" y="9310"/>
                  <a:pt x="177851" y="9310"/>
                </a:cubicBezTo>
                <a:lnTo>
                  <a:pt x="165570" y="9310"/>
                </a:lnTo>
                <a:lnTo>
                  <a:pt x="165570" y="27915"/>
                </a:lnTo>
                <a:lnTo>
                  <a:pt x="178143" y="27915"/>
                </a:lnTo>
                <a:close/>
                <a:moveTo>
                  <a:pt x="207264" y="2832"/>
                </a:moveTo>
                <a:lnTo>
                  <a:pt x="215633" y="2832"/>
                </a:lnTo>
                <a:lnTo>
                  <a:pt x="242164" y="47410"/>
                </a:lnTo>
                <a:cubicBezTo>
                  <a:pt x="242113" y="46266"/>
                  <a:pt x="242062" y="44717"/>
                  <a:pt x="242024" y="42761"/>
                </a:cubicBezTo>
                <a:cubicBezTo>
                  <a:pt x="241973" y="40793"/>
                  <a:pt x="241948" y="38862"/>
                  <a:pt x="241948" y="36957"/>
                </a:cubicBezTo>
                <a:lnTo>
                  <a:pt x="241948" y="2832"/>
                </a:lnTo>
                <a:lnTo>
                  <a:pt x="248272" y="2832"/>
                </a:lnTo>
                <a:lnTo>
                  <a:pt x="248272" y="55258"/>
                </a:lnTo>
                <a:lnTo>
                  <a:pt x="239560" y="55258"/>
                </a:lnTo>
                <a:lnTo>
                  <a:pt x="213373" y="11202"/>
                </a:lnTo>
                <a:cubicBezTo>
                  <a:pt x="213424" y="12345"/>
                  <a:pt x="213462" y="13894"/>
                  <a:pt x="213512" y="15837"/>
                </a:cubicBezTo>
                <a:cubicBezTo>
                  <a:pt x="213563" y="17780"/>
                  <a:pt x="213589" y="19724"/>
                  <a:pt x="213589" y="21654"/>
                </a:cubicBezTo>
                <a:lnTo>
                  <a:pt x="213589" y="55258"/>
                </a:lnTo>
                <a:lnTo>
                  <a:pt x="207264" y="55258"/>
                </a:lnTo>
                <a:lnTo>
                  <a:pt x="207264" y="2832"/>
                </a:lnTo>
                <a:close/>
                <a:moveTo>
                  <a:pt x="274079" y="2832"/>
                </a:moveTo>
                <a:lnTo>
                  <a:pt x="282181" y="2832"/>
                </a:lnTo>
                <a:lnTo>
                  <a:pt x="301904" y="55258"/>
                </a:lnTo>
                <a:lnTo>
                  <a:pt x="294500" y="55258"/>
                </a:lnTo>
                <a:lnTo>
                  <a:pt x="289547" y="41085"/>
                </a:lnTo>
                <a:lnTo>
                  <a:pt x="266560" y="41085"/>
                </a:lnTo>
                <a:lnTo>
                  <a:pt x="261607" y="55258"/>
                </a:lnTo>
                <a:lnTo>
                  <a:pt x="254356" y="55258"/>
                </a:lnTo>
                <a:lnTo>
                  <a:pt x="274079" y="2832"/>
                </a:lnTo>
                <a:close/>
                <a:moveTo>
                  <a:pt x="287401" y="34900"/>
                </a:moveTo>
                <a:lnTo>
                  <a:pt x="281178" y="17158"/>
                </a:lnTo>
                <a:cubicBezTo>
                  <a:pt x="280607" y="15545"/>
                  <a:pt x="280048" y="13932"/>
                  <a:pt x="279489" y="12319"/>
                </a:cubicBezTo>
                <a:cubicBezTo>
                  <a:pt x="278930" y="10706"/>
                  <a:pt x="278448" y="9322"/>
                  <a:pt x="278054" y="8154"/>
                </a:cubicBezTo>
                <a:cubicBezTo>
                  <a:pt x="277660" y="9322"/>
                  <a:pt x="277178" y="10706"/>
                  <a:pt x="276619" y="12319"/>
                </a:cubicBezTo>
                <a:cubicBezTo>
                  <a:pt x="276060" y="13932"/>
                  <a:pt x="275501" y="15545"/>
                  <a:pt x="274930" y="17158"/>
                </a:cubicBezTo>
                <a:lnTo>
                  <a:pt x="268719" y="34900"/>
                </a:lnTo>
                <a:lnTo>
                  <a:pt x="287401" y="34900"/>
                </a:lnTo>
                <a:close/>
                <a:moveTo>
                  <a:pt x="307848" y="2832"/>
                </a:moveTo>
                <a:lnTo>
                  <a:pt x="314922" y="2832"/>
                </a:lnTo>
                <a:lnTo>
                  <a:pt x="314922" y="48705"/>
                </a:lnTo>
                <a:lnTo>
                  <a:pt x="339179" y="48705"/>
                </a:lnTo>
                <a:lnTo>
                  <a:pt x="339179" y="55258"/>
                </a:lnTo>
                <a:lnTo>
                  <a:pt x="307848" y="55258"/>
                </a:lnTo>
                <a:lnTo>
                  <a:pt x="307848" y="2832"/>
                </a:lnTo>
                <a:close/>
                <a:moveTo>
                  <a:pt x="362268" y="32410"/>
                </a:moveTo>
                <a:lnTo>
                  <a:pt x="362268" y="37580"/>
                </a:lnTo>
                <a:lnTo>
                  <a:pt x="404609" y="37580"/>
                </a:lnTo>
                <a:lnTo>
                  <a:pt x="404609" y="32410"/>
                </a:lnTo>
                <a:close/>
                <a:moveTo>
                  <a:pt x="446773" y="56007"/>
                </a:moveTo>
                <a:cubicBezTo>
                  <a:pt x="442481" y="56007"/>
                  <a:pt x="438696" y="55309"/>
                  <a:pt x="435407" y="53911"/>
                </a:cubicBezTo>
                <a:cubicBezTo>
                  <a:pt x="432118" y="52528"/>
                  <a:pt x="429387" y="50432"/>
                  <a:pt x="427203" y="47625"/>
                </a:cubicBezTo>
                <a:lnTo>
                  <a:pt x="432041" y="42787"/>
                </a:lnTo>
                <a:cubicBezTo>
                  <a:pt x="433210" y="44260"/>
                  <a:pt x="434429" y="45492"/>
                  <a:pt x="435724" y="46495"/>
                </a:cubicBezTo>
                <a:cubicBezTo>
                  <a:pt x="437007" y="47498"/>
                  <a:pt x="438556" y="48299"/>
                  <a:pt x="440373" y="48895"/>
                </a:cubicBezTo>
                <a:cubicBezTo>
                  <a:pt x="442189" y="49492"/>
                  <a:pt x="444322" y="49785"/>
                  <a:pt x="446773" y="49785"/>
                </a:cubicBezTo>
                <a:cubicBezTo>
                  <a:pt x="449199" y="49785"/>
                  <a:pt x="451371" y="49479"/>
                  <a:pt x="453288" y="48870"/>
                </a:cubicBezTo>
                <a:cubicBezTo>
                  <a:pt x="455193" y="48273"/>
                  <a:pt x="456705" y="47320"/>
                  <a:pt x="457822" y="46025"/>
                </a:cubicBezTo>
                <a:cubicBezTo>
                  <a:pt x="458940" y="44742"/>
                  <a:pt x="459499" y="43117"/>
                  <a:pt x="459499" y="41161"/>
                </a:cubicBezTo>
                <a:cubicBezTo>
                  <a:pt x="459499" y="39192"/>
                  <a:pt x="458915" y="37605"/>
                  <a:pt x="457746" y="36399"/>
                </a:cubicBezTo>
                <a:cubicBezTo>
                  <a:pt x="456578" y="35179"/>
                  <a:pt x="455104" y="34227"/>
                  <a:pt x="453326" y="33541"/>
                </a:cubicBezTo>
                <a:cubicBezTo>
                  <a:pt x="451536" y="32868"/>
                  <a:pt x="449161" y="32157"/>
                  <a:pt x="446215" y="31407"/>
                </a:cubicBezTo>
                <a:cubicBezTo>
                  <a:pt x="442646" y="30518"/>
                  <a:pt x="439712" y="29579"/>
                  <a:pt x="437439" y="28601"/>
                </a:cubicBezTo>
                <a:cubicBezTo>
                  <a:pt x="435153" y="27623"/>
                  <a:pt x="433222" y="26124"/>
                  <a:pt x="431635" y="24118"/>
                </a:cubicBezTo>
                <a:cubicBezTo>
                  <a:pt x="430047" y="22111"/>
                  <a:pt x="429247" y="19431"/>
                  <a:pt x="429247" y="16078"/>
                </a:cubicBezTo>
                <a:cubicBezTo>
                  <a:pt x="429247" y="12878"/>
                  <a:pt x="430060" y="10237"/>
                  <a:pt x="431660" y="8128"/>
                </a:cubicBezTo>
                <a:cubicBezTo>
                  <a:pt x="433273" y="6033"/>
                  <a:pt x="435458" y="4496"/>
                  <a:pt x="438201" y="3518"/>
                </a:cubicBezTo>
                <a:cubicBezTo>
                  <a:pt x="440931" y="2540"/>
                  <a:pt x="444017" y="2045"/>
                  <a:pt x="447446" y="2045"/>
                </a:cubicBezTo>
                <a:cubicBezTo>
                  <a:pt x="451561" y="2045"/>
                  <a:pt x="455054" y="2718"/>
                  <a:pt x="457937" y="4039"/>
                </a:cubicBezTo>
                <a:cubicBezTo>
                  <a:pt x="460807" y="5373"/>
                  <a:pt x="463220" y="7201"/>
                  <a:pt x="465150" y="9525"/>
                </a:cubicBezTo>
                <a:lnTo>
                  <a:pt x="460426" y="14212"/>
                </a:lnTo>
                <a:cubicBezTo>
                  <a:pt x="458762" y="12306"/>
                  <a:pt x="456870" y="10833"/>
                  <a:pt x="454736" y="9792"/>
                </a:cubicBezTo>
                <a:cubicBezTo>
                  <a:pt x="452603" y="8751"/>
                  <a:pt x="450050" y="8230"/>
                  <a:pt x="447065" y="8230"/>
                </a:cubicBezTo>
                <a:cubicBezTo>
                  <a:pt x="444665" y="8230"/>
                  <a:pt x="442646" y="8560"/>
                  <a:pt x="441007" y="9208"/>
                </a:cubicBezTo>
                <a:cubicBezTo>
                  <a:pt x="439369" y="9868"/>
                  <a:pt x="438150" y="10770"/>
                  <a:pt x="437363" y="11913"/>
                </a:cubicBezTo>
                <a:cubicBezTo>
                  <a:pt x="436562" y="13056"/>
                  <a:pt x="436169" y="14364"/>
                  <a:pt x="436169" y="15850"/>
                </a:cubicBezTo>
                <a:cubicBezTo>
                  <a:pt x="436169" y="17666"/>
                  <a:pt x="436715" y="19139"/>
                  <a:pt x="437820" y="20269"/>
                </a:cubicBezTo>
                <a:cubicBezTo>
                  <a:pt x="438925" y="21387"/>
                  <a:pt x="440309" y="22276"/>
                  <a:pt x="441960" y="22911"/>
                </a:cubicBezTo>
                <a:cubicBezTo>
                  <a:pt x="443598" y="23533"/>
                  <a:pt x="445872" y="24244"/>
                  <a:pt x="448742" y="25006"/>
                </a:cubicBezTo>
                <a:cubicBezTo>
                  <a:pt x="452514" y="25946"/>
                  <a:pt x="455587" y="26912"/>
                  <a:pt x="457949" y="27915"/>
                </a:cubicBezTo>
                <a:cubicBezTo>
                  <a:pt x="460324" y="28905"/>
                  <a:pt x="462343" y="30429"/>
                  <a:pt x="463995" y="32487"/>
                </a:cubicBezTo>
                <a:cubicBezTo>
                  <a:pt x="465658" y="34544"/>
                  <a:pt x="466496" y="37313"/>
                  <a:pt x="466496" y="40780"/>
                </a:cubicBezTo>
                <a:cubicBezTo>
                  <a:pt x="466496" y="43765"/>
                  <a:pt x="465734" y="46393"/>
                  <a:pt x="464223" y="48692"/>
                </a:cubicBezTo>
                <a:cubicBezTo>
                  <a:pt x="462712" y="50991"/>
                  <a:pt x="460477" y="52781"/>
                  <a:pt x="457505" y="54064"/>
                </a:cubicBezTo>
                <a:cubicBezTo>
                  <a:pt x="454546" y="55359"/>
                  <a:pt x="450964" y="56007"/>
                  <a:pt x="446773" y="56007"/>
                </a:cubicBezTo>
                <a:close/>
                <a:moveTo>
                  <a:pt x="488963" y="2832"/>
                </a:moveTo>
                <a:lnTo>
                  <a:pt x="497065" y="2832"/>
                </a:lnTo>
                <a:lnTo>
                  <a:pt x="516788" y="55258"/>
                </a:lnTo>
                <a:lnTo>
                  <a:pt x="509384" y="55258"/>
                </a:lnTo>
                <a:lnTo>
                  <a:pt x="504431" y="41085"/>
                </a:lnTo>
                <a:lnTo>
                  <a:pt x="481444" y="41085"/>
                </a:lnTo>
                <a:lnTo>
                  <a:pt x="476491" y="55258"/>
                </a:lnTo>
                <a:lnTo>
                  <a:pt x="469240" y="55258"/>
                </a:lnTo>
                <a:lnTo>
                  <a:pt x="488963" y="2832"/>
                </a:lnTo>
                <a:close/>
                <a:moveTo>
                  <a:pt x="502285" y="34900"/>
                </a:moveTo>
                <a:lnTo>
                  <a:pt x="496062" y="17158"/>
                </a:lnTo>
                <a:cubicBezTo>
                  <a:pt x="495490" y="15545"/>
                  <a:pt x="494932" y="13932"/>
                  <a:pt x="494373" y="12319"/>
                </a:cubicBezTo>
                <a:cubicBezTo>
                  <a:pt x="493814" y="10706"/>
                  <a:pt x="493332" y="9322"/>
                  <a:pt x="492938" y="8154"/>
                </a:cubicBezTo>
                <a:cubicBezTo>
                  <a:pt x="492544" y="9322"/>
                  <a:pt x="492062" y="10706"/>
                  <a:pt x="491503" y="12319"/>
                </a:cubicBezTo>
                <a:cubicBezTo>
                  <a:pt x="490944" y="13932"/>
                  <a:pt x="490385" y="15545"/>
                  <a:pt x="489814" y="17158"/>
                </a:cubicBezTo>
                <a:lnTo>
                  <a:pt x="483603" y="34900"/>
                </a:lnTo>
                <a:lnTo>
                  <a:pt x="502285" y="34900"/>
                </a:lnTo>
                <a:close/>
                <a:moveTo>
                  <a:pt x="522732" y="2832"/>
                </a:moveTo>
                <a:lnTo>
                  <a:pt x="542531" y="2832"/>
                </a:lnTo>
                <a:cubicBezTo>
                  <a:pt x="546570" y="2832"/>
                  <a:pt x="549974" y="3493"/>
                  <a:pt x="552729" y="4801"/>
                </a:cubicBezTo>
                <a:cubicBezTo>
                  <a:pt x="555473" y="6121"/>
                  <a:pt x="557543" y="7963"/>
                  <a:pt x="558914" y="10351"/>
                </a:cubicBezTo>
                <a:cubicBezTo>
                  <a:pt x="560299" y="12726"/>
                  <a:pt x="560984" y="15532"/>
                  <a:pt x="560984" y="18759"/>
                </a:cubicBezTo>
                <a:cubicBezTo>
                  <a:pt x="560984" y="21908"/>
                  <a:pt x="560299" y="24727"/>
                  <a:pt x="558940" y="27204"/>
                </a:cubicBezTo>
                <a:cubicBezTo>
                  <a:pt x="557568" y="29680"/>
                  <a:pt x="555536" y="31636"/>
                  <a:pt x="552831" y="33058"/>
                </a:cubicBezTo>
                <a:cubicBezTo>
                  <a:pt x="550126" y="34493"/>
                  <a:pt x="546837" y="35205"/>
                  <a:pt x="542938" y="35205"/>
                </a:cubicBezTo>
                <a:lnTo>
                  <a:pt x="529806" y="35205"/>
                </a:lnTo>
                <a:lnTo>
                  <a:pt x="529806" y="55258"/>
                </a:lnTo>
                <a:lnTo>
                  <a:pt x="522732" y="55258"/>
                </a:lnTo>
                <a:lnTo>
                  <a:pt x="522732" y="2832"/>
                </a:lnTo>
                <a:close/>
                <a:moveTo>
                  <a:pt x="541934" y="28804"/>
                </a:moveTo>
                <a:cubicBezTo>
                  <a:pt x="545948" y="28804"/>
                  <a:pt x="548957" y="27953"/>
                  <a:pt x="550939" y="26251"/>
                </a:cubicBezTo>
                <a:cubicBezTo>
                  <a:pt x="552920" y="24550"/>
                  <a:pt x="553911" y="22085"/>
                  <a:pt x="553911" y="18835"/>
                </a:cubicBezTo>
                <a:cubicBezTo>
                  <a:pt x="553911" y="15710"/>
                  <a:pt x="552882" y="13336"/>
                  <a:pt x="550812" y="11723"/>
                </a:cubicBezTo>
                <a:cubicBezTo>
                  <a:pt x="548742" y="10109"/>
                  <a:pt x="545681" y="9310"/>
                  <a:pt x="541630" y="9310"/>
                </a:cubicBezTo>
                <a:lnTo>
                  <a:pt x="529806" y="9310"/>
                </a:lnTo>
                <a:lnTo>
                  <a:pt x="529806" y="28804"/>
                </a:lnTo>
                <a:lnTo>
                  <a:pt x="541934" y="28804"/>
                </a:lnTo>
                <a:close/>
                <a:moveTo>
                  <a:pt x="595973" y="56007"/>
                </a:moveTo>
                <a:cubicBezTo>
                  <a:pt x="593585" y="56007"/>
                  <a:pt x="591464" y="55538"/>
                  <a:pt x="589610" y="54623"/>
                </a:cubicBezTo>
                <a:cubicBezTo>
                  <a:pt x="587743" y="53708"/>
                  <a:pt x="586296" y="52363"/>
                  <a:pt x="585254" y="50610"/>
                </a:cubicBezTo>
                <a:cubicBezTo>
                  <a:pt x="584213" y="48844"/>
                  <a:pt x="583692" y="46736"/>
                  <a:pt x="583692" y="44285"/>
                </a:cubicBezTo>
                <a:cubicBezTo>
                  <a:pt x="583692" y="41275"/>
                  <a:pt x="584479" y="38812"/>
                  <a:pt x="586054" y="36881"/>
                </a:cubicBezTo>
                <a:cubicBezTo>
                  <a:pt x="587629" y="34938"/>
                  <a:pt x="589775" y="33528"/>
                  <a:pt x="592506" y="32652"/>
                </a:cubicBezTo>
                <a:cubicBezTo>
                  <a:pt x="595236" y="31776"/>
                  <a:pt x="598399" y="31331"/>
                  <a:pt x="601993" y="31331"/>
                </a:cubicBezTo>
                <a:lnTo>
                  <a:pt x="609143" y="31331"/>
                </a:lnTo>
                <a:lnTo>
                  <a:pt x="609143" y="28575"/>
                </a:lnTo>
                <a:cubicBezTo>
                  <a:pt x="609143" y="25756"/>
                  <a:pt x="608470" y="23597"/>
                  <a:pt x="607111" y="22123"/>
                </a:cubicBezTo>
                <a:cubicBezTo>
                  <a:pt x="605765" y="20651"/>
                  <a:pt x="603720" y="19914"/>
                  <a:pt x="600989" y="19914"/>
                </a:cubicBezTo>
                <a:cubicBezTo>
                  <a:pt x="598513" y="19914"/>
                  <a:pt x="596354" y="20409"/>
                  <a:pt x="594500" y="21413"/>
                </a:cubicBezTo>
                <a:cubicBezTo>
                  <a:pt x="592658" y="22416"/>
                  <a:pt x="591020" y="23876"/>
                  <a:pt x="589610" y="25794"/>
                </a:cubicBezTo>
                <a:lnTo>
                  <a:pt x="585292" y="21476"/>
                </a:lnTo>
                <a:cubicBezTo>
                  <a:pt x="589305" y="16663"/>
                  <a:pt x="594690" y="14250"/>
                  <a:pt x="601434" y="14250"/>
                </a:cubicBezTo>
                <a:cubicBezTo>
                  <a:pt x="604545" y="14250"/>
                  <a:pt x="607174" y="14846"/>
                  <a:pt x="609333" y="16040"/>
                </a:cubicBezTo>
                <a:cubicBezTo>
                  <a:pt x="611480" y="17234"/>
                  <a:pt x="613105" y="18898"/>
                  <a:pt x="614197" y="21044"/>
                </a:cubicBezTo>
                <a:cubicBezTo>
                  <a:pt x="615290" y="23191"/>
                  <a:pt x="615836" y="25705"/>
                  <a:pt x="615836" y="28575"/>
                </a:cubicBezTo>
                <a:lnTo>
                  <a:pt x="615836" y="55258"/>
                </a:lnTo>
                <a:lnTo>
                  <a:pt x="609435" y="55258"/>
                </a:lnTo>
                <a:lnTo>
                  <a:pt x="609435" y="47778"/>
                </a:lnTo>
                <a:lnTo>
                  <a:pt x="609295" y="47778"/>
                </a:lnTo>
                <a:cubicBezTo>
                  <a:pt x="607949" y="50635"/>
                  <a:pt x="606209" y="52718"/>
                  <a:pt x="604076" y="54026"/>
                </a:cubicBezTo>
                <a:cubicBezTo>
                  <a:pt x="601942" y="55347"/>
                  <a:pt x="599250" y="56007"/>
                  <a:pt x="595973" y="56007"/>
                </a:cubicBezTo>
                <a:close/>
                <a:moveTo>
                  <a:pt x="590614" y="44133"/>
                </a:moveTo>
                <a:cubicBezTo>
                  <a:pt x="590614" y="45403"/>
                  <a:pt x="590893" y="46495"/>
                  <a:pt x="591464" y="47447"/>
                </a:cubicBezTo>
                <a:cubicBezTo>
                  <a:pt x="592036" y="48387"/>
                  <a:pt x="592861" y="49111"/>
                  <a:pt x="593941" y="49619"/>
                </a:cubicBezTo>
                <a:cubicBezTo>
                  <a:pt x="595020" y="50127"/>
                  <a:pt x="596303" y="50381"/>
                  <a:pt x="597789" y="50381"/>
                </a:cubicBezTo>
                <a:cubicBezTo>
                  <a:pt x="600151" y="50381"/>
                  <a:pt x="602183" y="49911"/>
                  <a:pt x="603898" y="48946"/>
                </a:cubicBezTo>
                <a:cubicBezTo>
                  <a:pt x="605612" y="47993"/>
                  <a:pt x="606908" y="46749"/>
                  <a:pt x="607797" y="45187"/>
                </a:cubicBezTo>
                <a:cubicBezTo>
                  <a:pt x="608698" y="43638"/>
                  <a:pt x="609143" y="41999"/>
                  <a:pt x="609143" y="40260"/>
                </a:cubicBezTo>
                <a:lnTo>
                  <a:pt x="609143" y="36361"/>
                </a:lnTo>
                <a:lnTo>
                  <a:pt x="602894" y="36361"/>
                </a:lnTo>
                <a:cubicBezTo>
                  <a:pt x="599199" y="36361"/>
                  <a:pt x="596227" y="36919"/>
                  <a:pt x="593979" y="38050"/>
                </a:cubicBezTo>
                <a:cubicBezTo>
                  <a:pt x="591731" y="39180"/>
                  <a:pt x="590614" y="41199"/>
                  <a:pt x="590614" y="44133"/>
                </a:cubicBezTo>
                <a:close/>
                <a:moveTo>
                  <a:pt x="625285" y="15037"/>
                </a:moveTo>
                <a:lnTo>
                  <a:pt x="631685" y="15037"/>
                </a:lnTo>
                <a:lnTo>
                  <a:pt x="631685" y="23406"/>
                </a:lnTo>
                <a:lnTo>
                  <a:pt x="631838" y="23406"/>
                </a:lnTo>
                <a:cubicBezTo>
                  <a:pt x="632828" y="20803"/>
                  <a:pt x="634340" y="18631"/>
                  <a:pt x="636372" y="16879"/>
                </a:cubicBezTo>
                <a:cubicBezTo>
                  <a:pt x="638404" y="15126"/>
                  <a:pt x="641248" y="14250"/>
                  <a:pt x="644893" y="14250"/>
                </a:cubicBezTo>
                <a:cubicBezTo>
                  <a:pt x="647675" y="14250"/>
                  <a:pt x="649999" y="14834"/>
                  <a:pt x="651866" y="16002"/>
                </a:cubicBezTo>
                <a:cubicBezTo>
                  <a:pt x="653745" y="17171"/>
                  <a:pt x="655142" y="18821"/>
                  <a:pt x="656082" y="20955"/>
                </a:cubicBezTo>
                <a:cubicBezTo>
                  <a:pt x="657009" y="23089"/>
                  <a:pt x="657466" y="25578"/>
                  <a:pt x="657466" y="28435"/>
                </a:cubicBezTo>
                <a:lnTo>
                  <a:pt x="657466" y="55258"/>
                </a:lnTo>
                <a:lnTo>
                  <a:pt x="650735" y="55258"/>
                </a:lnTo>
                <a:lnTo>
                  <a:pt x="650735" y="29731"/>
                </a:lnTo>
                <a:cubicBezTo>
                  <a:pt x="650735" y="26632"/>
                  <a:pt x="650088" y="24270"/>
                  <a:pt x="648805" y="22644"/>
                </a:cubicBezTo>
                <a:cubicBezTo>
                  <a:pt x="647510" y="21019"/>
                  <a:pt x="645389" y="20206"/>
                  <a:pt x="642442" y="20206"/>
                </a:cubicBezTo>
                <a:cubicBezTo>
                  <a:pt x="640334" y="20206"/>
                  <a:pt x="638493" y="20663"/>
                  <a:pt x="636918" y="21590"/>
                </a:cubicBezTo>
                <a:cubicBezTo>
                  <a:pt x="635343" y="22505"/>
                  <a:pt x="634124" y="23838"/>
                  <a:pt x="633273" y="25603"/>
                </a:cubicBezTo>
                <a:cubicBezTo>
                  <a:pt x="632409" y="27369"/>
                  <a:pt x="631990" y="29477"/>
                  <a:pt x="631990" y="31928"/>
                </a:cubicBezTo>
                <a:lnTo>
                  <a:pt x="631990" y="55258"/>
                </a:lnTo>
                <a:lnTo>
                  <a:pt x="625285" y="55258"/>
                </a:lnTo>
                <a:lnTo>
                  <a:pt x="625285" y="15037"/>
                </a:lnTo>
                <a:close/>
                <a:moveTo>
                  <a:pt x="683209" y="56007"/>
                </a:moveTo>
                <a:cubicBezTo>
                  <a:pt x="679691" y="56007"/>
                  <a:pt x="676593" y="55118"/>
                  <a:pt x="673926" y="53366"/>
                </a:cubicBezTo>
                <a:cubicBezTo>
                  <a:pt x="671259" y="51601"/>
                  <a:pt x="669201" y="49137"/>
                  <a:pt x="667741" y="45987"/>
                </a:cubicBezTo>
                <a:cubicBezTo>
                  <a:pt x="666267" y="42838"/>
                  <a:pt x="665543" y="39218"/>
                  <a:pt x="665543" y="35128"/>
                </a:cubicBezTo>
                <a:cubicBezTo>
                  <a:pt x="665543" y="31039"/>
                  <a:pt x="666255" y="27419"/>
                  <a:pt x="667677" y="24270"/>
                </a:cubicBezTo>
                <a:cubicBezTo>
                  <a:pt x="669112" y="21108"/>
                  <a:pt x="671144" y="18656"/>
                  <a:pt x="673786" y="16891"/>
                </a:cubicBezTo>
                <a:cubicBezTo>
                  <a:pt x="676427" y="15139"/>
                  <a:pt x="679488" y="14250"/>
                  <a:pt x="682993" y="14250"/>
                </a:cubicBezTo>
                <a:cubicBezTo>
                  <a:pt x="685571" y="14250"/>
                  <a:pt x="687857" y="14656"/>
                  <a:pt x="689839" y="15443"/>
                </a:cubicBezTo>
                <a:cubicBezTo>
                  <a:pt x="691820" y="16243"/>
                  <a:pt x="693471" y="17297"/>
                  <a:pt x="694792" y="18631"/>
                </a:cubicBezTo>
                <a:cubicBezTo>
                  <a:pt x="696100" y="19952"/>
                  <a:pt x="697116" y="21451"/>
                  <a:pt x="697840" y="23114"/>
                </a:cubicBezTo>
                <a:lnTo>
                  <a:pt x="697979" y="23114"/>
                </a:lnTo>
                <a:lnTo>
                  <a:pt x="697979" y="0"/>
                </a:lnTo>
                <a:lnTo>
                  <a:pt x="704685" y="0"/>
                </a:lnTo>
                <a:lnTo>
                  <a:pt x="704685" y="55258"/>
                </a:lnTo>
                <a:lnTo>
                  <a:pt x="698284" y="55258"/>
                </a:lnTo>
                <a:lnTo>
                  <a:pt x="698284" y="46736"/>
                </a:lnTo>
                <a:lnTo>
                  <a:pt x="698208" y="46736"/>
                </a:lnTo>
                <a:cubicBezTo>
                  <a:pt x="697090" y="49492"/>
                  <a:pt x="695363" y="51727"/>
                  <a:pt x="693014" y="53429"/>
                </a:cubicBezTo>
                <a:cubicBezTo>
                  <a:pt x="690677" y="55144"/>
                  <a:pt x="687400" y="56007"/>
                  <a:pt x="683209" y="56007"/>
                </a:cubicBezTo>
                <a:close/>
                <a:moveTo>
                  <a:pt x="672541" y="35128"/>
                </a:moveTo>
                <a:cubicBezTo>
                  <a:pt x="672541" y="38380"/>
                  <a:pt x="673087" y="41148"/>
                  <a:pt x="674192" y="43421"/>
                </a:cubicBezTo>
                <a:cubicBezTo>
                  <a:pt x="675297" y="45707"/>
                  <a:pt x="676808" y="47422"/>
                  <a:pt x="678726" y="48578"/>
                </a:cubicBezTo>
                <a:cubicBezTo>
                  <a:pt x="680657" y="49733"/>
                  <a:pt x="682828" y="50305"/>
                  <a:pt x="685267" y="50305"/>
                </a:cubicBezTo>
                <a:cubicBezTo>
                  <a:pt x="687692" y="50305"/>
                  <a:pt x="689864" y="49733"/>
                  <a:pt x="691794" y="48578"/>
                </a:cubicBezTo>
                <a:cubicBezTo>
                  <a:pt x="693712" y="47422"/>
                  <a:pt x="695223" y="45707"/>
                  <a:pt x="696328" y="43447"/>
                </a:cubicBezTo>
                <a:cubicBezTo>
                  <a:pt x="697433" y="41173"/>
                  <a:pt x="697979" y="38405"/>
                  <a:pt x="697979" y="35128"/>
                </a:cubicBezTo>
                <a:cubicBezTo>
                  <a:pt x="697979" y="31877"/>
                  <a:pt x="697433" y="29121"/>
                  <a:pt x="696328" y="26848"/>
                </a:cubicBezTo>
                <a:cubicBezTo>
                  <a:pt x="695223" y="24574"/>
                  <a:pt x="693712" y="22873"/>
                  <a:pt x="691794" y="21717"/>
                </a:cubicBezTo>
                <a:cubicBezTo>
                  <a:pt x="689864" y="20562"/>
                  <a:pt x="687692" y="19990"/>
                  <a:pt x="685267" y="19990"/>
                </a:cubicBezTo>
                <a:cubicBezTo>
                  <a:pt x="682828" y="19990"/>
                  <a:pt x="680657" y="20562"/>
                  <a:pt x="678726" y="21717"/>
                </a:cubicBezTo>
                <a:cubicBezTo>
                  <a:pt x="676808" y="22873"/>
                  <a:pt x="675297" y="24574"/>
                  <a:pt x="674192" y="26848"/>
                </a:cubicBezTo>
                <a:cubicBezTo>
                  <a:pt x="673087" y="29121"/>
                  <a:pt x="672541" y="31877"/>
                  <a:pt x="672541" y="35128"/>
                </a:cubicBezTo>
                <a:close/>
                <a:moveTo>
                  <a:pt x="734568" y="2832"/>
                </a:moveTo>
                <a:lnTo>
                  <a:pt x="754367" y="2832"/>
                </a:lnTo>
                <a:cubicBezTo>
                  <a:pt x="758406" y="2832"/>
                  <a:pt x="761810" y="3493"/>
                  <a:pt x="764515" y="4801"/>
                </a:cubicBezTo>
                <a:cubicBezTo>
                  <a:pt x="767309" y="6121"/>
                  <a:pt x="769341" y="7963"/>
                  <a:pt x="770738" y="10351"/>
                </a:cubicBezTo>
                <a:cubicBezTo>
                  <a:pt x="772135" y="12726"/>
                  <a:pt x="772770" y="15532"/>
                  <a:pt x="772770" y="18759"/>
                </a:cubicBezTo>
                <a:cubicBezTo>
                  <a:pt x="772770" y="21908"/>
                  <a:pt x="772135" y="24727"/>
                  <a:pt x="770738" y="27204"/>
                </a:cubicBezTo>
                <a:cubicBezTo>
                  <a:pt x="769468" y="29680"/>
                  <a:pt x="767436" y="31636"/>
                  <a:pt x="764642" y="33058"/>
                </a:cubicBezTo>
                <a:cubicBezTo>
                  <a:pt x="761962" y="34493"/>
                  <a:pt x="758673" y="35205"/>
                  <a:pt x="754774" y="35205"/>
                </a:cubicBezTo>
                <a:lnTo>
                  <a:pt x="741642" y="35205"/>
                </a:lnTo>
                <a:lnTo>
                  <a:pt x="741642" y="55258"/>
                </a:lnTo>
                <a:lnTo>
                  <a:pt x="734568" y="55258"/>
                </a:lnTo>
                <a:lnTo>
                  <a:pt x="734568" y="2832"/>
                </a:lnTo>
                <a:close/>
                <a:moveTo>
                  <a:pt x="753770" y="28804"/>
                </a:moveTo>
                <a:cubicBezTo>
                  <a:pt x="757784" y="28804"/>
                  <a:pt x="760793" y="27953"/>
                  <a:pt x="762775" y="26251"/>
                </a:cubicBezTo>
                <a:cubicBezTo>
                  <a:pt x="764769" y="24550"/>
                  <a:pt x="765785" y="22085"/>
                  <a:pt x="765785" y="18835"/>
                </a:cubicBezTo>
                <a:cubicBezTo>
                  <a:pt x="765785" y="15710"/>
                  <a:pt x="764769" y="13336"/>
                  <a:pt x="762648" y="11723"/>
                </a:cubicBezTo>
                <a:cubicBezTo>
                  <a:pt x="760578" y="10109"/>
                  <a:pt x="757517" y="9310"/>
                  <a:pt x="753466" y="9310"/>
                </a:cubicBezTo>
                <a:lnTo>
                  <a:pt x="741642" y="9310"/>
                </a:lnTo>
                <a:lnTo>
                  <a:pt x="741642" y="28804"/>
                </a:lnTo>
                <a:lnTo>
                  <a:pt x="753770" y="28804"/>
                </a:lnTo>
                <a:close/>
                <a:moveTo>
                  <a:pt x="789534" y="56007"/>
                </a:moveTo>
                <a:cubicBezTo>
                  <a:pt x="787121" y="56007"/>
                  <a:pt x="784962" y="55538"/>
                  <a:pt x="783184" y="54623"/>
                </a:cubicBezTo>
                <a:cubicBezTo>
                  <a:pt x="781279" y="53708"/>
                  <a:pt x="779882" y="52363"/>
                  <a:pt x="778739" y="50610"/>
                </a:cubicBezTo>
                <a:cubicBezTo>
                  <a:pt x="777723" y="48844"/>
                  <a:pt x="777215" y="46736"/>
                  <a:pt x="777215" y="44285"/>
                </a:cubicBezTo>
                <a:cubicBezTo>
                  <a:pt x="777215" y="41275"/>
                  <a:pt x="777977" y="38812"/>
                  <a:pt x="779628" y="36881"/>
                </a:cubicBezTo>
                <a:cubicBezTo>
                  <a:pt x="781152" y="34938"/>
                  <a:pt x="783311" y="33528"/>
                  <a:pt x="786105" y="32652"/>
                </a:cubicBezTo>
                <a:cubicBezTo>
                  <a:pt x="788772" y="31776"/>
                  <a:pt x="791947" y="31331"/>
                  <a:pt x="795503" y="31331"/>
                </a:cubicBezTo>
                <a:lnTo>
                  <a:pt x="802742" y="31331"/>
                </a:lnTo>
                <a:lnTo>
                  <a:pt x="802742" y="28575"/>
                </a:lnTo>
                <a:cubicBezTo>
                  <a:pt x="802742" y="25756"/>
                  <a:pt x="801980" y="23597"/>
                  <a:pt x="800710" y="22123"/>
                </a:cubicBezTo>
                <a:cubicBezTo>
                  <a:pt x="799313" y="20651"/>
                  <a:pt x="797281" y="19914"/>
                  <a:pt x="794487" y="19914"/>
                </a:cubicBezTo>
                <a:cubicBezTo>
                  <a:pt x="792074" y="19914"/>
                  <a:pt x="789915" y="20409"/>
                  <a:pt x="788010" y="21413"/>
                </a:cubicBezTo>
                <a:cubicBezTo>
                  <a:pt x="786232" y="22416"/>
                  <a:pt x="784581" y="23876"/>
                  <a:pt x="783184" y="25794"/>
                </a:cubicBezTo>
                <a:lnTo>
                  <a:pt x="778866" y="21476"/>
                </a:lnTo>
                <a:cubicBezTo>
                  <a:pt x="782803" y="16663"/>
                  <a:pt x="788264" y="14250"/>
                  <a:pt x="794995" y="14250"/>
                </a:cubicBezTo>
                <a:cubicBezTo>
                  <a:pt x="798043" y="14250"/>
                  <a:pt x="800710" y="14846"/>
                  <a:pt x="802869" y="16040"/>
                </a:cubicBezTo>
                <a:cubicBezTo>
                  <a:pt x="805028" y="17234"/>
                  <a:pt x="806679" y="18898"/>
                  <a:pt x="807695" y="21044"/>
                </a:cubicBezTo>
                <a:cubicBezTo>
                  <a:pt x="808838" y="23191"/>
                  <a:pt x="809346" y="25705"/>
                  <a:pt x="809346" y="28575"/>
                </a:cubicBezTo>
                <a:lnTo>
                  <a:pt x="809346" y="55258"/>
                </a:lnTo>
                <a:lnTo>
                  <a:pt x="802996" y="55258"/>
                </a:lnTo>
                <a:lnTo>
                  <a:pt x="802996" y="47778"/>
                </a:lnTo>
                <a:lnTo>
                  <a:pt x="802869" y="47778"/>
                </a:lnTo>
                <a:cubicBezTo>
                  <a:pt x="801472" y="50635"/>
                  <a:pt x="799821" y="52718"/>
                  <a:pt x="797662" y="54026"/>
                </a:cubicBezTo>
                <a:cubicBezTo>
                  <a:pt x="795503" y="55347"/>
                  <a:pt x="792836" y="56007"/>
                  <a:pt x="789534" y="56007"/>
                </a:cubicBezTo>
                <a:close/>
                <a:moveTo>
                  <a:pt x="784200" y="44133"/>
                </a:moveTo>
                <a:cubicBezTo>
                  <a:pt x="784200" y="45403"/>
                  <a:pt x="784454" y="46495"/>
                  <a:pt x="784962" y="47447"/>
                </a:cubicBezTo>
                <a:cubicBezTo>
                  <a:pt x="785597" y="48387"/>
                  <a:pt x="786359" y="49111"/>
                  <a:pt x="787502" y="49619"/>
                </a:cubicBezTo>
                <a:cubicBezTo>
                  <a:pt x="788518" y="50127"/>
                  <a:pt x="789915" y="50381"/>
                  <a:pt x="791312" y="50381"/>
                </a:cubicBezTo>
                <a:cubicBezTo>
                  <a:pt x="793725" y="50381"/>
                  <a:pt x="795757" y="49911"/>
                  <a:pt x="797408" y="48946"/>
                </a:cubicBezTo>
                <a:cubicBezTo>
                  <a:pt x="799186" y="47993"/>
                  <a:pt x="800456" y="46749"/>
                  <a:pt x="801345" y="45187"/>
                </a:cubicBezTo>
                <a:cubicBezTo>
                  <a:pt x="802234" y="43638"/>
                  <a:pt x="802742" y="41999"/>
                  <a:pt x="802742" y="40260"/>
                </a:cubicBezTo>
                <a:lnTo>
                  <a:pt x="802742" y="36361"/>
                </a:lnTo>
                <a:lnTo>
                  <a:pt x="796392" y="36361"/>
                </a:lnTo>
                <a:cubicBezTo>
                  <a:pt x="792709" y="36361"/>
                  <a:pt x="789788" y="36919"/>
                  <a:pt x="787502" y="38050"/>
                </a:cubicBezTo>
                <a:cubicBezTo>
                  <a:pt x="785343" y="39180"/>
                  <a:pt x="784200" y="41199"/>
                  <a:pt x="784200" y="44133"/>
                </a:cubicBezTo>
                <a:close/>
                <a:moveTo>
                  <a:pt x="818871" y="15037"/>
                </a:moveTo>
                <a:lnTo>
                  <a:pt x="825221" y="15037"/>
                </a:lnTo>
                <a:lnTo>
                  <a:pt x="825221" y="23635"/>
                </a:lnTo>
                <a:lnTo>
                  <a:pt x="825348" y="23635"/>
                </a:lnTo>
                <a:cubicBezTo>
                  <a:pt x="826110" y="20333"/>
                  <a:pt x="827253" y="17945"/>
                  <a:pt x="828904" y="16472"/>
                </a:cubicBezTo>
                <a:cubicBezTo>
                  <a:pt x="830428" y="14999"/>
                  <a:pt x="832460" y="14250"/>
                  <a:pt x="834873" y="14250"/>
                </a:cubicBezTo>
                <a:cubicBezTo>
                  <a:pt x="835508" y="14250"/>
                  <a:pt x="836016" y="14288"/>
                  <a:pt x="836651" y="14364"/>
                </a:cubicBezTo>
                <a:cubicBezTo>
                  <a:pt x="837159" y="14440"/>
                  <a:pt x="837667" y="14529"/>
                  <a:pt x="838048" y="14631"/>
                </a:cubicBezTo>
                <a:lnTo>
                  <a:pt x="838048" y="21210"/>
                </a:lnTo>
                <a:cubicBezTo>
                  <a:pt x="837667" y="21095"/>
                  <a:pt x="837159" y="20993"/>
                  <a:pt x="836524" y="20917"/>
                </a:cubicBezTo>
                <a:cubicBezTo>
                  <a:pt x="835889" y="20841"/>
                  <a:pt x="835254" y="20803"/>
                  <a:pt x="834746" y="20803"/>
                </a:cubicBezTo>
                <a:cubicBezTo>
                  <a:pt x="831444" y="20803"/>
                  <a:pt x="829031" y="21946"/>
                  <a:pt x="827634" y="24244"/>
                </a:cubicBezTo>
                <a:cubicBezTo>
                  <a:pt x="826237" y="26543"/>
                  <a:pt x="825475" y="29896"/>
                  <a:pt x="825475" y="34316"/>
                </a:cubicBezTo>
                <a:lnTo>
                  <a:pt x="825475" y="55258"/>
                </a:lnTo>
                <a:lnTo>
                  <a:pt x="818871" y="55258"/>
                </a:lnTo>
                <a:lnTo>
                  <a:pt x="818871" y="15037"/>
                </a:lnTo>
                <a:close/>
                <a:moveTo>
                  <a:pt x="855701" y="55855"/>
                </a:moveTo>
                <a:cubicBezTo>
                  <a:pt x="853288" y="55855"/>
                  <a:pt x="851383" y="55525"/>
                  <a:pt x="849859" y="54890"/>
                </a:cubicBezTo>
                <a:cubicBezTo>
                  <a:pt x="848462" y="54242"/>
                  <a:pt x="847319" y="53239"/>
                  <a:pt x="846557" y="51867"/>
                </a:cubicBezTo>
                <a:cubicBezTo>
                  <a:pt x="845922" y="50509"/>
                  <a:pt x="845541" y="48743"/>
                  <a:pt x="845541" y="46584"/>
                </a:cubicBezTo>
                <a:lnTo>
                  <a:pt x="845541" y="20651"/>
                </a:lnTo>
                <a:lnTo>
                  <a:pt x="839572" y="20651"/>
                </a:lnTo>
                <a:lnTo>
                  <a:pt x="839572" y="17158"/>
                </a:lnTo>
                <a:lnTo>
                  <a:pt x="851383" y="5283"/>
                </a:lnTo>
                <a:lnTo>
                  <a:pt x="852272" y="5283"/>
                </a:lnTo>
                <a:lnTo>
                  <a:pt x="852272" y="15037"/>
                </a:lnTo>
                <a:lnTo>
                  <a:pt x="861289" y="15037"/>
                </a:lnTo>
                <a:lnTo>
                  <a:pt x="861289" y="20651"/>
                </a:lnTo>
                <a:lnTo>
                  <a:pt x="852272" y="20651"/>
                </a:lnTo>
                <a:lnTo>
                  <a:pt x="852272" y="45212"/>
                </a:lnTo>
                <a:cubicBezTo>
                  <a:pt x="852272" y="46406"/>
                  <a:pt x="852399" y="47320"/>
                  <a:pt x="852653" y="47981"/>
                </a:cubicBezTo>
                <a:cubicBezTo>
                  <a:pt x="852907" y="48641"/>
                  <a:pt x="853415" y="49111"/>
                  <a:pt x="854050" y="49378"/>
                </a:cubicBezTo>
                <a:cubicBezTo>
                  <a:pt x="854685" y="49657"/>
                  <a:pt x="855574" y="49785"/>
                  <a:pt x="856590" y="49785"/>
                </a:cubicBezTo>
                <a:cubicBezTo>
                  <a:pt x="858114" y="49785"/>
                  <a:pt x="859638" y="49581"/>
                  <a:pt x="861289" y="49149"/>
                </a:cubicBezTo>
                <a:lnTo>
                  <a:pt x="861289" y="55258"/>
                </a:lnTo>
                <a:cubicBezTo>
                  <a:pt x="860527" y="55435"/>
                  <a:pt x="859638" y="55576"/>
                  <a:pt x="858622" y="55690"/>
                </a:cubicBezTo>
                <a:cubicBezTo>
                  <a:pt x="857606" y="55791"/>
                  <a:pt x="856590" y="55855"/>
                  <a:pt x="855701" y="55855"/>
                </a:cubicBezTo>
                <a:close/>
                <a:moveTo>
                  <a:pt x="869163" y="15037"/>
                </a:moveTo>
                <a:lnTo>
                  <a:pt x="875513" y="15037"/>
                </a:lnTo>
                <a:lnTo>
                  <a:pt x="875513" y="23406"/>
                </a:lnTo>
                <a:lnTo>
                  <a:pt x="875640" y="23406"/>
                </a:lnTo>
                <a:cubicBezTo>
                  <a:pt x="876656" y="20803"/>
                  <a:pt x="878180" y="18631"/>
                  <a:pt x="880212" y="16879"/>
                </a:cubicBezTo>
                <a:cubicBezTo>
                  <a:pt x="882244" y="15126"/>
                  <a:pt x="885038" y="14250"/>
                  <a:pt x="888721" y="14250"/>
                </a:cubicBezTo>
                <a:cubicBezTo>
                  <a:pt x="891515" y="14250"/>
                  <a:pt x="893801" y="14834"/>
                  <a:pt x="895706" y="16002"/>
                </a:cubicBezTo>
                <a:cubicBezTo>
                  <a:pt x="897611" y="17171"/>
                  <a:pt x="899008" y="18821"/>
                  <a:pt x="899897" y="20955"/>
                </a:cubicBezTo>
                <a:cubicBezTo>
                  <a:pt x="900786" y="23089"/>
                  <a:pt x="901294" y="25578"/>
                  <a:pt x="901294" y="28435"/>
                </a:cubicBezTo>
                <a:lnTo>
                  <a:pt x="901294" y="55258"/>
                </a:lnTo>
                <a:lnTo>
                  <a:pt x="894563" y="55258"/>
                </a:lnTo>
                <a:lnTo>
                  <a:pt x="894563" y="29731"/>
                </a:lnTo>
                <a:cubicBezTo>
                  <a:pt x="894563" y="26632"/>
                  <a:pt x="893928" y="24270"/>
                  <a:pt x="892658" y="22644"/>
                </a:cubicBezTo>
                <a:cubicBezTo>
                  <a:pt x="891388" y="21019"/>
                  <a:pt x="889229" y="20206"/>
                  <a:pt x="886308" y="20206"/>
                </a:cubicBezTo>
                <a:cubicBezTo>
                  <a:pt x="884149" y="20206"/>
                  <a:pt x="882371" y="20663"/>
                  <a:pt x="880720" y="21590"/>
                </a:cubicBezTo>
                <a:cubicBezTo>
                  <a:pt x="879196" y="22505"/>
                  <a:pt x="877926" y="23838"/>
                  <a:pt x="877164" y="25603"/>
                </a:cubicBezTo>
                <a:cubicBezTo>
                  <a:pt x="876275" y="27369"/>
                  <a:pt x="875767" y="29477"/>
                  <a:pt x="875767" y="31928"/>
                </a:cubicBezTo>
                <a:lnTo>
                  <a:pt x="875767" y="55258"/>
                </a:lnTo>
                <a:lnTo>
                  <a:pt x="869163" y="55258"/>
                </a:lnTo>
                <a:lnTo>
                  <a:pt x="869163" y="15037"/>
                </a:lnTo>
                <a:close/>
                <a:moveTo>
                  <a:pt x="929615" y="56007"/>
                </a:moveTo>
                <a:cubicBezTo>
                  <a:pt x="925551" y="56007"/>
                  <a:pt x="921995" y="55207"/>
                  <a:pt x="918947" y="53607"/>
                </a:cubicBezTo>
                <a:cubicBezTo>
                  <a:pt x="915899" y="52007"/>
                  <a:pt x="913486" y="49632"/>
                  <a:pt x="911835" y="46495"/>
                </a:cubicBezTo>
                <a:cubicBezTo>
                  <a:pt x="910184" y="43358"/>
                  <a:pt x="909422" y="39574"/>
                  <a:pt x="909422" y="35128"/>
                </a:cubicBezTo>
                <a:cubicBezTo>
                  <a:pt x="909422" y="30633"/>
                  <a:pt x="910311" y="26822"/>
                  <a:pt x="911962" y="23685"/>
                </a:cubicBezTo>
                <a:cubicBezTo>
                  <a:pt x="913740" y="20549"/>
                  <a:pt x="916153" y="18186"/>
                  <a:pt x="919074" y="16612"/>
                </a:cubicBezTo>
                <a:cubicBezTo>
                  <a:pt x="921995" y="15037"/>
                  <a:pt x="925297" y="14250"/>
                  <a:pt x="928853" y="14250"/>
                </a:cubicBezTo>
                <a:cubicBezTo>
                  <a:pt x="932917" y="14250"/>
                  <a:pt x="936346" y="15202"/>
                  <a:pt x="938886" y="17107"/>
                </a:cubicBezTo>
                <a:cubicBezTo>
                  <a:pt x="941553" y="19000"/>
                  <a:pt x="943458" y="21425"/>
                  <a:pt x="944601" y="24371"/>
                </a:cubicBezTo>
                <a:cubicBezTo>
                  <a:pt x="945871" y="27331"/>
                  <a:pt x="946379" y="30429"/>
                  <a:pt x="946379" y="33681"/>
                </a:cubicBezTo>
                <a:cubicBezTo>
                  <a:pt x="946379" y="34798"/>
                  <a:pt x="946379" y="35840"/>
                  <a:pt x="946252" y="36805"/>
                </a:cubicBezTo>
                <a:lnTo>
                  <a:pt x="916407" y="36805"/>
                </a:lnTo>
                <a:cubicBezTo>
                  <a:pt x="916661" y="41199"/>
                  <a:pt x="917931" y="44539"/>
                  <a:pt x="920090" y="46851"/>
                </a:cubicBezTo>
                <a:cubicBezTo>
                  <a:pt x="922376" y="49149"/>
                  <a:pt x="925551" y="50305"/>
                  <a:pt x="929615" y="50305"/>
                </a:cubicBezTo>
                <a:cubicBezTo>
                  <a:pt x="932155" y="50305"/>
                  <a:pt x="934187" y="49936"/>
                  <a:pt x="935965" y="49188"/>
                </a:cubicBezTo>
                <a:cubicBezTo>
                  <a:pt x="937743" y="48451"/>
                  <a:pt x="939394" y="47219"/>
                  <a:pt x="940791" y="45504"/>
                </a:cubicBezTo>
                <a:lnTo>
                  <a:pt x="944982" y="49670"/>
                </a:lnTo>
                <a:cubicBezTo>
                  <a:pt x="943712" y="51168"/>
                  <a:pt x="942315" y="52375"/>
                  <a:pt x="940791" y="53302"/>
                </a:cubicBezTo>
                <a:cubicBezTo>
                  <a:pt x="939267" y="54229"/>
                  <a:pt x="937743" y="54915"/>
                  <a:pt x="935838" y="55347"/>
                </a:cubicBezTo>
                <a:cubicBezTo>
                  <a:pt x="934060" y="55779"/>
                  <a:pt x="932028" y="56007"/>
                  <a:pt x="929615" y="56007"/>
                </a:cubicBezTo>
                <a:close/>
                <a:moveTo>
                  <a:pt x="939648" y="31636"/>
                </a:moveTo>
                <a:cubicBezTo>
                  <a:pt x="939267" y="27763"/>
                  <a:pt x="938124" y="24854"/>
                  <a:pt x="936219" y="22911"/>
                </a:cubicBezTo>
                <a:cubicBezTo>
                  <a:pt x="934314" y="20955"/>
                  <a:pt x="931774" y="19990"/>
                  <a:pt x="928599" y="19990"/>
                </a:cubicBezTo>
                <a:cubicBezTo>
                  <a:pt x="926440" y="19990"/>
                  <a:pt x="924662" y="20422"/>
                  <a:pt x="922884" y="21286"/>
                </a:cubicBezTo>
                <a:cubicBezTo>
                  <a:pt x="921233" y="22149"/>
                  <a:pt x="919836" y="23457"/>
                  <a:pt x="918820" y="25197"/>
                </a:cubicBezTo>
                <a:cubicBezTo>
                  <a:pt x="917677" y="26924"/>
                  <a:pt x="916915" y="29070"/>
                  <a:pt x="916661" y="31636"/>
                </a:cubicBezTo>
                <a:lnTo>
                  <a:pt x="939648" y="31636"/>
                </a:lnTo>
                <a:close/>
                <a:moveTo>
                  <a:pt x="954507" y="15037"/>
                </a:moveTo>
                <a:lnTo>
                  <a:pt x="960857" y="15037"/>
                </a:lnTo>
                <a:lnTo>
                  <a:pt x="960857" y="23635"/>
                </a:lnTo>
                <a:lnTo>
                  <a:pt x="960984" y="23635"/>
                </a:lnTo>
                <a:cubicBezTo>
                  <a:pt x="961746" y="20333"/>
                  <a:pt x="962889" y="17945"/>
                  <a:pt x="964540" y="16472"/>
                </a:cubicBezTo>
                <a:cubicBezTo>
                  <a:pt x="966064" y="14999"/>
                  <a:pt x="968096" y="14250"/>
                  <a:pt x="970509" y="14250"/>
                </a:cubicBezTo>
                <a:cubicBezTo>
                  <a:pt x="971144" y="14250"/>
                  <a:pt x="971652" y="14288"/>
                  <a:pt x="972287" y="14364"/>
                </a:cubicBezTo>
                <a:cubicBezTo>
                  <a:pt x="972795" y="14440"/>
                  <a:pt x="973303" y="14529"/>
                  <a:pt x="973684" y="14631"/>
                </a:cubicBezTo>
                <a:lnTo>
                  <a:pt x="973684" y="21210"/>
                </a:lnTo>
                <a:cubicBezTo>
                  <a:pt x="973303" y="21095"/>
                  <a:pt x="972795" y="20993"/>
                  <a:pt x="972160" y="20917"/>
                </a:cubicBezTo>
                <a:cubicBezTo>
                  <a:pt x="971525" y="20841"/>
                  <a:pt x="970890" y="20803"/>
                  <a:pt x="970382" y="20803"/>
                </a:cubicBezTo>
                <a:cubicBezTo>
                  <a:pt x="967080" y="20803"/>
                  <a:pt x="964667" y="21946"/>
                  <a:pt x="963270" y="24244"/>
                </a:cubicBezTo>
                <a:cubicBezTo>
                  <a:pt x="961873" y="26543"/>
                  <a:pt x="961111" y="29896"/>
                  <a:pt x="961111" y="34316"/>
                </a:cubicBezTo>
                <a:lnTo>
                  <a:pt x="961111" y="55258"/>
                </a:lnTo>
                <a:lnTo>
                  <a:pt x="954507" y="55258"/>
                </a:lnTo>
                <a:lnTo>
                  <a:pt x="954507" y="15037"/>
                </a:lnTo>
                <a:close/>
                <a:moveTo>
                  <a:pt x="992988" y="56007"/>
                </a:moveTo>
                <a:cubicBezTo>
                  <a:pt x="986130" y="56007"/>
                  <a:pt x="980669" y="53899"/>
                  <a:pt x="976859" y="49670"/>
                </a:cubicBezTo>
                <a:lnTo>
                  <a:pt x="981177" y="45403"/>
                </a:lnTo>
                <a:cubicBezTo>
                  <a:pt x="982955" y="47257"/>
                  <a:pt x="984733" y="48565"/>
                  <a:pt x="986638" y="49327"/>
                </a:cubicBezTo>
                <a:cubicBezTo>
                  <a:pt x="988416" y="50076"/>
                  <a:pt x="990575" y="50457"/>
                  <a:pt x="992988" y="50457"/>
                </a:cubicBezTo>
                <a:cubicBezTo>
                  <a:pt x="995401" y="50457"/>
                  <a:pt x="997433" y="50000"/>
                  <a:pt x="999084" y="49099"/>
                </a:cubicBezTo>
                <a:cubicBezTo>
                  <a:pt x="1000735" y="48197"/>
                  <a:pt x="1001624" y="46711"/>
                  <a:pt x="1001624" y="44653"/>
                </a:cubicBezTo>
                <a:cubicBezTo>
                  <a:pt x="1001624" y="43193"/>
                  <a:pt x="1001243" y="41999"/>
                  <a:pt x="1000354" y="41097"/>
                </a:cubicBezTo>
                <a:cubicBezTo>
                  <a:pt x="999592" y="40196"/>
                  <a:pt x="998449" y="39484"/>
                  <a:pt x="997179" y="38964"/>
                </a:cubicBezTo>
                <a:cubicBezTo>
                  <a:pt x="995909" y="38443"/>
                  <a:pt x="993877" y="37833"/>
                  <a:pt x="991464" y="37135"/>
                </a:cubicBezTo>
                <a:cubicBezTo>
                  <a:pt x="988924" y="36424"/>
                  <a:pt x="986765" y="35649"/>
                  <a:pt x="984987" y="34837"/>
                </a:cubicBezTo>
                <a:cubicBezTo>
                  <a:pt x="983209" y="34011"/>
                  <a:pt x="981685" y="32842"/>
                  <a:pt x="980542" y="31318"/>
                </a:cubicBezTo>
                <a:cubicBezTo>
                  <a:pt x="979272" y="29794"/>
                  <a:pt x="978764" y="27839"/>
                  <a:pt x="978764" y="25451"/>
                </a:cubicBezTo>
                <a:cubicBezTo>
                  <a:pt x="978764" y="23076"/>
                  <a:pt x="979272" y="21044"/>
                  <a:pt x="980415" y="19355"/>
                </a:cubicBezTo>
                <a:cubicBezTo>
                  <a:pt x="981685" y="17666"/>
                  <a:pt x="983336" y="16396"/>
                  <a:pt x="985495" y="15532"/>
                </a:cubicBezTo>
                <a:cubicBezTo>
                  <a:pt x="987527" y="14681"/>
                  <a:pt x="990067" y="14250"/>
                  <a:pt x="992861" y="14250"/>
                </a:cubicBezTo>
                <a:cubicBezTo>
                  <a:pt x="995655" y="14250"/>
                  <a:pt x="998195" y="14707"/>
                  <a:pt x="1000735" y="15608"/>
                </a:cubicBezTo>
                <a:cubicBezTo>
                  <a:pt x="1003275" y="16523"/>
                  <a:pt x="1005307" y="17844"/>
                  <a:pt x="1006958" y="19571"/>
                </a:cubicBezTo>
                <a:lnTo>
                  <a:pt x="1002767" y="23851"/>
                </a:lnTo>
                <a:cubicBezTo>
                  <a:pt x="1000100" y="21222"/>
                  <a:pt x="996798" y="19914"/>
                  <a:pt x="992861" y="19914"/>
                </a:cubicBezTo>
                <a:cubicBezTo>
                  <a:pt x="990448" y="19914"/>
                  <a:pt x="988670" y="20346"/>
                  <a:pt x="987273" y="21210"/>
                </a:cubicBezTo>
                <a:cubicBezTo>
                  <a:pt x="985876" y="22085"/>
                  <a:pt x="985241" y="23394"/>
                  <a:pt x="985241" y="25159"/>
                </a:cubicBezTo>
                <a:cubicBezTo>
                  <a:pt x="985241" y="26327"/>
                  <a:pt x="985622" y="27293"/>
                  <a:pt x="986384" y="28055"/>
                </a:cubicBezTo>
                <a:cubicBezTo>
                  <a:pt x="987273" y="28829"/>
                  <a:pt x="988289" y="29464"/>
                  <a:pt x="989686" y="29973"/>
                </a:cubicBezTo>
                <a:cubicBezTo>
                  <a:pt x="990956" y="30480"/>
                  <a:pt x="992861" y="31090"/>
                  <a:pt x="995401" y="31776"/>
                </a:cubicBezTo>
                <a:cubicBezTo>
                  <a:pt x="997941" y="32500"/>
                  <a:pt x="1000100" y="33262"/>
                  <a:pt x="1001878" y="34049"/>
                </a:cubicBezTo>
                <a:cubicBezTo>
                  <a:pt x="1003529" y="34849"/>
                  <a:pt x="1005053" y="36055"/>
                  <a:pt x="1006323" y="37681"/>
                </a:cubicBezTo>
                <a:cubicBezTo>
                  <a:pt x="1007466" y="39307"/>
                  <a:pt x="1008101" y="41453"/>
                  <a:pt x="1008101" y="44133"/>
                </a:cubicBezTo>
                <a:cubicBezTo>
                  <a:pt x="1008101" y="46610"/>
                  <a:pt x="1007466" y="48743"/>
                  <a:pt x="1006196" y="50533"/>
                </a:cubicBezTo>
                <a:cubicBezTo>
                  <a:pt x="1004926" y="52312"/>
                  <a:pt x="1003148" y="53670"/>
                  <a:pt x="1000862" y="54611"/>
                </a:cubicBezTo>
                <a:cubicBezTo>
                  <a:pt x="998576" y="55538"/>
                  <a:pt x="995909" y="56007"/>
                  <a:pt x="992988" y="56007"/>
                </a:cubicBezTo>
                <a:close/>
                <a:moveTo>
                  <a:pt x="1057250" y="56007"/>
                </a:moveTo>
                <a:cubicBezTo>
                  <a:pt x="1052170" y="56007"/>
                  <a:pt x="1047725" y="54902"/>
                  <a:pt x="1043915" y="52693"/>
                </a:cubicBezTo>
                <a:cubicBezTo>
                  <a:pt x="1039978" y="50483"/>
                  <a:pt x="1037057" y="47334"/>
                  <a:pt x="1034898" y="43256"/>
                </a:cubicBezTo>
                <a:cubicBezTo>
                  <a:pt x="1032739" y="39180"/>
                  <a:pt x="1031596" y="34430"/>
                  <a:pt x="1031596" y="29032"/>
                </a:cubicBezTo>
                <a:cubicBezTo>
                  <a:pt x="1031596" y="23623"/>
                  <a:pt x="1032739" y="18885"/>
                  <a:pt x="1034898" y="14808"/>
                </a:cubicBezTo>
                <a:cubicBezTo>
                  <a:pt x="1037057" y="10744"/>
                  <a:pt x="1039978" y="7595"/>
                  <a:pt x="1043915" y="5385"/>
                </a:cubicBezTo>
                <a:cubicBezTo>
                  <a:pt x="1047725" y="3163"/>
                  <a:pt x="1052170" y="2045"/>
                  <a:pt x="1057250" y="2045"/>
                </a:cubicBezTo>
                <a:cubicBezTo>
                  <a:pt x="1062203" y="2045"/>
                  <a:pt x="1066648" y="3163"/>
                  <a:pt x="1070458" y="5385"/>
                </a:cubicBezTo>
                <a:cubicBezTo>
                  <a:pt x="1074395" y="7595"/>
                  <a:pt x="1077443" y="10744"/>
                  <a:pt x="1079602" y="14808"/>
                </a:cubicBezTo>
                <a:cubicBezTo>
                  <a:pt x="1081761" y="18885"/>
                  <a:pt x="1082777" y="23623"/>
                  <a:pt x="1082777" y="29032"/>
                </a:cubicBezTo>
                <a:cubicBezTo>
                  <a:pt x="1082777" y="34430"/>
                  <a:pt x="1081761" y="39180"/>
                  <a:pt x="1079602" y="43256"/>
                </a:cubicBezTo>
                <a:cubicBezTo>
                  <a:pt x="1077443" y="47334"/>
                  <a:pt x="1074395" y="50483"/>
                  <a:pt x="1070458" y="52693"/>
                </a:cubicBezTo>
                <a:cubicBezTo>
                  <a:pt x="1066648" y="54902"/>
                  <a:pt x="1062203" y="56007"/>
                  <a:pt x="1057250" y="56007"/>
                </a:cubicBezTo>
                <a:close/>
                <a:moveTo>
                  <a:pt x="1038835" y="29032"/>
                </a:moveTo>
                <a:cubicBezTo>
                  <a:pt x="1038835" y="33198"/>
                  <a:pt x="1039597" y="36818"/>
                  <a:pt x="1040994" y="39891"/>
                </a:cubicBezTo>
                <a:cubicBezTo>
                  <a:pt x="1042518" y="42964"/>
                  <a:pt x="1044677" y="45327"/>
                  <a:pt x="1047471" y="46978"/>
                </a:cubicBezTo>
                <a:cubicBezTo>
                  <a:pt x="1050138" y="48629"/>
                  <a:pt x="1053440" y="49454"/>
                  <a:pt x="1057250" y="49454"/>
                </a:cubicBezTo>
                <a:cubicBezTo>
                  <a:pt x="1060933" y="49454"/>
                  <a:pt x="1064235" y="48629"/>
                  <a:pt x="1066902" y="46978"/>
                </a:cubicBezTo>
                <a:cubicBezTo>
                  <a:pt x="1069696" y="45327"/>
                  <a:pt x="1071855" y="42964"/>
                  <a:pt x="1073379" y="39891"/>
                </a:cubicBezTo>
                <a:cubicBezTo>
                  <a:pt x="1074776" y="36818"/>
                  <a:pt x="1075538" y="33198"/>
                  <a:pt x="1075538" y="29032"/>
                </a:cubicBezTo>
                <a:cubicBezTo>
                  <a:pt x="1075538" y="24854"/>
                  <a:pt x="1074776" y="21248"/>
                  <a:pt x="1073379" y="18174"/>
                </a:cubicBezTo>
                <a:cubicBezTo>
                  <a:pt x="1071855" y="15113"/>
                  <a:pt x="1069696" y="12764"/>
                  <a:pt x="1066902" y="11112"/>
                </a:cubicBezTo>
                <a:cubicBezTo>
                  <a:pt x="1064235" y="9461"/>
                  <a:pt x="1060933" y="8636"/>
                  <a:pt x="1057250" y="8636"/>
                </a:cubicBezTo>
                <a:cubicBezTo>
                  <a:pt x="1053440" y="8636"/>
                  <a:pt x="1050138" y="9461"/>
                  <a:pt x="1047471" y="11112"/>
                </a:cubicBezTo>
                <a:cubicBezTo>
                  <a:pt x="1044677" y="12764"/>
                  <a:pt x="1042518" y="15113"/>
                  <a:pt x="1040994" y="18174"/>
                </a:cubicBezTo>
                <a:cubicBezTo>
                  <a:pt x="1039597" y="21248"/>
                  <a:pt x="1038835" y="24854"/>
                  <a:pt x="1038835" y="29032"/>
                </a:cubicBezTo>
                <a:close/>
                <a:moveTo>
                  <a:pt x="1091667" y="15037"/>
                </a:moveTo>
                <a:lnTo>
                  <a:pt x="1098017" y="15037"/>
                </a:lnTo>
                <a:lnTo>
                  <a:pt x="1098017" y="23406"/>
                </a:lnTo>
                <a:lnTo>
                  <a:pt x="1098144" y="23406"/>
                </a:lnTo>
                <a:cubicBezTo>
                  <a:pt x="1099160" y="20803"/>
                  <a:pt x="1100684" y="18631"/>
                  <a:pt x="1102716" y="16879"/>
                </a:cubicBezTo>
                <a:cubicBezTo>
                  <a:pt x="1104748" y="15126"/>
                  <a:pt x="1107542" y="14250"/>
                  <a:pt x="1111225" y="14250"/>
                </a:cubicBezTo>
                <a:cubicBezTo>
                  <a:pt x="1114019" y="14250"/>
                  <a:pt x="1116305" y="14834"/>
                  <a:pt x="1118210" y="16002"/>
                </a:cubicBezTo>
                <a:cubicBezTo>
                  <a:pt x="1120115" y="17171"/>
                  <a:pt x="1121512" y="18821"/>
                  <a:pt x="1122401" y="20955"/>
                </a:cubicBezTo>
                <a:cubicBezTo>
                  <a:pt x="1123290" y="23089"/>
                  <a:pt x="1123798" y="25578"/>
                  <a:pt x="1123798" y="28435"/>
                </a:cubicBezTo>
                <a:lnTo>
                  <a:pt x="1123798" y="55258"/>
                </a:lnTo>
                <a:lnTo>
                  <a:pt x="1117067" y="55258"/>
                </a:lnTo>
                <a:lnTo>
                  <a:pt x="1117067" y="29731"/>
                </a:lnTo>
                <a:cubicBezTo>
                  <a:pt x="1117067" y="26632"/>
                  <a:pt x="1116432" y="24270"/>
                  <a:pt x="1115162" y="22644"/>
                </a:cubicBezTo>
                <a:cubicBezTo>
                  <a:pt x="1113892" y="21019"/>
                  <a:pt x="1111733" y="20206"/>
                  <a:pt x="1108812" y="20206"/>
                </a:cubicBezTo>
                <a:cubicBezTo>
                  <a:pt x="1106653" y="20206"/>
                  <a:pt x="1104875" y="20663"/>
                  <a:pt x="1103224" y="21590"/>
                </a:cubicBezTo>
                <a:cubicBezTo>
                  <a:pt x="1101700" y="22505"/>
                  <a:pt x="1100430" y="23838"/>
                  <a:pt x="1099668" y="25603"/>
                </a:cubicBezTo>
                <a:cubicBezTo>
                  <a:pt x="1098779" y="27369"/>
                  <a:pt x="1098271" y="29477"/>
                  <a:pt x="1098271" y="31928"/>
                </a:cubicBezTo>
                <a:lnTo>
                  <a:pt x="1098271" y="55258"/>
                </a:lnTo>
                <a:lnTo>
                  <a:pt x="1091667" y="55258"/>
                </a:lnTo>
                <a:lnTo>
                  <a:pt x="1091667" y="15037"/>
                </a:lnTo>
                <a:close/>
                <a:moveTo>
                  <a:pt x="1143229" y="55855"/>
                </a:moveTo>
                <a:cubicBezTo>
                  <a:pt x="1141070" y="55855"/>
                  <a:pt x="1139292" y="55487"/>
                  <a:pt x="1137895" y="54776"/>
                </a:cubicBezTo>
                <a:cubicBezTo>
                  <a:pt x="1136498" y="54052"/>
                  <a:pt x="1135609" y="52984"/>
                  <a:pt x="1134974" y="51550"/>
                </a:cubicBezTo>
                <a:cubicBezTo>
                  <a:pt x="1134339" y="50127"/>
                  <a:pt x="1133958" y="48311"/>
                  <a:pt x="1133958" y="46101"/>
                </a:cubicBezTo>
                <a:lnTo>
                  <a:pt x="1133958" y="0"/>
                </a:lnTo>
                <a:lnTo>
                  <a:pt x="1140689" y="0"/>
                </a:lnTo>
                <a:lnTo>
                  <a:pt x="1140689" y="45060"/>
                </a:lnTo>
                <a:cubicBezTo>
                  <a:pt x="1140689" y="46304"/>
                  <a:pt x="1140816" y="47257"/>
                  <a:pt x="1141070" y="47930"/>
                </a:cubicBezTo>
                <a:cubicBezTo>
                  <a:pt x="1141324" y="48603"/>
                  <a:pt x="1141705" y="49073"/>
                  <a:pt x="1142213" y="49365"/>
                </a:cubicBezTo>
                <a:cubicBezTo>
                  <a:pt x="1142721" y="49644"/>
                  <a:pt x="1143483" y="49785"/>
                  <a:pt x="1144499" y="49785"/>
                </a:cubicBezTo>
                <a:cubicBezTo>
                  <a:pt x="1145134" y="49785"/>
                  <a:pt x="1145769" y="49733"/>
                  <a:pt x="1146404" y="49644"/>
                </a:cubicBezTo>
                <a:cubicBezTo>
                  <a:pt x="1147039" y="49543"/>
                  <a:pt x="1147547" y="49429"/>
                  <a:pt x="1148055" y="49302"/>
                </a:cubicBezTo>
                <a:lnTo>
                  <a:pt x="1148055" y="55258"/>
                </a:lnTo>
                <a:cubicBezTo>
                  <a:pt x="1147420" y="55461"/>
                  <a:pt x="1146658" y="55601"/>
                  <a:pt x="1145896" y="55703"/>
                </a:cubicBezTo>
                <a:cubicBezTo>
                  <a:pt x="1145007" y="55804"/>
                  <a:pt x="1144118" y="55855"/>
                  <a:pt x="1143229" y="55855"/>
                </a:cubicBezTo>
                <a:close/>
                <a:moveTo>
                  <a:pt x="1155294" y="71857"/>
                </a:moveTo>
                <a:cubicBezTo>
                  <a:pt x="1153897" y="71857"/>
                  <a:pt x="1152373" y="71755"/>
                  <a:pt x="1150976" y="71552"/>
                </a:cubicBezTo>
                <a:lnTo>
                  <a:pt x="1150976" y="65786"/>
                </a:lnTo>
                <a:cubicBezTo>
                  <a:pt x="1151992" y="66078"/>
                  <a:pt x="1153135" y="66231"/>
                  <a:pt x="1154786" y="66231"/>
                </a:cubicBezTo>
                <a:cubicBezTo>
                  <a:pt x="1156310" y="66231"/>
                  <a:pt x="1157580" y="66040"/>
                  <a:pt x="1158469" y="65660"/>
                </a:cubicBezTo>
                <a:cubicBezTo>
                  <a:pt x="1159485" y="65278"/>
                  <a:pt x="1160374" y="64694"/>
                  <a:pt x="1160882" y="63932"/>
                </a:cubicBezTo>
                <a:cubicBezTo>
                  <a:pt x="1161517" y="63157"/>
                  <a:pt x="1162152" y="62129"/>
                  <a:pt x="1162660" y="60833"/>
                </a:cubicBezTo>
                <a:lnTo>
                  <a:pt x="1164819" y="55144"/>
                </a:lnTo>
                <a:lnTo>
                  <a:pt x="1148690" y="15037"/>
                </a:lnTo>
                <a:lnTo>
                  <a:pt x="1155802" y="15037"/>
                </a:lnTo>
                <a:lnTo>
                  <a:pt x="1164438" y="37288"/>
                </a:lnTo>
                <a:cubicBezTo>
                  <a:pt x="1165073" y="39142"/>
                  <a:pt x="1165835" y="41237"/>
                  <a:pt x="1166597" y="43574"/>
                </a:cubicBezTo>
                <a:cubicBezTo>
                  <a:pt x="1167359" y="45910"/>
                  <a:pt x="1167867" y="47282"/>
                  <a:pt x="1167994" y="47702"/>
                </a:cubicBezTo>
                <a:cubicBezTo>
                  <a:pt x="1168121" y="47358"/>
                  <a:pt x="1168629" y="46038"/>
                  <a:pt x="1169391" y="43765"/>
                </a:cubicBezTo>
                <a:cubicBezTo>
                  <a:pt x="1170534" y="40932"/>
                  <a:pt x="1171169" y="39002"/>
                  <a:pt x="1171550" y="37960"/>
                </a:cubicBezTo>
                <a:lnTo>
                  <a:pt x="1179424" y="15037"/>
                </a:lnTo>
                <a:lnTo>
                  <a:pt x="1186536" y="15037"/>
                </a:lnTo>
                <a:lnTo>
                  <a:pt x="1167994" y="63030"/>
                </a:lnTo>
                <a:cubicBezTo>
                  <a:pt x="1167232" y="65088"/>
                  <a:pt x="1166343" y="66752"/>
                  <a:pt x="1165327" y="67996"/>
                </a:cubicBezTo>
                <a:cubicBezTo>
                  <a:pt x="1164438" y="69253"/>
                  <a:pt x="1163041" y="70206"/>
                  <a:pt x="1161517" y="70866"/>
                </a:cubicBezTo>
                <a:cubicBezTo>
                  <a:pt x="1159866" y="71527"/>
                  <a:pt x="1157834" y="71857"/>
                  <a:pt x="1155294" y="71857"/>
                </a:cubicBezTo>
                <a:close/>
              </a:path>
            </a:pathLst>
          </a:custGeom>
          <a:solidFill>
            <a:srgbClr val="000000">
              <a:alpha val="50196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Editable vector"/>
          <p:cNvSpPr/>
          <p:nvPr/>
        </p:nvSpPr>
        <p:spPr>
          <a:xfrm>
            <a:off x="905751" y="2401239"/>
            <a:ext cx="1927225" cy="819861"/>
          </a:xfrm>
          <a:custGeom>
            <a:avLst/>
            <a:gdLst/>
            <a:ahLst/>
            <a:cxnLst/>
            <a:rect l="0" t="0" r="r" b="b"/>
            <a:pathLst>
              <a:path w="1927225" h="819861" fill="norm" stroke="0" extrusionOk="0">
                <a:moveTo>
                  <a:pt x="0" y="0"/>
                </a:moveTo>
                <a:lnTo>
                  <a:pt x="1927225" y="0"/>
                </a:lnTo>
                <a:lnTo>
                  <a:pt x="1927225" y="819861"/>
                </a:lnTo>
                <a:lnTo>
                  <a:pt x="0" y="819861"/>
                </a:lnTo>
                <a:close/>
              </a:path>
            </a:pathLst>
          </a:custGeom>
          <a:solidFill>
            <a:srgbClr val="D1E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Editable vector"/>
          <p:cNvSpPr/>
          <p:nvPr/>
        </p:nvSpPr>
        <p:spPr>
          <a:xfrm>
            <a:off x="905751" y="3530472"/>
            <a:ext cx="1927225" cy="736600"/>
          </a:xfrm>
          <a:custGeom>
            <a:avLst/>
            <a:gdLst/>
            <a:ahLst/>
            <a:cxnLst/>
            <a:rect l="0" t="0" r="r" b="b"/>
            <a:pathLst>
              <a:path w="1927225" h="736600" fill="norm" stroke="0" extrusionOk="0">
                <a:moveTo>
                  <a:pt x="0" y="0"/>
                </a:moveTo>
                <a:lnTo>
                  <a:pt x="1927225" y="0"/>
                </a:lnTo>
                <a:lnTo>
                  <a:pt x="1927225" y="736600"/>
                </a:lnTo>
                <a:lnTo>
                  <a:pt x="0" y="736600"/>
                </a:lnTo>
                <a:close/>
              </a:path>
            </a:pathLst>
          </a:custGeom>
          <a:solidFill>
            <a:srgbClr val="D1E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Editable vector"/>
          <p:cNvSpPr/>
          <p:nvPr/>
        </p:nvSpPr>
        <p:spPr>
          <a:xfrm>
            <a:off x="3005073" y="2401239"/>
            <a:ext cx="3655059" cy="819861"/>
          </a:xfrm>
          <a:custGeom>
            <a:avLst/>
            <a:gdLst/>
            <a:ahLst/>
            <a:cxnLst/>
            <a:rect l="0" t="0" r="r" b="b"/>
            <a:pathLst>
              <a:path w="3655060" h="819861" fill="norm" stroke="1" extrusionOk="0">
                <a:moveTo>
                  <a:pt x="0" y="0"/>
                </a:moveTo>
                <a:lnTo>
                  <a:pt x="3655060" y="0"/>
                </a:lnTo>
                <a:lnTo>
                  <a:pt x="3655060" y="819861"/>
                </a:lnTo>
                <a:lnTo>
                  <a:pt x="0" y="819861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E7E6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Editable vector"/>
          <p:cNvSpPr/>
          <p:nvPr/>
        </p:nvSpPr>
        <p:spPr>
          <a:xfrm>
            <a:off x="532904" y="2607183"/>
            <a:ext cx="431774" cy="431800"/>
          </a:xfrm>
          <a:custGeom>
            <a:avLst/>
            <a:gdLst/>
            <a:ahLst/>
            <a:cxnLst/>
            <a:rect l="0" t="0" r="r" b="b"/>
            <a:pathLst>
              <a:path w="431775" h="431800" fill="norm" stroke="0" extrusionOk="0">
                <a:moveTo>
                  <a:pt x="0" y="215900"/>
                </a:moveTo>
                <a:cubicBezTo>
                  <a:pt x="0" y="96647"/>
                  <a:pt x="96647" y="0"/>
                  <a:pt x="215887" y="0"/>
                </a:cubicBezTo>
                <a:cubicBezTo>
                  <a:pt x="335115" y="0"/>
                  <a:pt x="431775" y="96647"/>
                  <a:pt x="431775" y="215900"/>
                </a:cubicBezTo>
                <a:cubicBezTo>
                  <a:pt x="431775" y="335153"/>
                  <a:pt x="335115" y="431800"/>
                  <a:pt x="215887" y="431800"/>
                </a:cubicBezTo>
                <a:cubicBezTo>
                  <a:pt x="96647" y="431800"/>
                  <a:pt x="0" y="335153"/>
                  <a:pt x="0" y="215900"/>
                </a:cubicBez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Editable vector"/>
          <p:cNvSpPr/>
          <p:nvPr/>
        </p:nvSpPr>
        <p:spPr>
          <a:xfrm>
            <a:off x="532904" y="3678554"/>
            <a:ext cx="431774" cy="431800"/>
          </a:xfrm>
          <a:custGeom>
            <a:avLst/>
            <a:gdLst/>
            <a:ahLst/>
            <a:cxnLst/>
            <a:rect l="0" t="0" r="r" b="b"/>
            <a:pathLst>
              <a:path w="431775" h="431800" fill="norm" stroke="0" extrusionOk="0">
                <a:moveTo>
                  <a:pt x="0" y="215900"/>
                </a:moveTo>
                <a:cubicBezTo>
                  <a:pt x="0" y="96647"/>
                  <a:pt x="96647" y="0"/>
                  <a:pt x="215887" y="0"/>
                </a:cubicBezTo>
                <a:cubicBezTo>
                  <a:pt x="335115" y="0"/>
                  <a:pt x="431775" y="96647"/>
                  <a:pt x="431775" y="215900"/>
                </a:cubicBezTo>
                <a:cubicBezTo>
                  <a:pt x="431775" y="335153"/>
                  <a:pt x="335115" y="431800"/>
                  <a:pt x="215887" y="431800"/>
                </a:cubicBezTo>
                <a:cubicBezTo>
                  <a:pt x="96647" y="431800"/>
                  <a:pt x="0" y="335153"/>
                  <a:pt x="0" y="215900"/>
                </a:cubicBez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Editable vector"/>
          <p:cNvSpPr/>
          <p:nvPr/>
        </p:nvSpPr>
        <p:spPr>
          <a:xfrm>
            <a:off x="3005073" y="3531679"/>
            <a:ext cx="3655059" cy="735774"/>
          </a:xfrm>
          <a:custGeom>
            <a:avLst/>
            <a:gdLst/>
            <a:ahLst/>
            <a:cxnLst/>
            <a:rect l="0" t="0" r="r" b="b"/>
            <a:pathLst>
              <a:path w="3655060" h="735775" fill="norm" stroke="1" extrusionOk="0">
                <a:moveTo>
                  <a:pt x="0" y="0"/>
                </a:moveTo>
                <a:lnTo>
                  <a:pt x="3655060" y="0"/>
                </a:lnTo>
                <a:lnTo>
                  <a:pt x="3655060" y="735775"/>
                </a:lnTo>
                <a:lnTo>
                  <a:pt x="0" y="735775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E7E6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Editable vector"/>
          <p:cNvSpPr/>
          <p:nvPr/>
        </p:nvSpPr>
        <p:spPr>
          <a:xfrm>
            <a:off x="9293479" y="2419413"/>
            <a:ext cx="2239771" cy="807402"/>
          </a:xfrm>
          <a:custGeom>
            <a:avLst/>
            <a:gdLst/>
            <a:ahLst/>
            <a:cxnLst/>
            <a:rect l="0" t="0" r="r" b="b"/>
            <a:pathLst>
              <a:path w="2239772" h="807403" fill="norm" stroke="1" extrusionOk="0">
                <a:moveTo>
                  <a:pt x="0" y="0"/>
                </a:moveTo>
                <a:lnTo>
                  <a:pt x="2239772" y="0"/>
                </a:lnTo>
                <a:lnTo>
                  <a:pt x="2239772" y="807403"/>
                </a:lnTo>
                <a:lnTo>
                  <a:pt x="0" y="807403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E7E6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Editable vector"/>
          <p:cNvSpPr/>
          <p:nvPr/>
        </p:nvSpPr>
        <p:spPr>
          <a:xfrm>
            <a:off x="9293479" y="3530409"/>
            <a:ext cx="2239771" cy="735774"/>
          </a:xfrm>
          <a:custGeom>
            <a:avLst/>
            <a:gdLst/>
            <a:ahLst/>
            <a:cxnLst/>
            <a:rect l="0" t="0" r="r" b="b"/>
            <a:pathLst>
              <a:path w="2239772" h="735774" fill="norm" stroke="1" extrusionOk="0">
                <a:moveTo>
                  <a:pt x="0" y="0"/>
                </a:moveTo>
                <a:lnTo>
                  <a:pt x="2239772" y="0"/>
                </a:lnTo>
                <a:lnTo>
                  <a:pt x="2239772" y="735774"/>
                </a:lnTo>
                <a:lnTo>
                  <a:pt x="0" y="735774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E7E6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Editable vector"/>
          <p:cNvSpPr/>
          <p:nvPr/>
        </p:nvSpPr>
        <p:spPr>
          <a:xfrm>
            <a:off x="907757" y="1305229"/>
            <a:ext cx="1927224" cy="819861"/>
          </a:xfrm>
          <a:custGeom>
            <a:avLst/>
            <a:gdLst/>
            <a:ahLst/>
            <a:cxnLst/>
            <a:rect l="0" t="0" r="r" b="b"/>
            <a:pathLst>
              <a:path w="1927225" h="819861" fill="norm" stroke="0" extrusionOk="0">
                <a:moveTo>
                  <a:pt x="0" y="0"/>
                </a:moveTo>
                <a:lnTo>
                  <a:pt x="1927225" y="0"/>
                </a:lnTo>
                <a:lnTo>
                  <a:pt x="1927225" y="819861"/>
                </a:lnTo>
                <a:lnTo>
                  <a:pt x="0" y="819861"/>
                </a:lnTo>
                <a:close/>
              </a:path>
            </a:pathLst>
          </a:custGeom>
          <a:solidFill>
            <a:srgbClr val="D1E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Editable vector"/>
          <p:cNvSpPr/>
          <p:nvPr/>
        </p:nvSpPr>
        <p:spPr>
          <a:xfrm>
            <a:off x="3006979" y="1305229"/>
            <a:ext cx="3655060" cy="819861"/>
          </a:xfrm>
          <a:custGeom>
            <a:avLst/>
            <a:gdLst/>
            <a:ahLst/>
            <a:cxnLst/>
            <a:rect l="0" t="0" r="r" b="b"/>
            <a:pathLst>
              <a:path w="3655060" h="819861" fill="norm" stroke="1" extrusionOk="0">
                <a:moveTo>
                  <a:pt x="0" y="0"/>
                </a:moveTo>
                <a:lnTo>
                  <a:pt x="3655060" y="0"/>
                </a:lnTo>
                <a:lnTo>
                  <a:pt x="3655060" y="819861"/>
                </a:lnTo>
                <a:lnTo>
                  <a:pt x="0" y="819861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E7E6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Editable vector"/>
          <p:cNvSpPr/>
          <p:nvPr/>
        </p:nvSpPr>
        <p:spPr>
          <a:xfrm>
            <a:off x="535533" y="1511172"/>
            <a:ext cx="431774" cy="431673"/>
          </a:xfrm>
          <a:custGeom>
            <a:avLst/>
            <a:gdLst/>
            <a:ahLst/>
            <a:cxnLst/>
            <a:rect l="0" t="0" r="r" b="b"/>
            <a:pathLst>
              <a:path w="431775" h="431673" fill="norm" stroke="0" extrusionOk="0">
                <a:moveTo>
                  <a:pt x="0" y="215900"/>
                </a:moveTo>
                <a:cubicBezTo>
                  <a:pt x="0" y="96647"/>
                  <a:pt x="96660" y="0"/>
                  <a:pt x="215887" y="0"/>
                </a:cubicBezTo>
                <a:cubicBezTo>
                  <a:pt x="335115" y="0"/>
                  <a:pt x="431775" y="96647"/>
                  <a:pt x="431775" y="215900"/>
                </a:cubicBezTo>
                <a:cubicBezTo>
                  <a:pt x="431775" y="335026"/>
                  <a:pt x="335115" y="431673"/>
                  <a:pt x="215887" y="431673"/>
                </a:cubicBezTo>
                <a:cubicBezTo>
                  <a:pt x="96660" y="431673"/>
                  <a:pt x="0" y="335026"/>
                  <a:pt x="0" y="215900"/>
                </a:cubicBez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Editable vector"/>
          <p:cNvSpPr/>
          <p:nvPr/>
        </p:nvSpPr>
        <p:spPr>
          <a:xfrm>
            <a:off x="9295383" y="1323276"/>
            <a:ext cx="2239771" cy="807402"/>
          </a:xfrm>
          <a:custGeom>
            <a:avLst/>
            <a:gdLst/>
            <a:ahLst/>
            <a:cxnLst/>
            <a:rect l="0" t="0" r="r" b="b"/>
            <a:pathLst>
              <a:path w="2239772" h="807403" fill="norm" stroke="1" extrusionOk="0">
                <a:moveTo>
                  <a:pt x="0" y="0"/>
                </a:moveTo>
                <a:lnTo>
                  <a:pt x="2239772" y="0"/>
                </a:lnTo>
                <a:lnTo>
                  <a:pt x="2239772" y="807403"/>
                </a:lnTo>
                <a:lnTo>
                  <a:pt x="0" y="807403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E7E6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Editable vector"/>
          <p:cNvSpPr/>
          <p:nvPr/>
        </p:nvSpPr>
        <p:spPr>
          <a:xfrm>
            <a:off x="905751" y="5662866"/>
            <a:ext cx="1927225" cy="778750"/>
          </a:xfrm>
          <a:custGeom>
            <a:avLst/>
            <a:gdLst/>
            <a:ahLst/>
            <a:cxnLst/>
            <a:rect l="0" t="0" r="r" b="b"/>
            <a:pathLst>
              <a:path w="1927225" h="778751" fill="norm" stroke="0" extrusionOk="0">
                <a:moveTo>
                  <a:pt x="0" y="0"/>
                </a:moveTo>
                <a:lnTo>
                  <a:pt x="1927225" y="0"/>
                </a:lnTo>
                <a:lnTo>
                  <a:pt x="1927225" y="778751"/>
                </a:lnTo>
                <a:lnTo>
                  <a:pt x="0" y="778751"/>
                </a:lnTo>
                <a:close/>
              </a:path>
            </a:pathLst>
          </a:custGeom>
          <a:solidFill>
            <a:srgbClr val="D1E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Editable vector"/>
          <p:cNvSpPr/>
          <p:nvPr/>
        </p:nvSpPr>
        <p:spPr>
          <a:xfrm>
            <a:off x="532904" y="5832195"/>
            <a:ext cx="431774" cy="431774"/>
          </a:xfrm>
          <a:custGeom>
            <a:avLst/>
            <a:gdLst/>
            <a:ahLst/>
            <a:cxnLst/>
            <a:rect l="0" t="0" r="r" b="b"/>
            <a:pathLst>
              <a:path w="431775" h="431775" fill="norm" stroke="0" extrusionOk="0">
                <a:moveTo>
                  <a:pt x="0" y="215887"/>
                </a:moveTo>
                <a:cubicBezTo>
                  <a:pt x="0" y="96660"/>
                  <a:pt x="96647" y="0"/>
                  <a:pt x="215887" y="0"/>
                </a:cubicBezTo>
                <a:cubicBezTo>
                  <a:pt x="335115" y="0"/>
                  <a:pt x="431775" y="96660"/>
                  <a:pt x="431775" y="215887"/>
                </a:cubicBezTo>
                <a:cubicBezTo>
                  <a:pt x="431775" y="335115"/>
                  <a:pt x="335115" y="431775"/>
                  <a:pt x="215887" y="431775"/>
                </a:cubicBezTo>
                <a:cubicBezTo>
                  <a:pt x="96647" y="431775"/>
                  <a:pt x="0" y="335115"/>
                  <a:pt x="0" y="215887"/>
                </a:cubicBez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Editable vector"/>
          <p:cNvSpPr/>
          <p:nvPr/>
        </p:nvSpPr>
        <p:spPr>
          <a:xfrm>
            <a:off x="3005073" y="5662866"/>
            <a:ext cx="3655059" cy="778750"/>
          </a:xfrm>
          <a:custGeom>
            <a:avLst/>
            <a:gdLst/>
            <a:ahLst/>
            <a:cxnLst/>
            <a:rect l="0" t="0" r="r" b="b"/>
            <a:pathLst>
              <a:path w="3655060" h="778751" fill="norm" stroke="1" extrusionOk="0">
                <a:moveTo>
                  <a:pt x="0" y="0"/>
                </a:moveTo>
                <a:lnTo>
                  <a:pt x="3655060" y="0"/>
                </a:lnTo>
                <a:lnTo>
                  <a:pt x="3655060" y="778751"/>
                </a:lnTo>
                <a:lnTo>
                  <a:pt x="0" y="778751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E7E6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Editable vector"/>
          <p:cNvSpPr/>
          <p:nvPr/>
        </p:nvSpPr>
        <p:spPr>
          <a:xfrm>
            <a:off x="9293479" y="5656516"/>
            <a:ext cx="2239771" cy="783119"/>
          </a:xfrm>
          <a:custGeom>
            <a:avLst/>
            <a:gdLst/>
            <a:ahLst/>
            <a:cxnLst/>
            <a:rect l="0" t="0" r="r" b="b"/>
            <a:pathLst>
              <a:path w="2239772" h="783120" fill="norm" stroke="1" extrusionOk="0">
                <a:moveTo>
                  <a:pt x="0" y="0"/>
                </a:moveTo>
                <a:lnTo>
                  <a:pt x="2239772" y="0"/>
                </a:lnTo>
                <a:lnTo>
                  <a:pt x="2239772" y="783120"/>
                </a:lnTo>
                <a:lnTo>
                  <a:pt x="0" y="783120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E7E6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Editable vector"/>
          <p:cNvSpPr/>
          <p:nvPr/>
        </p:nvSpPr>
        <p:spPr>
          <a:xfrm>
            <a:off x="905751" y="4596383"/>
            <a:ext cx="1927225" cy="736600"/>
          </a:xfrm>
          <a:custGeom>
            <a:avLst/>
            <a:gdLst/>
            <a:ahLst/>
            <a:cxnLst/>
            <a:rect l="0" t="0" r="r" b="b"/>
            <a:pathLst>
              <a:path w="1927225" h="736600" fill="norm" stroke="0" extrusionOk="0">
                <a:moveTo>
                  <a:pt x="0" y="0"/>
                </a:moveTo>
                <a:lnTo>
                  <a:pt x="1927225" y="0"/>
                </a:lnTo>
                <a:lnTo>
                  <a:pt x="1927225" y="736600"/>
                </a:lnTo>
                <a:lnTo>
                  <a:pt x="0" y="736600"/>
                </a:lnTo>
                <a:close/>
              </a:path>
            </a:pathLst>
          </a:custGeom>
          <a:solidFill>
            <a:srgbClr val="D1E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Editable vector"/>
          <p:cNvSpPr/>
          <p:nvPr/>
        </p:nvSpPr>
        <p:spPr>
          <a:xfrm>
            <a:off x="532904" y="4765547"/>
            <a:ext cx="431774" cy="431800"/>
          </a:xfrm>
          <a:custGeom>
            <a:avLst/>
            <a:gdLst/>
            <a:ahLst/>
            <a:cxnLst/>
            <a:rect l="0" t="0" r="r" b="b"/>
            <a:pathLst>
              <a:path w="431775" h="431800" fill="norm" stroke="0" extrusionOk="0">
                <a:moveTo>
                  <a:pt x="0" y="215900"/>
                </a:moveTo>
                <a:cubicBezTo>
                  <a:pt x="0" y="96774"/>
                  <a:pt x="96647" y="0"/>
                  <a:pt x="215887" y="0"/>
                </a:cubicBezTo>
                <a:cubicBezTo>
                  <a:pt x="335115" y="0"/>
                  <a:pt x="431775" y="96774"/>
                  <a:pt x="431775" y="215900"/>
                </a:cubicBezTo>
                <a:cubicBezTo>
                  <a:pt x="431775" y="335153"/>
                  <a:pt x="335115" y="431800"/>
                  <a:pt x="215887" y="431800"/>
                </a:cubicBezTo>
                <a:cubicBezTo>
                  <a:pt x="96647" y="431800"/>
                  <a:pt x="0" y="335153"/>
                  <a:pt x="0" y="215900"/>
                </a:cubicBez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Editable vector"/>
          <p:cNvSpPr/>
          <p:nvPr/>
        </p:nvSpPr>
        <p:spPr>
          <a:xfrm>
            <a:off x="3005073" y="4597590"/>
            <a:ext cx="3655059" cy="735774"/>
          </a:xfrm>
          <a:custGeom>
            <a:avLst/>
            <a:gdLst/>
            <a:ahLst/>
            <a:cxnLst/>
            <a:rect l="0" t="0" r="r" b="b"/>
            <a:pathLst>
              <a:path w="3655060" h="735774" fill="norm" stroke="1" extrusionOk="0">
                <a:moveTo>
                  <a:pt x="0" y="0"/>
                </a:moveTo>
                <a:lnTo>
                  <a:pt x="3655060" y="0"/>
                </a:lnTo>
                <a:lnTo>
                  <a:pt x="3655060" y="735774"/>
                </a:lnTo>
                <a:lnTo>
                  <a:pt x="0" y="735774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E7E6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Editable vector"/>
          <p:cNvSpPr/>
          <p:nvPr/>
        </p:nvSpPr>
        <p:spPr>
          <a:xfrm>
            <a:off x="9293479" y="4596447"/>
            <a:ext cx="2239771" cy="735774"/>
          </a:xfrm>
          <a:custGeom>
            <a:avLst/>
            <a:gdLst/>
            <a:ahLst/>
            <a:cxnLst/>
            <a:rect l="0" t="0" r="r" b="b"/>
            <a:pathLst>
              <a:path w="2239772" h="735774" fill="norm" stroke="1" extrusionOk="0">
                <a:moveTo>
                  <a:pt x="0" y="0"/>
                </a:moveTo>
                <a:lnTo>
                  <a:pt x="2239772" y="0"/>
                </a:lnTo>
                <a:lnTo>
                  <a:pt x="2239772" y="735774"/>
                </a:lnTo>
                <a:lnTo>
                  <a:pt x="0" y="735774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E7E6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Editable vector"/>
          <p:cNvSpPr/>
          <p:nvPr/>
        </p:nvSpPr>
        <p:spPr>
          <a:xfrm>
            <a:off x="6832092" y="2419413"/>
            <a:ext cx="2239771" cy="807402"/>
          </a:xfrm>
          <a:custGeom>
            <a:avLst/>
            <a:gdLst/>
            <a:ahLst/>
            <a:cxnLst/>
            <a:rect l="0" t="0" r="r" b="b"/>
            <a:pathLst>
              <a:path w="2239772" h="807403" fill="norm" stroke="1" extrusionOk="0">
                <a:moveTo>
                  <a:pt x="0" y="0"/>
                </a:moveTo>
                <a:lnTo>
                  <a:pt x="2239772" y="0"/>
                </a:lnTo>
                <a:lnTo>
                  <a:pt x="2239772" y="807403"/>
                </a:lnTo>
                <a:lnTo>
                  <a:pt x="0" y="807403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E7E6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Editable vector"/>
          <p:cNvSpPr/>
          <p:nvPr/>
        </p:nvSpPr>
        <p:spPr>
          <a:xfrm>
            <a:off x="6832092" y="3530409"/>
            <a:ext cx="2239771" cy="735774"/>
          </a:xfrm>
          <a:custGeom>
            <a:avLst/>
            <a:gdLst/>
            <a:ahLst/>
            <a:cxnLst/>
            <a:rect l="0" t="0" r="r" b="b"/>
            <a:pathLst>
              <a:path w="2239772" h="735774" fill="norm" stroke="1" extrusionOk="0">
                <a:moveTo>
                  <a:pt x="0" y="0"/>
                </a:moveTo>
                <a:lnTo>
                  <a:pt x="2239772" y="0"/>
                </a:lnTo>
                <a:lnTo>
                  <a:pt x="2239772" y="735774"/>
                </a:lnTo>
                <a:lnTo>
                  <a:pt x="0" y="735774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E7E6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Editable vector"/>
          <p:cNvSpPr/>
          <p:nvPr/>
        </p:nvSpPr>
        <p:spPr>
          <a:xfrm>
            <a:off x="6834123" y="1323276"/>
            <a:ext cx="2239771" cy="807402"/>
          </a:xfrm>
          <a:custGeom>
            <a:avLst/>
            <a:gdLst/>
            <a:ahLst/>
            <a:cxnLst/>
            <a:rect l="0" t="0" r="r" b="b"/>
            <a:pathLst>
              <a:path w="2239772" h="807403" fill="norm" stroke="1" extrusionOk="0">
                <a:moveTo>
                  <a:pt x="0" y="0"/>
                </a:moveTo>
                <a:lnTo>
                  <a:pt x="2239772" y="0"/>
                </a:lnTo>
                <a:lnTo>
                  <a:pt x="2239772" y="807403"/>
                </a:lnTo>
                <a:lnTo>
                  <a:pt x="0" y="807403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E7E6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Editable vector"/>
          <p:cNvSpPr/>
          <p:nvPr/>
        </p:nvSpPr>
        <p:spPr>
          <a:xfrm>
            <a:off x="6832092" y="4596447"/>
            <a:ext cx="2239771" cy="735774"/>
          </a:xfrm>
          <a:custGeom>
            <a:avLst/>
            <a:gdLst/>
            <a:ahLst/>
            <a:cxnLst/>
            <a:rect l="0" t="0" r="r" b="b"/>
            <a:pathLst>
              <a:path w="2239772" h="735774" fill="norm" stroke="1" extrusionOk="0">
                <a:moveTo>
                  <a:pt x="0" y="0"/>
                </a:moveTo>
                <a:lnTo>
                  <a:pt x="2239772" y="0"/>
                </a:lnTo>
                <a:lnTo>
                  <a:pt x="2239772" y="735774"/>
                </a:lnTo>
                <a:lnTo>
                  <a:pt x="0" y="735774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E7E6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Editable vector"/>
          <p:cNvSpPr/>
          <p:nvPr/>
        </p:nvSpPr>
        <p:spPr>
          <a:xfrm>
            <a:off x="6840346" y="5656516"/>
            <a:ext cx="2239771" cy="783119"/>
          </a:xfrm>
          <a:custGeom>
            <a:avLst/>
            <a:gdLst/>
            <a:ahLst/>
            <a:cxnLst/>
            <a:rect l="0" t="0" r="r" b="b"/>
            <a:pathLst>
              <a:path w="2239772" h="783120" fill="norm" stroke="1" extrusionOk="0">
                <a:moveTo>
                  <a:pt x="0" y="0"/>
                </a:moveTo>
                <a:lnTo>
                  <a:pt x="2239772" y="0"/>
                </a:lnTo>
                <a:lnTo>
                  <a:pt x="2239772" y="783120"/>
                </a:lnTo>
                <a:lnTo>
                  <a:pt x="0" y="783120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E7E6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Editable text — AI First – Business AI in SAP "/>
          <p:cNvSpPr txBox="1"/>
          <p:nvPr/>
        </p:nvSpPr>
        <p:spPr>
          <a:xfrm>
            <a:off x="1096365" y="2634233"/>
            <a:ext cx="1761261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0" spc="-84">
                <a:solidFill>
                  <a:srgbClr val="00144A"/>
                </a:solidFill>
                <a:latin typeface="Arial"/>
              </a:rPr>
              <a:t>AI First – Business AI in SAP </a:t>
            </a:r>
          </a:p>
        </p:txBody>
      </p:sp>
      <p:sp>
        <p:nvSpPr>
          <p:cNvPr id="6" name="Editable text — Autonomous Suite"/>
          <p:cNvSpPr txBox="1"/>
          <p:nvPr/>
        </p:nvSpPr>
        <p:spPr>
          <a:xfrm>
            <a:off x="1094841" y="2816838"/>
            <a:ext cx="1198249" cy="26715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2" b="0" i="0" spc="-59">
                <a:solidFill>
                  <a:srgbClr val="00144A"/>
                </a:solidFill>
                <a:latin typeface="Arial"/>
              </a:rPr>
              <a:t>Autonomous Suite</a:t>
            </a:r>
          </a:p>
        </p:txBody>
      </p:sp>
      <p:sp>
        <p:nvSpPr>
          <p:cNvPr id="8" name="Editable text — Partner Agents &amp;  "/>
          <p:cNvSpPr txBox="1"/>
          <p:nvPr/>
        </p:nvSpPr>
        <p:spPr>
          <a:xfrm>
            <a:off x="1096365" y="3722116"/>
            <a:ext cx="1182573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0" spc="-58">
                <a:solidFill>
                  <a:srgbClr val="00144A"/>
                </a:solidFill>
                <a:latin typeface="Arial"/>
              </a:rPr>
              <a:t>Partner Agents &amp;  </a:t>
            </a:r>
          </a:p>
        </p:txBody>
      </p:sp>
      <p:sp>
        <p:nvSpPr>
          <p:cNvPr id="9" name="Editable text — AI Innovation"/>
          <p:cNvSpPr txBox="1"/>
          <p:nvPr/>
        </p:nvSpPr>
        <p:spPr>
          <a:xfrm>
            <a:off x="1094841" y="3904995"/>
            <a:ext cx="87563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0" spc="-51">
                <a:solidFill>
                  <a:srgbClr val="00144A"/>
                </a:solidFill>
                <a:latin typeface="Arial"/>
              </a:rPr>
              <a:t>AI Innovation</a:t>
            </a:r>
          </a:p>
        </p:txBody>
      </p:sp>
      <p:sp>
        <p:nvSpPr>
          <p:cNvPr id="11" name="Editable text — Lead RISE, GROW and LOB customer engagements "/>
          <p:cNvSpPr txBox="1"/>
          <p:nvPr/>
        </p:nvSpPr>
        <p:spPr>
          <a:xfrm>
            <a:off x="3096767" y="2476357"/>
            <a:ext cx="3547530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1" i="0" spc="-3">
                <a:solidFill>
                  <a:srgbClr val="000000"/>
                </a:solidFill>
                <a:latin typeface="Arial"/>
              </a:rPr>
              <a:t>Lead RISE, GROW and LOB customer engagements </a:t>
            </a:r>
          </a:p>
        </p:txBody>
      </p:sp>
      <p:sp>
        <p:nvSpPr>
          <p:cNvPr id="12" name="Editable text — with role-specific assistants, agents, and data products -"/>
          <p:cNvSpPr txBox="1"/>
          <p:nvPr/>
        </p:nvSpPr>
        <p:spPr>
          <a:xfrm>
            <a:off x="3096767" y="2643997"/>
            <a:ext cx="3529156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-2">
                <a:solidFill>
                  <a:srgbClr val="000000"/>
                </a:solidFill>
                <a:latin typeface="Arial"/>
              </a:rPr>
              <a:t>with role-specific assistants, agents, and data products -</a:t>
            </a:r>
          </a:p>
        </p:txBody>
      </p:sp>
      <p:sp>
        <p:nvSpPr>
          <p:cNvPr id="13" name="Editable text — as the foundation for success in the new agentic era of "/>
          <p:cNvSpPr txBox="1"/>
          <p:nvPr/>
        </p:nvSpPr>
        <p:spPr>
          <a:xfrm>
            <a:off x="3096767" y="2811637"/>
            <a:ext cx="3474481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-3">
                <a:solidFill>
                  <a:srgbClr val="000000"/>
                </a:solidFill>
                <a:latin typeface="Arial"/>
              </a:rPr>
              <a:t>as the foundation for success in the new agentic era of </a:t>
            </a:r>
          </a:p>
        </p:txBody>
      </p:sp>
      <p:sp>
        <p:nvSpPr>
          <p:cNvPr id="14" name="Editable text — enterprise management.   "/>
          <p:cNvSpPr txBox="1"/>
          <p:nvPr/>
        </p:nvSpPr>
        <p:spPr>
          <a:xfrm>
            <a:off x="3096767" y="2979001"/>
            <a:ext cx="1691483" cy="24886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6" b="0" i="0" spc="-4">
                <a:solidFill>
                  <a:srgbClr val="000000"/>
                </a:solidFill>
                <a:latin typeface="Arial"/>
              </a:rPr>
              <a:t>enterprise management.   </a:t>
            </a:r>
          </a:p>
        </p:txBody>
      </p:sp>
      <p:sp>
        <p:nvSpPr>
          <p:cNvPr id="16" name="Editable text — 2"/>
          <p:cNvSpPr txBox="1"/>
          <p:nvPr/>
        </p:nvSpPr>
        <p:spPr>
          <a:xfrm>
            <a:off x="685495" y="2702432"/>
            <a:ext cx="190601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Editable text — 3"/>
          <p:cNvSpPr txBox="1"/>
          <p:nvPr/>
        </p:nvSpPr>
        <p:spPr>
          <a:xfrm>
            <a:off x="685495" y="3774059"/>
            <a:ext cx="190601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Editable text — Innovate, design and build agents on SAP Joule "/>
          <p:cNvSpPr txBox="1"/>
          <p:nvPr/>
        </p:nvSpPr>
        <p:spPr>
          <a:xfrm>
            <a:off x="3096767" y="3648418"/>
            <a:ext cx="3238055" cy="24886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6" b="1" i="0" spc="-4">
                <a:solidFill>
                  <a:srgbClr val="000000"/>
                </a:solidFill>
                <a:latin typeface="Arial"/>
              </a:rPr>
              <a:t>Innovate, design and build agents </a:t>
            </a:r>
            <a:r>
              <a:rPr sz="1106" b="0" i="0" spc="-2">
                <a:solidFill>
                  <a:srgbClr val="000000"/>
                </a:solidFill>
                <a:latin typeface="Arial"/>
              </a:rPr>
              <a:t>on SAP Joule </a:t>
            </a:r>
          </a:p>
        </p:txBody>
      </p:sp>
      <p:sp>
        <p:nvSpPr>
          <p:cNvPr id="21" name="Editable text — Studio/ SAP Business AI Platform monetized via "/>
          <p:cNvSpPr txBox="1"/>
          <p:nvPr/>
        </p:nvSpPr>
        <p:spPr>
          <a:xfrm>
            <a:off x="3096767" y="3816588"/>
            <a:ext cx="3176658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-1">
                <a:solidFill>
                  <a:srgbClr val="000000"/>
                </a:solidFill>
                <a:latin typeface="Arial"/>
              </a:rPr>
              <a:t>Studio/ SAP Business AI Platform </a:t>
            </a:r>
            <a:r>
              <a:rPr sz="1103" b="1" i="0" spc="13">
                <a:solidFill>
                  <a:srgbClr val="000000"/>
                </a:solidFill>
                <a:latin typeface="Arial"/>
              </a:rPr>
              <a:t>monetized via </a:t>
            </a:r>
          </a:p>
        </p:txBody>
      </p:sp>
      <p:sp>
        <p:nvSpPr>
          <p:cNvPr id="22" name="Editable text — BTPEA to deliver high-value, customer-specific solutions."/>
          <p:cNvSpPr txBox="1"/>
          <p:nvPr/>
        </p:nvSpPr>
        <p:spPr>
          <a:xfrm>
            <a:off x="3096767" y="3984229"/>
            <a:ext cx="3586734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1" i="0" spc="-52">
                <a:solidFill>
                  <a:srgbClr val="000000"/>
                </a:solidFill>
                <a:latin typeface="Arial"/>
              </a:rPr>
              <a:t>BTPEA </a:t>
            </a:r>
            <a:r>
              <a:rPr sz="1103" b="0" i="0" spc="-2">
                <a:solidFill>
                  <a:srgbClr val="000000"/>
                </a:solidFill>
                <a:latin typeface="Arial"/>
              </a:rPr>
              <a:t>to deliver high-value, customer-specific solutions.</a:t>
            </a:r>
          </a:p>
        </p:txBody>
      </p:sp>
      <p:sp>
        <p:nvSpPr>
          <p:cNvPr id="24" name="Editable text — SAP AI units: activate Joule and "/>
          <p:cNvSpPr txBox="1"/>
          <p:nvPr/>
        </p:nvSpPr>
        <p:spPr>
          <a:xfrm>
            <a:off x="9386061" y="2655935"/>
            <a:ext cx="2098799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1" i="0" spc="-21">
                <a:solidFill>
                  <a:srgbClr val="000000"/>
                </a:solidFill>
                <a:latin typeface="Arial"/>
              </a:rPr>
              <a:t>SAP AI units</a:t>
            </a:r>
            <a:r>
              <a:rPr sz="1103" b="0" i="0" spc="-10">
                <a:solidFill>
                  <a:srgbClr val="000000"/>
                </a:solidFill>
                <a:latin typeface="Arial"/>
              </a:rPr>
              <a:t>: activate Joule and </a:t>
            </a:r>
          </a:p>
        </p:txBody>
      </p:sp>
      <p:sp>
        <p:nvSpPr>
          <p:cNvPr id="25" name="Editable text — sell min of €10k"/>
          <p:cNvSpPr txBox="1"/>
          <p:nvPr/>
        </p:nvSpPr>
        <p:spPr>
          <a:xfrm>
            <a:off x="9386061" y="2823575"/>
            <a:ext cx="1029739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4">
                <a:solidFill>
                  <a:srgbClr val="000000"/>
                </a:solidFill>
                <a:latin typeface="Arial"/>
              </a:rPr>
              <a:t>sell </a:t>
            </a:r>
            <a:r>
              <a:rPr sz="1103" b="0" i="0" spc="-8">
                <a:solidFill>
                  <a:srgbClr val="44546A"/>
                </a:solidFill>
                <a:latin typeface="Arial"/>
              </a:rPr>
              <a:t>min of €10k</a:t>
            </a:r>
          </a:p>
        </p:txBody>
      </p:sp>
      <p:sp>
        <p:nvSpPr>
          <p:cNvPr id="27" name="Editable text — BTPEA: activate Joule Studio "/>
          <p:cNvSpPr txBox="1"/>
          <p:nvPr/>
        </p:nvSpPr>
        <p:spPr>
          <a:xfrm>
            <a:off x="9386061" y="3731625"/>
            <a:ext cx="1906468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1" i="0" spc="-49">
                <a:solidFill>
                  <a:srgbClr val="000000"/>
                </a:solidFill>
                <a:latin typeface="Arial"/>
              </a:rPr>
              <a:t>BTPEA</a:t>
            </a:r>
            <a:r>
              <a:rPr sz="1103" b="0" i="0" spc="-6">
                <a:solidFill>
                  <a:srgbClr val="000000"/>
                </a:solidFill>
                <a:latin typeface="Arial"/>
              </a:rPr>
              <a:t>: activate Joule Studio </a:t>
            </a:r>
          </a:p>
        </p:txBody>
      </p:sp>
      <p:sp>
        <p:nvSpPr>
          <p:cNvPr id="28" name="Editable text — users and sell min of €10k"/>
          <p:cNvSpPr txBox="1"/>
          <p:nvPr/>
        </p:nvSpPr>
        <p:spPr>
          <a:xfrm>
            <a:off x="9386061" y="3899266"/>
            <a:ext cx="1663995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-11">
                <a:solidFill>
                  <a:srgbClr val="000000"/>
                </a:solidFill>
                <a:latin typeface="Arial"/>
              </a:rPr>
              <a:t>users and sell </a:t>
            </a:r>
            <a:r>
              <a:rPr sz="1103" b="0" i="0" spc="-7">
                <a:solidFill>
                  <a:srgbClr val="44546A"/>
                </a:solidFill>
                <a:latin typeface="Arial"/>
              </a:rPr>
              <a:t>min of €10k</a:t>
            </a:r>
          </a:p>
        </p:txBody>
      </p:sp>
      <p:sp>
        <p:nvSpPr>
          <p:cNvPr id="30" name="Editable text — BASE AI - Joule and "/>
          <p:cNvSpPr txBox="1"/>
          <p:nvPr/>
        </p:nvSpPr>
        <p:spPr>
          <a:xfrm>
            <a:off x="1098194" y="1537843"/>
            <a:ext cx="1294638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0" spc="-83">
                <a:solidFill>
                  <a:srgbClr val="00144A"/>
                </a:solidFill>
                <a:latin typeface="Arial"/>
              </a:rPr>
              <a:t>BASE AI - Joule and </a:t>
            </a:r>
          </a:p>
        </p:txBody>
      </p:sp>
      <p:sp>
        <p:nvSpPr>
          <p:cNvPr id="31" name="Editable text — embedded AI features   "/>
          <p:cNvSpPr txBox="1"/>
          <p:nvPr/>
        </p:nvSpPr>
        <p:spPr>
          <a:xfrm>
            <a:off x="1096670" y="1720447"/>
            <a:ext cx="1530229" cy="26715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2" b="0" i="0" spc="-58">
                <a:solidFill>
                  <a:srgbClr val="00144A"/>
                </a:solidFill>
                <a:latin typeface="Arial"/>
              </a:rPr>
              <a:t>embedded AI features   </a:t>
            </a:r>
          </a:p>
        </p:txBody>
      </p:sp>
      <p:sp>
        <p:nvSpPr>
          <p:cNvPr id="33" name="Editable text — Enable foundational, conversational AI available "/>
          <p:cNvSpPr txBox="1"/>
          <p:nvPr/>
        </p:nvSpPr>
        <p:spPr>
          <a:xfrm>
            <a:off x="3098926" y="1463913"/>
            <a:ext cx="3265165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1" i="0" spc="-4">
                <a:solidFill>
                  <a:srgbClr val="000000"/>
                </a:solidFill>
                <a:latin typeface="Arial"/>
              </a:rPr>
              <a:t>Enable foundational, conversational AI</a:t>
            </a:r>
            <a:r>
              <a:rPr sz="1103" b="0" i="0" spc="0">
                <a:solidFill>
                  <a:srgbClr val="000000"/>
                </a:solidFill>
                <a:latin typeface="Arial"/>
              </a:rPr>
              <a:t> available </a:t>
            </a:r>
          </a:p>
        </p:txBody>
      </p:sp>
      <p:sp>
        <p:nvSpPr>
          <p:cNvPr id="34" name="Editable text — across all SAP applications and leverage AI capabilities "/>
          <p:cNvSpPr txBox="1"/>
          <p:nvPr/>
        </p:nvSpPr>
        <p:spPr>
          <a:xfrm>
            <a:off x="3098926" y="1631277"/>
            <a:ext cx="3533607" cy="24886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6" b="0" i="0" spc="-3">
                <a:solidFill>
                  <a:srgbClr val="000000"/>
                </a:solidFill>
                <a:latin typeface="Arial"/>
              </a:rPr>
              <a:t>across all SAP applications and leverage AI capabilities </a:t>
            </a:r>
          </a:p>
        </p:txBody>
      </p:sp>
      <p:sp>
        <p:nvSpPr>
          <p:cNvPr id="35" name="Editable text — embedded directly into SAP applications.   "/>
          <p:cNvSpPr txBox="1"/>
          <p:nvPr/>
        </p:nvSpPr>
        <p:spPr>
          <a:xfrm>
            <a:off x="3098926" y="1799447"/>
            <a:ext cx="2925112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1" i="0" spc="-2">
                <a:solidFill>
                  <a:srgbClr val="000000"/>
                </a:solidFill>
                <a:latin typeface="Arial"/>
              </a:rPr>
              <a:t>embedded directly into SAP applications</a:t>
            </a:r>
            <a:r>
              <a:rPr sz="1103" b="0" i="0" spc="-15">
                <a:solidFill>
                  <a:srgbClr val="000000"/>
                </a:solidFill>
                <a:latin typeface="Arial"/>
              </a:rPr>
              <a:t>.   </a:t>
            </a:r>
          </a:p>
        </p:txBody>
      </p:sp>
      <p:sp>
        <p:nvSpPr>
          <p:cNvPr id="37" name="Editable text — 1"/>
          <p:cNvSpPr txBox="1"/>
          <p:nvPr/>
        </p:nvSpPr>
        <p:spPr>
          <a:xfrm>
            <a:off x="687933" y="1606042"/>
            <a:ext cx="190601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9" name="Editable text — Free of charge"/>
          <p:cNvSpPr txBox="1"/>
          <p:nvPr/>
        </p:nvSpPr>
        <p:spPr>
          <a:xfrm>
            <a:off x="9388093" y="1643364"/>
            <a:ext cx="1025745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1" i="0" spc="-2">
                <a:solidFill>
                  <a:srgbClr val="000000"/>
                </a:solidFill>
                <a:latin typeface="Arial"/>
              </a:rPr>
              <a:t>Free of charge</a:t>
            </a:r>
          </a:p>
        </p:txBody>
      </p:sp>
      <p:sp>
        <p:nvSpPr>
          <p:cNvPr id="40" name="Editable text — +"/>
          <p:cNvSpPr txBox="1"/>
          <p:nvPr/>
        </p:nvSpPr>
        <p:spPr>
          <a:xfrm>
            <a:off x="10372343" y="2133092"/>
            <a:ext cx="197002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0" i="0">
                <a:solidFill>
                  <a:srgbClr val="000000"/>
                </a:solidFill>
                <a:latin typeface="Arial"/>
              </a:rPr>
              <a:t>+</a:t>
            </a:r>
          </a:p>
        </p:txBody>
      </p:sp>
      <p:sp>
        <p:nvSpPr>
          <p:cNvPr id="41" name="Editable text — +"/>
          <p:cNvSpPr txBox="1"/>
          <p:nvPr/>
        </p:nvSpPr>
        <p:spPr>
          <a:xfrm>
            <a:off x="10372343" y="3271774"/>
            <a:ext cx="197002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0" i="0">
                <a:solidFill>
                  <a:srgbClr val="000000"/>
                </a:solidFill>
                <a:latin typeface="Arial"/>
              </a:rPr>
              <a:t>+</a:t>
            </a:r>
          </a:p>
        </p:txBody>
      </p:sp>
      <p:sp>
        <p:nvSpPr>
          <p:cNvPr id="42" name="Editable text — SAP’s Autonomous Enterprise – License Opportunities"/>
          <p:cNvSpPr txBox="1"/>
          <p:nvPr/>
        </p:nvSpPr>
        <p:spPr>
          <a:xfrm>
            <a:off x="581863" y="377268"/>
            <a:ext cx="8944202" cy="57073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795" b="1" i="0" spc="-68">
                <a:solidFill>
                  <a:srgbClr val="002A86"/>
                </a:solidFill>
                <a:latin typeface="Arial"/>
              </a:rPr>
              <a:t>SAP’s Autonomous Enterprise – License Opportunities</a:t>
            </a:r>
          </a:p>
        </p:txBody>
      </p:sp>
      <p:sp>
        <p:nvSpPr>
          <p:cNvPr id="43" name="Editable text — Partner Commercialization Guidance"/>
          <p:cNvSpPr txBox="1"/>
          <p:nvPr/>
        </p:nvSpPr>
        <p:spPr>
          <a:xfrm>
            <a:off x="581863" y="753871"/>
            <a:ext cx="3941469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1" i="0" spc="-30">
                <a:solidFill>
                  <a:srgbClr val="002A86"/>
                </a:solidFill>
                <a:latin typeface="Arial"/>
              </a:rPr>
              <a:t>Partner Commercialization Guidance</a:t>
            </a:r>
          </a:p>
        </p:txBody>
      </p:sp>
      <p:sp>
        <p:nvSpPr>
          <p:cNvPr id="45" name="Editable text — Ignite AI with BDC and the "/>
          <p:cNvSpPr txBox="1"/>
          <p:nvPr/>
        </p:nvSpPr>
        <p:spPr>
          <a:xfrm>
            <a:off x="1096365" y="5876086"/>
            <a:ext cx="1699057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0" spc="-59">
                <a:solidFill>
                  <a:srgbClr val="00144A"/>
                </a:solidFill>
                <a:latin typeface="Arial"/>
              </a:rPr>
              <a:t>Ignite AI with BDC and the </a:t>
            </a:r>
          </a:p>
        </p:txBody>
      </p:sp>
      <p:sp>
        <p:nvSpPr>
          <p:cNvPr id="46" name="Editable text — Open Data Ecosystem"/>
          <p:cNvSpPr txBox="1"/>
          <p:nvPr/>
        </p:nvSpPr>
        <p:spPr>
          <a:xfrm>
            <a:off x="1094841" y="6058966"/>
            <a:ext cx="1403096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0" spc="-81">
                <a:solidFill>
                  <a:srgbClr val="00144A"/>
                </a:solidFill>
                <a:latin typeface="Arial"/>
              </a:rPr>
              <a:t>Open Data Ecosystem</a:t>
            </a:r>
          </a:p>
        </p:txBody>
      </p:sp>
      <p:sp>
        <p:nvSpPr>
          <p:cNvPr id="48" name="Editable text — 5"/>
          <p:cNvSpPr txBox="1"/>
          <p:nvPr/>
        </p:nvSpPr>
        <p:spPr>
          <a:xfrm>
            <a:off x="685495" y="5928131"/>
            <a:ext cx="190601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50" name="Editable text — Incorporating SAP BDC to maximize AI’s value with "/>
          <p:cNvSpPr txBox="1"/>
          <p:nvPr/>
        </p:nvSpPr>
        <p:spPr>
          <a:xfrm>
            <a:off x="3096767" y="5718261"/>
            <a:ext cx="3297888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0">
                <a:solidFill>
                  <a:srgbClr val="000000"/>
                </a:solidFill>
                <a:latin typeface="Arial"/>
              </a:rPr>
              <a:t>Incorporating </a:t>
            </a:r>
            <a:r>
              <a:rPr sz="1103" b="1" i="0" spc="-2">
                <a:solidFill>
                  <a:srgbClr val="000000"/>
                </a:solidFill>
                <a:latin typeface="Arial"/>
              </a:rPr>
              <a:t>SAP BDC </a:t>
            </a:r>
            <a:r>
              <a:rPr sz="1103" b="0" i="0" spc="-3">
                <a:solidFill>
                  <a:srgbClr val="000000"/>
                </a:solidFill>
                <a:latin typeface="Arial"/>
              </a:rPr>
              <a:t>to maximize AI’s value with </a:t>
            </a:r>
          </a:p>
        </p:txBody>
      </p:sp>
      <p:sp>
        <p:nvSpPr>
          <p:cNvPr id="51" name="Editable text — complete, harmonized and maintained business context. "/>
          <p:cNvSpPr txBox="1"/>
          <p:nvPr/>
        </p:nvSpPr>
        <p:spPr>
          <a:xfrm>
            <a:off x="3096767" y="5885901"/>
            <a:ext cx="3588751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-2">
                <a:solidFill>
                  <a:srgbClr val="000000"/>
                </a:solidFill>
                <a:latin typeface="Arial"/>
              </a:rPr>
              <a:t>complete, harmonized and maintained business context. </a:t>
            </a:r>
          </a:p>
        </p:txBody>
      </p:sp>
      <p:sp>
        <p:nvSpPr>
          <p:cNvPr id="52" name="Editable text — Convert legacy systems to BDC and increase deal scope "/>
          <p:cNvSpPr txBox="1"/>
          <p:nvPr/>
        </p:nvSpPr>
        <p:spPr>
          <a:xfrm>
            <a:off x="3096767" y="6053541"/>
            <a:ext cx="3558467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-12">
                <a:solidFill>
                  <a:srgbClr val="000000"/>
                </a:solidFill>
                <a:latin typeface="Arial"/>
              </a:rPr>
              <a:t>Convert legacy systems to BDC and increase deal scope </a:t>
            </a:r>
          </a:p>
        </p:txBody>
      </p:sp>
      <p:sp>
        <p:nvSpPr>
          <p:cNvPr id="53" name="Editable text — with Open Data Ecosystem partners."/>
          <p:cNvSpPr txBox="1"/>
          <p:nvPr/>
        </p:nvSpPr>
        <p:spPr>
          <a:xfrm>
            <a:off x="3096767" y="6221181"/>
            <a:ext cx="2297576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-12">
                <a:solidFill>
                  <a:srgbClr val="000000"/>
                </a:solidFill>
                <a:latin typeface="Arial"/>
              </a:rPr>
              <a:t>with Open Data Ecosystem partners.</a:t>
            </a:r>
          </a:p>
        </p:txBody>
      </p:sp>
      <p:sp>
        <p:nvSpPr>
          <p:cNvPr id="55" name="Editable text — BDC CU: Based on customer data "/>
          <p:cNvSpPr txBox="1"/>
          <p:nvPr/>
        </p:nvSpPr>
        <p:spPr>
          <a:xfrm>
            <a:off x="9386061" y="5881634"/>
            <a:ext cx="2178346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1" i="0" spc="-48">
                <a:solidFill>
                  <a:srgbClr val="000000"/>
                </a:solidFill>
                <a:latin typeface="Arial"/>
              </a:rPr>
              <a:t>BDC CU</a:t>
            </a:r>
            <a:r>
              <a:rPr sz="1103" b="0" i="0" spc="-132">
                <a:solidFill>
                  <a:srgbClr val="000000"/>
                </a:solidFill>
                <a:latin typeface="Arial"/>
              </a:rPr>
              <a:t>: </a:t>
            </a:r>
            <a:r>
              <a:rPr sz="1103" b="0" i="0" spc="-7">
                <a:solidFill>
                  <a:srgbClr val="44546A"/>
                </a:solidFill>
                <a:latin typeface="Arial"/>
              </a:rPr>
              <a:t>Based on customer data </a:t>
            </a:r>
          </a:p>
        </p:txBody>
      </p:sp>
      <p:sp>
        <p:nvSpPr>
          <p:cNvPr id="56" name="Editable text — landscape"/>
          <p:cNvSpPr txBox="1"/>
          <p:nvPr/>
        </p:nvSpPr>
        <p:spPr>
          <a:xfrm>
            <a:off x="9386061" y="6049274"/>
            <a:ext cx="715747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13">
                <a:solidFill>
                  <a:srgbClr val="44546A"/>
                </a:solidFill>
                <a:latin typeface="Arial"/>
              </a:rPr>
              <a:t>landscape</a:t>
            </a:r>
          </a:p>
        </p:txBody>
      </p:sp>
      <p:sp>
        <p:nvSpPr>
          <p:cNvPr id="58" name="Editable text — AI Adoption &amp; "/>
          <p:cNvSpPr txBox="1"/>
          <p:nvPr/>
        </p:nvSpPr>
        <p:spPr>
          <a:xfrm>
            <a:off x="1096365" y="4788281"/>
            <a:ext cx="958697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0" spc="-48">
                <a:solidFill>
                  <a:srgbClr val="00144A"/>
                </a:solidFill>
                <a:latin typeface="Arial"/>
              </a:rPr>
              <a:t>AI Adoption &amp; </a:t>
            </a:r>
          </a:p>
        </p:txBody>
      </p:sp>
      <p:sp>
        <p:nvSpPr>
          <p:cNvPr id="59" name="Editable text — Consumption"/>
          <p:cNvSpPr txBox="1"/>
          <p:nvPr/>
        </p:nvSpPr>
        <p:spPr>
          <a:xfrm>
            <a:off x="1094841" y="4971160"/>
            <a:ext cx="884783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0" spc="-60">
                <a:solidFill>
                  <a:srgbClr val="00144A"/>
                </a:solidFill>
                <a:latin typeface="Arial"/>
              </a:rPr>
              <a:t>Consumption</a:t>
            </a:r>
          </a:p>
        </p:txBody>
      </p:sp>
      <p:sp>
        <p:nvSpPr>
          <p:cNvPr id="61" name="Editable text — 4"/>
          <p:cNvSpPr txBox="1"/>
          <p:nvPr/>
        </p:nvSpPr>
        <p:spPr>
          <a:xfrm>
            <a:off x="685495" y="4861306"/>
            <a:ext cx="190601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63" name="Editable text — Uncover licenses up/x-sell and services opportunities by "/>
          <p:cNvSpPr txBox="1"/>
          <p:nvPr/>
        </p:nvSpPr>
        <p:spPr>
          <a:xfrm>
            <a:off x="3096767" y="4798933"/>
            <a:ext cx="3570770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-2">
                <a:solidFill>
                  <a:srgbClr val="000000"/>
                </a:solidFill>
                <a:latin typeface="Arial"/>
              </a:rPr>
              <a:t>Uncover licenses up/x-sell and services opportunities by </a:t>
            </a:r>
          </a:p>
        </p:txBody>
      </p:sp>
      <p:sp>
        <p:nvSpPr>
          <p:cNvPr id="64" name="Editable text — intentionally working with the install base."/>
          <p:cNvSpPr txBox="1"/>
          <p:nvPr/>
        </p:nvSpPr>
        <p:spPr>
          <a:xfrm>
            <a:off x="3096767" y="4966573"/>
            <a:ext cx="2619350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-2">
                <a:solidFill>
                  <a:srgbClr val="000000"/>
                </a:solidFill>
                <a:latin typeface="Arial"/>
              </a:rPr>
              <a:t>intentionally working with the install base.</a:t>
            </a:r>
          </a:p>
        </p:txBody>
      </p:sp>
      <p:sp>
        <p:nvSpPr>
          <p:cNvPr id="66" name="Editable text — Drive adoption/consumption: "/>
          <p:cNvSpPr txBox="1"/>
          <p:nvPr/>
        </p:nvSpPr>
        <p:spPr>
          <a:xfrm>
            <a:off x="9386061" y="4630150"/>
            <a:ext cx="2039735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1" i="0" spc="-1">
                <a:solidFill>
                  <a:srgbClr val="000000"/>
                </a:solidFill>
                <a:latin typeface="Arial"/>
              </a:rPr>
              <a:t>Drive adoption/consumption</a:t>
            </a:r>
            <a:r>
              <a:rPr sz="1103" b="0" i="0" spc="5">
                <a:solidFill>
                  <a:srgbClr val="000000"/>
                </a:solidFill>
                <a:latin typeface="Arial"/>
              </a:rPr>
              <a:t>: </a:t>
            </a:r>
          </a:p>
        </p:txBody>
      </p:sp>
      <p:sp>
        <p:nvSpPr>
          <p:cNvPr id="67" name="Editable text — utilize unused credits to drive new "/>
          <p:cNvSpPr txBox="1"/>
          <p:nvPr/>
        </p:nvSpPr>
        <p:spPr>
          <a:xfrm>
            <a:off x="9386061" y="4797791"/>
            <a:ext cx="2195067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-4">
                <a:solidFill>
                  <a:srgbClr val="000000"/>
                </a:solidFill>
                <a:latin typeface="Arial"/>
              </a:rPr>
              <a:t>utilize </a:t>
            </a:r>
            <a:r>
              <a:rPr sz="1103" b="0" i="0" spc="0">
                <a:solidFill>
                  <a:srgbClr val="44546A"/>
                </a:solidFill>
                <a:latin typeface="Arial"/>
              </a:rPr>
              <a:t>unused credits </a:t>
            </a:r>
            <a:r>
              <a:rPr sz="1103" b="0" i="0" spc="-4">
                <a:solidFill>
                  <a:srgbClr val="000000"/>
                </a:solidFill>
                <a:latin typeface="Arial"/>
              </a:rPr>
              <a:t>to drive new </a:t>
            </a:r>
          </a:p>
        </p:txBody>
      </p:sp>
      <p:sp>
        <p:nvSpPr>
          <p:cNvPr id="68" name="Editable text — business via AI Discovery "/>
          <p:cNvSpPr txBox="1"/>
          <p:nvPr/>
        </p:nvSpPr>
        <p:spPr>
          <a:xfrm>
            <a:off x="9386061" y="4965430"/>
            <a:ext cx="1691972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-3">
                <a:solidFill>
                  <a:srgbClr val="000000"/>
                </a:solidFill>
                <a:latin typeface="Arial"/>
              </a:rPr>
              <a:t>business via </a:t>
            </a:r>
            <a:r>
              <a:rPr sz="1103" b="0" i="0" spc="-4">
                <a:solidFill>
                  <a:srgbClr val="44546A"/>
                </a:solidFill>
                <a:latin typeface="Arial"/>
              </a:rPr>
              <a:t>AI Discovery </a:t>
            </a:r>
          </a:p>
        </p:txBody>
      </p:sp>
      <p:sp>
        <p:nvSpPr>
          <p:cNvPr id="69" name="Editable text — Workshop &amp; Adoption Plan"/>
          <p:cNvSpPr txBox="1"/>
          <p:nvPr/>
        </p:nvSpPr>
        <p:spPr>
          <a:xfrm>
            <a:off x="9386061" y="5133070"/>
            <a:ext cx="1730852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-3">
                <a:solidFill>
                  <a:srgbClr val="44546A"/>
                </a:solidFill>
                <a:latin typeface="Arial"/>
              </a:rPr>
              <a:t>Workshop &amp; Adoption Plan</a:t>
            </a:r>
          </a:p>
        </p:txBody>
      </p:sp>
      <p:sp>
        <p:nvSpPr>
          <p:cNvPr id="70" name="Editable text — New Autonomous Suite "/>
          <p:cNvSpPr txBox="1"/>
          <p:nvPr/>
        </p:nvSpPr>
        <p:spPr>
          <a:xfrm>
            <a:off x="7132573" y="917574"/>
            <a:ext cx="1746298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-27">
                <a:solidFill>
                  <a:srgbClr val="44546A"/>
                </a:solidFill>
                <a:latin typeface="Arial"/>
              </a:rPr>
              <a:t>New Autonomous Suite </a:t>
            </a:r>
          </a:p>
        </p:txBody>
      </p:sp>
      <p:sp>
        <p:nvSpPr>
          <p:cNvPr id="71" name="Editable text — Customer"/>
          <p:cNvSpPr txBox="1"/>
          <p:nvPr/>
        </p:nvSpPr>
        <p:spPr>
          <a:xfrm>
            <a:off x="7612633" y="1100455"/>
            <a:ext cx="751433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-26">
                <a:solidFill>
                  <a:srgbClr val="44546A"/>
                </a:solidFill>
                <a:latin typeface="Arial"/>
              </a:rPr>
              <a:t>Customer</a:t>
            </a:r>
          </a:p>
        </p:txBody>
      </p:sp>
      <p:sp>
        <p:nvSpPr>
          <p:cNvPr id="72" name="Editable text — Existing Install Base"/>
          <p:cNvSpPr txBox="1"/>
          <p:nvPr/>
        </p:nvSpPr>
        <p:spPr>
          <a:xfrm>
            <a:off x="9725532" y="917574"/>
            <a:ext cx="144972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-38">
                <a:solidFill>
                  <a:srgbClr val="44546A"/>
                </a:solidFill>
                <a:latin typeface="Arial"/>
              </a:rPr>
              <a:t>Existing Install Base</a:t>
            </a:r>
          </a:p>
        </p:txBody>
      </p:sp>
      <p:sp>
        <p:nvSpPr>
          <p:cNvPr id="74" name="Editable text — SAP AI units: ~10% (min of €10k) "/>
          <p:cNvSpPr txBox="1"/>
          <p:nvPr/>
        </p:nvSpPr>
        <p:spPr>
          <a:xfrm>
            <a:off x="6924420" y="2655935"/>
            <a:ext cx="2172824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1" i="0" spc="-21">
                <a:solidFill>
                  <a:srgbClr val="000000"/>
                </a:solidFill>
                <a:latin typeface="Arial"/>
              </a:rPr>
              <a:t>SAP AI units</a:t>
            </a:r>
            <a:r>
              <a:rPr sz="1103" b="0" i="0" spc="-132">
                <a:solidFill>
                  <a:srgbClr val="000000"/>
                </a:solidFill>
                <a:latin typeface="Arial"/>
              </a:rPr>
              <a:t>: </a:t>
            </a:r>
            <a:r>
              <a:rPr sz="1103" b="0" i="0" spc="-10">
                <a:solidFill>
                  <a:srgbClr val="44546A"/>
                </a:solidFill>
                <a:latin typeface="Arial"/>
              </a:rPr>
              <a:t>~10% (min of €10k) </a:t>
            </a:r>
          </a:p>
        </p:txBody>
      </p:sp>
      <p:sp>
        <p:nvSpPr>
          <p:cNvPr id="75" name="Editable text — of Autonomous Enterprise deal"/>
          <p:cNvSpPr txBox="1"/>
          <p:nvPr/>
        </p:nvSpPr>
        <p:spPr>
          <a:xfrm>
            <a:off x="6924420" y="2823575"/>
            <a:ext cx="1988554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0">
                <a:solidFill>
                  <a:srgbClr val="000000"/>
                </a:solidFill>
                <a:latin typeface="Arial"/>
              </a:rPr>
              <a:t>of Autonomous Enterprise deal</a:t>
            </a:r>
          </a:p>
        </p:txBody>
      </p:sp>
      <p:sp>
        <p:nvSpPr>
          <p:cNvPr id="77" name="Editable text — BTPEA: ~10% (min of €10k) of "/>
          <p:cNvSpPr txBox="1"/>
          <p:nvPr/>
        </p:nvSpPr>
        <p:spPr>
          <a:xfrm>
            <a:off x="6924420" y="3731625"/>
            <a:ext cx="1966144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1" i="0" spc="-49">
                <a:solidFill>
                  <a:srgbClr val="000000"/>
                </a:solidFill>
                <a:latin typeface="Arial"/>
              </a:rPr>
              <a:t>BTPEA</a:t>
            </a:r>
            <a:r>
              <a:rPr sz="1103" b="0" i="0" spc="-132">
                <a:solidFill>
                  <a:srgbClr val="000000"/>
                </a:solidFill>
                <a:latin typeface="Arial"/>
              </a:rPr>
              <a:t>: </a:t>
            </a:r>
            <a:r>
              <a:rPr sz="1103" b="0" i="0" spc="-9">
                <a:solidFill>
                  <a:srgbClr val="44546A"/>
                </a:solidFill>
                <a:latin typeface="Arial"/>
              </a:rPr>
              <a:t>~10% (min of €10k) </a:t>
            </a:r>
            <a:r>
              <a:rPr sz="1103" b="0" i="0" spc="0">
                <a:solidFill>
                  <a:srgbClr val="000000"/>
                </a:solidFill>
                <a:latin typeface="Arial"/>
              </a:rPr>
              <a:t>of </a:t>
            </a:r>
          </a:p>
        </p:txBody>
      </p:sp>
      <p:sp>
        <p:nvSpPr>
          <p:cNvPr id="78" name="Editable text — Autonomous Enterprise deal"/>
          <p:cNvSpPr txBox="1"/>
          <p:nvPr/>
        </p:nvSpPr>
        <p:spPr>
          <a:xfrm>
            <a:off x="6924420" y="3899266"/>
            <a:ext cx="1833204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0">
                <a:solidFill>
                  <a:srgbClr val="000000"/>
                </a:solidFill>
                <a:latin typeface="Arial"/>
              </a:rPr>
              <a:t>Autonomous Enterprise deal</a:t>
            </a:r>
          </a:p>
        </p:txBody>
      </p:sp>
      <p:sp>
        <p:nvSpPr>
          <p:cNvPr id="80" name="Editable text — Free of charge"/>
          <p:cNvSpPr txBox="1"/>
          <p:nvPr/>
        </p:nvSpPr>
        <p:spPr>
          <a:xfrm>
            <a:off x="6926580" y="1643364"/>
            <a:ext cx="1025745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1" i="0" spc="-2">
                <a:solidFill>
                  <a:srgbClr val="000000"/>
                </a:solidFill>
                <a:latin typeface="Arial"/>
              </a:rPr>
              <a:t>Free of charge</a:t>
            </a:r>
          </a:p>
        </p:txBody>
      </p:sp>
      <p:sp>
        <p:nvSpPr>
          <p:cNvPr id="81" name="Editable text — +"/>
          <p:cNvSpPr txBox="1"/>
          <p:nvPr/>
        </p:nvSpPr>
        <p:spPr>
          <a:xfrm>
            <a:off x="7910830" y="2133092"/>
            <a:ext cx="197002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0" i="0">
                <a:solidFill>
                  <a:srgbClr val="000000"/>
                </a:solidFill>
                <a:latin typeface="Arial"/>
              </a:rPr>
              <a:t>+</a:t>
            </a:r>
          </a:p>
        </p:txBody>
      </p:sp>
      <p:sp>
        <p:nvSpPr>
          <p:cNvPr id="82" name="Editable text — +"/>
          <p:cNvSpPr txBox="1"/>
          <p:nvPr/>
        </p:nvSpPr>
        <p:spPr>
          <a:xfrm>
            <a:off x="7910830" y="3271774"/>
            <a:ext cx="197002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0" i="0">
                <a:solidFill>
                  <a:srgbClr val="000000"/>
                </a:solidFill>
                <a:latin typeface="Arial"/>
              </a:rPr>
              <a:t>+</a:t>
            </a:r>
          </a:p>
        </p:txBody>
      </p:sp>
      <p:sp>
        <p:nvSpPr>
          <p:cNvPr id="84" name="Editable text — Drive adoption: Ensure customer "/>
          <p:cNvSpPr txBox="1"/>
          <p:nvPr/>
        </p:nvSpPr>
        <p:spPr>
          <a:xfrm>
            <a:off x="6924420" y="4630150"/>
            <a:ext cx="2215871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1" i="0" spc="-2">
                <a:solidFill>
                  <a:srgbClr val="000000"/>
                </a:solidFill>
                <a:latin typeface="Arial"/>
              </a:rPr>
              <a:t>Drive adoption</a:t>
            </a:r>
            <a:r>
              <a:rPr sz="1103" b="0" i="0" spc="-1">
                <a:solidFill>
                  <a:srgbClr val="000000"/>
                </a:solidFill>
                <a:latin typeface="Arial"/>
              </a:rPr>
              <a:t>: Ensure customer </a:t>
            </a:r>
          </a:p>
        </p:txBody>
      </p:sp>
      <p:sp>
        <p:nvSpPr>
          <p:cNvPr id="85" name="Editable text — has clear identified AI use cases "/>
          <p:cNvSpPr txBox="1"/>
          <p:nvPr/>
        </p:nvSpPr>
        <p:spPr>
          <a:xfrm>
            <a:off x="6924420" y="4797791"/>
            <a:ext cx="2104927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-2">
                <a:solidFill>
                  <a:srgbClr val="000000"/>
                </a:solidFill>
                <a:latin typeface="Arial"/>
              </a:rPr>
              <a:t>has clear identified AI use cases </a:t>
            </a:r>
          </a:p>
        </p:txBody>
      </p:sp>
      <p:sp>
        <p:nvSpPr>
          <p:cNvPr id="86" name="Editable text — via AI Discovery Workshop &amp; "/>
          <p:cNvSpPr txBox="1"/>
          <p:nvPr/>
        </p:nvSpPr>
        <p:spPr>
          <a:xfrm>
            <a:off x="6924420" y="4965430"/>
            <a:ext cx="1901677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-6">
                <a:solidFill>
                  <a:srgbClr val="000000"/>
                </a:solidFill>
                <a:latin typeface="Arial"/>
              </a:rPr>
              <a:t>via </a:t>
            </a:r>
            <a:r>
              <a:rPr sz="1103" b="0" i="0" spc="-3">
                <a:solidFill>
                  <a:srgbClr val="44546A"/>
                </a:solidFill>
                <a:latin typeface="Arial"/>
              </a:rPr>
              <a:t>AI Discovery Workshop &amp; </a:t>
            </a:r>
          </a:p>
        </p:txBody>
      </p:sp>
      <p:sp>
        <p:nvSpPr>
          <p:cNvPr id="87" name="Editable text — Adoption Plan"/>
          <p:cNvSpPr txBox="1"/>
          <p:nvPr/>
        </p:nvSpPr>
        <p:spPr>
          <a:xfrm>
            <a:off x="6924420" y="5133070"/>
            <a:ext cx="932648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-3">
                <a:solidFill>
                  <a:srgbClr val="44546A"/>
                </a:solidFill>
                <a:latin typeface="Arial"/>
              </a:rPr>
              <a:t>Adoption Plan</a:t>
            </a:r>
          </a:p>
        </p:txBody>
      </p:sp>
      <p:sp>
        <p:nvSpPr>
          <p:cNvPr id="88" name="Editable text — +"/>
          <p:cNvSpPr txBox="1"/>
          <p:nvPr/>
        </p:nvSpPr>
        <p:spPr>
          <a:xfrm>
            <a:off x="10372343" y="4309087"/>
            <a:ext cx="197180" cy="38145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2" b="0" i="0">
                <a:solidFill>
                  <a:srgbClr val="000000"/>
                </a:solidFill>
                <a:latin typeface="Arial"/>
              </a:rPr>
              <a:t>+</a:t>
            </a:r>
          </a:p>
        </p:txBody>
      </p:sp>
      <p:sp>
        <p:nvSpPr>
          <p:cNvPr id="89" name="Editable text — +"/>
          <p:cNvSpPr txBox="1"/>
          <p:nvPr/>
        </p:nvSpPr>
        <p:spPr>
          <a:xfrm>
            <a:off x="7910830" y="4309087"/>
            <a:ext cx="197180" cy="38145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2" b="0" i="0">
                <a:solidFill>
                  <a:srgbClr val="000000"/>
                </a:solidFill>
                <a:latin typeface="Arial"/>
              </a:rPr>
              <a:t>+</a:t>
            </a:r>
          </a:p>
        </p:txBody>
      </p:sp>
      <p:sp>
        <p:nvSpPr>
          <p:cNvPr id="90" name="Editable text — +"/>
          <p:cNvSpPr txBox="1"/>
          <p:nvPr/>
        </p:nvSpPr>
        <p:spPr>
          <a:xfrm>
            <a:off x="10372343" y="5348986"/>
            <a:ext cx="197002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0" i="0">
                <a:solidFill>
                  <a:srgbClr val="000000"/>
                </a:solidFill>
                <a:latin typeface="Arial"/>
              </a:rPr>
              <a:t>+</a:t>
            </a:r>
          </a:p>
        </p:txBody>
      </p:sp>
      <p:sp>
        <p:nvSpPr>
          <p:cNvPr id="91" name="Editable text — +"/>
          <p:cNvSpPr txBox="1"/>
          <p:nvPr/>
        </p:nvSpPr>
        <p:spPr>
          <a:xfrm>
            <a:off x="7910830" y="5348986"/>
            <a:ext cx="197002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0" i="0">
                <a:solidFill>
                  <a:srgbClr val="000000"/>
                </a:solidFill>
                <a:latin typeface="Arial"/>
              </a:rPr>
              <a:t>+</a:t>
            </a:r>
          </a:p>
        </p:txBody>
      </p:sp>
      <p:sp>
        <p:nvSpPr>
          <p:cNvPr id="93" name="Editable text — BDC CU: Based on customer "/>
          <p:cNvSpPr txBox="1"/>
          <p:nvPr/>
        </p:nvSpPr>
        <p:spPr>
          <a:xfrm>
            <a:off x="6932676" y="5881634"/>
            <a:ext cx="1867404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1" i="0" spc="-48">
                <a:solidFill>
                  <a:srgbClr val="000000"/>
                </a:solidFill>
                <a:latin typeface="Arial"/>
              </a:rPr>
              <a:t>BDC CU</a:t>
            </a:r>
            <a:r>
              <a:rPr sz="1103" b="0" i="0" spc="-15">
                <a:solidFill>
                  <a:srgbClr val="000000"/>
                </a:solidFill>
                <a:latin typeface="Arial"/>
              </a:rPr>
              <a:t>: Based on customer </a:t>
            </a:r>
          </a:p>
        </p:txBody>
      </p:sp>
      <p:sp>
        <p:nvSpPr>
          <p:cNvPr id="94" name="Editable text — landscape starting at €20k ACV"/>
          <p:cNvSpPr txBox="1"/>
          <p:nvPr/>
        </p:nvSpPr>
        <p:spPr>
          <a:xfrm>
            <a:off x="6932676" y="6049274"/>
            <a:ext cx="1978155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5">
                <a:solidFill>
                  <a:srgbClr val="000000"/>
                </a:solidFill>
                <a:latin typeface="Arial"/>
              </a:rPr>
              <a:t>landscape </a:t>
            </a:r>
            <a:r>
              <a:rPr sz="1103" b="0" i="0" spc="-21">
                <a:solidFill>
                  <a:srgbClr val="44546A"/>
                </a:solidFill>
                <a:latin typeface="Arial"/>
              </a:rPr>
              <a:t>starting at €20k ACV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517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6007100"/>
            <a:ext cx="10744200" cy="533400"/>
          </a:xfrm>
          <a:prstGeom prst="rect">
            <a:avLst/>
          </a:prstGeom>
        </p:spPr>
      </p:pic>
      <p:sp>
        <p:nvSpPr>
          <p:cNvPr id="7" name="Editable vector"/>
          <p:cNvSpPr/>
          <p:nvPr/>
        </p:nvSpPr>
        <p:spPr>
          <a:xfrm>
            <a:off x="506628" y="6582778"/>
            <a:ext cx="1186535" cy="71856"/>
          </a:xfrm>
          <a:custGeom>
            <a:avLst/>
            <a:gdLst/>
            <a:ahLst/>
            <a:cxnLst/>
            <a:rect l="0" t="0" r="r" b="b"/>
            <a:pathLst>
              <a:path w="1186536" h="71857" fill="norm" stroke="0" extrusionOk="0">
                <a:moveTo>
                  <a:pt x="0" y="2832"/>
                </a:moveTo>
                <a:lnTo>
                  <a:pt x="0" y="55258"/>
                </a:lnTo>
                <a:lnTo>
                  <a:pt x="7074" y="55258"/>
                </a:lnTo>
                <a:lnTo>
                  <a:pt x="7074" y="2832"/>
                </a:lnTo>
                <a:close/>
                <a:moveTo>
                  <a:pt x="19812" y="2832"/>
                </a:moveTo>
                <a:lnTo>
                  <a:pt x="28181" y="2832"/>
                </a:lnTo>
                <a:lnTo>
                  <a:pt x="54712" y="47410"/>
                </a:lnTo>
                <a:cubicBezTo>
                  <a:pt x="54661" y="46266"/>
                  <a:pt x="54610" y="44717"/>
                  <a:pt x="54572" y="42761"/>
                </a:cubicBezTo>
                <a:cubicBezTo>
                  <a:pt x="54521" y="40793"/>
                  <a:pt x="54496" y="38862"/>
                  <a:pt x="54496" y="36957"/>
                </a:cubicBezTo>
                <a:lnTo>
                  <a:pt x="54496" y="2832"/>
                </a:lnTo>
                <a:lnTo>
                  <a:pt x="60820" y="2832"/>
                </a:lnTo>
                <a:lnTo>
                  <a:pt x="60820" y="55258"/>
                </a:lnTo>
                <a:lnTo>
                  <a:pt x="52108" y="55258"/>
                </a:lnTo>
                <a:lnTo>
                  <a:pt x="25921" y="11202"/>
                </a:lnTo>
                <a:cubicBezTo>
                  <a:pt x="25972" y="12345"/>
                  <a:pt x="26010" y="13894"/>
                  <a:pt x="26060" y="15837"/>
                </a:cubicBezTo>
                <a:cubicBezTo>
                  <a:pt x="26111" y="17780"/>
                  <a:pt x="26137" y="19724"/>
                  <a:pt x="26137" y="21654"/>
                </a:cubicBezTo>
                <a:lnTo>
                  <a:pt x="26137" y="55258"/>
                </a:lnTo>
                <a:lnTo>
                  <a:pt x="19812" y="55258"/>
                </a:lnTo>
                <a:lnTo>
                  <a:pt x="19812" y="2832"/>
                </a:lnTo>
                <a:close/>
                <a:moveTo>
                  <a:pt x="84125" y="9385"/>
                </a:moveTo>
                <a:lnTo>
                  <a:pt x="67653" y="9385"/>
                </a:lnTo>
                <a:lnTo>
                  <a:pt x="67653" y="2832"/>
                </a:lnTo>
                <a:lnTo>
                  <a:pt x="107683" y="2832"/>
                </a:lnTo>
                <a:lnTo>
                  <a:pt x="107683" y="9385"/>
                </a:lnTo>
                <a:lnTo>
                  <a:pt x="91199" y="9385"/>
                </a:lnTo>
                <a:lnTo>
                  <a:pt x="91199" y="55258"/>
                </a:lnTo>
                <a:lnTo>
                  <a:pt x="84125" y="55258"/>
                </a:lnTo>
                <a:lnTo>
                  <a:pt x="84125" y="9385"/>
                </a:lnTo>
                <a:close/>
                <a:moveTo>
                  <a:pt x="114300" y="2832"/>
                </a:moveTo>
                <a:lnTo>
                  <a:pt x="147980" y="2832"/>
                </a:lnTo>
                <a:lnTo>
                  <a:pt x="147980" y="9385"/>
                </a:lnTo>
                <a:lnTo>
                  <a:pt x="121374" y="9385"/>
                </a:lnTo>
                <a:lnTo>
                  <a:pt x="121374" y="25083"/>
                </a:lnTo>
                <a:lnTo>
                  <a:pt x="145783" y="25083"/>
                </a:lnTo>
                <a:lnTo>
                  <a:pt x="145783" y="31483"/>
                </a:lnTo>
                <a:lnTo>
                  <a:pt x="121374" y="31483"/>
                </a:lnTo>
                <a:lnTo>
                  <a:pt x="121374" y="48705"/>
                </a:lnTo>
                <a:lnTo>
                  <a:pt x="149504" y="48705"/>
                </a:lnTo>
                <a:lnTo>
                  <a:pt x="149504" y="55258"/>
                </a:lnTo>
                <a:lnTo>
                  <a:pt x="114300" y="55258"/>
                </a:lnTo>
                <a:lnTo>
                  <a:pt x="114300" y="2832"/>
                </a:lnTo>
                <a:close/>
                <a:moveTo>
                  <a:pt x="158496" y="2832"/>
                </a:moveTo>
                <a:lnTo>
                  <a:pt x="178626" y="2832"/>
                </a:lnTo>
                <a:cubicBezTo>
                  <a:pt x="182550" y="2832"/>
                  <a:pt x="185877" y="3442"/>
                  <a:pt x="188633" y="4674"/>
                </a:cubicBezTo>
                <a:cubicBezTo>
                  <a:pt x="191389" y="5906"/>
                  <a:pt x="193485" y="7671"/>
                  <a:pt x="194907" y="9996"/>
                </a:cubicBezTo>
                <a:cubicBezTo>
                  <a:pt x="196329" y="12319"/>
                  <a:pt x="197041" y="15088"/>
                  <a:pt x="197041" y="18314"/>
                </a:cubicBezTo>
                <a:cubicBezTo>
                  <a:pt x="197041" y="20613"/>
                  <a:pt x="196596" y="22797"/>
                  <a:pt x="195707" y="24854"/>
                </a:cubicBezTo>
                <a:cubicBezTo>
                  <a:pt x="194818" y="26912"/>
                  <a:pt x="193408" y="28702"/>
                  <a:pt x="191478" y="30214"/>
                </a:cubicBezTo>
                <a:cubicBezTo>
                  <a:pt x="189560" y="31725"/>
                  <a:pt x="187122" y="32766"/>
                  <a:pt x="184175" y="33338"/>
                </a:cubicBezTo>
                <a:lnTo>
                  <a:pt x="199200" y="55258"/>
                </a:lnTo>
                <a:lnTo>
                  <a:pt x="190944" y="55258"/>
                </a:lnTo>
                <a:lnTo>
                  <a:pt x="177254" y="34240"/>
                </a:lnTo>
                <a:lnTo>
                  <a:pt x="165570" y="34240"/>
                </a:lnTo>
                <a:lnTo>
                  <a:pt x="165570" y="55258"/>
                </a:lnTo>
                <a:lnTo>
                  <a:pt x="158496" y="55258"/>
                </a:lnTo>
                <a:lnTo>
                  <a:pt x="158496" y="2832"/>
                </a:lnTo>
                <a:close/>
                <a:moveTo>
                  <a:pt x="178143" y="27915"/>
                </a:moveTo>
                <a:cubicBezTo>
                  <a:pt x="180797" y="27915"/>
                  <a:pt x="183007" y="27496"/>
                  <a:pt x="184785" y="26657"/>
                </a:cubicBezTo>
                <a:cubicBezTo>
                  <a:pt x="186563" y="25832"/>
                  <a:pt x="187871" y="24702"/>
                  <a:pt x="188709" y="23279"/>
                </a:cubicBezTo>
                <a:cubicBezTo>
                  <a:pt x="189548" y="21857"/>
                  <a:pt x="189979" y="20219"/>
                  <a:pt x="189979" y="18390"/>
                </a:cubicBezTo>
                <a:cubicBezTo>
                  <a:pt x="189979" y="15380"/>
                  <a:pt x="188925" y="13119"/>
                  <a:pt x="186817" y="11595"/>
                </a:cubicBezTo>
                <a:cubicBezTo>
                  <a:pt x="184709" y="10071"/>
                  <a:pt x="181712" y="9310"/>
                  <a:pt x="177851" y="9310"/>
                </a:cubicBezTo>
                <a:lnTo>
                  <a:pt x="165570" y="9310"/>
                </a:lnTo>
                <a:lnTo>
                  <a:pt x="165570" y="27915"/>
                </a:lnTo>
                <a:lnTo>
                  <a:pt x="178143" y="27915"/>
                </a:lnTo>
                <a:close/>
                <a:moveTo>
                  <a:pt x="207264" y="2832"/>
                </a:moveTo>
                <a:lnTo>
                  <a:pt x="215633" y="2832"/>
                </a:lnTo>
                <a:lnTo>
                  <a:pt x="242164" y="47410"/>
                </a:lnTo>
                <a:cubicBezTo>
                  <a:pt x="242113" y="46266"/>
                  <a:pt x="242062" y="44717"/>
                  <a:pt x="242024" y="42761"/>
                </a:cubicBezTo>
                <a:cubicBezTo>
                  <a:pt x="241973" y="40793"/>
                  <a:pt x="241948" y="38862"/>
                  <a:pt x="241948" y="36957"/>
                </a:cubicBezTo>
                <a:lnTo>
                  <a:pt x="241948" y="2832"/>
                </a:lnTo>
                <a:lnTo>
                  <a:pt x="248272" y="2832"/>
                </a:lnTo>
                <a:lnTo>
                  <a:pt x="248272" y="55258"/>
                </a:lnTo>
                <a:lnTo>
                  <a:pt x="239560" y="55258"/>
                </a:lnTo>
                <a:lnTo>
                  <a:pt x="213373" y="11202"/>
                </a:lnTo>
                <a:cubicBezTo>
                  <a:pt x="213424" y="12345"/>
                  <a:pt x="213462" y="13894"/>
                  <a:pt x="213512" y="15837"/>
                </a:cubicBezTo>
                <a:cubicBezTo>
                  <a:pt x="213563" y="17780"/>
                  <a:pt x="213589" y="19724"/>
                  <a:pt x="213589" y="21654"/>
                </a:cubicBezTo>
                <a:lnTo>
                  <a:pt x="213589" y="55258"/>
                </a:lnTo>
                <a:lnTo>
                  <a:pt x="207264" y="55258"/>
                </a:lnTo>
                <a:lnTo>
                  <a:pt x="207264" y="2832"/>
                </a:lnTo>
                <a:close/>
                <a:moveTo>
                  <a:pt x="274079" y="2832"/>
                </a:moveTo>
                <a:lnTo>
                  <a:pt x="282181" y="2832"/>
                </a:lnTo>
                <a:lnTo>
                  <a:pt x="301904" y="55258"/>
                </a:lnTo>
                <a:lnTo>
                  <a:pt x="294500" y="55258"/>
                </a:lnTo>
                <a:lnTo>
                  <a:pt x="289547" y="41085"/>
                </a:lnTo>
                <a:lnTo>
                  <a:pt x="266560" y="41085"/>
                </a:lnTo>
                <a:lnTo>
                  <a:pt x="261607" y="55258"/>
                </a:lnTo>
                <a:lnTo>
                  <a:pt x="254356" y="55258"/>
                </a:lnTo>
                <a:lnTo>
                  <a:pt x="274079" y="2832"/>
                </a:lnTo>
                <a:close/>
                <a:moveTo>
                  <a:pt x="287401" y="34900"/>
                </a:moveTo>
                <a:lnTo>
                  <a:pt x="281178" y="17158"/>
                </a:lnTo>
                <a:cubicBezTo>
                  <a:pt x="280607" y="15545"/>
                  <a:pt x="280048" y="13932"/>
                  <a:pt x="279489" y="12319"/>
                </a:cubicBezTo>
                <a:cubicBezTo>
                  <a:pt x="278930" y="10706"/>
                  <a:pt x="278448" y="9322"/>
                  <a:pt x="278054" y="8154"/>
                </a:cubicBezTo>
                <a:cubicBezTo>
                  <a:pt x="277660" y="9322"/>
                  <a:pt x="277178" y="10706"/>
                  <a:pt x="276619" y="12319"/>
                </a:cubicBezTo>
                <a:cubicBezTo>
                  <a:pt x="276060" y="13932"/>
                  <a:pt x="275501" y="15545"/>
                  <a:pt x="274930" y="17158"/>
                </a:cubicBezTo>
                <a:lnTo>
                  <a:pt x="268719" y="34900"/>
                </a:lnTo>
                <a:lnTo>
                  <a:pt x="287401" y="34900"/>
                </a:lnTo>
                <a:close/>
                <a:moveTo>
                  <a:pt x="307848" y="2832"/>
                </a:moveTo>
                <a:lnTo>
                  <a:pt x="314922" y="2832"/>
                </a:lnTo>
                <a:lnTo>
                  <a:pt x="314922" y="48705"/>
                </a:lnTo>
                <a:lnTo>
                  <a:pt x="339179" y="48705"/>
                </a:lnTo>
                <a:lnTo>
                  <a:pt x="339179" y="55258"/>
                </a:lnTo>
                <a:lnTo>
                  <a:pt x="307848" y="55258"/>
                </a:lnTo>
                <a:lnTo>
                  <a:pt x="307848" y="2832"/>
                </a:lnTo>
                <a:close/>
                <a:moveTo>
                  <a:pt x="362268" y="32410"/>
                </a:moveTo>
                <a:lnTo>
                  <a:pt x="362268" y="37580"/>
                </a:lnTo>
                <a:lnTo>
                  <a:pt x="404609" y="37580"/>
                </a:lnTo>
                <a:lnTo>
                  <a:pt x="404609" y="32410"/>
                </a:lnTo>
                <a:close/>
                <a:moveTo>
                  <a:pt x="446773" y="56007"/>
                </a:moveTo>
                <a:cubicBezTo>
                  <a:pt x="442481" y="56007"/>
                  <a:pt x="438696" y="55309"/>
                  <a:pt x="435407" y="53911"/>
                </a:cubicBezTo>
                <a:cubicBezTo>
                  <a:pt x="432118" y="52528"/>
                  <a:pt x="429387" y="50432"/>
                  <a:pt x="427203" y="47625"/>
                </a:cubicBezTo>
                <a:lnTo>
                  <a:pt x="432041" y="42787"/>
                </a:lnTo>
                <a:cubicBezTo>
                  <a:pt x="433210" y="44260"/>
                  <a:pt x="434429" y="45492"/>
                  <a:pt x="435724" y="46495"/>
                </a:cubicBezTo>
                <a:cubicBezTo>
                  <a:pt x="437007" y="47498"/>
                  <a:pt x="438556" y="48299"/>
                  <a:pt x="440373" y="48895"/>
                </a:cubicBezTo>
                <a:cubicBezTo>
                  <a:pt x="442189" y="49492"/>
                  <a:pt x="444322" y="49785"/>
                  <a:pt x="446773" y="49785"/>
                </a:cubicBezTo>
                <a:cubicBezTo>
                  <a:pt x="449199" y="49785"/>
                  <a:pt x="451371" y="49479"/>
                  <a:pt x="453288" y="48870"/>
                </a:cubicBezTo>
                <a:cubicBezTo>
                  <a:pt x="455193" y="48273"/>
                  <a:pt x="456705" y="47320"/>
                  <a:pt x="457822" y="46025"/>
                </a:cubicBezTo>
                <a:cubicBezTo>
                  <a:pt x="458940" y="44742"/>
                  <a:pt x="459499" y="43117"/>
                  <a:pt x="459499" y="41161"/>
                </a:cubicBezTo>
                <a:cubicBezTo>
                  <a:pt x="459499" y="39192"/>
                  <a:pt x="458915" y="37605"/>
                  <a:pt x="457746" y="36399"/>
                </a:cubicBezTo>
                <a:cubicBezTo>
                  <a:pt x="456578" y="35179"/>
                  <a:pt x="455104" y="34227"/>
                  <a:pt x="453326" y="33541"/>
                </a:cubicBezTo>
                <a:cubicBezTo>
                  <a:pt x="451536" y="32868"/>
                  <a:pt x="449161" y="32157"/>
                  <a:pt x="446215" y="31407"/>
                </a:cubicBezTo>
                <a:cubicBezTo>
                  <a:pt x="442646" y="30518"/>
                  <a:pt x="439712" y="29579"/>
                  <a:pt x="437439" y="28601"/>
                </a:cubicBezTo>
                <a:cubicBezTo>
                  <a:pt x="435153" y="27623"/>
                  <a:pt x="433222" y="26124"/>
                  <a:pt x="431635" y="24118"/>
                </a:cubicBezTo>
                <a:cubicBezTo>
                  <a:pt x="430047" y="22111"/>
                  <a:pt x="429247" y="19431"/>
                  <a:pt x="429247" y="16078"/>
                </a:cubicBezTo>
                <a:cubicBezTo>
                  <a:pt x="429247" y="12878"/>
                  <a:pt x="430060" y="10237"/>
                  <a:pt x="431660" y="8128"/>
                </a:cubicBezTo>
                <a:cubicBezTo>
                  <a:pt x="433273" y="6033"/>
                  <a:pt x="435458" y="4496"/>
                  <a:pt x="438201" y="3518"/>
                </a:cubicBezTo>
                <a:cubicBezTo>
                  <a:pt x="440931" y="2540"/>
                  <a:pt x="444017" y="2045"/>
                  <a:pt x="447446" y="2045"/>
                </a:cubicBezTo>
                <a:cubicBezTo>
                  <a:pt x="451561" y="2045"/>
                  <a:pt x="455054" y="2718"/>
                  <a:pt x="457937" y="4039"/>
                </a:cubicBezTo>
                <a:cubicBezTo>
                  <a:pt x="460807" y="5373"/>
                  <a:pt x="463220" y="7201"/>
                  <a:pt x="465150" y="9525"/>
                </a:cubicBezTo>
                <a:lnTo>
                  <a:pt x="460426" y="14212"/>
                </a:lnTo>
                <a:cubicBezTo>
                  <a:pt x="458762" y="12306"/>
                  <a:pt x="456870" y="10833"/>
                  <a:pt x="454736" y="9792"/>
                </a:cubicBezTo>
                <a:cubicBezTo>
                  <a:pt x="452603" y="8751"/>
                  <a:pt x="450050" y="8230"/>
                  <a:pt x="447065" y="8230"/>
                </a:cubicBezTo>
                <a:cubicBezTo>
                  <a:pt x="444665" y="8230"/>
                  <a:pt x="442646" y="8560"/>
                  <a:pt x="441007" y="9208"/>
                </a:cubicBezTo>
                <a:cubicBezTo>
                  <a:pt x="439369" y="9868"/>
                  <a:pt x="438150" y="10770"/>
                  <a:pt x="437363" y="11913"/>
                </a:cubicBezTo>
                <a:cubicBezTo>
                  <a:pt x="436562" y="13056"/>
                  <a:pt x="436169" y="14364"/>
                  <a:pt x="436169" y="15850"/>
                </a:cubicBezTo>
                <a:cubicBezTo>
                  <a:pt x="436169" y="17666"/>
                  <a:pt x="436715" y="19139"/>
                  <a:pt x="437820" y="20269"/>
                </a:cubicBezTo>
                <a:cubicBezTo>
                  <a:pt x="438925" y="21387"/>
                  <a:pt x="440309" y="22276"/>
                  <a:pt x="441960" y="22911"/>
                </a:cubicBezTo>
                <a:cubicBezTo>
                  <a:pt x="443598" y="23533"/>
                  <a:pt x="445872" y="24244"/>
                  <a:pt x="448742" y="25006"/>
                </a:cubicBezTo>
                <a:cubicBezTo>
                  <a:pt x="452514" y="25946"/>
                  <a:pt x="455587" y="26912"/>
                  <a:pt x="457949" y="27915"/>
                </a:cubicBezTo>
                <a:cubicBezTo>
                  <a:pt x="460324" y="28905"/>
                  <a:pt x="462343" y="30429"/>
                  <a:pt x="463995" y="32487"/>
                </a:cubicBezTo>
                <a:cubicBezTo>
                  <a:pt x="465658" y="34544"/>
                  <a:pt x="466496" y="37313"/>
                  <a:pt x="466496" y="40780"/>
                </a:cubicBezTo>
                <a:cubicBezTo>
                  <a:pt x="466496" y="43765"/>
                  <a:pt x="465734" y="46393"/>
                  <a:pt x="464223" y="48692"/>
                </a:cubicBezTo>
                <a:cubicBezTo>
                  <a:pt x="462712" y="50991"/>
                  <a:pt x="460477" y="52781"/>
                  <a:pt x="457505" y="54064"/>
                </a:cubicBezTo>
                <a:cubicBezTo>
                  <a:pt x="454546" y="55359"/>
                  <a:pt x="450964" y="56007"/>
                  <a:pt x="446773" y="56007"/>
                </a:cubicBezTo>
                <a:close/>
                <a:moveTo>
                  <a:pt x="488963" y="2832"/>
                </a:moveTo>
                <a:lnTo>
                  <a:pt x="497065" y="2832"/>
                </a:lnTo>
                <a:lnTo>
                  <a:pt x="516788" y="55258"/>
                </a:lnTo>
                <a:lnTo>
                  <a:pt x="509384" y="55258"/>
                </a:lnTo>
                <a:lnTo>
                  <a:pt x="504431" y="41085"/>
                </a:lnTo>
                <a:lnTo>
                  <a:pt x="481444" y="41085"/>
                </a:lnTo>
                <a:lnTo>
                  <a:pt x="476491" y="55258"/>
                </a:lnTo>
                <a:lnTo>
                  <a:pt x="469240" y="55258"/>
                </a:lnTo>
                <a:lnTo>
                  <a:pt x="488963" y="2832"/>
                </a:lnTo>
                <a:close/>
                <a:moveTo>
                  <a:pt x="502285" y="34900"/>
                </a:moveTo>
                <a:lnTo>
                  <a:pt x="496062" y="17158"/>
                </a:lnTo>
                <a:cubicBezTo>
                  <a:pt x="495490" y="15545"/>
                  <a:pt x="494932" y="13932"/>
                  <a:pt x="494373" y="12319"/>
                </a:cubicBezTo>
                <a:cubicBezTo>
                  <a:pt x="493814" y="10706"/>
                  <a:pt x="493332" y="9322"/>
                  <a:pt x="492938" y="8154"/>
                </a:cubicBezTo>
                <a:cubicBezTo>
                  <a:pt x="492544" y="9322"/>
                  <a:pt x="492062" y="10706"/>
                  <a:pt x="491503" y="12319"/>
                </a:cubicBezTo>
                <a:cubicBezTo>
                  <a:pt x="490944" y="13932"/>
                  <a:pt x="490385" y="15545"/>
                  <a:pt x="489814" y="17158"/>
                </a:cubicBezTo>
                <a:lnTo>
                  <a:pt x="483603" y="34900"/>
                </a:lnTo>
                <a:lnTo>
                  <a:pt x="502285" y="34900"/>
                </a:lnTo>
                <a:close/>
                <a:moveTo>
                  <a:pt x="522732" y="2832"/>
                </a:moveTo>
                <a:lnTo>
                  <a:pt x="542531" y="2832"/>
                </a:lnTo>
                <a:cubicBezTo>
                  <a:pt x="546570" y="2832"/>
                  <a:pt x="549974" y="3493"/>
                  <a:pt x="552729" y="4801"/>
                </a:cubicBezTo>
                <a:cubicBezTo>
                  <a:pt x="555473" y="6121"/>
                  <a:pt x="557543" y="7963"/>
                  <a:pt x="558914" y="10351"/>
                </a:cubicBezTo>
                <a:cubicBezTo>
                  <a:pt x="560299" y="12726"/>
                  <a:pt x="560984" y="15532"/>
                  <a:pt x="560984" y="18759"/>
                </a:cubicBezTo>
                <a:cubicBezTo>
                  <a:pt x="560984" y="21908"/>
                  <a:pt x="560299" y="24727"/>
                  <a:pt x="558940" y="27204"/>
                </a:cubicBezTo>
                <a:cubicBezTo>
                  <a:pt x="557568" y="29680"/>
                  <a:pt x="555536" y="31636"/>
                  <a:pt x="552831" y="33058"/>
                </a:cubicBezTo>
                <a:cubicBezTo>
                  <a:pt x="550126" y="34493"/>
                  <a:pt x="546837" y="35205"/>
                  <a:pt x="542938" y="35205"/>
                </a:cubicBezTo>
                <a:lnTo>
                  <a:pt x="529806" y="35205"/>
                </a:lnTo>
                <a:lnTo>
                  <a:pt x="529806" y="55258"/>
                </a:lnTo>
                <a:lnTo>
                  <a:pt x="522732" y="55258"/>
                </a:lnTo>
                <a:lnTo>
                  <a:pt x="522732" y="2832"/>
                </a:lnTo>
                <a:close/>
                <a:moveTo>
                  <a:pt x="541934" y="28804"/>
                </a:moveTo>
                <a:cubicBezTo>
                  <a:pt x="545948" y="28804"/>
                  <a:pt x="548957" y="27953"/>
                  <a:pt x="550939" y="26251"/>
                </a:cubicBezTo>
                <a:cubicBezTo>
                  <a:pt x="552920" y="24550"/>
                  <a:pt x="553911" y="22085"/>
                  <a:pt x="553911" y="18835"/>
                </a:cubicBezTo>
                <a:cubicBezTo>
                  <a:pt x="553911" y="15710"/>
                  <a:pt x="552882" y="13336"/>
                  <a:pt x="550812" y="11723"/>
                </a:cubicBezTo>
                <a:cubicBezTo>
                  <a:pt x="548742" y="10109"/>
                  <a:pt x="545681" y="9310"/>
                  <a:pt x="541630" y="9310"/>
                </a:cubicBezTo>
                <a:lnTo>
                  <a:pt x="529806" y="9310"/>
                </a:lnTo>
                <a:lnTo>
                  <a:pt x="529806" y="28804"/>
                </a:lnTo>
                <a:lnTo>
                  <a:pt x="541934" y="28804"/>
                </a:lnTo>
                <a:close/>
                <a:moveTo>
                  <a:pt x="595973" y="56007"/>
                </a:moveTo>
                <a:cubicBezTo>
                  <a:pt x="593585" y="56007"/>
                  <a:pt x="591464" y="55538"/>
                  <a:pt x="589610" y="54623"/>
                </a:cubicBezTo>
                <a:cubicBezTo>
                  <a:pt x="587743" y="53708"/>
                  <a:pt x="586296" y="52363"/>
                  <a:pt x="585254" y="50610"/>
                </a:cubicBezTo>
                <a:cubicBezTo>
                  <a:pt x="584213" y="48844"/>
                  <a:pt x="583692" y="46736"/>
                  <a:pt x="583692" y="44285"/>
                </a:cubicBezTo>
                <a:cubicBezTo>
                  <a:pt x="583692" y="41275"/>
                  <a:pt x="584479" y="38812"/>
                  <a:pt x="586054" y="36881"/>
                </a:cubicBezTo>
                <a:cubicBezTo>
                  <a:pt x="587629" y="34938"/>
                  <a:pt x="589775" y="33528"/>
                  <a:pt x="592506" y="32652"/>
                </a:cubicBezTo>
                <a:cubicBezTo>
                  <a:pt x="595236" y="31776"/>
                  <a:pt x="598399" y="31331"/>
                  <a:pt x="601993" y="31331"/>
                </a:cubicBezTo>
                <a:lnTo>
                  <a:pt x="609143" y="31331"/>
                </a:lnTo>
                <a:lnTo>
                  <a:pt x="609143" y="28575"/>
                </a:lnTo>
                <a:cubicBezTo>
                  <a:pt x="609143" y="25756"/>
                  <a:pt x="608470" y="23597"/>
                  <a:pt x="607111" y="22123"/>
                </a:cubicBezTo>
                <a:cubicBezTo>
                  <a:pt x="605765" y="20651"/>
                  <a:pt x="603720" y="19914"/>
                  <a:pt x="600989" y="19914"/>
                </a:cubicBezTo>
                <a:cubicBezTo>
                  <a:pt x="598513" y="19914"/>
                  <a:pt x="596354" y="20409"/>
                  <a:pt x="594500" y="21413"/>
                </a:cubicBezTo>
                <a:cubicBezTo>
                  <a:pt x="592658" y="22416"/>
                  <a:pt x="591020" y="23876"/>
                  <a:pt x="589610" y="25794"/>
                </a:cubicBezTo>
                <a:lnTo>
                  <a:pt x="585292" y="21476"/>
                </a:lnTo>
                <a:cubicBezTo>
                  <a:pt x="589305" y="16663"/>
                  <a:pt x="594690" y="14250"/>
                  <a:pt x="601434" y="14250"/>
                </a:cubicBezTo>
                <a:cubicBezTo>
                  <a:pt x="604545" y="14250"/>
                  <a:pt x="607174" y="14846"/>
                  <a:pt x="609333" y="16040"/>
                </a:cubicBezTo>
                <a:cubicBezTo>
                  <a:pt x="611480" y="17234"/>
                  <a:pt x="613105" y="18898"/>
                  <a:pt x="614197" y="21044"/>
                </a:cubicBezTo>
                <a:cubicBezTo>
                  <a:pt x="615290" y="23191"/>
                  <a:pt x="615836" y="25705"/>
                  <a:pt x="615836" y="28575"/>
                </a:cubicBezTo>
                <a:lnTo>
                  <a:pt x="615836" y="55258"/>
                </a:lnTo>
                <a:lnTo>
                  <a:pt x="609435" y="55258"/>
                </a:lnTo>
                <a:lnTo>
                  <a:pt x="609435" y="47778"/>
                </a:lnTo>
                <a:lnTo>
                  <a:pt x="609295" y="47778"/>
                </a:lnTo>
                <a:cubicBezTo>
                  <a:pt x="607949" y="50635"/>
                  <a:pt x="606209" y="52718"/>
                  <a:pt x="604076" y="54026"/>
                </a:cubicBezTo>
                <a:cubicBezTo>
                  <a:pt x="601942" y="55347"/>
                  <a:pt x="599250" y="56007"/>
                  <a:pt x="595973" y="56007"/>
                </a:cubicBezTo>
                <a:close/>
                <a:moveTo>
                  <a:pt x="590614" y="44133"/>
                </a:moveTo>
                <a:cubicBezTo>
                  <a:pt x="590614" y="45403"/>
                  <a:pt x="590893" y="46495"/>
                  <a:pt x="591464" y="47447"/>
                </a:cubicBezTo>
                <a:cubicBezTo>
                  <a:pt x="592036" y="48387"/>
                  <a:pt x="592861" y="49111"/>
                  <a:pt x="593941" y="49619"/>
                </a:cubicBezTo>
                <a:cubicBezTo>
                  <a:pt x="595020" y="50127"/>
                  <a:pt x="596303" y="50381"/>
                  <a:pt x="597789" y="50381"/>
                </a:cubicBezTo>
                <a:cubicBezTo>
                  <a:pt x="600151" y="50381"/>
                  <a:pt x="602183" y="49911"/>
                  <a:pt x="603898" y="48946"/>
                </a:cubicBezTo>
                <a:cubicBezTo>
                  <a:pt x="605612" y="47993"/>
                  <a:pt x="606908" y="46749"/>
                  <a:pt x="607797" y="45187"/>
                </a:cubicBezTo>
                <a:cubicBezTo>
                  <a:pt x="608698" y="43638"/>
                  <a:pt x="609143" y="41999"/>
                  <a:pt x="609143" y="40260"/>
                </a:cubicBezTo>
                <a:lnTo>
                  <a:pt x="609143" y="36361"/>
                </a:lnTo>
                <a:lnTo>
                  <a:pt x="602894" y="36361"/>
                </a:lnTo>
                <a:cubicBezTo>
                  <a:pt x="599199" y="36361"/>
                  <a:pt x="596227" y="36919"/>
                  <a:pt x="593979" y="38050"/>
                </a:cubicBezTo>
                <a:cubicBezTo>
                  <a:pt x="591731" y="39180"/>
                  <a:pt x="590614" y="41199"/>
                  <a:pt x="590614" y="44133"/>
                </a:cubicBezTo>
                <a:close/>
                <a:moveTo>
                  <a:pt x="625285" y="15037"/>
                </a:moveTo>
                <a:lnTo>
                  <a:pt x="631685" y="15037"/>
                </a:lnTo>
                <a:lnTo>
                  <a:pt x="631685" y="23406"/>
                </a:lnTo>
                <a:lnTo>
                  <a:pt x="631838" y="23406"/>
                </a:lnTo>
                <a:cubicBezTo>
                  <a:pt x="632828" y="20803"/>
                  <a:pt x="634340" y="18631"/>
                  <a:pt x="636372" y="16879"/>
                </a:cubicBezTo>
                <a:cubicBezTo>
                  <a:pt x="638404" y="15126"/>
                  <a:pt x="641248" y="14250"/>
                  <a:pt x="644893" y="14250"/>
                </a:cubicBezTo>
                <a:cubicBezTo>
                  <a:pt x="647675" y="14250"/>
                  <a:pt x="649999" y="14834"/>
                  <a:pt x="651866" y="16002"/>
                </a:cubicBezTo>
                <a:cubicBezTo>
                  <a:pt x="653745" y="17171"/>
                  <a:pt x="655142" y="18821"/>
                  <a:pt x="656082" y="20955"/>
                </a:cubicBezTo>
                <a:cubicBezTo>
                  <a:pt x="657009" y="23089"/>
                  <a:pt x="657466" y="25578"/>
                  <a:pt x="657466" y="28435"/>
                </a:cubicBezTo>
                <a:lnTo>
                  <a:pt x="657466" y="55258"/>
                </a:lnTo>
                <a:lnTo>
                  <a:pt x="650735" y="55258"/>
                </a:lnTo>
                <a:lnTo>
                  <a:pt x="650735" y="29731"/>
                </a:lnTo>
                <a:cubicBezTo>
                  <a:pt x="650735" y="26632"/>
                  <a:pt x="650088" y="24270"/>
                  <a:pt x="648805" y="22644"/>
                </a:cubicBezTo>
                <a:cubicBezTo>
                  <a:pt x="647510" y="21019"/>
                  <a:pt x="645389" y="20206"/>
                  <a:pt x="642442" y="20206"/>
                </a:cubicBezTo>
                <a:cubicBezTo>
                  <a:pt x="640334" y="20206"/>
                  <a:pt x="638493" y="20663"/>
                  <a:pt x="636918" y="21590"/>
                </a:cubicBezTo>
                <a:cubicBezTo>
                  <a:pt x="635343" y="22505"/>
                  <a:pt x="634124" y="23838"/>
                  <a:pt x="633273" y="25603"/>
                </a:cubicBezTo>
                <a:cubicBezTo>
                  <a:pt x="632409" y="27369"/>
                  <a:pt x="631990" y="29477"/>
                  <a:pt x="631990" y="31928"/>
                </a:cubicBezTo>
                <a:lnTo>
                  <a:pt x="631990" y="55258"/>
                </a:lnTo>
                <a:lnTo>
                  <a:pt x="625285" y="55258"/>
                </a:lnTo>
                <a:lnTo>
                  <a:pt x="625285" y="15037"/>
                </a:lnTo>
                <a:close/>
                <a:moveTo>
                  <a:pt x="683209" y="56007"/>
                </a:moveTo>
                <a:cubicBezTo>
                  <a:pt x="679691" y="56007"/>
                  <a:pt x="676593" y="55118"/>
                  <a:pt x="673926" y="53366"/>
                </a:cubicBezTo>
                <a:cubicBezTo>
                  <a:pt x="671259" y="51601"/>
                  <a:pt x="669201" y="49137"/>
                  <a:pt x="667741" y="45987"/>
                </a:cubicBezTo>
                <a:cubicBezTo>
                  <a:pt x="666267" y="42838"/>
                  <a:pt x="665543" y="39218"/>
                  <a:pt x="665543" y="35128"/>
                </a:cubicBezTo>
                <a:cubicBezTo>
                  <a:pt x="665543" y="31039"/>
                  <a:pt x="666255" y="27419"/>
                  <a:pt x="667677" y="24270"/>
                </a:cubicBezTo>
                <a:cubicBezTo>
                  <a:pt x="669112" y="21108"/>
                  <a:pt x="671144" y="18656"/>
                  <a:pt x="673786" y="16891"/>
                </a:cubicBezTo>
                <a:cubicBezTo>
                  <a:pt x="676427" y="15139"/>
                  <a:pt x="679488" y="14250"/>
                  <a:pt x="682993" y="14250"/>
                </a:cubicBezTo>
                <a:cubicBezTo>
                  <a:pt x="685571" y="14250"/>
                  <a:pt x="687857" y="14656"/>
                  <a:pt x="689839" y="15443"/>
                </a:cubicBezTo>
                <a:cubicBezTo>
                  <a:pt x="691820" y="16243"/>
                  <a:pt x="693471" y="17297"/>
                  <a:pt x="694792" y="18631"/>
                </a:cubicBezTo>
                <a:cubicBezTo>
                  <a:pt x="696100" y="19952"/>
                  <a:pt x="697116" y="21451"/>
                  <a:pt x="697840" y="23114"/>
                </a:cubicBezTo>
                <a:lnTo>
                  <a:pt x="697979" y="23114"/>
                </a:lnTo>
                <a:lnTo>
                  <a:pt x="697979" y="0"/>
                </a:lnTo>
                <a:lnTo>
                  <a:pt x="704685" y="0"/>
                </a:lnTo>
                <a:lnTo>
                  <a:pt x="704685" y="55258"/>
                </a:lnTo>
                <a:lnTo>
                  <a:pt x="698284" y="55258"/>
                </a:lnTo>
                <a:lnTo>
                  <a:pt x="698284" y="46736"/>
                </a:lnTo>
                <a:lnTo>
                  <a:pt x="698208" y="46736"/>
                </a:lnTo>
                <a:cubicBezTo>
                  <a:pt x="697090" y="49492"/>
                  <a:pt x="695363" y="51727"/>
                  <a:pt x="693014" y="53429"/>
                </a:cubicBezTo>
                <a:cubicBezTo>
                  <a:pt x="690677" y="55144"/>
                  <a:pt x="687400" y="56007"/>
                  <a:pt x="683209" y="56007"/>
                </a:cubicBezTo>
                <a:close/>
                <a:moveTo>
                  <a:pt x="672541" y="35128"/>
                </a:moveTo>
                <a:cubicBezTo>
                  <a:pt x="672541" y="38380"/>
                  <a:pt x="673087" y="41148"/>
                  <a:pt x="674192" y="43421"/>
                </a:cubicBezTo>
                <a:cubicBezTo>
                  <a:pt x="675297" y="45707"/>
                  <a:pt x="676808" y="47422"/>
                  <a:pt x="678726" y="48578"/>
                </a:cubicBezTo>
                <a:cubicBezTo>
                  <a:pt x="680657" y="49733"/>
                  <a:pt x="682828" y="50305"/>
                  <a:pt x="685267" y="50305"/>
                </a:cubicBezTo>
                <a:cubicBezTo>
                  <a:pt x="687692" y="50305"/>
                  <a:pt x="689864" y="49733"/>
                  <a:pt x="691794" y="48578"/>
                </a:cubicBezTo>
                <a:cubicBezTo>
                  <a:pt x="693712" y="47422"/>
                  <a:pt x="695223" y="45707"/>
                  <a:pt x="696328" y="43447"/>
                </a:cubicBezTo>
                <a:cubicBezTo>
                  <a:pt x="697433" y="41173"/>
                  <a:pt x="697979" y="38405"/>
                  <a:pt x="697979" y="35128"/>
                </a:cubicBezTo>
                <a:cubicBezTo>
                  <a:pt x="697979" y="31877"/>
                  <a:pt x="697433" y="29121"/>
                  <a:pt x="696328" y="26848"/>
                </a:cubicBezTo>
                <a:cubicBezTo>
                  <a:pt x="695223" y="24574"/>
                  <a:pt x="693712" y="22873"/>
                  <a:pt x="691794" y="21717"/>
                </a:cubicBezTo>
                <a:cubicBezTo>
                  <a:pt x="689864" y="20562"/>
                  <a:pt x="687692" y="19990"/>
                  <a:pt x="685267" y="19990"/>
                </a:cubicBezTo>
                <a:cubicBezTo>
                  <a:pt x="682828" y="19990"/>
                  <a:pt x="680657" y="20562"/>
                  <a:pt x="678726" y="21717"/>
                </a:cubicBezTo>
                <a:cubicBezTo>
                  <a:pt x="676808" y="22873"/>
                  <a:pt x="675297" y="24574"/>
                  <a:pt x="674192" y="26848"/>
                </a:cubicBezTo>
                <a:cubicBezTo>
                  <a:pt x="673087" y="29121"/>
                  <a:pt x="672541" y="31877"/>
                  <a:pt x="672541" y="35128"/>
                </a:cubicBezTo>
                <a:close/>
                <a:moveTo>
                  <a:pt x="734568" y="2832"/>
                </a:moveTo>
                <a:lnTo>
                  <a:pt x="754367" y="2832"/>
                </a:lnTo>
                <a:cubicBezTo>
                  <a:pt x="758406" y="2832"/>
                  <a:pt x="761810" y="3493"/>
                  <a:pt x="764515" y="4801"/>
                </a:cubicBezTo>
                <a:cubicBezTo>
                  <a:pt x="767309" y="6121"/>
                  <a:pt x="769341" y="7963"/>
                  <a:pt x="770738" y="10351"/>
                </a:cubicBezTo>
                <a:cubicBezTo>
                  <a:pt x="772135" y="12726"/>
                  <a:pt x="772770" y="15532"/>
                  <a:pt x="772770" y="18759"/>
                </a:cubicBezTo>
                <a:cubicBezTo>
                  <a:pt x="772770" y="21908"/>
                  <a:pt x="772135" y="24727"/>
                  <a:pt x="770738" y="27204"/>
                </a:cubicBezTo>
                <a:cubicBezTo>
                  <a:pt x="769468" y="29680"/>
                  <a:pt x="767436" y="31636"/>
                  <a:pt x="764642" y="33058"/>
                </a:cubicBezTo>
                <a:cubicBezTo>
                  <a:pt x="761962" y="34493"/>
                  <a:pt x="758673" y="35205"/>
                  <a:pt x="754774" y="35205"/>
                </a:cubicBezTo>
                <a:lnTo>
                  <a:pt x="741642" y="35205"/>
                </a:lnTo>
                <a:lnTo>
                  <a:pt x="741642" y="55258"/>
                </a:lnTo>
                <a:lnTo>
                  <a:pt x="734568" y="55258"/>
                </a:lnTo>
                <a:lnTo>
                  <a:pt x="734568" y="2832"/>
                </a:lnTo>
                <a:close/>
                <a:moveTo>
                  <a:pt x="753770" y="28804"/>
                </a:moveTo>
                <a:cubicBezTo>
                  <a:pt x="757784" y="28804"/>
                  <a:pt x="760793" y="27953"/>
                  <a:pt x="762775" y="26251"/>
                </a:cubicBezTo>
                <a:cubicBezTo>
                  <a:pt x="764769" y="24550"/>
                  <a:pt x="765785" y="22085"/>
                  <a:pt x="765785" y="18835"/>
                </a:cubicBezTo>
                <a:cubicBezTo>
                  <a:pt x="765785" y="15710"/>
                  <a:pt x="764769" y="13336"/>
                  <a:pt x="762648" y="11723"/>
                </a:cubicBezTo>
                <a:cubicBezTo>
                  <a:pt x="760578" y="10109"/>
                  <a:pt x="757517" y="9310"/>
                  <a:pt x="753466" y="9310"/>
                </a:cubicBezTo>
                <a:lnTo>
                  <a:pt x="741642" y="9310"/>
                </a:lnTo>
                <a:lnTo>
                  <a:pt x="741642" y="28804"/>
                </a:lnTo>
                <a:lnTo>
                  <a:pt x="753770" y="28804"/>
                </a:lnTo>
                <a:close/>
                <a:moveTo>
                  <a:pt x="789534" y="56007"/>
                </a:moveTo>
                <a:cubicBezTo>
                  <a:pt x="787121" y="56007"/>
                  <a:pt x="784962" y="55538"/>
                  <a:pt x="783184" y="54623"/>
                </a:cubicBezTo>
                <a:cubicBezTo>
                  <a:pt x="781279" y="53708"/>
                  <a:pt x="779882" y="52363"/>
                  <a:pt x="778739" y="50610"/>
                </a:cubicBezTo>
                <a:cubicBezTo>
                  <a:pt x="777723" y="48844"/>
                  <a:pt x="777215" y="46736"/>
                  <a:pt x="777215" y="44285"/>
                </a:cubicBezTo>
                <a:cubicBezTo>
                  <a:pt x="777215" y="41275"/>
                  <a:pt x="777977" y="38812"/>
                  <a:pt x="779628" y="36881"/>
                </a:cubicBezTo>
                <a:cubicBezTo>
                  <a:pt x="781152" y="34938"/>
                  <a:pt x="783311" y="33528"/>
                  <a:pt x="786105" y="32652"/>
                </a:cubicBezTo>
                <a:cubicBezTo>
                  <a:pt x="788772" y="31776"/>
                  <a:pt x="791947" y="31331"/>
                  <a:pt x="795503" y="31331"/>
                </a:cubicBezTo>
                <a:lnTo>
                  <a:pt x="802742" y="31331"/>
                </a:lnTo>
                <a:lnTo>
                  <a:pt x="802742" y="28575"/>
                </a:lnTo>
                <a:cubicBezTo>
                  <a:pt x="802742" y="25756"/>
                  <a:pt x="801980" y="23597"/>
                  <a:pt x="800710" y="22123"/>
                </a:cubicBezTo>
                <a:cubicBezTo>
                  <a:pt x="799313" y="20651"/>
                  <a:pt x="797281" y="19914"/>
                  <a:pt x="794487" y="19914"/>
                </a:cubicBezTo>
                <a:cubicBezTo>
                  <a:pt x="792074" y="19914"/>
                  <a:pt x="789915" y="20409"/>
                  <a:pt x="788010" y="21413"/>
                </a:cubicBezTo>
                <a:cubicBezTo>
                  <a:pt x="786232" y="22416"/>
                  <a:pt x="784581" y="23876"/>
                  <a:pt x="783184" y="25794"/>
                </a:cubicBezTo>
                <a:lnTo>
                  <a:pt x="778866" y="21476"/>
                </a:lnTo>
                <a:cubicBezTo>
                  <a:pt x="782803" y="16663"/>
                  <a:pt x="788264" y="14250"/>
                  <a:pt x="794995" y="14250"/>
                </a:cubicBezTo>
                <a:cubicBezTo>
                  <a:pt x="798043" y="14250"/>
                  <a:pt x="800710" y="14846"/>
                  <a:pt x="802869" y="16040"/>
                </a:cubicBezTo>
                <a:cubicBezTo>
                  <a:pt x="805028" y="17234"/>
                  <a:pt x="806679" y="18898"/>
                  <a:pt x="807695" y="21044"/>
                </a:cubicBezTo>
                <a:cubicBezTo>
                  <a:pt x="808838" y="23191"/>
                  <a:pt x="809346" y="25705"/>
                  <a:pt x="809346" y="28575"/>
                </a:cubicBezTo>
                <a:lnTo>
                  <a:pt x="809346" y="55258"/>
                </a:lnTo>
                <a:lnTo>
                  <a:pt x="802996" y="55258"/>
                </a:lnTo>
                <a:lnTo>
                  <a:pt x="802996" y="47778"/>
                </a:lnTo>
                <a:lnTo>
                  <a:pt x="802869" y="47778"/>
                </a:lnTo>
                <a:cubicBezTo>
                  <a:pt x="801472" y="50635"/>
                  <a:pt x="799821" y="52718"/>
                  <a:pt x="797662" y="54026"/>
                </a:cubicBezTo>
                <a:cubicBezTo>
                  <a:pt x="795503" y="55347"/>
                  <a:pt x="792836" y="56007"/>
                  <a:pt x="789534" y="56007"/>
                </a:cubicBezTo>
                <a:close/>
                <a:moveTo>
                  <a:pt x="784200" y="44133"/>
                </a:moveTo>
                <a:cubicBezTo>
                  <a:pt x="784200" y="45403"/>
                  <a:pt x="784454" y="46495"/>
                  <a:pt x="784962" y="47447"/>
                </a:cubicBezTo>
                <a:cubicBezTo>
                  <a:pt x="785597" y="48387"/>
                  <a:pt x="786359" y="49111"/>
                  <a:pt x="787502" y="49619"/>
                </a:cubicBezTo>
                <a:cubicBezTo>
                  <a:pt x="788518" y="50127"/>
                  <a:pt x="789915" y="50381"/>
                  <a:pt x="791312" y="50381"/>
                </a:cubicBezTo>
                <a:cubicBezTo>
                  <a:pt x="793725" y="50381"/>
                  <a:pt x="795757" y="49911"/>
                  <a:pt x="797408" y="48946"/>
                </a:cubicBezTo>
                <a:cubicBezTo>
                  <a:pt x="799186" y="47993"/>
                  <a:pt x="800456" y="46749"/>
                  <a:pt x="801345" y="45187"/>
                </a:cubicBezTo>
                <a:cubicBezTo>
                  <a:pt x="802234" y="43638"/>
                  <a:pt x="802742" y="41999"/>
                  <a:pt x="802742" y="40260"/>
                </a:cubicBezTo>
                <a:lnTo>
                  <a:pt x="802742" y="36361"/>
                </a:lnTo>
                <a:lnTo>
                  <a:pt x="796392" y="36361"/>
                </a:lnTo>
                <a:cubicBezTo>
                  <a:pt x="792709" y="36361"/>
                  <a:pt x="789788" y="36919"/>
                  <a:pt x="787502" y="38050"/>
                </a:cubicBezTo>
                <a:cubicBezTo>
                  <a:pt x="785343" y="39180"/>
                  <a:pt x="784200" y="41199"/>
                  <a:pt x="784200" y="44133"/>
                </a:cubicBezTo>
                <a:close/>
                <a:moveTo>
                  <a:pt x="818871" y="15037"/>
                </a:moveTo>
                <a:lnTo>
                  <a:pt x="825221" y="15037"/>
                </a:lnTo>
                <a:lnTo>
                  <a:pt x="825221" y="23635"/>
                </a:lnTo>
                <a:lnTo>
                  <a:pt x="825348" y="23635"/>
                </a:lnTo>
                <a:cubicBezTo>
                  <a:pt x="826110" y="20333"/>
                  <a:pt x="827253" y="17945"/>
                  <a:pt x="828904" y="16472"/>
                </a:cubicBezTo>
                <a:cubicBezTo>
                  <a:pt x="830428" y="14999"/>
                  <a:pt x="832460" y="14250"/>
                  <a:pt x="834873" y="14250"/>
                </a:cubicBezTo>
                <a:cubicBezTo>
                  <a:pt x="835508" y="14250"/>
                  <a:pt x="836016" y="14288"/>
                  <a:pt x="836651" y="14364"/>
                </a:cubicBezTo>
                <a:cubicBezTo>
                  <a:pt x="837159" y="14440"/>
                  <a:pt x="837667" y="14529"/>
                  <a:pt x="838048" y="14631"/>
                </a:cubicBezTo>
                <a:lnTo>
                  <a:pt x="838048" y="21210"/>
                </a:lnTo>
                <a:cubicBezTo>
                  <a:pt x="837667" y="21095"/>
                  <a:pt x="837159" y="20993"/>
                  <a:pt x="836524" y="20917"/>
                </a:cubicBezTo>
                <a:cubicBezTo>
                  <a:pt x="835889" y="20841"/>
                  <a:pt x="835254" y="20803"/>
                  <a:pt x="834746" y="20803"/>
                </a:cubicBezTo>
                <a:cubicBezTo>
                  <a:pt x="831444" y="20803"/>
                  <a:pt x="829031" y="21946"/>
                  <a:pt x="827634" y="24244"/>
                </a:cubicBezTo>
                <a:cubicBezTo>
                  <a:pt x="826237" y="26543"/>
                  <a:pt x="825475" y="29896"/>
                  <a:pt x="825475" y="34316"/>
                </a:cubicBezTo>
                <a:lnTo>
                  <a:pt x="825475" y="55258"/>
                </a:lnTo>
                <a:lnTo>
                  <a:pt x="818871" y="55258"/>
                </a:lnTo>
                <a:lnTo>
                  <a:pt x="818871" y="15037"/>
                </a:lnTo>
                <a:close/>
                <a:moveTo>
                  <a:pt x="855701" y="55855"/>
                </a:moveTo>
                <a:cubicBezTo>
                  <a:pt x="853288" y="55855"/>
                  <a:pt x="851383" y="55525"/>
                  <a:pt x="849859" y="54890"/>
                </a:cubicBezTo>
                <a:cubicBezTo>
                  <a:pt x="848462" y="54242"/>
                  <a:pt x="847319" y="53239"/>
                  <a:pt x="846557" y="51867"/>
                </a:cubicBezTo>
                <a:cubicBezTo>
                  <a:pt x="845922" y="50509"/>
                  <a:pt x="845541" y="48743"/>
                  <a:pt x="845541" y="46584"/>
                </a:cubicBezTo>
                <a:lnTo>
                  <a:pt x="845541" y="20651"/>
                </a:lnTo>
                <a:lnTo>
                  <a:pt x="839572" y="20651"/>
                </a:lnTo>
                <a:lnTo>
                  <a:pt x="839572" y="17158"/>
                </a:lnTo>
                <a:lnTo>
                  <a:pt x="851383" y="5283"/>
                </a:lnTo>
                <a:lnTo>
                  <a:pt x="852272" y="5283"/>
                </a:lnTo>
                <a:lnTo>
                  <a:pt x="852272" y="15037"/>
                </a:lnTo>
                <a:lnTo>
                  <a:pt x="861289" y="15037"/>
                </a:lnTo>
                <a:lnTo>
                  <a:pt x="861289" y="20651"/>
                </a:lnTo>
                <a:lnTo>
                  <a:pt x="852272" y="20651"/>
                </a:lnTo>
                <a:lnTo>
                  <a:pt x="852272" y="45212"/>
                </a:lnTo>
                <a:cubicBezTo>
                  <a:pt x="852272" y="46406"/>
                  <a:pt x="852399" y="47320"/>
                  <a:pt x="852653" y="47981"/>
                </a:cubicBezTo>
                <a:cubicBezTo>
                  <a:pt x="852907" y="48641"/>
                  <a:pt x="853415" y="49111"/>
                  <a:pt x="854050" y="49378"/>
                </a:cubicBezTo>
                <a:cubicBezTo>
                  <a:pt x="854685" y="49657"/>
                  <a:pt x="855574" y="49785"/>
                  <a:pt x="856590" y="49785"/>
                </a:cubicBezTo>
                <a:cubicBezTo>
                  <a:pt x="858114" y="49785"/>
                  <a:pt x="859638" y="49581"/>
                  <a:pt x="861289" y="49149"/>
                </a:cubicBezTo>
                <a:lnTo>
                  <a:pt x="861289" y="55258"/>
                </a:lnTo>
                <a:cubicBezTo>
                  <a:pt x="860527" y="55435"/>
                  <a:pt x="859638" y="55576"/>
                  <a:pt x="858622" y="55690"/>
                </a:cubicBezTo>
                <a:cubicBezTo>
                  <a:pt x="857606" y="55791"/>
                  <a:pt x="856590" y="55855"/>
                  <a:pt x="855701" y="55855"/>
                </a:cubicBezTo>
                <a:close/>
                <a:moveTo>
                  <a:pt x="869163" y="15037"/>
                </a:moveTo>
                <a:lnTo>
                  <a:pt x="875513" y="15037"/>
                </a:lnTo>
                <a:lnTo>
                  <a:pt x="875513" y="23406"/>
                </a:lnTo>
                <a:lnTo>
                  <a:pt x="875640" y="23406"/>
                </a:lnTo>
                <a:cubicBezTo>
                  <a:pt x="876656" y="20803"/>
                  <a:pt x="878180" y="18631"/>
                  <a:pt x="880212" y="16879"/>
                </a:cubicBezTo>
                <a:cubicBezTo>
                  <a:pt x="882244" y="15126"/>
                  <a:pt x="885038" y="14250"/>
                  <a:pt x="888721" y="14250"/>
                </a:cubicBezTo>
                <a:cubicBezTo>
                  <a:pt x="891515" y="14250"/>
                  <a:pt x="893801" y="14834"/>
                  <a:pt x="895706" y="16002"/>
                </a:cubicBezTo>
                <a:cubicBezTo>
                  <a:pt x="897611" y="17171"/>
                  <a:pt x="899008" y="18821"/>
                  <a:pt x="899897" y="20955"/>
                </a:cubicBezTo>
                <a:cubicBezTo>
                  <a:pt x="900786" y="23089"/>
                  <a:pt x="901294" y="25578"/>
                  <a:pt x="901294" y="28435"/>
                </a:cubicBezTo>
                <a:lnTo>
                  <a:pt x="901294" y="55258"/>
                </a:lnTo>
                <a:lnTo>
                  <a:pt x="894563" y="55258"/>
                </a:lnTo>
                <a:lnTo>
                  <a:pt x="894563" y="29731"/>
                </a:lnTo>
                <a:cubicBezTo>
                  <a:pt x="894563" y="26632"/>
                  <a:pt x="893928" y="24270"/>
                  <a:pt x="892658" y="22644"/>
                </a:cubicBezTo>
                <a:cubicBezTo>
                  <a:pt x="891388" y="21019"/>
                  <a:pt x="889229" y="20206"/>
                  <a:pt x="886308" y="20206"/>
                </a:cubicBezTo>
                <a:cubicBezTo>
                  <a:pt x="884149" y="20206"/>
                  <a:pt x="882371" y="20663"/>
                  <a:pt x="880720" y="21590"/>
                </a:cubicBezTo>
                <a:cubicBezTo>
                  <a:pt x="879196" y="22505"/>
                  <a:pt x="877926" y="23838"/>
                  <a:pt x="877164" y="25603"/>
                </a:cubicBezTo>
                <a:cubicBezTo>
                  <a:pt x="876275" y="27369"/>
                  <a:pt x="875767" y="29477"/>
                  <a:pt x="875767" y="31928"/>
                </a:cubicBezTo>
                <a:lnTo>
                  <a:pt x="875767" y="55258"/>
                </a:lnTo>
                <a:lnTo>
                  <a:pt x="869163" y="55258"/>
                </a:lnTo>
                <a:lnTo>
                  <a:pt x="869163" y="15037"/>
                </a:lnTo>
                <a:close/>
                <a:moveTo>
                  <a:pt x="929615" y="56007"/>
                </a:moveTo>
                <a:cubicBezTo>
                  <a:pt x="925551" y="56007"/>
                  <a:pt x="921995" y="55207"/>
                  <a:pt x="918947" y="53607"/>
                </a:cubicBezTo>
                <a:cubicBezTo>
                  <a:pt x="915899" y="52007"/>
                  <a:pt x="913486" y="49632"/>
                  <a:pt x="911835" y="46495"/>
                </a:cubicBezTo>
                <a:cubicBezTo>
                  <a:pt x="910184" y="43358"/>
                  <a:pt x="909422" y="39574"/>
                  <a:pt x="909422" y="35128"/>
                </a:cubicBezTo>
                <a:cubicBezTo>
                  <a:pt x="909422" y="30633"/>
                  <a:pt x="910311" y="26822"/>
                  <a:pt x="911962" y="23685"/>
                </a:cubicBezTo>
                <a:cubicBezTo>
                  <a:pt x="913740" y="20549"/>
                  <a:pt x="916153" y="18186"/>
                  <a:pt x="919074" y="16612"/>
                </a:cubicBezTo>
                <a:cubicBezTo>
                  <a:pt x="921995" y="15037"/>
                  <a:pt x="925297" y="14250"/>
                  <a:pt x="928853" y="14250"/>
                </a:cubicBezTo>
                <a:cubicBezTo>
                  <a:pt x="932917" y="14250"/>
                  <a:pt x="936346" y="15202"/>
                  <a:pt x="938886" y="17107"/>
                </a:cubicBezTo>
                <a:cubicBezTo>
                  <a:pt x="941553" y="19000"/>
                  <a:pt x="943458" y="21425"/>
                  <a:pt x="944601" y="24371"/>
                </a:cubicBezTo>
                <a:cubicBezTo>
                  <a:pt x="945871" y="27331"/>
                  <a:pt x="946379" y="30429"/>
                  <a:pt x="946379" y="33681"/>
                </a:cubicBezTo>
                <a:cubicBezTo>
                  <a:pt x="946379" y="34798"/>
                  <a:pt x="946379" y="35840"/>
                  <a:pt x="946252" y="36805"/>
                </a:cubicBezTo>
                <a:lnTo>
                  <a:pt x="916407" y="36805"/>
                </a:lnTo>
                <a:cubicBezTo>
                  <a:pt x="916661" y="41199"/>
                  <a:pt x="917931" y="44539"/>
                  <a:pt x="920090" y="46851"/>
                </a:cubicBezTo>
                <a:cubicBezTo>
                  <a:pt x="922376" y="49149"/>
                  <a:pt x="925551" y="50305"/>
                  <a:pt x="929615" y="50305"/>
                </a:cubicBezTo>
                <a:cubicBezTo>
                  <a:pt x="932155" y="50305"/>
                  <a:pt x="934187" y="49936"/>
                  <a:pt x="935965" y="49188"/>
                </a:cubicBezTo>
                <a:cubicBezTo>
                  <a:pt x="937743" y="48451"/>
                  <a:pt x="939394" y="47219"/>
                  <a:pt x="940791" y="45504"/>
                </a:cubicBezTo>
                <a:lnTo>
                  <a:pt x="944982" y="49670"/>
                </a:lnTo>
                <a:cubicBezTo>
                  <a:pt x="943712" y="51168"/>
                  <a:pt x="942315" y="52375"/>
                  <a:pt x="940791" y="53302"/>
                </a:cubicBezTo>
                <a:cubicBezTo>
                  <a:pt x="939267" y="54229"/>
                  <a:pt x="937743" y="54915"/>
                  <a:pt x="935838" y="55347"/>
                </a:cubicBezTo>
                <a:cubicBezTo>
                  <a:pt x="934060" y="55779"/>
                  <a:pt x="932028" y="56007"/>
                  <a:pt x="929615" y="56007"/>
                </a:cubicBezTo>
                <a:close/>
                <a:moveTo>
                  <a:pt x="939648" y="31636"/>
                </a:moveTo>
                <a:cubicBezTo>
                  <a:pt x="939267" y="27763"/>
                  <a:pt x="938124" y="24854"/>
                  <a:pt x="936219" y="22911"/>
                </a:cubicBezTo>
                <a:cubicBezTo>
                  <a:pt x="934314" y="20955"/>
                  <a:pt x="931774" y="19990"/>
                  <a:pt x="928599" y="19990"/>
                </a:cubicBezTo>
                <a:cubicBezTo>
                  <a:pt x="926440" y="19990"/>
                  <a:pt x="924662" y="20422"/>
                  <a:pt x="922884" y="21286"/>
                </a:cubicBezTo>
                <a:cubicBezTo>
                  <a:pt x="921233" y="22149"/>
                  <a:pt x="919836" y="23457"/>
                  <a:pt x="918820" y="25197"/>
                </a:cubicBezTo>
                <a:cubicBezTo>
                  <a:pt x="917677" y="26924"/>
                  <a:pt x="916915" y="29070"/>
                  <a:pt x="916661" y="31636"/>
                </a:cubicBezTo>
                <a:lnTo>
                  <a:pt x="939648" y="31636"/>
                </a:lnTo>
                <a:close/>
                <a:moveTo>
                  <a:pt x="954507" y="15037"/>
                </a:moveTo>
                <a:lnTo>
                  <a:pt x="960857" y="15037"/>
                </a:lnTo>
                <a:lnTo>
                  <a:pt x="960857" y="23635"/>
                </a:lnTo>
                <a:lnTo>
                  <a:pt x="960984" y="23635"/>
                </a:lnTo>
                <a:cubicBezTo>
                  <a:pt x="961746" y="20333"/>
                  <a:pt x="962889" y="17945"/>
                  <a:pt x="964540" y="16472"/>
                </a:cubicBezTo>
                <a:cubicBezTo>
                  <a:pt x="966064" y="14999"/>
                  <a:pt x="968096" y="14250"/>
                  <a:pt x="970509" y="14250"/>
                </a:cubicBezTo>
                <a:cubicBezTo>
                  <a:pt x="971144" y="14250"/>
                  <a:pt x="971652" y="14288"/>
                  <a:pt x="972287" y="14364"/>
                </a:cubicBezTo>
                <a:cubicBezTo>
                  <a:pt x="972795" y="14440"/>
                  <a:pt x="973303" y="14529"/>
                  <a:pt x="973684" y="14631"/>
                </a:cubicBezTo>
                <a:lnTo>
                  <a:pt x="973684" y="21210"/>
                </a:lnTo>
                <a:cubicBezTo>
                  <a:pt x="973303" y="21095"/>
                  <a:pt x="972795" y="20993"/>
                  <a:pt x="972160" y="20917"/>
                </a:cubicBezTo>
                <a:cubicBezTo>
                  <a:pt x="971525" y="20841"/>
                  <a:pt x="970890" y="20803"/>
                  <a:pt x="970382" y="20803"/>
                </a:cubicBezTo>
                <a:cubicBezTo>
                  <a:pt x="967080" y="20803"/>
                  <a:pt x="964667" y="21946"/>
                  <a:pt x="963270" y="24244"/>
                </a:cubicBezTo>
                <a:cubicBezTo>
                  <a:pt x="961873" y="26543"/>
                  <a:pt x="961111" y="29896"/>
                  <a:pt x="961111" y="34316"/>
                </a:cubicBezTo>
                <a:lnTo>
                  <a:pt x="961111" y="55258"/>
                </a:lnTo>
                <a:lnTo>
                  <a:pt x="954507" y="55258"/>
                </a:lnTo>
                <a:lnTo>
                  <a:pt x="954507" y="15037"/>
                </a:lnTo>
                <a:close/>
                <a:moveTo>
                  <a:pt x="992988" y="56007"/>
                </a:moveTo>
                <a:cubicBezTo>
                  <a:pt x="986130" y="56007"/>
                  <a:pt x="980669" y="53899"/>
                  <a:pt x="976859" y="49670"/>
                </a:cubicBezTo>
                <a:lnTo>
                  <a:pt x="981177" y="45403"/>
                </a:lnTo>
                <a:cubicBezTo>
                  <a:pt x="982955" y="47257"/>
                  <a:pt x="984733" y="48565"/>
                  <a:pt x="986638" y="49327"/>
                </a:cubicBezTo>
                <a:cubicBezTo>
                  <a:pt x="988416" y="50076"/>
                  <a:pt x="990575" y="50457"/>
                  <a:pt x="992988" y="50457"/>
                </a:cubicBezTo>
                <a:cubicBezTo>
                  <a:pt x="995401" y="50457"/>
                  <a:pt x="997433" y="50000"/>
                  <a:pt x="999084" y="49099"/>
                </a:cubicBezTo>
                <a:cubicBezTo>
                  <a:pt x="1000735" y="48197"/>
                  <a:pt x="1001624" y="46711"/>
                  <a:pt x="1001624" y="44653"/>
                </a:cubicBezTo>
                <a:cubicBezTo>
                  <a:pt x="1001624" y="43193"/>
                  <a:pt x="1001243" y="41999"/>
                  <a:pt x="1000354" y="41097"/>
                </a:cubicBezTo>
                <a:cubicBezTo>
                  <a:pt x="999592" y="40196"/>
                  <a:pt x="998449" y="39484"/>
                  <a:pt x="997179" y="38964"/>
                </a:cubicBezTo>
                <a:cubicBezTo>
                  <a:pt x="995909" y="38443"/>
                  <a:pt x="993877" y="37833"/>
                  <a:pt x="991464" y="37135"/>
                </a:cubicBezTo>
                <a:cubicBezTo>
                  <a:pt x="988924" y="36424"/>
                  <a:pt x="986765" y="35649"/>
                  <a:pt x="984987" y="34837"/>
                </a:cubicBezTo>
                <a:cubicBezTo>
                  <a:pt x="983209" y="34011"/>
                  <a:pt x="981685" y="32842"/>
                  <a:pt x="980542" y="31318"/>
                </a:cubicBezTo>
                <a:cubicBezTo>
                  <a:pt x="979272" y="29794"/>
                  <a:pt x="978764" y="27839"/>
                  <a:pt x="978764" y="25451"/>
                </a:cubicBezTo>
                <a:cubicBezTo>
                  <a:pt x="978764" y="23076"/>
                  <a:pt x="979272" y="21044"/>
                  <a:pt x="980415" y="19355"/>
                </a:cubicBezTo>
                <a:cubicBezTo>
                  <a:pt x="981685" y="17666"/>
                  <a:pt x="983336" y="16396"/>
                  <a:pt x="985495" y="15532"/>
                </a:cubicBezTo>
                <a:cubicBezTo>
                  <a:pt x="987527" y="14681"/>
                  <a:pt x="990067" y="14250"/>
                  <a:pt x="992861" y="14250"/>
                </a:cubicBezTo>
                <a:cubicBezTo>
                  <a:pt x="995655" y="14250"/>
                  <a:pt x="998195" y="14707"/>
                  <a:pt x="1000735" y="15608"/>
                </a:cubicBezTo>
                <a:cubicBezTo>
                  <a:pt x="1003275" y="16523"/>
                  <a:pt x="1005307" y="17844"/>
                  <a:pt x="1006958" y="19571"/>
                </a:cubicBezTo>
                <a:lnTo>
                  <a:pt x="1002767" y="23851"/>
                </a:lnTo>
                <a:cubicBezTo>
                  <a:pt x="1000100" y="21222"/>
                  <a:pt x="996798" y="19914"/>
                  <a:pt x="992861" y="19914"/>
                </a:cubicBezTo>
                <a:cubicBezTo>
                  <a:pt x="990448" y="19914"/>
                  <a:pt x="988670" y="20346"/>
                  <a:pt x="987273" y="21210"/>
                </a:cubicBezTo>
                <a:cubicBezTo>
                  <a:pt x="985876" y="22085"/>
                  <a:pt x="985241" y="23394"/>
                  <a:pt x="985241" y="25159"/>
                </a:cubicBezTo>
                <a:cubicBezTo>
                  <a:pt x="985241" y="26327"/>
                  <a:pt x="985622" y="27293"/>
                  <a:pt x="986384" y="28055"/>
                </a:cubicBezTo>
                <a:cubicBezTo>
                  <a:pt x="987273" y="28829"/>
                  <a:pt x="988289" y="29464"/>
                  <a:pt x="989686" y="29973"/>
                </a:cubicBezTo>
                <a:cubicBezTo>
                  <a:pt x="990956" y="30480"/>
                  <a:pt x="992861" y="31090"/>
                  <a:pt x="995401" y="31776"/>
                </a:cubicBezTo>
                <a:cubicBezTo>
                  <a:pt x="997941" y="32500"/>
                  <a:pt x="1000100" y="33262"/>
                  <a:pt x="1001878" y="34049"/>
                </a:cubicBezTo>
                <a:cubicBezTo>
                  <a:pt x="1003529" y="34849"/>
                  <a:pt x="1005053" y="36055"/>
                  <a:pt x="1006323" y="37681"/>
                </a:cubicBezTo>
                <a:cubicBezTo>
                  <a:pt x="1007466" y="39307"/>
                  <a:pt x="1008101" y="41453"/>
                  <a:pt x="1008101" y="44133"/>
                </a:cubicBezTo>
                <a:cubicBezTo>
                  <a:pt x="1008101" y="46610"/>
                  <a:pt x="1007466" y="48743"/>
                  <a:pt x="1006196" y="50533"/>
                </a:cubicBezTo>
                <a:cubicBezTo>
                  <a:pt x="1004926" y="52312"/>
                  <a:pt x="1003148" y="53670"/>
                  <a:pt x="1000862" y="54611"/>
                </a:cubicBezTo>
                <a:cubicBezTo>
                  <a:pt x="998576" y="55538"/>
                  <a:pt x="995909" y="56007"/>
                  <a:pt x="992988" y="56007"/>
                </a:cubicBezTo>
                <a:close/>
                <a:moveTo>
                  <a:pt x="1057250" y="56007"/>
                </a:moveTo>
                <a:cubicBezTo>
                  <a:pt x="1052170" y="56007"/>
                  <a:pt x="1047725" y="54902"/>
                  <a:pt x="1043915" y="52693"/>
                </a:cubicBezTo>
                <a:cubicBezTo>
                  <a:pt x="1039978" y="50483"/>
                  <a:pt x="1037057" y="47334"/>
                  <a:pt x="1034898" y="43256"/>
                </a:cubicBezTo>
                <a:cubicBezTo>
                  <a:pt x="1032739" y="39180"/>
                  <a:pt x="1031596" y="34430"/>
                  <a:pt x="1031596" y="29032"/>
                </a:cubicBezTo>
                <a:cubicBezTo>
                  <a:pt x="1031596" y="23623"/>
                  <a:pt x="1032739" y="18885"/>
                  <a:pt x="1034898" y="14808"/>
                </a:cubicBezTo>
                <a:cubicBezTo>
                  <a:pt x="1037057" y="10744"/>
                  <a:pt x="1039978" y="7595"/>
                  <a:pt x="1043915" y="5385"/>
                </a:cubicBezTo>
                <a:cubicBezTo>
                  <a:pt x="1047725" y="3163"/>
                  <a:pt x="1052170" y="2045"/>
                  <a:pt x="1057250" y="2045"/>
                </a:cubicBezTo>
                <a:cubicBezTo>
                  <a:pt x="1062203" y="2045"/>
                  <a:pt x="1066648" y="3163"/>
                  <a:pt x="1070458" y="5385"/>
                </a:cubicBezTo>
                <a:cubicBezTo>
                  <a:pt x="1074395" y="7595"/>
                  <a:pt x="1077443" y="10744"/>
                  <a:pt x="1079602" y="14808"/>
                </a:cubicBezTo>
                <a:cubicBezTo>
                  <a:pt x="1081761" y="18885"/>
                  <a:pt x="1082777" y="23623"/>
                  <a:pt x="1082777" y="29032"/>
                </a:cubicBezTo>
                <a:cubicBezTo>
                  <a:pt x="1082777" y="34430"/>
                  <a:pt x="1081761" y="39180"/>
                  <a:pt x="1079602" y="43256"/>
                </a:cubicBezTo>
                <a:cubicBezTo>
                  <a:pt x="1077443" y="47334"/>
                  <a:pt x="1074395" y="50483"/>
                  <a:pt x="1070458" y="52693"/>
                </a:cubicBezTo>
                <a:cubicBezTo>
                  <a:pt x="1066648" y="54902"/>
                  <a:pt x="1062203" y="56007"/>
                  <a:pt x="1057250" y="56007"/>
                </a:cubicBezTo>
                <a:close/>
                <a:moveTo>
                  <a:pt x="1038835" y="29032"/>
                </a:moveTo>
                <a:cubicBezTo>
                  <a:pt x="1038835" y="33198"/>
                  <a:pt x="1039597" y="36818"/>
                  <a:pt x="1040994" y="39891"/>
                </a:cubicBezTo>
                <a:cubicBezTo>
                  <a:pt x="1042518" y="42964"/>
                  <a:pt x="1044677" y="45327"/>
                  <a:pt x="1047471" y="46978"/>
                </a:cubicBezTo>
                <a:cubicBezTo>
                  <a:pt x="1050138" y="48629"/>
                  <a:pt x="1053440" y="49454"/>
                  <a:pt x="1057250" y="49454"/>
                </a:cubicBezTo>
                <a:cubicBezTo>
                  <a:pt x="1060933" y="49454"/>
                  <a:pt x="1064235" y="48629"/>
                  <a:pt x="1066902" y="46978"/>
                </a:cubicBezTo>
                <a:cubicBezTo>
                  <a:pt x="1069696" y="45327"/>
                  <a:pt x="1071855" y="42964"/>
                  <a:pt x="1073379" y="39891"/>
                </a:cubicBezTo>
                <a:cubicBezTo>
                  <a:pt x="1074776" y="36818"/>
                  <a:pt x="1075538" y="33198"/>
                  <a:pt x="1075538" y="29032"/>
                </a:cubicBezTo>
                <a:cubicBezTo>
                  <a:pt x="1075538" y="24854"/>
                  <a:pt x="1074776" y="21248"/>
                  <a:pt x="1073379" y="18174"/>
                </a:cubicBezTo>
                <a:cubicBezTo>
                  <a:pt x="1071855" y="15113"/>
                  <a:pt x="1069696" y="12764"/>
                  <a:pt x="1066902" y="11112"/>
                </a:cubicBezTo>
                <a:cubicBezTo>
                  <a:pt x="1064235" y="9461"/>
                  <a:pt x="1060933" y="8636"/>
                  <a:pt x="1057250" y="8636"/>
                </a:cubicBezTo>
                <a:cubicBezTo>
                  <a:pt x="1053440" y="8636"/>
                  <a:pt x="1050138" y="9461"/>
                  <a:pt x="1047471" y="11112"/>
                </a:cubicBezTo>
                <a:cubicBezTo>
                  <a:pt x="1044677" y="12764"/>
                  <a:pt x="1042518" y="15113"/>
                  <a:pt x="1040994" y="18174"/>
                </a:cubicBezTo>
                <a:cubicBezTo>
                  <a:pt x="1039597" y="21248"/>
                  <a:pt x="1038835" y="24854"/>
                  <a:pt x="1038835" y="29032"/>
                </a:cubicBezTo>
                <a:close/>
                <a:moveTo>
                  <a:pt x="1091667" y="15037"/>
                </a:moveTo>
                <a:lnTo>
                  <a:pt x="1098017" y="15037"/>
                </a:lnTo>
                <a:lnTo>
                  <a:pt x="1098017" y="23406"/>
                </a:lnTo>
                <a:lnTo>
                  <a:pt x="1098144" y="23406"/>
                </a:lnTo>
                <a:cubicBezTo>
                  <a:pt x="1099160" y="20803"/>
                  <a:pt x="1100684" y="18631"/>
                  <a:pt x="1102716" y="16879"/>
                </a:cubicBezTo>
                <a:cubicBezTo>
                  <a:pt x="1104748" y="15126"/>
                  <a:pt x="1107542" y="14250"/>
                  <a:pt x="1111225" y="14250"/>
                </a:cubicBezTo>
                <a:cubicBezTo>
                  <a:pt x="1114019" y="14250"/>
                  <a:pt x="1116305" y="14834"/>
                  <a:pt x="1118210" y="16002"/>
                </a:cubicBezTo>
                <a:cubicBezTo>
                  <a:pt x="1120115" y="17171"/>
                  <a:pt x="1121512" y="18821"/>
                  <a:pt x="1122401" y="20955"/>
                </a:cubicBezTo>
                <a:cubicBezTo>
                  <a:pt x="1123290" y="23089"/>
                  <a:pt x="1123798" y="25578"/>
                  <a:pt x="1123798" y="28435"/>
                </a:cubicBezTo>
                <a:lnTo>
                  <a:pt x="1123798" y="55258"/>
                </a:lnTo>
                <a:lnTo>
                  <a:pt x="1117067" y="55258"/>
                </a:lnTo>
                <a:lnTo>
                  <a:pt x="1117067" y="29731"/>
                </a:lnTo>
                <a:cubicBezTo>
                  <a:pt x="1117067" y="26632"/>
                  <a:pt x="1116432" y="24270"/>
                  <a:pt x="1115162" y="22644"/>
                </a:cubicBezTo>
                <a:cubicBezTo>
                  <a:pt x="1113892" y="21019"/>
                  <a:pt x="1111733" y="20206"/>
                  <a:pt x="1108812" y="20206"/>
                </a:cubicBezTo>
                <a:cubicBezTo>
                  <a:pt x="1106653" y="20206"/>
                  <a:pt x="1104875" y="20663"/>
                  <a:pt x="1103224" y="21590"/>
                </a:cubicBezTo>
                <a:cubicBezTo>
                  <a:pt x="1101700" y="22505"/>
                  <a:pt x="1100430" y="23838"/>
                  <a:pt x="1099668" y="25603"/>
                </a:cubicBezTo>
                <a:cubicBezTo>
                  <a:pt x="1098779" y="27369"/>
                  <a:pt x="1098271" y="29477"/>
                  <a:pt x="1098271" y="31928"/>
                </a:cubicBezTo>
                <a:lnTo>
                  <a:pt x="1098271" y="55258"/>
                </a:lnTo>
                <a:lnTo>
                  <a:pt x="1091667" y="55258"/>
                </a:lnTo>
                <a:lnTo>
                  <a:pt x="1091667" y="15037"/>
                </a:lnTo>
                <a:close/>
                <a:moveTo>
                  <a:pt x="1143229" y="55855"/>
                </a:moveTo>
                <a:cubicBezTo>
                  <a:pt x="1141070" y="55855"/>
                  <a:pt x="1139292" y="55487"/>
                  <a:pt x="1137895" y="54776"/>
                </a:cubicBezTo>
                <a:cubicBezTo>
                  <a:pt x="1136498" y="54052"/>
                  <a:pt x="1135609" y="52984"/>
                  <a:pt x="1134974" y="51550"/>
                </a:cubicBezTo>
                <a:cubicBezTo>
                  <a:pt x="1134339" y="50127"/>
                  <a:pt x="1133958" y="48311"/>
                  <a:pt x="1133958" y="46101"/>
                </a:cubicBezTo>
                <a:lnTo>
                  <a:pt x="1133958" y="0"/>
                </a:lnTo>
                <a:lnTo>
                  <a:pt x="1140689" y="0"/>
                </a:lnTo>
                <a:lnTo>
                  <a:pt x="1140689" y="45060"/>
                </a:lnTo>
                <a:cubicBezTo>
                  <a:pt x="1140689" y="46304"/>
                  <a:pt x="1140816" y="47257"/>
                  <a:pt x="1141070" y="47930"/>
                </a:cubicBezTo>
                <a:cubicBezTo>
                  <a:pt x="1141324" y="48603"/>
                  <a:pt x="1141705" y="49073"/>
                  <a:pt x="1142213" y="49365"/>
                </a:cubicBezTo>
                <a:cubicBezTo>
                  <a:pt x="1142721" y="49644"/>
                  <a:pt x="1143483" y="49785"/>
                  <a:pt x="1144499" y="49785"/>
                </a:cubicBezTo>
                <a:cubicBezTo>
                  <a:pt x="1145134" y="49785"/>
                  <a:pt x="1145769" y="49733"/>
                  <a:pt x="1146404" y="49644"/>
                </a:cubicBezTo>
                <a:cubicBezTo>
                  <a:pt x="1147039" y="49543"/>
                  <a:pt x="1147547" y="49429"/>
                  <a:pt x="1148055" y="49302"/>
                </a:cubicBezTo>
                <a:lnTo>
                  <a:pt x="1148055" y="55258"/>
                </a:lnTo>
                <a:cubicBezTo>
                  <a:pt x="1147420" y="55461"/>
                  <a:pt x="1146658" y="55601"/>
                  <a:pt x="1145896" y="55703"/>
                </a:cubicBezTo>
                <a:cubicBezTo>
                  <a:pt x="1145007" y="55804"/>
                  <a:pt x="1144118" y="55855"/>
                  <a:pt x="1143229" y="55855"/>
                </a:cubicBezTo>
                <a:close/>
                <a:moveTo>
                  <a:pt x="1155294" y="71857"/>
                </a:moveTo>
                <a:cubicBezTo>
                  <a:pt x="1153897" y="71857"/>
                  <a:pt x="1152373" y="71755"/>
                  <a:pt x="1150976" y="71552"/>
                </a:cubicBezTo>
                <a:lnTo>
                  <a:pt x="1150976" y="65786"/>
                </a:lnTo>
                <a:cubicBezTo>
                  <a:pt x="1151992" y="66078"/>
                  <a:pt x="1153135" y="66231"/>
                  <a:pt x="1154786" y="66231"/>
                </a:cubicBezTo>
                <a:cubicBezTo>
                  <a:pt x="1156310" y="66231"/>
                  <a:pt x="1157580" y="66040"/>
                  <a:pt x="1158469" y="65660"/>
                </a:cubicBezTo>
                <a:cubicBezTo>
                  <a:pt x="1159485" y="65278"/>
                  <a:pt x="1160374" y="64694"/>
                  <a:pt x="1160882" y="63932"/>
                </a:cubicBezTo>
                <a:cubicBezTo>
                  <a:pt x="1161517" y="63157"/>
                  <a:pt x="1162152" y="62129"/>
                  <a:pt x="1162660" y="60833"/>
                </a:cubicBezTo>
                <a:lnTo>
                  <a:pt x="1164819" y="55144"/>
                </a:lnTo>
                <a:lnTo>
                  <a:pt x="1148690" y="15037"/>
                </a:lnTo>
                <a:lnTo>
                  <a:pt x="1155802" y="15037"/>
                </a:lnTo>
                <a:lnTo>
                  <a:pt x="1164438" y="37288"/>
                </a:lnTo>
                <a:cubicBezTo>
                  <a:pt x="1165073" y="39142"/>
                  <a:pt x="1165835" y="41237"/>
                  <a:pt x="1166597" y="43574"/>
                </a:cubicBezTo>
                <a:cubicBezTo>
                  <a:pt x="1167359" y="45910"/>
                  <a:pt x="1167867" y="47282"/>
                  <a:pt x="1167994" y="47702"/>
                </a:cubicBezTo>
                <a:cubicBezTo>
                  <a:pt x="1168121" y="47358"/>
                  <a:pt x="1168629" y="46038"/>
                  <a:pt x="1169391" y="43765"/>
                </a:cubicBezTo>
                <a:cubicBezTo>
                  <a:pt x="1170534" y="40932"/>
                  <a:pt x="1171169" y="39002"/>
                  <a:pt x="1171550" y="37960"/>
                </a:cubicBezTo>
                <a:lnTo>
                  <a:pt x="1179424" y="15037"/>
                </a:lnTo>
                <a:lnTo>
                  <a:pt x="1186536" y="15037"/>
                </a:lnTo>
                <a:lnTo>
                  <a:pt x="1167994" y="63030"/>
                </a:lnTo>
                <a:cubicBezTo>
                  <a:pt x="1167232" y="65088"/>
                  <a:pt x="1166343" y="66752"/>
                  <a:pt x="1165327" y="67996"/>
                </a:cubicBezTo>
                <a:cubicBezTo>
                  <a:pt x="1164438" y="69253"/>
                  <a:pt x="1163041" y="70206"/>
                  <a:pt x="1161517" y="70866"/>
                </a:cubicBezTo>
                <a:cubicBezTo>
                  <a:pt x="1159866" y="71527"/>
                  <a:pt x="1157834" y="71857"/>
                  <a:pt x="1155294" y="71857"/>
                </a:cubicBezTo>
                <a:close/>
              </a:path>
            </a:pathLst>
          </a:custGeom>
          <a:solidFill>
            <a:srgbClr val="000000">
              <a:alpha val="50196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5175" cy="6858000"/>
          </a:xfrm>
          <a:prstGeom prst="rect">
            <a:avLst/>
          </a:prstGeom>
        </p:spPr>
      </p:pic>
      <p:sp>
        <p:nvSpPr>
          <p:cNvPr id="10" name="Editable vector"/>
          <p:cNvSpPr/>
          <p:nvPr/>
        </p:nvSpPr>
        <p:spPr>
          <a:xfrm>
            <a:off x="4328667" y="1815084"/>
            <a:ext cx="3416173" cy="4039311"/>
          </a:xfrm>
          <a:custGeom>
            <a:avLst/>
            <a:gdLst/>
            <a:ahLst/>
            <a:cxnLst/>
            <a:rect l="0" t="0" r="r" b="b"/>
            <a:pathLst>
              <a:path w="3416173" h="4039311" fill="norm" stroke="0" extrusionOk="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3269869" y="0"/>
                </a:lnTo>
                <a:cubicBezTo>
                  <a:pt x="3350641" y="0"/>
                  <a:pt x="3416173" y="65532"/>
                  <a:pt x="3416173" y="146304"/>
                </a:cubicBezTo>
                <a:lnTo>
                  <a:pt x="3416173" y="3893058"/>
                </a:lnTo>
                <a:cubicBezTo>
                  <a:pt x="3416173" y="3973830"/>
                  <a:pt x="3350641" y="4039311"/>
                  <a:pt x="3269869" y="4039311"/>
                </a:cubicBezTo>
                <a:lnTo>
                  <a:pt x="146304" y="4039311"/>
                </a:lnTo>
                <a:cubicBezTo>
                  <a:pt x="65532" y="4039311"/>
                  <a:pt x="0" y="3973830"/>
                  <a:pt x="0" y="3893058"/>
                </a:cubicBezTo>
                <a:lnTo>
                  <a:pt x="0" y="146304"/>
                </a:lnTo>
                <a:close/>
              </a:path>
            </a:pathLst>
          </a:custGeom>
          <a:solidFill>
            <a:srgbClr val="DFD7FF">
              <a:alpha val="29020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Editable vector"/>
          <p:cNvSpPr/>
          <p:nvPr/>
        </p:nvSpPr>
        <p:spPr>
          <a:xfrm>
            <a:off x="659155" y="1886330"/>
            <a:ext cx="3416147" cy="4048087"/>
          </a:xfrm>
          <a:custGeom>
            <a:avLst/>
            <a:gdLst/>
            <a:ahLst/>
            <a:cxnLst/>
            <a:rect l="0" t="0" r="r" b="b"/>
            <a:pathLst>
              <a:path w="3416148" h="4048087" fill="norm" stroke="0" extrusionOk="0">
                <a:moveTo>
                  <a:pt x="0" y="146177"/>
                </a:moveTo>
                <a:cubicBezTo>
                  <a:pt x="0" y="65405"/>
                  <a:pt x="65481" y="0"/>
                  <a:pt x="146253" y="0"/>
                </a:cubicBezTo>
                <a:lnTo>
                  <a:pt x="3269844" y="0"/>
                </a:lnTo>
                <a:cubicBezTo>
                  <a:pt x="3350616" y="0"/>
                  <a:pt x="3416148" y="65405"/>
                  <a:pt x="3416148" y="146177"/>
                </a:cubicBezTo>
                <a:lnTo>
                  <a:pt x="3416148" y="3901846"/>
                </a:lnTo>
                <a:cubicBezTo>
                  <a:pt x="3416148" y="3982619"/>
                  <a:pt x="3350616" y="4048087"/>
                  <a:pt x="3269844" y="4048087"/>
                </a:cubicBezTo>
                <a:lnTo>
                  <a:pt x="146253" y="4048087"/>
                </a:lnTo>
                <a:cubicBezTo>
                  <a:pt x="65481" y="4048087"/>
                  <a:pt x="0" y="3982619"/>
                  <a:pt x="0" y="3901846"/>
                </a:cubicBezTo>
                <a:lnTo>
                  <a:pt x="0" y="146177"/>
                </a:lnTo>
                <a:close/>
              </a:path>
            </a:pathLst>
          </a:custGeom>
          <a:solidFill>
            <a:srgbClr val="D1EFFF">
              <a:alpha val="50196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Editable vector"/>
          <p:cNvSpPr/>
          <p:nvPr/>
        </p:nvSpPr>
        <p:spPr>
          <a:xfrm>
            <a:off x="4328667" y="1702434"/>
            <a:ext cx="3416173" cy="353314"/>
          </a:xfrm>
          <a:custGeom>
            <a:avLst/>
            <a:gdLst/>
            <a:ahLst/>
            <a:cxnLst/>
            <a:rect l="0" t="0" r="r" b="b"/>
            <a:pathLst>
              <a:path w="3416173" h="353314" fill="norm" stroke="0" extrusionOk="0">
                <a:moveTo>
                  <a:pt x="29591" y="0"/>
                </a:moveTo>
                <a:lnTo>
                  <a:pt x="3386709" y="0"/>
                </a:lnTo>
                <a:cubicBezTo>
                  <a:pt x="3402965" y="0"/>
                  <a:pt x="3416173" y="13208"/>
                  <a:pt x="3416173" y="29464"/>
                </a:cubicBezTo>
                <a:lnTo>
                  <a:pt x="3416173" y="353314"/>
                </a:lnTo>
                <a:lnTo>
                  <a:pt x="0" y="353314"/>
                </a:lnTo>
                <a:lnTo>
                  <a:pt x="0" y="29464"/>
                </a:lnTo>
                <a:cubicBezTo>
                  <a:pt x="0" y="13208"/>
                  <a:pt x="13208" y="0"/>
                  <a:pt x="29591" y="0"/>
                </a:cubicBezTo>
                <a:close/>
              </a:path>
            </a:pathLst>
          </a:custGeom>
          <a:solidFill>
            <a:srgbClr val="A26CE9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Editable vector"/>
          <p:cNvSpPr/>
          <p:nvPr/>
        </p:nvSpPr>
        <p:spPr>
          <a:xfrm>
            <a:off x="659155" y="1693417"/>
            <a:ext cx="3416147" cy="353314"/>
          </a:xfrm>
          <a:custGeom>
            <a:avLst/>
            <a:gdLst/>
            <a:ahLst/>
            <a:cxnLst/>
            <a:rect l="0" t="0" r="r" b="b"/>
            <a:pathLst>
              <a:path w="3416148" h="353314" fill="norm" stroke="0" extrusionOk="0">
                <a:moveTo>
                  <a:pt x="29477" y="0"/>
                </a:moveTo>
                <a:lnTo>
                  <a:pt x="3386684" y="0"/>
                </a:lnTo>
                <a:cubicBezTo>
                  <a:pt x="3402940" y="0"/>
                  <a:pt x="3416148" y="13208"/>
                  <a:pt x="3416148" y="29464"/>
                </a:cubicBezTo>
                <a:lnTo>
                  <a:pt x="3416148" y="353314"/>
                </a:lnTo>
                <a:lnTo>
                  <a:pt x="0" y="353314"/>
                </a:lnTo>
                <a:lnTo>
                  <a:pt x="0" y="29464"/>
                </a:lnTo>
                <a:cubicBezTo>
                  <a:pt x="0" y="13208"/>
                  <a:pt x="13195" y="0"/>
                  <a:pt x="29477" y="0"/>
                </a:cubicBez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Editable vector"/>
          <p:cNvSpPr/>
          <p:nvPr/>
        </p:nvSpPr>
        <p:spPr>
          <a:xfrm>
            <a:off x="7998332" y="1927097"/>
            <a:ext cx="3416046" cy="4039311"/>
          </a:xfrm>
          <a:custGeom>
            <a:avLst/>
            <a:gdLst/>
            <a:ahLst/>
            <a:cxnLst/>
            <a:rect l="0" t="0" r="r" b="b"/>
            <a:pathLst>
              <a:path w="3416047" h="4039311" fill="norm" stroke="0" extrusionOk="0">
                <a:moveTo>
                  <a:pt x="0" y="146304"/>
                </a:moveTo>
                <a:cubicBezTo>
                  <a:pt x="0" y="65532"/>
                  <a:pt x="65405" y="0"/>
                  <a:pt x="146177" y="0"/>
                </a:cubicBezTo>
                <a:lnTo>
                  <a:pt x="3269869" y="0"/>
                </a:lnTo>
                <a:cubicBezTo>
                  <a:pt x="3350641" y="0"/>
                  <a:pt x="3416047" y="65532"/>
                  <a:pt x="3416047" y="146304"/>
                </a:cubicBezTo>
                <a:lnTo>
                  <a:pt x="3416047" y="3893071"/>
                </a:lnTo>
                <a:cubicBezTo>
                  <a:pt x="3416047" y="3973830"/>
                  <a:pt x="3350641" y="4039311"/>
                  <a:pt x="3269869" y="4039311"/>
                </a:cubicBezTo>
                <a:lnTo>
                  <a:pt x="146177" y="4039311"/>
                </a:lnTo>
                <a:cubicBezTo>
                  <a:pt x="65405" y="4039311"/>
                  <a:pt x="0" y="3973830"/>
                  <a:pt x="0" y="3893071"/>
                </a:cubicBezTo>
                <a:lnTo>
                  <a:pt x="0" y="146304"/>
                </a:lnTo>
                <a:close/>
              </a:path>
            </a:pathLst>
          </a:custGeom>
          <a:solidFill>
            <a:srgbClr val="DFD7FF">
              <a:alpha val="29020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Editable vector"/>
          <p:cNvSpPr/>
          <p:nvPr/>
        </p:nvSpPr>
        <p:spPr>
          <a:xfrm>
            <a:off x="7998332" y="1725295"/>
            <a:ext cx="3416046" cy="353186"/>
          </a:xfrm>
          <a:custGeom>
            <a:avLst/>
            <a:gdLst/>
            <a:ahLst/>
            <a:cxnLst/>
            <a:rect l="0" t="0" r="r" b="b"/>
            <a:pathLst>
              <a:path w="3416047" h="353187" fill="norm" stroke="0" extrusionOk="0">
                <a:moveTo>
                  <a:pt x="29464" y="0"/>
                </a:moveTo>
                <a:lnTo>
                  <a:pt x="3386582" y="0"/>
                </a:lnTo>
                <a:cubicBezTo>
                  <a:pt x="3402838" y="0"/>
                  <a:pt x="3416047" y="13081"/>
                  <a:pt x="3416047" y="29464"/>
                </a:cubicBezTo>
                <a:lnTo>
                  <a:pt x="3416047" y="353187"/>
                </a:lnTo>
                <a:lnTo>
                  <a:pt x="0" y="353187"/>
                </a:lnTo>
                <a:lnTo>
                  <a:pt x="0" y="29464"/>
                </a:lnTo>
                <a:cubicBezTo>
                  <a:pt x="0" y="13081"/>
                  <a:pt x="13208" y="0"/>
                  <a:pt x="29464" y="0"/>
                </a:cubicBezTo>
                <a:close/>
              </a:path>
            </a:pathLst>
          </a:custGeom>
          <a:solidFill>
            <a:srgbClr val="7030A0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Editable vector"/>
          <p:cNvSpPr/>
          <p:nvPr/>
        </p:nvSpPr>
        <p:spPr>
          <a:xfrm>
            <a:off x="7998332" y="1747977"/>
            <a:ext cx="3378961" cy="307771"/>
          </a:xfrm>
          <a:custGeom>
            <a:avLst/>
            <a:gdLst/>
            <a:ahLst/>
            <a:cxnLst/>
            <a:rect l="0" t="0" r="r" b="b"/>
            <a:pathLst>
              <a:path w="3378962" h="307772" fill="norm" stroke="0" extrusionOk="0">
                <a:moveTo>
                  <a:pt x="0" y="0"/>
                </a:moveTo>
                <a:lnTo>
                  <a:pt x="3378962" y="0"/>
                </a:lnTo>
                <a:lnTo>
                  <a:pt x="3378962" y="307772"/>
                </a:lnTo>
                <a:lnTo>
                  <a:pt x="0" y="307772"/>
                </a:lnTo>
                <a:close/>
              </a:path>
            </a:pathLst>
          </a:custGeom>
          <a:solidFill>
            <a:srgbClr val="671EC7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Editable text — 5"/>
          <p:cNvSpPr txBox="1"/>
          <p:nvPr/>
        </p:nvSpPr>
        <p:spPr>
          <a:xfrm>
            <a:off x="11629897" y="6546075"/>
            <a:ext cx="124879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5" name="Editable text — INTERNAL – SAP and Partners Only"/>
          <p:cNvSpPr txBox="1"/>
          <p:nvPr/>
        </p:nvSpPr>
        <p:spPr>
          <a:xfrm>
            <a:off x="224942" y="6544223"/>
            <a:ext cx="1516838" cy="170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6" b="0" i="0" spc="1">
                <a:solidFill>
                  <a:srgbClr val="000000"/>
                </a:solidFill>
                <a:latin typeface="Arial"/>
              </a:rPr>
              <a:t>INTERNAL – SAP and Partners Only</a:t>
            </a:r>
          </a:p>
        </p:txBody>
      </p:sp>
      <p:sp>
        <p:nvSpPr>
          <p:cNvPr id="6" name="Editable text — INTERNAL – SAP and Partners Only"/>
          <p:cNvSpPr txBox="1"/>
          <p:nvPr/>
        </p:nvSpPr>
        <p:spPr>
          <a:xfrm>
            <a:off x="224942" y="6544223"/>
            <a:ext cx="1516838" cy="170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6" b="0" i="0" spc="1">
                <a:solidFill>
                  <a:srgbClr val="000000"/>
                </a:solidFill>
                <a:latin typeface="Arial"/>
              </a:rPr>
              <a:t>INTERNAL – SAP and Partners Only</a:t>
            </a:r>
          </a:p>
        </p:txBody>
      </p:sp>
      <p:sp>
        <p:nvSpPr>
          <p:cNvPr id="9" name="Editable text — 5"/>
          <p:cNvSpPr txBox="1"/>
          <p:nvPr/>
        </p:nvSpPr>
        <p:spPr>
          <a:xfrm>
            <a:off x="11626850" y="6546075"/>
            <a:ext cx="127051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14" name="Editable text — Agentic Transformation"/>
          <p:cNvSpPr txBox="1"/>
          <p:nvPr/>
        </p:nvSpPr>
        <p:spPr>
          <a:xfrm>
            <a:off x="5046853" y="1782366"/>
            <a:ext cx="1986908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33">
                <a:solidFill>
                  <a:srgbClr val="FFFFFF"/>
                </a:solidFill>
                <a:latin typeface="Arial"/>
              </a:rPr>
              <a:t>Agentic Transformation</a:t>
            </a:r>
          </a:p>
        </p:txBody>
      </p:sp>
      <p:sp>
        <p:nvSpPr>
          <p:cNvPr id="15" name="Editable text — Cloud at Volume"/>
          <p:cNvSpPr txBox="1"/>
          <p:nvPr/>
        </p:nvSpPr>
        <p:spPr>
          <a:xfrm>
            <a:off x="1679448" y="1764078"/>
            <a:ext cx="1438075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18">
                <a:solidFill>
                  <a:srgbClr val="FFFFFF"/>
                </a:solidFill>
                <a:latin typeface="Arial"/>
              </a:rPr>
              <a:t>Cloud at Volume</a:t>
            </a:r>
          </a:p>
        </p:txBody>
      </p:sp>
      <p:sp>
        <p:nvSpPr>
          <p:cNvPr id="16" name="Editable text — •"/>
          <p:cNvSpPr txBox="1"/>
          <p:nvPr/>
        </p:nvSpPr>
        <p:spPr>
          <a:xfrm>
            <a:off x="4447921" y="2277666"/>
            <a:ext cx="125907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7" name="Editable text — Offer AI Advisory Services and "/>
          <p:cNvSpPr txBox="1"/>
          <p:nvPr/>
        </p:nvSpPr>
        <p:spPr>
          <a:xfrm>
            <a:off x="4734433" y="2277666"/>
            <a:ext cx="2428071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30">
                <a:solidFill>
                  <a:srgbClr val="000000"/>
                </a:solidFill>
                <a:latin typeface="Arial"/>
              </a:rPr>
              <a:t>Offer AI Advisory Services and </a:t>
            </a:r>
          </a:p>
        </p:txBody>
      </p:sp>
      <p:sp>
        <p:nvSpPr>
          <p:cNvPr id="18" name="Editable text — Process Redesign"/>
          <p:cNvSpPr txBox="1"/>
          <p:nvPr/>
        </p:nvSpPr>
        <p:spPr>
          <a:xfrm>
            <a:off x="4734433" y="2491026"/>
            <a:ext cx="1428627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43">
                <a:solidFill>
                  <a:srgbClr val="000000"/>
                </a:solidFill>
                <a:latin typeface="Arial"/>
              </a:rPr>
              <a:t>Process Redesign</a:t>
            </a:r>
          </a:p>
        </p:txBody>
      </p:sp>
      <p:sp>
        <p:nvSpPr>
          <p:cNvPr id="19" name="Editable text — •"/>
          <p:cNvSpPr txBox="1"/>
          <p:nvPr/>
        </p:nvSpPr>
        <p:spPr>
          <a:xfrm>
            <a:off x="4447921" y="2780586"/>
            <a:ext cx="125907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20" name="Editable text — Implement Joule, Autonomous Suite "/>
          <p:cNvSpPr txBox="1"/>
          <p:nvPr/>
        </p:nvSpPr>
        <p:spPr>
          <a:xfrm>
            <a:off x="4734433" y="2780586"/>
            <a:ext cx="2897170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19">
                <a:solidFill>
                  <a:srgbClr val="000000"/>
                </a:solidFill>
                <a:latin typeface="Arial"/>
              </a:rPr>
              <a:t>Implement Joule, Autonomous Suite </a:t>
            </a:r>
          </a:p>
        </p:txBody>
      </p:sp>
      <p:sp>
        <p:nvSpPr>
          <p:cNvPr id="21" name="Editable text — and Business AI Platform"/>
          <p:cNvSpPr txBox="1"/>
          <p:nvPr/>
        </p:nvSpPr>
        <p:spPr>
          <a:xfrm>
            <a:off x="4734433" y="2993946"/>
            <a:ext cx="1966047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34">
                <a:solidFill>
                  <a:srgbClr val="000000"/>
                </a:solidFill>
                <a:latin typeface="Arial"/>
              </a:rPr>
              <a:t>and Business AI Platform</a:t>
            </a:r>
          </a:p>
        </p:txBody>
      </p:sp>
      <p:sp>
        <p:nvSpPr>
          <p:cNvPr id="22" name="Editable text — •"/>
          <p:cNvSpPr txBox="1"/>
          <p:nvPr/>
        </p:nvSpPr>
        <p:spPr>
          <a:xfrm>
            <a:off x="4447921" y="3283230"/>
            <a:ext cx="126014" cy="3060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6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23" name="Editable text — Establish modern data fabric with "/>
          <p:cNvSpPr txBox="1"/>
          <p:nvPr/>
        </p:nvSpPr>
        <p:spPr>
          <a:xfrm>
            <a:off x="4734433" y="3283230"/>
            <a:ext cx="2669638" cy="3060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6" b="0" i="0" spc="-18">
                <a:solidFill>
                  <a:srgbClr val="000000"/>
                </a:solidFill>
                <a:latin typeface="Arial"/>
              </a:rPr>
              <a:t>Establish modern data fabric with </a:t>
            </a:r>
          </a:p>
        </p:txBody>
      </p:sp>
      <p:sp>
        <p:nvSpPr>
          <p:cNvPr id="24" name="Editable text — BDC as foundation for AI"/>
          <p:cNvSpPr txBox="1"/>
          <p:nvPr/>
        </p:nvSpPr>
        <p:spPr>
          <a:xfrm>
            <a:off x="4734433" y="3497120"/>
            <a:ext cx="1943402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32">
                <a:solidFill>
                  <a:srgbClr val="000000"/>
                </a:solidFill>
                <a:latin typeface="Arial"/>
              </a:rPr>
              <a:t>BDC as foundation for AI</a:t>
            </a:r>
          </a:p>
        </p:txBody>
      </p:sp>
      <p:sp>
        <p:nvSpPr>
          <p:cNvPr id="25" name="Editable text — •"/>
          <p:cNvSpPr txBox="1"/>
          <p:nvPr/>
        </p:nvSpPr>
        <p:spPr>
          <a:xfrm>
            <a:off x="4447921" y="3786680"/>
            <a:ext cx="125907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26" name="Editable text — Extend SAP Assistants and deploy "/>
          <p:cNvSpPr txBox="1"/>
          <p:nvPr/>
        </p:nvSpPr>
        <p:spPr>
          <a:xfrm>
            <a:off x="4734433" y="3786680"/>
            <a:ext cx="2725817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33">
                <a:solidFill>
                  <a:srgbClr val="000000"/>
                </a:solidFill>
                <a:latin typeface="Arial"/>
              </a:rPr>
              <a:t>Extend SAP Assistants and deploy </a:t>
            </a:r>
          </a:p>
        </p:txBody>
      </p:sp>
      <p:sp>
        <p:nvSpPr>
          <p:cNvPr id="27" name="Editable text — own custom or productized agents"/>
          <p:cNvSpPr txBox="1"/>
          <p:nvPr/>
        </p:nvSpPr>
        <p:spPr>
          <a:xfrm>
            <a:off x="4734433" y="4000040"/>
            <a:ext cx="2730096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12">
                <a:solidFill>
                  <a:srgbClr val="000000"/>
                </a:solidFill>
                <a:latin typeface="Arial"/>
              </a:rPr>
              <a:t>own custom or productized agents</a:t>
            </a:r>
          </a:p>
        </p:txBody>
      </p:sp>
      <p:sp>
        <p:nvSpPr>
          <p:cNvPr id="28" name="Editable text — •"/>
          <p:cNvSpPr txBox="1"/>
          <p:nvPr/>
        </p:nvSpPr>
        <p:spPr>
          <a:xfrm>
            <a:off x="4447921" y="4289600"/>
            <a:ext cx="125907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29" name="Editable text — A2A integration to 3rd party systems"/>
          <p:cNvSpPr txBox="1"/>
          <p:nvPr/>
        </p:nvSpPr>
        <p:spPr>
          <a:xfrm>
            <a:off x="4734433" y="4289600"/>
            <a:ext cx="2769995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28">
                <a:solidFill>
                  <a:srgbClr val="000000"/>
                </a:solidFill>
                <a:latin typeface="Arial"/>
              </a:rPr>
              <a:t>A2A integration to 3</a:t>
            </a:r>
            <a:r>
              <a:rPr sz="935" b="0" i="0" spc="23" baseline="44872">
                <a:solidFill>
                  <a:srgbClr val="000000"/>
                </a:solidFill>
                <a:latin typeface="Arial"/>
              </a:rPr>
              <a:t>rd</a:t>
            </a:r>
            <a:r>
              <a:rPr sz="1403" b="0" i="0" baseline="29914">
                <a:solidFill>
                  <a:srgbClr val="000000"/>
                </a:solidFill>
                <a:latin typeface="Arial"/>
              </a:rPr>
              <a:t> </a:t>
            </a:r>
            <a:r>
              <a:rPr sz="1403" b="0" i="0" spc="-26">
                <a:solidFill>
                  <a:srgbClr val="000000"/>
                </a:solidFill>
                <a:latin typeface="Arial"/>
              </a:rPr>
              <a:t>party systems</a:t>
            </a:r>
          </a:p>
        </p:txBody>
      </p:sp>
      <p:sp>
        <p:nvSpPr>
          <p:cNvPr id="30" name="Editable text — •"/>
          <p:cNvSpPr txBox="1"/>
          <p:nvPr/>
        </p:nvSpPr>
        <p:spPr>
          <a:xfrm>
            <a:off x="4447921" y="4578884"/>
            <a:ext cx="126014" cy="3060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6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31" name="Editable text — Agent governance, orchestration and "/>
          <p:cNvSpPr txBox="1"/>
          <p:nvPr/>
        </p:nvSpPr>
        <p:spPr>
          <a:xfrm>
            <a:off x="4734433" y="4578884"/>
            <a:ext cx="2917733" cy="3060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6" b="0" i="0" spc="-28">
                <a:solidFill>
                  <a:srgbClr val="000000"/>
                </a:solidFill>
                <a:latin typeface="Arial"/>
              </a:rPr>
              <a:t>Agent governance, orchestration and </a:t>
            </a:r>
          </a:p>
        </p:txBody>
      </p:sp>
      <p:sp>
        <p:nvSpPr>
          <p:cNvPr id="32" name="Editable text — lifecycle operations e.g. hire, train, "/>
          <p:cNvSpPr txBox="1"/>
          <p:nvPr/>
        </p:nvSpPr>
        <p:spPr>
          <a:xfrm>
            <a:off x="4734433" y="4792901"/>
            <a:ext cx="2656633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34">
                <a:solidFill>
                  <a:srgbClr val="000000"/>
                </a:solidFill>
                <a:latin typeface="Arial"/>
              </a:rPr>
              <a:t>lifecycle operations e.g. hire, train, </a:t>
            </a:r>
          </a:p>
        </p:txBody>
      </p:sp>
      <p:sp>
        <p:nvSpPr>
          <p:cNvPr id="33" name="Editable text — retire"/>
          <p:cNvSpPr txBox="1"/>
          <p:nvPr/>
        </p:nvSpPr>
        <p:spPr>
          <a:xfrm>
            <a:off x="4734433" y="5006261"/>
            <a:ext cx="458987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17">
                <a:solidFill>
                  <a:srgbClr val="000000"/>
                </a:solidFill>
                <a:latin typeface="Arial"/>
              </a:rPr>
              <a:t>retire</a:t>
            </a:r>
          </a:p>
        </p:txBody>
      </p:sp>
      <p:sp>
        <p:nvSpPr>
          <p:cNvPr id="34" name="Editable text — •"/>
          <p:cNvSpPr txBox="1"/>
          <p:nvPr/>
        </p:nvSpPr>
        <p:spPr>
          <a:xfrm>
            <a:off x="767181" y="2271824"/>
            <a:ext cx="125907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35" name="Editable text — Position and sell SAP’s Autonomous "/>
          <p:cNvSpPr txBox="1"/>
          <p:nvPr/>
        </p:nvSpPr>
        <p:spPr>
          <a:xfrm>
            <a:off x="1053693" y="2271824"/>
            <a:ext cx="2863470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31">
                <a:solidFill>
                  <a:srgbClr val="000000"/>
                </a:solidFill>
                <a:latin typeface="Arial"/>
              </a:rPr>
              <a:t>Position and sell SAP’s Autonomous </a:t>
            </a:r>
          </a:p>
        </p:txBody>
      </p:sp>
      <p:sp>
        <p:nvSpPr>
          <p:cNvPr id="36" name="Editable text — Enterprise with Joule, Autonomous "/>
          <p:cNvSpPr txBox="1"/>
          <p:nvPr/>
        </p:nvSpPr>
        <p:spPr>
          <a:xfrm>
            <a:off x="1053693" y="2485184"/>
            <a:ext cx="2776456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22">
                <a:solidFill>
                  <a:srgbClr val="000000"/>
                </a:solidFill>
                <a:latin typeface="Arial"/>
              </a:rPr>
              <a:t>Enterprise with Joule, Autonomous </a:t>
            </a:r>
          </a:p>
        </p:txBody>
      </p:sp>
      <p:sp>
        <p:nvSpPr>
          <p:cNvPr id="37" name="Editable text — Suite and Business AI Platform"/>
          <p:cNvSpPr txBox="1"/>
          <p:nvPr/>
        </p:nvSpPr>
        <p:spPr>
          <a:xfrm>
            <a:off x="1053693" y="2698544"/>
            <a:ext cx="2393985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35">
                <a:solidFill>
                  <a:srgbClr val="000000"/>
                </a:solidFill>
                <a:latin typeface="Arial"/>
              </a:rPr>
              <a:t>Suite and Business AI Platform</a:t>
            </a:r>
          </a:p>
        </p:txBody>
      </p:sp>
      <p:sp>
        <p:nvSpPr>
          <p:cNvPr id="38" name="Editable text — •"/>
          <p:cNvSpPr txBox="1"/>
          <p:nvPr/>
        </p:nvSpPr>
        <p:spPr>
          <a:xfrm>
            <a:off x="767181" y="2988104"/>
            <a:ext cx="125907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39" name="Editable text — Scale via RISE and GROW Motions"/>
          <p:cNvSpPr txBox="1"/>
          <p:nvPr/>
        </p:nvSpPr>
        <p:spPr>
          <a:xfrm>
            <a:off x="1053693" y="2988104"/>
            <a:ext cx="2714939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48">
                <a:solidFill>
                  <a:srgbClr val="000000"/>
                </a:solidFill>
                <a:latin typeface="Arial"/>
              </a:rPr>
              <a:t>Scale via RISE and GROW Motions</a:t>
            </a:r>
          </a:p>
        </p:txBody>
      </p:sp>
      <p:sp>
        <p:nvSpPr>
          <p:cNvPr id="40" name="Editable text — •"/>
          <p:cNvSpPr txBox="1"/>
          <p:nvPr/>
        </p:nvSpPr>
        <p:spPr>
          <a:xfrm>
            <a:off x="767181" y="3277388"/>
            <a:ext cx="126014" cy="3060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6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41" name="Editable text — New Public Cloud ERP at Volume -"/>
          <p:cNvSpPr txBox="1"/>
          <p:nvPr/>
        </p:nvSpPr>
        <p:spPr>
          <a:xfrm>
            <a:off x="1053693" y="3277388"/>
            <a:ext cx="2719093" cy="3060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6" b="0" i="0" spc="-34">
                <a:solidFill>
                  <a:srgbClr val="000000"/>
                </a:solidFill>
                <a:latin typeface="Arial"/>
              </a:rPr>
              <a:t>New Public Cloud ERP at Volume -</a:t>
            </a:r>
          </a:p>
        </p:txBody>
      </p:sp>
      <p:sp>
        <p:nvSpPr>
          <p:cNvPr id="42" name="Editable text — 100B TAM opportunity in 2027 "/>
          <p:cNvSpPr txBox="1"/>
          <p:nvPr/>
        </p:nvSpPr>
        <p:spPr>
          <a:xfrm>
            <a:off x="1053693" y="3491405"/>
            <a:ext cx="2427863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26">
                <a:solidFill>
                  <a:srgbClr val="000000"/>
                </a:solidFill>
                <a:latin typeface="Arial"/>
              </a:rPr>
              <a:t>100B TAM opportunity in 2027 </a:t>
            </a:r>
          </a:p>
        </p:txBody>
      </p:sp>
      <p:sp>
        <p:nvSpPr>
          <p:cNvPr id="43" name="Editable text — •"/>
          <p:cNvSpPr txBox="1"/>
          <p:nvPr/>
        </p:nvSpPr>
        <p:spPr>
          <a:xfrm>
            <a:off x="767181" y="3780965"/>
            <a:ext cx="125907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44" name="Editable text — Drive adoption via co-innovation to fill "/>
          <p:cNvSpPr txBox="1"/>
          <p:nvPr/>
        </p:nvSpPr>
        <p:spPr>
          <a:xfrm>
            <a:off x="1053693" y="3780965"/>
            <a:ext cx="3007303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12">
                <a:solidFill>
                  <a:srgbClr val="000000"/>
                </a:solidFill>
                <a:latin typeface="Arial"/>
              </a:rPr>
              <a:t>Drive adoption via co-innovation to fill </a:t>
            </a:r>
          </a:p>
        </p:txBody>
      </p:sp>
      <p:sp>
        <p:nvSpPr>
          <p:cNvPr id="45" name="Editable text — SAP white space areas"/>
          <p:cNvSpPr txBox="1"/>
          <p:nvPr/>
        </p:nvSpPr>
        <p:spPr>
          <a:xfrm>
            <a:off x="1053693" y="3994325"/>
            <a:ext cx="1794513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44">
                <a:solidFill>
                  <a:srgbClr val="000000"/>
                </a:solidFill>
                <a:latin typeface="Arial"/>
              </a:rPr>
              <a:t>SAP white space areas</a:t>
            </a:r>
          </a:p>
        </p:txBody>
      </p:sp>
      <p:sp>
        <p:nvSpPr>
          <p:cNvPr id="46" name="Editable text — Partner’s Path to Revenue with SAP’s Autonomous Enterprise"/>
          <p:cNvSpPr txBox="1"/>
          <p:nvPr/>
        </p:nvSpPr>
        <p:spPr>
          <a:xfrm>
            <a:off x="1108252" y="610059"/>
            <a:ext cx="10040164" cy="57073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795" b="1" i="0" spc="-72">
                <a:solidFill>
                  <a:srgbClr val="002A86"/>
                </a:solidFill>
                <a:latin typeface="Arial"/>
              </a:rPr>
              <a:t>Partner’s Path to Revenue with SAP’s Autonomous Enterprise</a:t>
            </a:r>
          </a:p>
        </p:txBody>
      </p:sp>
      <p:sp>
        <p:nvSpPr>
          <p:cNvPr id="47" name="Editable text — Monetize outcome-based business value"/>
          <p:cNvSpPr txBox="1"/>
          <p:nvPr/>
        </p:nvSpPr>
        <p:spPr>
          <a:xfrm>
            <a:off x="4068826" y="1113155"/>
            <a:ext cx="4121176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0" i="0" spc="-19">
                <a:solidFill>
                  <a:srgbClr val="002A86"/>
                </a:solidFill>
                <a:latin typeface="Arial"/>
              </a:rPr>
              <a:t>Monetize outcome-based business value</a:t>
            </a:r>
          </a:p>
        </p:txBody>
      </p:sp>
      <p:sp>
        <p:nvSpPr>
          <p:cNvPr id="48" name="Editable text — Continuous value services and innovation "/>
          <p:cNvSpPr txBox="1"/>
          <p:nvPr/>
        </p:nvSpPr>
        <p:spPr>
          <a:xfrm>
            <a:off x="4034916" y="6181823"/>
            <a:ext cx="3666390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5">
                <a:solidFill>
                  <a:srgbClr val="FFFFFF"/>
                </a:solidFill>
                <a:latin typeface="Arial"/>
              </a:rPr>
              <a:t>Continuous value services and innovation </a:t>
            </a:r>
          </a:p>
        </p:txBody>
      </p:sp>
      <p:sp>
        <p:nvSpPr>
          <p:cNvPr id="52" name="Editable text — Repeatable IP &amp; Differentiation"/>
          <p:cNvSpPr txBox="1"/>
          <p:nvPr/>
        </p:nvSpPr>
        <p:spPr>
          <a:xfrm>
            <a:off x="8411209" y="1804845"/>
            <a:ext cx="2618117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13">
                <a:solidFill>
                  <a:srgbClr val="FFFFFF"/>
                </a:solidFill>
                <a:latin typeface="Arial"/>
              </a:rPr>
              <a:t>Repeatable IP &amp; Differentiation</a:t>
            </a:r>
          </a:p>
        </p:txBody>
      </p:sp>
      <p:sp>
        <p:nvSpPr>
          <p:cNvPr id="53" name="Editable text — •"/>
          <p:cNvSpPr txBox="1"/>
          <p:nvPr/>
        </p:nvSpPr>
        <p:spPr>
          <a:xfrm>
            <a:off x="8088756" y="2239820"/>
            <a:ext cx="125907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54" name="Editable text — Build differentiated domain or "/>
          <p:cNvSpPr txBox="1"/>
          <p:nvPr/>
        </p:nvSpPr>
        <p:spPr>
          <a:xfrm>
            <a:off x="8375268" y="2239820"/>
            <a:ext cx="2403792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8">
                <a:solidFill>
                  <a:srgbClr val="000000"/>
                </a:solidFill>
                <a:latin typeface="Arial"/>
              </a:rPr>
              <a:t>Build differentiated domain or </a:t>
            </a:r>
          </a:p>
        </p:txBody>
      </p:sp>
      <p:sp>
        <p:nvSpPr>
          <p:cNvPr id="55" name="Editable text — industry-specific agents on Joule "/>
          <p:cNvSpPr txBox="1"/>
          <p:nvPr/>
        </p:nvSpPr>
        <p:spPr>
          <a:xfrm>
            <a:off x="8375268" y="2453180"/>
            <a:ext cx="2629054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17">
                <a:solidFill>
                  <a:srgbClr val="000000"/>
                </a:solidFill>
                <a:latin typeface="Arial"/>
              </a:rPr>
              <a:t>industry-specific agents on Joule </a:t>
            </a:r>
          </a:p>
        </p:txBody>
      </p:sp>
      <p:sp>
        <p:nvSpPr>
          <p:cNvPr id="56" name="Editable text — Studio "/>
          <p:cNvSpPr txBox="1"/>
          <p:nvPr/>
        </p:nvSpPr>
        <p:spPr>
          <a:xfrm>
            <a:off x="8375268" y="2666540"/>
            <a:ext cx="607517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15">
                <a:solidFill>
                  <a:srgbClr val="000000"/>
                </a:solidFill>
                <a:latin typeface="Arial"/>
              </a:rPr>
              <a:t>Studio </a:t>
            </a:r>
          </a:p>
        </p:txBody>
      </p:sp>
      <p:sp>
        <p:nvSpPr>
          <p:cNvPr id="57" name="Editable text — •"/>
          <p:cNvSpPr txBox="1"/>
          <p:nvPr/>
        </p:nvSpPr>
        <p:spPr>
          <a:xfrm>
            <a:off x="8088756" y="2956100"/>
            <a:ext cx="125907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58" name="Editable text — Register agents on SAP Agent Hub "/>
          <p:cNvSpPr txBox="1"/>
          <p:nvPr/>
        </p:nvSpPr>
        <p:spPr>
          <a:xfrm>
            <a:off x="8375268" y="2956100"/>
            <a:ext cx="2726886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45">
                <a:solidFill>
                  <a:srgbClr val="000000"/>
                </a:solidFill>
                <a:latin typeface="Arial"/>
              </a:rPr>
              <a:t>Register agents on SAP Agent Hub </a:t>
            </a:r>
          </a:p>
        </p:txBody>
      </p:sp>
      <p:sp>
        <p:nvSpPr>
          <p:cNvPr id="59" name="Editable text — and sell Agents through SAP Store "/>
          <p:cNvSpPr txBox="1"/>
          <p:nvPr/>
        </p:nvSpPr>
        <p:spPr>
          <a:xfrm>
            <a:off x="8375268" y="3169460"/>
            <a:ext cx="2712976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37">
                <a:solidFill>
                  <a:srgbClr val="000000"/>
                </a:solidFill>
                <a:latin typeface="Arial"/>
              </a:rPr>
              <a:t>and sell Agents through SAP Store </a:t>
            </a:r>
          </a:p>
        </p:txBody>
      </p:sp>
      <p:sp>
        <p:nvSpPr>
          <p:cNvPr id="60" name="Editable text — •"/>
          <p:cNvSpPr txBox="1"/>
          <p:nvPr/>
        </p:nvSpPr>
        <p:spPr>
          <a:xfrm>
            <a:off x="8088756" y="3459401"/>
            <a:ext cx="125907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61" name="Editable text — Deploy agents in customer's platform "/>
          <p:cNvSpPr txBox="1"/>
          <p:nvPr/>
        </p:nvSpPr>
        <p:spPr>
          <a:xfrm>
            <a:off x="8375268" y="3459401"/>
            <a:ext cx="2954763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19">
                <a:solidFill>
                  <a:srgbClr val="000000"/>
                </a:solidFill>
                <a:latin typeface="Arial"/>
              </a:rPr>
              <a:t>Deploy agents in customer's platform </a:t>
            </a:r>
          </a:p>
        </p:txBody>
      </p:sp>
      <p:sp>
        <p:nvSpPr>
          <p:cNvPr id="62" name="Editable text — account to drive consumption –"/>
          <p:cNvSpPr txBox="1"/>
          <p:nvPr/>
        </p:nvSpPr>
        <p:spPr>
          <a:xfrm>
            <a:off x="8375268" y="3672761"/>
            <a:ext cx="2512443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5">
                <a:solidFill>
                  <a:srgbClr val="000000"/>
                </a:solidFill>
                <a:latin typeface="Arial"/>
              </a:rPr>
              <a:t>account to drive consumption –</a:t>
            </a:r>
          </a:p>
        </p:txBody>
      </p:sp>
      <p:sp>
        <p:nvSpPr>
          <p:cNvPr id="63" name="Editable text — leverage € 100m ecosystem fund"/>
          <p:cNvSpPr txBox="1"/>
          <p:nvPr/>
        </p:nvSpPr>
        <p:spPr>
          <a:xfrm>
            <a:off x="8375268" y="3886121"/>
            <a:ext cx="2592621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26">
                <a:solidFill>
                  <a:srgbClr val="000000"/>
                </a:solidFill>
                <a:latin typeface="Arial"/>
              </a:rPr>
              <a:t>leverage € 100m ecosystem fund</a:t>
            </a:r>
          </a:p>
        </p:txBody>
      </p:sp>
      <p:sp>
        <p:nvSpPr>
          <p:cNvPr id="64" name="Editable text — •"/>
          <p:cNvSpPr txBox="1"/>
          <p:nvPr/>
        </p:nvSpPr>
        <p:spPr>
          <a:xfrm>
            <a:off x="8088756" y="4175681"/>
            <a:ext cx="125907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65" name="Editable text — Deploy productive minimum 10+ "/>
          <p:cNvSpPr txBox="1"/>
          <p:nvPr/>
        </p:nvSpPr>
        <p:spPr>
          <a:xfrm>
            <a:off x="8375268" y="4175681"/>
            <a:ext cx="2622933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11">
                <a:solidFill>
                  <a:srgbClr val="000000"/>
                </a:solidFill>
                <a:latin typeface="Arial"/>
              </a:rPr>
              <a:t>Deploy productive minimum 10+ </a:t>
            </a:r>
          </a:p>
        </p:txBody>
      </p:sp>
      <p:sp>
        <p:nvSpPr>
          <p:cNvPr id="66" name="Editable text — Agents &amp; Win: TechEd keynote "/>
          <p:cNvSpPr txBox="1"/>
          <p:nvPr/>
        </p:nvSpPr>
        <p:spPr>
          <a:xfrm>
            <a:off x="8375268" y="4389041"/>
            <a:ext cx="2406466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49">
                <a:solidFill>
                  <a:srgbClr val="000000"/>
                </a:solidFill>
                <a:latin typeface="Arial"/>
              </a:rPr>
              <a:t>Agents &amp; Win: TechEd keynote </a:t>
            </a:r>
          </a:p>
        </p:txBody>
      </p:sp>
      <p:sp>
        <p:nvSpPr>
          <p:cNvPr id="67" name="Editable text — mention + booth showcase"/>
          <p:cNvSpPr txBox="1"/>
          <p:nvPr/>
        </p:nvSpPr>
        <p:spPr>
          <a:xfrm>
            <a:off x="8375268" y="4602125"/>
            <a:ext cx="2154872" cy="3060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6" b="0" i="0" spc="-13">
                <a:solidFill>
                  <a:srgbClr val="000000"/>
                </a:solidFill>
                <a:latin typeface="Arial"/>
              </a:rPr>
              <a:t>mention + booth showcase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"/>
          <p:cNvSpPr/>
          <p:nvPr/>
        </p:nvSpPr>
        <p:spPr>
          <a:xfrm>
            <a:off x="0" y="0"/>
            <a:ext cx="12195175" cy="6858000"/>
          </a:xfrm>
          <a:custGeom>
            <a:avLst/>
            <a:gdLst/>
            <a:ahLst/>
            <a:cxnLst/>
            <a:rect l="0" t="0" r="r" b="b"/>
            <a:pathLst>
              <a:path w="12195175" h="6858000" fill="norm" stroke="0" extrusionOk="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Editable vector"/>
          <p:cNvSpPr/>
          <p:nvPr/>
        </p:nvSpPr>
        <p:spPr>
          <a:xfrm>
            <a:off x="506628" y="6582778"/>
            <a:ext cx="1186535" cy="71856"/>
          </a:xfrm>
          <a:custGeom>
            <a:avLst/>
            <a:gdLst/>
            <a:ahLst/>
            <a:cxnLst/>
            <a:rect l="0" t="0" r="r" b="b"/>
            <a:pathLst>
              <a:path w="1186536" h="71857" fill="norm" stroke="0" extrusionOk="0">
                <a:moveTo>
                  <a:pt x="0" y="2832"/>
                </a:moveTo>
                <a:lnTo>
                  <a:pt x="0" y="55258"/>
                </a:lnTo>
                <a:lnTo>
                  <a:pt x="7074" y="55258"/>
                </a:lnTo>
                <a:lnTo>
                  <a:pt x="7074" y="2832"/>
                </a:lnTo>
                <a:close/>
                <a:moveTo>
                  <a:pt x="19812" y="2832"/>
                </a:moveTo>
                <a:lnTo>
                  <a:pt x="28181" y="2832"/>
                </a:lnTo>
                <a:lnTo>
                  <a:pt x="54712" y="47410"/>
                </a:lnTo>
                <a:cubicBezTo>
                  <a:pt x="54661" y="46266"/>
                  <a:pt x="54610" y="44717"/>
                  <a:pt x="54572" y="42761"/>
                </a:cubicBezTo>
                <a:cubicBezTo>
                  <a:pt x="54521" y="40793"/>
                  <a:pt x="54496" y="38862"/>
                  <a:pt x="54496" y="36957"/>
                </a:cubicBezTo>
                <a:lnTo>
                  <a:pt x="54496" y="2832"/>
                </a:lnTo>
                <a:lnTo>
                  <a:pt x="60820" y="2832"/>
                </a:lnTo>
                <a:lnTo>
                  <a:pt x="60820" y="55258"/>
                </a:lnTo>
                <a:lnTo>
                  <a:pt x="52108" y="55258"/>
                </a:lnTo>
                <a:lnTo>
                  <a:pt x="25921" y="11202"/>
                </a:lnTo>
                <a:cubicBezTo>
                  <a:pt x="25972" y="12345"/>
                  <a:pt x="26010" y="13894"/>
                  <a:pt x="26060" y="15837"/>
                </a:cubicBezTo>
                <a:cubicBezTo>
                  <a:pt x="26111" y="17780"/>
                  <a:pt x="26137" y="19724"/>
                  <a:pt x="26137" y="21654"/>
                </a:cubicBezTo>
                <a:lnTo>
                  <a:pt x="26137" y="55258"/>
                </a:lnTo>
                <a:lnTo>
                  <a:pt x="19812" y="55258"/>
                </a:lnTo>
                <a:lnTo>
                  <a:pt x="19812" y="2832"/>
                </a:lnTo>
                <a:close/>
                <a:moveTo>
                  <a:pt x="84125" y="9385"/>
                </a:moveTo>
                <a:lnTo>
                  <a:pt x="67653" y="9385"/>
                </a:lnTo>
                <a:lnTo>
                  <a:pt x="67653" y="2832"/>
                </a:lnTo>
                <a:lnTo>
                  <a:pt x="107683" y="2832"/>
                </a:lnTo>
                <a:lnTo>
                  <a:pt x="107683" y="9385"/>
                </a:lnTo>
                <a:lnTo>
                  <a:pt x="91199" y="9385"/>
                </a:lnTo>
                <a:lnTo>
                  <a:pt x="91199" y="55258"/>
                </a:lnTo>
                <a:lnTo>
                  <a:pt x="84125" y="55258"/>
                </a:lnTo>
                <a:lnTo>
                  <a:pt x="84125" y="9385"/>
                </a:lnTo>
                <a:close/>
                <a:moveTo>
                  <a:pt x="114300" y="2832"/>
                </a:moveTo>
                <a:lnTo>
                  <a:pt x="147980" y="2832"/>
                </a:lnTo>
                <a:lnTo>
                  <a:pt x="147980" y="9385"/>
                </a:lnTo>
                <a:lnTo>
                  <a:pt x="121374" y="9385"/>
                </a:lnTo>
                <a:lnTo>
                  <a:pt x="121374" y="25083"/>
                </a:lnTo>
                <a:lnTo>
                  <a:pt x="145783" y="25083"/>
                </a:lnTo>
                <a:lnTo>
                  <a:pt x="145783" y="31483"/>
                </a:lnTo>
                <a:lnTo>
                  <a:pt x="121374" y="31483"/>
                </a:lnTo>
                <a:lnTo>
                  <a:pt x="121374" y="48705"/>
                </a:lnTo>
                <a:lnTo>
                  <a:pt x="149504" y="48705"/>
                </a:lnTo>
                <a:lnTo>
                  <a:pt x="149504" y="55258"/>
                </a:lnTo>
                <a:lnTo>
                  <a:pt x="114300" y="55258"/>
                </a:lnTo>
                <a:lnTo>
                  <a:pt x="114300" y="2832"/>
                </a:lnTo>
                <a:close/>
                <a:moveTo>
                  <a:pt x="158496" y="2832"/>
                </a:moveTo>
                <a:lnTo>
                  <a:pt x="178626" y="2832"/>
                </a:lnTo>
                <a:cubicBezTo>
                  <a:pt x="182550" y="2832"/>
                  <a:pt x="185877" y="3442"/>
                  <a:pt x="188633" y="4674"/>
                </a:cubicBezTo>
                <a:cubicBezTo>
                  <a:pt x="191389" y="5906"/>
                  <a:pt x="193485" y="7671"/>
                  <a:pt x="194907" y="9996"/>
                </a:cubicBezTo>
                <a:cubicBezTo>
                  <a:pt x="196329" y="12319"/>
                  <a:pt x="197041" y="15088"/>
                  <a:pt x="197041" y="18314"/>
                </a:cubicBezTo>
                <a:cubicBezTo>
                  <a:pt x="197041" y="20613"/>
                  <a:pt x="196596" y="22797"/>
                  <a:pt x="195707" y="24854"/>
                </a:cubicBezTo>
                <a:cubicBezTo>
                  <a:pt x="194818" y="26912"/>
                  <a:pt x="193408" y="28702"/>
                  <a:pt x="191478" y="30214"/>
                </a:cubicBezTo>
                <a:cubicBezTo>
                  <a:pt x="189560" y="31725"/>
                  <a:pt x="187122" y="32766"/>
                  <a:pt x="184175" y="33338"/>
                </a:cubicBezTo>
                <a:lnTo>
                  <a:pt x="199200" y="55258"/>
                </a:lnTo>
                <a:lnTo>
                  <a:pt x="190944" y="55258"/>
                </a:lnTo>
                <a:lnTo>
                  <a:pt x="177254" y="34240"/>
                </a:lnTo>
                <a:lnTo>
                  <a:pt x="165570" y="34240"/>
                </a:lnTo>
                <a:lnTo>
                  <a:pt x="165570" y="55258"/>
                </a:lnTo>
                <a:lnTo>
                  <a:pt x="158496" y="55258"/>
                </a:lnTo>
                <a:lnTo>
                  <a:pt x="158496" y="2832"/>
                </a:lnTo>
                <a:close/>
                <a:moveTo>
                  <a:pt x="178143" y="27915"/>
                </a:moveTo>
                <a:cubicBezTo>
                  <a:pt x="180797" y="27915"/>
                  <a:pt x="183007" y="27496"/>
                  <a:pt x="184785" y="26657"/>
                </a:cubicBezTo>
                <a:cubicBezTo>
                  <a:pt x="186563" y="25832"/>
                  <a:pt x="187871" y="24702"/>
                  <a:pt x="188709" y="23279"/>
                </a:cubicBezTo>
                <a:cubicBezTo>
                  <a:pt x="189548" y="21857"/>
                  <a:pt x="189979" y="20219"/>
                  <a:pt x="189979" y="18390"/>
                </a:cubicBezTo>
                <a:cubicBezTo>
                  <a:pt x="189979" y="15380"/>
                  <a:pt x="188925" y="13119"/>
                  <a:pt x="186817" y="11595"/>
                </a:cubicBezTo>
                <a:cubicBezTo>
                  <a:pt x="184709" y="10071"/>
                  <a:pt x="181712" y="9310"/>
                  <a:pt x="177851" y="9310"/>
                </a:cubicBezTo>
                <a:lnTo>
                  <a:pt x="165570" y="9310"/>
                </a:lnTo>
                <a:lnTo>
                  <a:pt x="165570" y="27915"/>
                </a:lnTo>
                <a:lnTo>
                  <a:pt x="178143" y="27915"/>
                </a:lnTo>
                <a:close/>
                <a:moveTo>
                  <a:pt x="207264" y="2832"/>
                </a:moveTo>
                <a:lnTo>
                  <a:pt x="215633" y="2832"/>
                </a:lnTo>
                <a:lnTo>
                  <a:pt x="242164" y="47410"/>
                </a:lnTo>
                <a:cubicBezTo>
                  <a:pt x="242113" y="46266"/>
                  <a:pt x="242062" y="44717"/>
                  <a:pt x="242024" y="42761"/>
                </a:cubicBezTo>
                <a:cubicBezTo>
                  <a:pt x="241973" y="40793"/>
                  <a:pt x="241948" y="38862"/>
                  <a:pt x="241948" y="36957"/>
                </a:cubicBezTo>
                <a:lnTo>
                  <a:pt x="241948" y="2832"/>
                </a:lnTo>
                <a:lnTo>
                  <a:pt x="248272" y="2832"/>
                </a:lnTo>
                <a:lnTo>
                  <a:pt x="248272" y="55258"/>
                </a:lnTo>
                <a:lnTo>
                  <a:pt x="239560" y="55258"/>
                </a:lnTo>
                <a:lnTo>
                  <a:pt x="213373" y="11202"/>
                </a:lnTo>
                <a:cubicBezTo>
                  <a:pt x="213424" y="12345"/>
                  <a:pt x="213462" y="13894"/>
                  <a:pt x="213512" y="15837"/>
                </a:cubicBezTo>
                <a:cubicBezTo>
                  <a:pt x="213563" y="17780"/>
                  <a:pt x="213589" y="19724"/>
                  <a:pt x="213589" y="21654"/>
                </a:cubicBezTo>
                <a:lnTo>
                  <a:pt x="213589" y="55258"/>
                </a:lnTo>
                <a:lnTo>
                  <a:pt x="207264" y="55258"/>
                </a:lnTo>
                <a:lnTo>
                  <a:pt x="207264" y="2832"/>
                </a:lnTo>
                <a:close/>
                <a:moveTo>
                  <a:pt x="274079" y="2832"/>
                </a:moveTo>
                <a:lnTo>
                  <a:pt x="282181" y="2832"/>
                </a:lnTo>
                <a:lnTo>
                  <a:pt x="301904" y="55258"/>
                </a:lnTo>
                <a:lnTo>
                  <a:pt x="294500" y="55258"/>
                </a:lnTo>
                <a:lnTo>
                  <a:pt x="289547" y="41085"/>
                </a:lnTo>
                <a:lnTo>
                  <a:pt x="266560" y="41085"/>
                </a:lnTo>
                <a:lnTo>
                  <a:pt x="261607" y="55258"/>
                </a:lnTo>
                <a:lnTo>
                  <a:pt x="254356" y="55258"/>
                </a:lnTo>
                <a:lnTo>
                  <a:pt x="274079" y="2832"/>
                </a:lnTo>
                <a:close/>
                <a:moveTo>
                  <a:pt x="287401" y="34900"/>
                </a:moveTo>
                <a:lnTo>
                  <a:pt x="281178" y="17158"/>
                </a:lnTo>
                <a:cubicBezTo>
                  <a:pt x="280607" y="15545"/>
                  <a:pt x="280048" y="13932"/>
                  <a:pt x="279489" y="12319"/>
                </a:cubicBezTo>
                <a:cubicBezTo>
                  <a:pt x="278930" y="10706"/>
                  <a:pt x="278448" y="9322"/>
                  <a:pt x="278054" y="8154"/>
                </a:cubicBezTo>
                <a:cubicBezTo>
                  <a:pt x="277660" y="9322"/>
                  <a:pt x="277178" y="10706"/>
                  <a:pt x="276619" y="12319"/>
                </a:cubicBezTo>
                <a:cubicBezTo>
                  <a:pt x="276060" y="13932"/>
                  <a:pt x="275501" y="15545"/>
                  <a:pt x="274930" y="17158"/>
                </a:cubicBezTo>
                <a:lnTo>
                  <a:pt x="268719" y="34900"/>
                </a:lnTo>
                <a:lnTo>
                  <a:pt x="287401" y="34900"/>
                </a:lnTo>
                <a:close/>
                <a:moveTo>
                  <a:pt x="307848" y="2832"/>
                </a:moveTo>
                <a:lnTo>
                  <a:pt x="314922" y="2832"/>
                </a:lnTo>
                <a:lnTo>
                  <a:pt x="314922" y="48705"/>
                </a:lnTo>
                <a:lnTo>
                  <a:pt x="339179" y="48705"/>
                </a:lnTo>
                <a:lnTo>
                  <a:pt x="339179" y="55258"/>
                </a:lnTo>
                <a:lnTo>
                  <a:pt x="307848" y="55258"/>
                </a:lnTo>
                <a:lnTo>
                  <a:pt x="307848" y="2832"/>
                </a:lnTo>
                <a:close/>
                <a:moveTo>
                  <a:pt x="362268" y="32410"/>
                </a:moveTo>
                <a:lnTo>
                  <a:pt x="362268" y="37580"/>
                </a:lnTo>
                <a:lnTo>
                  <a:pt x="404609" y="37580"/>
                </a:lnTo>
                <a:lnTo>
                  <a:pt x="404609" y="32410"/>
                </a:lnTo>
                <a:close/>
                <a:moveTo>
                  <a:pt x="446773" y="56007"/>
                </a:moveTo>
                <a:cubicBezTo>
                  <a:pt x="442481" y="56007"/>
                  <a:pt x="438696" y="55309"/>
                  <a:pt x="435407" y="53911"/>
                </a:cubicBezTo>
                <a:cubicBezTo>
                  <a:pt x="432118" y="52528"/>
                  <a:pt x="429387" y="50432"/>
                  <a:pt x="427203" y="47625"/>
                </a:cubicBezTo>
                <a:lnTo>
                  <a:pt x="432041" y="42787"/>
                </a:lnTo>
                <a:cubicBezTo>
                  <a:pt x="433210" y="44260"/>
                  <a:pt x="434429" y="45492"/>
                  <a:pt x="435724" y="46495"/>
                </a:cubicBezTo>
                <a:cubicBezTo>
                  <a:pt x="437007" y="47498"/>
                  <a:pt x="438556" y="48299"/>
                  <a:pt x="440373" y="48895"/>
                </a:cubicBezTo>
                <a:cubicBezTo>
                  <a:pt x="442189" y="49492"/>
                  <a:pt x="444322" y="49785"/>
                  <a:pt x="446773" y="49785"/>
                </a:cubicBezTo>
                <a:cubicBezTo>
                  <a:pt x="449199" y="49785"/>
                  <a:pt x="451371" y="49479"/>
                  <a:pt x="453288" y="48870"/>
                </a:cubicBezTo>
                <a:cubicBezTo>
                  <a:pt x="455193" y="48273"/>
                  <a:pt x="456705" y="47320"/>
                  <a:pt x="457822" y="46025"/>
                </a:cubicBezTo>
                <a:cubicBezTo>
                  <a:pt x="458940" y="44742"/>
                  <a:pt x="459499" y="43117"/>
                  <a:pt x="459499" y="41161"/>
                </a:cubicBezTo>
                <a:cubicBezTo>
                  <a:pt x="459499" y="39192"/>
                  <a:pt x="458915" y="37605"/>
                  <a:pt x="457746" y="36399"/>
                </a:cubicBezTo>
                <a:cubicBezTo>
                  <a:pt x="456578" y="35179"/>
                  <a:pt x="455104" y="34227"/>
                  <a:pt x="453326" y="33541"/>
                </a:cubicBezTo>
                <a:cubicBezTo>
                  <a:pt x="451536" y="32868"/>
                  <a:pt x="449161" y="32157"/>
                  <a:pt x="446215" y="31407"/>
                </a:cubicBezTo>
                <a:cubicBezTo>
                  <a:pt x="442646" y="30518"/>
                  <a:pt x="439712" y="29579"/>
                  <a:pt x="437439" y="28601"/>
                </a:cubicBezTo>
                <a:cubicBezTo>
                  <a:pt x="435153" y="27623"/>
                  <a:pt x="433222" y="26124"/>
                  <a:pt x="431635" y="24118"/>
                </a:cubicBezTo>
                <a:cubicBezTo>
                  <a:pt x="430047" y="22111"/>
                  <a:pt x="429247" y="19431"/>
                  <a:pt x="429247" y="16078"/>
                </a:cubicBezTo>
                <a:cubicBezTo>
                  <a:pt x="429247" y="12878"/>
                  <a:pt x="430060" y="10237"/>
                  <a:pt x="431660" y="8128"/>
                </a:cubicBezTo>
                <a:cubicBezTo>
                  <a:pt x="433273" y="6033"/>
                  <a:pt x="435458" y="4496"/>
                  <a:pt x="438201" y="3518"/>
                </a:cubicBezTo>
                <a:cubicBezTo>
                  <a:pt x="440931" y="2540"/>
                  <a:pt x="444017" y="2045"/>
                  <a:pt x="447446" y="2045"/>
                </a:cubicBezTo>
                <a:cubicBezTo>
                  <a:pt x="451561" y="2045"/>
                  <a:pt x="455054" y="2718"/>
                  <a:pt x="457937" y="4039"/>
                </a:cubicBezTo>
                <a:cubicBezTo>
                  <a:pt x="460807" y="5373"/>
                  <a:pt x="463220" y="7201"/>
                  <a:pt x="465150" y="9525"/>
                </a:cubicBezTo>
                <a:lnTo>
                  <a:pt x="460426" y="14212"/>
                </a:lnTo>
                <a:cubicBezTo>
                  <a:pt x="458762" y="12306"/>
                  <a:pt x="456870" y="10833"/>
                  <a:pt x="454736" y="9792"/>
                </a:cubicBezTo>
                <a:cubicBezTo>
                  <a:pt x="452603" y="8751"/>
                  <a:pt x="450050" y="8230"/>
                  <a:pt x="447065" y="8230"/>
                </a:cubicBezTo>
                <a:cubicBezTo>
                  <a:pt x="444665" y="8230"/>
                  <a:pt x="442646" y="8560"/>
                  <a:pt x="441007" y="9208"/>
                </a:cubicBezTo>
                <a:cubicBezTo>
                  <a:pt x="439369" y="9868"/>
                  <a:pt x="438150" y="10770"/>
                  <a:pt x="437363" y="11913"/>
                </a:cubicBezTo>
                <a:cubicBezTo>
                  <a:pt x="436562" y="13056"/>
                  <a:pt x="436169" y="14364"/>
                  <a:pt x="436169" y="15850"/>
                </a:cubicBezTo>
                <a:cubicBezTo>
                  <a:pt x="436169" y="17666"/>
                  <a:pt x="436715" y="19139"/>
                  <a:pt x="437820" y="20269"/>
                </a:cubicBezTo>
                <a:cubicBezTo>
                  <a:pt x="438925" y="21387"/>
                  <a:pt x="440309" y="22276"/>
                  <a:pt x="441960" y="22911"/>
                </a:cubicBezTo>
                <a:cubicBezTo>
                  <a:pt x="443598" y="23533"/>
                  <a:pt x="445872" y="24244"/>
                  <a:pt x="448742" y="25006"/>
                </a:cubicBezTo>
                <a:cubicBezTo>
                  <a:pt x="452514" y="25946"/>
                  <a:pt x="455587" y="26912"/>
                  <a:pt x="457949" y="27915"/>
                </a:cubicBezTo>
                <a:cubicBezTo>
                  <a:pt x="460324" y="28905"/>
                  <a:pt x="462343" y="30429"/>
                  <a:pt x="463995" y="32487"/>
                </a:cubicBezTo>
                <a:cubicBezTo>
                  <a:pt x="465658" y="34544"/>
                  <a:pt x="466496" y="37313"/>
                  <a:pt x="466496" y="40780"/>
                </a:cubicBezTo>
                <a:cubicBezTo>
                  <a:pt x="466496" y="43765"/>
                  <a:pt x="465734" y="46393"/>
                  <a:pt x="464223" y="48692"/>
                </a:cubicBezTo>
                <a:cubicBezTo>
                  <a:pt x="462712" y="50991"/>
                  <a:pt x="460477" y="52781"/>
                  <a:pt x="457505" y="54064"/>
                </a:cubicBezTo>
                <a:cubicBezTo>
                  <a:pt x="454546" y="55359"/>
                  <a:pt x="450964" y="56007"/>
                  <a:pt x="446773" y="56007"/>
                </a:cubicBezTo>
                <a:close/>
                <a:moveTo>
                  <a:pt x="488963" y="2832"/>
                </a:moveTo>
                <a:lnTo>
                  <a:pt x="497065" y="2832"/>
                </a:lnTo>
                <a:lnTo>
                  <a:pt x="516788" y="55258"/>
                </a:lnTo>
                <a:lnTo>
                  <a:pt x="509384" y="55258"/>
                </a:lnTo>
                <a:lnTo>
                  <a:pt x="504431" y="41085"/>
                </a:lnTo>
                <a:lnTo>
                  <a:pt x="481444" y="41085"/>
                </a:lnTo>
                <a:lnTo>
                  <a:pt x="476491" y="55258"/>
                </a:lnTo>
                <a:lnTo>
                  <a:pt x="469240" y="55258"/>
                </a:lnTo>
                <a:lnTo>
                  <a:pt x="488963" y="2832"/>
                </a:lnTo>
                <a:close/>
                <a:moveTo>
                  <a:pt x="502285" y="34900"/>
                </a:moveTo>
                <a:lnTo>
                  <a:pt x="496062" y="17158"/>
                </a:lnTo>
                <a:cubicBezTo>
                  <a:pt x="495490" y="15545"/>
                  <a:pt x="494932" y="13932"/>
                  <a:pt x="494373" y="12319"/>
                </a:cubicBezTo>
                <a:cubicBezTo>
                  <a:pt x="493814" y="10706"/>
                  <a:pt x="493332" y="9322"/>
                  <a:pt x="492938" y="8154"/>
                </a:cubicBezTo>
                <a:cubicBezTo>
                  <a:pt x="492544" y="9322"/>
                  <a:pt x="492062" y="10706"/>
                  <a:pt x="491503" y="12319"/>
                </a:cubicBezTo>
                <a:cubicBezTo>
                  <a:pt x="490944" y="13932"/>
                  <a:pt x="490385" y="15545"/>
                  <a:pt x="489814" y="17158"/>
                </a:cubicBezTo>
                <a:lnTo>
                  <a:pt x="483603" y="34900"/>
                </a:lnTo>
                <a:lnTo>
                  <a:pt x="502285" y="34900"/>
                </a:lnTo>
                <a:close/>
                <a:moveTo>
                  <a:pt x="522732" y="2832"/>
                </a:moveTo>
                <a:lnTo>
                  <a:pt x="542531" y="2832"/>
                </a:lnTo>
                <a:cubicBezTo>
                  <a:pt x="546570" y="2832"/>
                  <a:pt x="549974" y="3493"/>
                  <a:pt x="552729" y="4801"/>
                </a:cubicBezTo>
                <a:cubicBezTo>
                  <a:pt x="555473" y="6121"/>
                  <a:pt x="557543" y="7963"/>
                  <a:pt x="558914" y="10351"/>
                </a:cubicBezTo>
                <a:cubicBezTo>
                  <a:pt x="560299" y="12726"/>
                  <a:pt x="560984" y="15532"/>
                  <a:pt x="560984" y="18759"/>
                </a:cubicBezTo>
                <a:cubicBezTo>
                  <a:pt x="560984" y="21908"/>
                  <a:pt x="560299" y="24727"/>
                  <a:pt x="558940" y="27204"/>
                </a:cubicBezTo>
                <a:cubicBezTo>
                  <a:pt x="557568" y="29680"/>
                  <a:pt x="555536" y="31636"/>
                  <a:pt x="552831" y="33058"/>
                </a:cubicBezTo>
                <a:cubicBezTo>
                  <a:pt x="550126" y="34493"/>
                  <a:pt x="546837" y="35205"/>
                  <a:pt x="542938" y="35205"/>
                </a:cubicBezTo>
                <a:lnTo>
                  <a:pt x="529806" y="35205"/>
                </a:lnTo>
                <a:lnTo>
                  <a:pt x="529806" y="55258"/>
                </a:lnTo>
                <a:lnTo>
                  <a:pt x="522732" y="55258"/>
                </a:lnTo>
                <a:lnTo>
                  <a:pt x="522732" y="2832"/>
                </a:lnTo>
                <a:close/>
                <a:moveTo>
                  <a:pt x="541934" y="28804"/>
                </a:moveTo>
                <a:cubicBezTo>
                  <a:pt x="545948" y="28804"/>
                  <a:pt x="548957" y="27953"/>
                  <a:pt x="550939" y="26251"/>
                </a:cubicBezTo>
                <a:cubicBezTo>
                  <a:pt x="552920" y="24550"/>
                  <a:pt x="553911" y="22085"/>
                  <a:pt x="553911" y="18835"/>
                </a:cubicBezTo>
                <a:cubicBezTo>
                  <a:pt x="553911" y="15710"/>
                  <a:pt x="552882" y="13336"/>
                  <a:pt x="550812" y="11723"/>
                </a:cubicBezTo>
                <a:cubicBezTo>
                  <a:pt x="548742" y="10109"/>
                  <a:pt x="545681" y="9310"/>
                  <a:pt x="541630" y="9310"/>
                </a:cubicBezTo>
                <a:lnTo>
                  <a:pt x="529806" y="9310"/>
                </a:lnTo>
                <a:lnTo>
                  <a:pt x="529806" y="28804"/>
                </a:lnTo>
                <a:lnTo>
                  <a:pt x="541934" y="28804"/>
                </a:lnTo>
                <a:close/>
                <a:moveTo>
                  <a:pt x="595973" y="56007"/>
                </a:moveTo>
                <a:cubicBezTo>
                  <a:pt x="593585" y="56007"/>
                  <a:pt x="591464" y="55538"/>
                  <a:pt x="589610" y="54623"/>
                </a:cubicBezTo>
                <a:cubicBezTo>
                  <a:pt x="587743" y="53708"/>
                  <a:pt x="586296" y="52363"/>
                  <a:pt x="585254" y="50610"/>
                </a:cubicBezTo>
                <a:cubicBezTo>
                  <a:pt x="584213" y="48844"/>
                  <a:pt x="583692" y="46736"/>
                  <a:pt x="583692" y="44285"/>
                </a:cubicBezTo>
                <a:cubicBezTo>
                  <a:pt x="583692" y="41275"/>
                  <a:pt x="584479" y="38812"/>
                  <a:pt x="586054" y="36881"/>
                </a:cubicBezTo>
                <a:cubicBezTo>
                  <a:pt x="587629" y="34938"/>
                  <a:pt x="589775" y="33528"/>
                  <a:pt x="592506" y="32652"/>
                </a:cubicBezTo>
                <a:cubicBezTo>
                  <a:pt x="595236" y="31776"/>
                  <a:pt x="598399" y="31331"/>
                  <a:pt x="601993" y="31331"/>
                </a:cubicBezTo>
                <a:lnTo>
                  <a:pt x="609143" y="31331"/>
                </a:lnTo>
                <a:lnTo>
                  <a:pt x="609143" y="28575"/>
                </a:lnTo>
                <a:cubicBezTo>
                  <a:pt x="609143" y="25756"/>
                  <a:pt x="608470" y="23597"/>
                  <a:pt x="607111" y="22123"/>
                </a:cubicBezTo>
                <a:cubicBezTo>
                  <a:pt x="605765" y="20651"/>
                  <a:pt x="603720" y="19914"/>
                  <a:pt x="600989" y="19914"/>
                </a:cubicBezTo>
                <a:cubicBezTo>
                  <a:pt x="598513" y="19914"/>
                  <a:pt x="596354" y="20409"/>
                  <a:pt x="594500" y="21413"/>
                </a:cubicBezTo>
                <a:cubicBezTo>
                  <a:pt x="592658" y="22416"/>
                  <a:pt x="591020" y="23876"/>
                  <a:pt x="589610" y="25794"/>
                </a:cubicBezTo>
                <a:lnTo>
                  <a:pt x="585292" y="21476"/>
                </a:lnTo>
                <a:cubicBezTo>
                  <a:pt x="589305" y="16663"/>
                  <a:pt x="594690" y="14250"/>
                  <a:pt x="601434" y="14250"/>
                </a:cubicBezTo>
                <a:cubicBezTo>
                  <a:pt x="604545" y="14250"/>
                  <a:pt x="607174" y="14846"/>
                  <a:pt x="609333" y="16040"/>
                </a:cubicBezTo>
                <a:cubicBezTo>
                  <a:pt x="611480" y="17234"/>
                  <a:pt x="613105" y="18898"/>
                  <a:pt x="614197" y="21044"/>
                </a:cubicBezTo>
                <a:cubicBezTo>
                  <a:pt x="615290" y="23191"/>
                  <a:pt x="615836" y="25705"/>
                  <a:pt x="615836" y="28575"/>
                </a:cubicBezTo>
                <a:lnTo>
                  <a:pt x="615836" y="55258"/>
                </a:lnTo>
                <a:lnTo>
                  <a:pt x="609435" y="55258"/>
                </a:lnTo>
                <a:lnTo>
                  <a:pt x="609435" y="47778"/>
                </a:lnTo>
                <a:lnTo>
                  <a:pt x="609295" y="47778"/>
                </a:lnTo>
                <a:cubicBezTo>
                  <a:pt x="607949" y="50635"/>
                  <a:pt x="606209" y="52718"/>
                  <a:pt x="604076" y="54026"/>
                </a:cubicBezTo>
                <a:cubicBezTo>
                  <a:pt x="601942" y="55347"/>
                  <a:pt x="599250" y="56007"/>
                  <a:pt x="595973" y="56007"/>
                </a:cubicBezTo>
                <a:close/>
                <a:moveTo>
                  <a:pt x="590614" y="44133"/>
                </a:moveTo>
                <a:cubicBezTo>
                  <a:pt x="590614" y="45403"/>
                  <a:pt x="590893" y="46495"/>
                  <a:pt x="591464" y="47447"/>
                </a:cubicBezTo>
                <a:cubicBezTo>
                  <a:pt x="592036" y="48387"/>
                  <a:pt x="592861" y="49111"/>
                  <a:pt x="593941" y="49619"/>
                </a:cubicBezTo>
                <a:cubicBezTo>
                  <a:pt x="595020" y="50127"/>
                  <a:pt x="596303" y="50381"/>
                  <a:pt x="597789" y="50381"/>
                </a:cubicBezTo>
                <a:cubicBezTo>
                  <a:pt x="600151" y="50381"/>
                  <a:pt x="602183" y="49911"/>
                  <a:pt x="603898" y="48946"/>
                </a:cubicBezTo>
                <a:cubicBezTo>
                  <a:pt x="605612" y="47993"/>
                  <a:pt x="606908" y="46749"/>
                  <a:pt x="607797" y="45187"/>
                </a:cubicBezTo>
                <a:cubicBezTo>
                  <a:pt x="608698" y="43638"/>
                  <a:pt x="609143" y="41999"/>
                  <a:pt x="609143" y="40260"/>
                </a:cubicBezTo>
                <a:lnTo>
                  <a:pt x="609143" y="36361"/>
                </a:lnTo>
                <a:lnTo>
                  <a:pt x="602894" y="36361"/>
                </a:lnTo>
                <a:cubicBezTo>
                  <a:pt x="599199" y="36361"/>
                  <a:pt x="596227" y="36919"/>
                  <a:pt x="593979" y="38050"/>
                </a:cubicBezTo>
                <a:cubicBezTo>
                  <a:pt x="591731" y="39180"/>
                  <a:pt x="590614" y="41199"/>
                  <a:pt x="590614" y="44133"/>
                </a:cubicBezTo>
                <a:close/>
                <a:moveTo>
                  <a:pt x="625285" y="15037"/>
                </a:moveTo>
                <a:lnTo>
                  <a:pt x="631685" y="15037"/>
                </a:lnTo>
                <a:lnTo>
                  <a:pt x="631685" y="23406"/>
                </a:lnTo>
                <a:lnTo>
                  <a:pt x="631838" y="23406"/>
                </a:lnTo>
                <a:cubicBezTo>
                  <a:pt x="632828" y="20803"/>
                  <a:pt x="634340" y="18631"/>
                  <a:pt x="636372" y="16879"/>
                </a:cubicBezTo>
                <a:cubicBezTo>
                  <a:pt x="638404" y="15126"/>
                  <a:pt x="641248" y="14250"/>
                  <a:pt x="644893" y="14250"/>
                </a:cubicBezTo>
                <a:cubicBezTo>
                  <a:pt x="647675" y="14250"/>
                  <a:pt x="649999" y="14834"/>
                  <a:pt x="651866" y="16002"/>
                </a:cubicBezTo>
                <a:cubicBezTo>
                  <a:pt x="653745" y="17171"/>
                  <a:pt x="655142" y="18821"/>
                  <a:pt x="656082" y="20955"/>
                </a:cubicBezTo>
                <a:cubicBezTo>
                  <a:pt x="657009" y="23089"/>
                  <a:pt x="657466" y="25578"/>
                  <a:pt x="657466" y="28435"/>
                </a:cubicBezTo>
                <a:lnTo>
                  <a:pt x="657466" y="55258"/>
                </a:lnTo>
                <a:lnTo>
                  <a:pt x="650735" y="55258"/>
                </a:lnTo>
                <a:lnTo>
                  <a:pt x="650735" y="29731"/>
                </a:lnTo>
                <a:cubicBezTo>
                  <a:pt x="650735" y="26632"/>
                  <a:pt x="650088" y="24270"/>
                  <a:pt x="648805" y="22644"/>
                </a:cubicBezTo>
                <a:cubicBezTo>
                  <a:pt x="647510" y="21019"/>
                  <a:pt x="645389" y="20206"/>
                  <a:pt x="642442" y="20206"/>
                </a:cubicBezTo>
                <a:cubicBezTo>
                  <a:pt x="640334" y="20206"/>
                  <a:pt x="638493" y="20663"/>
                  <a:pt x="636918" y="21590"/>
                </a:cubicBezTo>
                <a:cubicBezTo>
                  <a:pt x="635343" y="22505"/>
                  <a:pt x="634124" y="23838"/>
                  <a:pt x="633273" y="25603"/>
                </a:cubicBezTo>
                <a:cubicBezTo>
                  <a:pt x="632409" y="27369"/>
                  <a:pt x="631990" y="29477"/>
                  <a:pt x="631990" y="31928"/>
                </a:cubicBezTo>
                <a:lnTo>
                  <a:pt x="631990" y="55258"/>
                </a:lnTo>
                <a:lnTo>
                  <a:pt x="625285" y="55258"/>
                </a:lnTo>
                <a:lnTo>
                  <a:pt x="625285" y="15037"/>
                </a:lnTo>
                <a:close/>
                <a:moveTo>
                  <a:pt x="683209" y="56007"/>
                </a:moveTo>
                <a:cubicBezTo>
                  <a:pt x="679691" y="56007"/>
                  <a:pt x="676593" y="55118"/>
                  <a:pt x="673926" y="53366"/>
                </a:cubicBezTo>
                <a:cubicBezTo>
                  <a:pt x="671259" y="51601"/>
                  <a:pt x="669201" y="49137"/>
                  <a:pt x="667741" y="45987"/>
                </a:cubicBezTo>
                <a:cubicBezTo>
                  <a:pt x="666267" y="42838"/>
                  <a:pt x="665543" y="39218"/>
                  <a:pt x="665543" y="35128"/>
                </a:cubicBezTo>
                <a:cubicBezTo>
                  <a:pt x="665543" y="31039"/>
                  <a:pt x="666255" y="27419"/>
                  <a:pt x="667677" y="24270"/>
                </a:cubicBezTo>
                <a:cubicBezTo>
                  <a:pt x="669112" y="21108"/>
                  <a:pt x="671144" y="18656"/>
                  <a:pt x="673786" y="16891"/>
                </a:cubicBezTo>
                <a:cubicBezTo>
                  <a:pt x="676427" y="15139"/>
                  <a:pt x="679488" y="14250"/>
                  <a:pt x="682993" y="14250"/>
                </a:cubicBezTo>
                <a:cubicBezTo>
                  <a:pt x="685571" y="14250"/>
                  <a:pt x="687857" y="14656"/>
                  <a:pt x="689839" y="15443"/>
                </a:cubicBezTo>
                <a:cubicBezTo>
                  <a:pt x="691820" y="16243"/>
                  <a:pt x="693471" y="17297"/>
                  <a:pt x="694792" y="18631"/>
                </a:cubicBezTo>
                <a:cubicBezTo>
                  <a:pt x="696100" y="19952"/>
                  <a:pt x="697116" y="21451"/>
                  <a:pt x="697840" y="23114"/>
                </a:cubicBezTo>
                <a:lnTo>
                  <a:pt x="697979" y="23114"/>
                </a:lnTo>
                <a:lnTo>
                  <a:pt x="697979" y="0"/>
                </a:lnTo>
                <a:lnTo>
                  <a:pt x="704685" y="0"/>
                </a:lnTo>
                <a:lnTo>
                  <a:pt x="704685" y="55258"/>
                </a:lnTo>
                <a:lnTo>
                  <a:pt x="698284" y="55258"/>
                </a:lnTo>
                <a:lnTo>
                  <a:pt x="698284" y="46736"/>
                </a:lnTo>
                <a:lnTo>
                  <a:pt x="698208" y="46736"/>
                </a:lnTo>
                <a:cubicBezTo>
                  <a:pt x="697090" y="49492"/>
                  <a:pt x="695363" y="51727"/>
                  <a:pt x="693014" y="53429"/>
                </a:cubicBezTo>
                <a:cubicBezTo>
                  <a:pt x="690677" y="55144"/>
                  <a:pt x="687400" y="56007"/>
                  <a:pt x="683209" y="56007"/>
                </a:cubicBezTo>
                <a:close/>
                <a:moveTo>
                  <a:pt x="672541" y="35128"/>
                </a:moveTo>
                <a:cubicBezTo>
                  <a:pt x="672541" y="38380"/>
                  <a:pt x="673087" y="41148"/>
                  <a:pt x="674192" y="43421"/>
                </a:cubicBezTo>
                <a:cubicBezTo>
                  <a:pt x="675297" y="45707"/>
                  <a:pt x="676808" y="47422"/>
                  <a:pt x="678726" y="48578"/>
                </a:cubicBezTo>
                <a:cubicBezTo>
                  <a:pt x="680657" y="49733"/>
                  <a:pt x="682828" y="50305"/>
                  <a:pt x="685267" y="50305"/>
                </a:cubicBezTo>
                <a:cubicBezTo>
                  <a:pt x="687692" y="50305"/>
                  <a:pt x="689864" y="49733"/>
                  <a:pt x="691794" y="48578"/>
                </a:cubicBezTo>
                <a:cubicBezTo>
                  <a:pt x="693712" y="47422"/>
                  <a:pt x="695223" y="45707"/>
                  <a:pt x="696328" y="43447"/>
                </a:cubicBezTo>
                <a:cubicBezTo>
                  <a:pt x="697433" y="41173"/>
                  <a:pt x="697979" y="38405"/>
                  <a:pt x="697979" y="35128"/>
                </a:cubicBezTo>
                <a:cubicBezTo>
                  <a:pt x="697979" y="31877"/>
                  <a:pt x="697433" y="29121"/>
                  <a:pt x="696328" y="26848"/>
                </a:cubicBezTo>
                <a:cubicBezTo>
                  <a:pt x="695223" y="24574"/>
                  <a:pt x="693712" y="22873"/>
                  <a:pt x="691794" y="21717"/>
                </a:cubicBezTo>
                <a:cubicBezTo>
                  <a:pt x="689864" y="20562"/>
                  <a:pt x="687692" y="19990"/>
                  <a:pt x="685267" y="19990"/>
                </a:cubicBezTo>
                <a:cubicBezTo>
                  <a:pt x="682828" y="19990"/>
                  <a:pt x="680657" y="20562"/>
                  <a:pt x="678726" y="21717"/>
                </a:cubicBezTo>
                <a:cubicBezTo>
                  <a:pt x="676808" y="22873"/>
                  <a:pt x="675297" y="24574"/>
                  <a:pt x="674192" y="26848"/>
                </a:cubicBezTo>
                <a:cubicBezTo>
                  <a:pt x="673087" y="29121"/>
                  <a:pt x="672541" y="31877"/>
                  <a:pt x="672541" y="35128"/>
                </a:cubicBezTo>
                <a:close/>
                <a:moveTo>
                  <a:pt x="734568" y="2832"/>
                </a:moveTo>
                <a:lnTo>
                  <a:pt x="754367" y="2832"/>
                </a:lnTo>
                <a:cubicBezTo>
                  <a:pt x="758406" y="2832"/>
                  <a:pt x="761810" y="3493"/>
                  <a:pt x="764515" y="4801"/>
                </a:cubicBezTo>
                <a:cubicBezTo>
                  <a:pt x="767309" y="6121"/>
                  <a:pt x="769341" y="7963"/>
                  <a:pt x="770738" y="10351"/>
                </a:cubicBezTo>
                <a:cubicBezTo>
                  <a:pt x="772135" y="12726"/>
                  <a:pt x="772770" y="15532"/>
                  <a:pt x="772770" y="18759"/>
                </a:cubicBezTo>
                <a:cubicBezTo>
                  <a:pt x="772770" y="21908"/>
                  <a:pt x="772135" y="24727"/>
                  <a:pt x="770738" y="27204"/>
                </a:cubicBezTo>
                <a:cubicBezTo>
                  <a:pt x="769468" y="29680"/>
                  <a:pt x="767436" y="31636"/>
                  <a:pt x="764642" y="33058"/>
                </a:cubicBezTo>
                <a:cubicBezTo>
                  <a:pt x="761962" y="34493"/>
                  <a:pt x="758673" y="35205"/>
                  <a:pt x="754774" y="35205"/>
                </a:cubicBezTo>
                <a:lnTo>
                  <a:pt x="741642" y="35205"/>
                </a:lnTo>
                <a:lnTo>
                  <a:pt x="741642" y="55258"/>
                </a:lnTo>
                <a:lnTo>
                  <a:pt x="734568" y="55258"/>
                </a:lnTo>
                <a:lnTo>
                  <a:pt x="734568" y="2832"/>
                </a:lnTo>
                <a:close/>
                <a:moveTo>
                  <a:pt x="753770" y="28804"/>
                </a:moveTo>
                <a:cubicBezTo>
                  <a:pt x="757784" y="28804"/>
                  <a:pt x="760793" y="27953"/>
                  <a:pt x="762775" y="26251"/>
                </a:cubicBezTo>
                <a:cubicBezTo>
                  <a:pt x="764769" y="24550"/>
                  <a:pt x="765785" y="22085"/>
                  <a:pt x="765785" y="18835"/>
                </a:cubicBezTo>
                <a:cubicBezTo>
                  <a:pt x="765785" y="15710"/>
                  <a:pt x="764769" y="13336"/>
                  <a:pt x="762648" y="11723"/>
                </a:cubicBezTo>
                <a:cubicBezTo>
                  <a:pt x="760578" y="10109"/>
                  <a:pt x="757517" y="9310"/>
                  <a:pt x="753466" y="9310"/>
                </a:cubicBezTo>
                <a:lnTo>
                  <a:pt x="741642" y="9310"/>
                </a:lnTo>
                <a:lnTo>
                  <a:pt x="741642" y="28804"/>
                </a:lnTo>
                <a:lnTo>
                  <a:pt x="753770" y="28804"/>
                </a:lnTo>
                <a:close/>
                <a:moveTo>
                  <a:pt x="789534" y="56007"/>
                </a:moveTo>
                <a:cubicBezTo>
                  <a:pt x="787121" y="56007"/>
                  <a:pt x="784962" y="55538"/>
                  <a:pt x="783184" y="54623"/>
                </a:cubicBezTo>
                <a:cubicBezTo>
                  <a:pt x="781279" y="53708"/>
                  <a:pt x="779882" y="52363"/>
                  <a:pt x="778739" y="50610"/>
                </a:cubicBezTo>
                <a:cubicBezTo>
                  <a:pt x="777723" y="48844"/>
                  <a:pt x="777215" y="46736"/>
                  <a:pt x="777215" y="44285"/>
                </a:cubicBezTo>
                <a:cubicBezTo>
                  <a:pt x="777215" y="41275"/>
                  <a:pt x="777977" y="38812"/>
                  <a:pt x="779628" y="36881"/>
                </a:cubicBezTo>
                <a:cubicBezTo>
                  <a:pt x="781152" y="34938"/>
                  <a:pt x="783311" y="33528"/>
                  <a:pt x="786105" y="32652"/>
                </a:cubicBezTo>
                <a:cubicBezTo>
                  <a:pt x="788772" y="31776"/>
                  <a:pt x="791947" y="31331"/>
                  <a:pt x="795503" y="31331"/>
                </a:cubicBezTo>
                <a:lnTo>
                  <a:pt x="802742" y="31331"/>
                </a:lnTo>
                <a:lnTo>
                  <a:pt x="802742" y="28575"/>
                </a:lnTo>
                <a:cubicBezTo>
                  <a:pt x="802742" y="25756"/>
                  <a:pt x="801980" y="23597"/>
                  <a:pt x="800710" y="22123"/>
                </a:cubicBezTo>
                <a:cubicBezTo>
                  <a:pt x="799313" y="20651"/>
                  <a:pt x="797281" y="19914"/>
                  <a:pt x="794487" y="19914"/>
                </a:cubicBezTo>
                <a:cubicBezTo>
                  <a:pt x="792074" y="19914"/>
                  <a:pt x="789915" y="20409"/>
                  <a:pt x="788010" y="21413"/>
                </a:cubicBezTo>
                <a:cubicBezTo>
                  <a:pt x="786232" y="22416"/>
                  <a:pt x="784581" y="23876"/>
                  <a:pt x="783184" y="25794"/>
                </a:cubicBezTo>
                <a:lnTo>
                  <a:pt x="778866" y="21476"/>
                </a:lnTo>
                <a:cubicBezTo>
                  <a:pt x="782803" y="16663"/>
                  <a:pt x="788264" y="14250"/>
                  <a:pt x="794995" y="14250"/>
                </a:cubicBezTo>
                <a:cubicBezTo>
                  <a:pt x="798043" y="14250"/>
                  <a:pt x="800710" y="14846"/>
                  <a:pt x="802869" y="16040"/>
                </a:cubicBezTo>
                <a:cubicBezTo>
                  <a:pt x="805028" y="17234"/>
                  <a:pt x="806679" y="18898"/>
                  <a:pt x="807695" y="21044"/>
                </a:cubicBezTo>
                <a:cubicBezTo>
                  <a:pt x="808838" y="23191"/>
                  <a:pt x="809346" y="25705"/>
                  <a:pt x="809346" y="28575"/>
                </a:cubicBezTo>
                <a:lnTo>
                  <a:pt x="809346" y="55258"/>
                </a:lnTo>
                <a:lnTo>
                  <a:pt x="802996" y="55258"/>
                </a:lnTo>
                <a:lnTo>
                  <a:pt x="802996" y="47778"/>
                </a:lnTo>
                <a:lnTo>
                  <a:pt x="802869" y="47778"/>
                </a:lnTo>
                <a:cubicBezTo>
                  <a:pt x="801472" y="50635"/>
                  <a:pt x="799821" y="52718"/>
                  <a:pt x="797662" y="54026"/>
                </a:cubicBezTo>
                <a:cubicBezTo>
                  <a:pt x="795503" y="55347"/>
                  <a:pt x="792836" y="56007"/>
                  <a:pt x="789534" y="56007"/>
                </a:cubicBezTo>
                <a:close/>
                <a:moveTo>
                  <a:pt x="784200" y="44133"/>
                </a:moveTo>
                <a:cubicBezTo>
                  <a:pt x="784200" y="45403"/>
                  <a:pt x="784454" y="46495"/>
                  <a:pt x="784962" y="47447"/>
                </a:cubicBezTo>
                <a:cubicBezTo>
                  <a:pt x="785597" y="48387"/>
                  <a:pt x="786359" y="49111"/>
                  <a:pt x="787502" y="49619"/>
                </a:cubicBezTo>
                <a:cubicBezTo>
                  <a:pt x="788518" y="50127"/>
                  <a:pt x="789915" y="50381"/>
                  <a:pt x="791312" y="50381"/>
                </a:cubicBezTo>
                <a:cubicBezTo>
                  <a:pt x="793725" y="50381"/>
                  <a:pt x="795757" y="49911"/>
                  <a:pt x="797408" y="48946"/>
                </a:cubicBezTo>
                <a:cubicBezTo>
                  <a:pt x="799186" y="47993"/>
                  <a:pt x="800456" y="46749"/>
                  <a:pt x="801345" y="45187"/>
                </a:cubicBezTo>
                <a:cubicBezTo>
                  <a:pt x="802234" y="43638"/>
                  <a:pt x="802742" y="41999"/>
                  <a:pt x="802742" y="40260"/>
                </a:cubicBezTo>
                <a:lnTo>
                  <a:pt x="802742" y="36361"/>
                </a:lnTo>
                <a:lnTo>
                  <a:pt x="796392" y="36361"/>
                </a:lnTo>
                <a:cubicBezTo>
                  <a:pt x="792709" y="36361"/>
                  <a:pt x="789788" y="36919"/>
                  <a:pt x="787502" y="38050"/>
                </a:cubicBezTo>
                <a:cubicBezTo>
                  <a:pt x="785343" y="39180"/>
                  <a:pt x="784200" y="41199"/>
                  <a:pt x="784200" y="44133"/>
                </a:cubicBezTo>
                <a:close/>
                <a:moveTo>
                  <a:pt x="818871" y="15037"/>
                </a:moveTo>
                <a:lnTo>
                  <a:pt x="825221" y="15037"/>
                </a:lnTo>
                <a:lnTo>
                  <a:pt x="825221" y="23635"/>
                </a:lnTo>
                <a:lnTo>
                  <a:pt x="825348" y="23635"/>
                </a:lnTo>
                <a:cubicBezTo>
                  <a:pt x="826110" y="20333"/>
                  <a:pt x="827253" y="17945"/>
                  <a:pt x="828904" y="16472"/>
                </a:cubicBezTo>
                <a:cubicBezTo>
                  <a:pt x="830428" y="14999"/>
                  <a:pt x="832460" y="14250"/>
                  <a:pt x="834873" y="14250"/>
                </a:cubicBezTo>
                <a:cubicBezTo>
                  <a:pt x="835508" y="14250"/>
                  <a:pt x="836016" y="14288"/>
                  <a:pt x="836651" y="14364"/>
                </a:cubicBezTo>
                <a:cubicBezTo>
                  <a:pt x="837159" y="14440"/>
                  <a:pt x="837667" y="14529"/>
                  <a:pt x="838048" y="14631"/>
                </a:cubicBezTo>
                <a:lnTo>
                  <a:pt x="838048" y="21210"/>
                </a:lnTo>
                <a:cubicBezTo>
                  <a:pt x="837667" y="21095"/>
                  <a:pt x="837159" y="20993"/>
                  <a:pt x="836524" y="20917"/>
                </a:cubicBezTo>
                <a:cubicBezTo>
                  <a:pt x="835889" y="20841"/>
                  <a:pt x="835254" y="20803"/>
                  <a:pt x="834746" y="20803"/>
                </a:cubicBezTo>
                <a:cubicBezTo>
                  <a:pt x="831444" y="20803"/>
                  <a:pt x="829031" y="21946"/>
                  <a:pt x="827634" y="24244"/>
                </a:cubicBezTo>
                <a:cubicBezTo>
                  <a:pt x="826237" y="26543"/>
                  <a:pt x="825475" y="29896"/>
                  <a:pt x="825475" y="34316"/>
                </a:cubicBezTo>
                <a:lnTo>
                  <a:pt x="825475" y="55258"/>
                </a:lnTo>
                <a:lnTo>
                  <a:pt x="818871" y="55258"/>
                </a:lnTo>
                <a:lnTo>
                  <a:pt x="818871" y="15037"/>
                </a:lnTo>
                <a:close/>
                <a:moveTo>
                  <a:pt x="855701" y="55855"/>
                </a:moveTo>
                <a:cubicBezTo>
                  <a:pt x="853288" y="55855"/>
                  <a:pt x="851383" y="55525"/>
                  <a:pt x="849859" y="54890"/>
                </a:cubicBezTo>
                <a:cubicBezTo>
                  <a:pt x="848462" y="54242"/>
                  <a:pt x="847319" y="53239"/>
                  <a:pt x="846557" y="51867"/>
                </a:cubicBezTo>
                <a:cubicBezTo>
                  <a:pt x="845922" y="50509"/>
                  <a:pt x="845541" y="48743"/>
                  <a:pt x="845541" y="46584"/>
                </a:cubicBezTo>
                <a:lnTo>
                  <a:pt x="845541" y="20651"/>
                </a:lnTo>
                <a:lnTo>
                  <a:pt x="839572" y="20651"/>
                </a:lnTo>
                <a:lnTo>
                  <a:pt x="839572" y="17158"/>
                </a:lnTo>
                <a:lnTo>
                  <a:pt x="851383" y="5283"/>
                </a:lnTo>
                <a:lnTo>
                  <a:pt x="852272" y="5283"/>
                </a:lnTo>
                <a:lnTo>
                  <a:pt x="852272" y="15037"/>
                </a:lnTo>
                <a:lnTo>
                  <a:pt x="861289" y="15037"/>
                </a:lnTo>
                <a:lnTo>
                  <a:pt x="861289" y="20651"/>
                </a:lnTo>
                <a:lnTo>
                  <a:pt x="852272" y="20651"/>
                </a:lnTo>
                <a:lnTo>
                  <a:pt x="852272" y="45212"/>
                </a:lnTo>
                <a:cubicBezTo>
                  <a:pt x="852272" y="46406"/>
                  <a:pt x="852399" y="47320"/>
                  <a:pt x="852653" y="47981"/>
                </a:cubicBezTo>
                <a:cubicBezTo>
                  <a:pt x="852907" y="48641"/>
                  <a:pt x="853415" y="49111"/>
                  <a:pt x="854050" y="49378"/>
                </a:cubicBezTo>
                <a:cubicBezTo>
                  <a:pt x="854685" y="49657"/>
                  <a:pt x="855574" y="49785"/>
                  <a:pt x="856590" y="49785"/>
                </a:cubicBezTo>
                <a:cubicBezTo>
                  <a:pt x="858114" y="49785"/>
                  <a:pt x="859638" y="49581"/>
                  <a:pt x="861289" y="49149"/>
                </a:cubicBezTo>
                <a:lnTo>
                  <a:pt x="861289" y="55258"/>
                </a:lnTo>
                <a:cubicBezTo>
                  <a:pt x="860527" y="55435"/>
                  <a:pt x="859638" y="55576"/>
                  <a:pt x="858622" y="55690"/>
                </a:cubicBezTo>
                <a:cubicBezTo>
                  <a:pt x="857606" y="55791"/>
                  <a:pt x="856590" y="55855"/>
                  <a:pt x="855701" y="55855"/>
                </a:cubicBezTo>
                <a:close/>
                <a:moveTo>
                  <a:pt x="869163" y="15037"/>
                </a:moveTo>
                <a:lnTo>
                  <a:pt x="875513" y="15037"/>
                </a:lnTo>
                <a:lnTo>
                  <a:pt x="875513" y="23406"/>
                </a:lnTo>
                <a:lnTo>
                  <a:pt x="875640" y="23406"/>
                </a:lnTo>
                <a:cubicBezTo>
                  <a:pt x="876656" y="20803"/>
                  <a:pt x="878180" y="18631"/>
                  <a:pt x="880212" y="16879"/>
                </a:cubicBezTo>
                <a:cubicBezTo>
                  <a:pt x="882244" y="15126"/>
                  <a:pt x="885038" y="14250"/>
                  <a:pt x="888721" y="14250"/>
                </a:cubicBezTo>
                <a:cubicBezTo>
                  <a:pt x="891515" y="14250"/>
                  <a:pt x="893801" y="14834"/>
                  <a:pt x="895706" y="16002"/>
                </a:cubicBezTo>
                <a:cubicBezTo>
                  <a:pt x="897611" y="17171"/>
                  <a:pt x="899008" y="18821"/>
                  <a:pt x="899897" y="20955"/>
                </a:cubicBezTo>
                <a:cubicBezTo>
                  <a:pt x="900786" y="23089"/>
                  <a:pt x="901294" y="25578"/>
                  <a:pt x="901294" y="28435"/>
                </a:cubicBezTo>
                <a:lnTo>
                  <a:pt x="901294" y="55258"/>
                </a:lnTo>
                <a:lnTo>
                  <a:pt x="894563" y="55258"/>
                </a:lnTo>
                <a:lnTo>
                  <a:pt x="894563" y="29731"/>
                </a:lnTo>
                <a:cubicBezTo>
                  <a:pt x="894563" y="26632"/>
                  <a:pt x="893928" y="24270"/>
                  <a:pt x="892658" y="22644"/>
                </a:cubicBezTo>
                <a:cubicBezTo>
                  <a:pt x="891388" y="21019"/>
                  <a:pt x="889229" y="20206"/>
                  <a:pt x="886308" y="20206"/>
                </a:cubicBezTo>
                <a:cubicBezTo>
                  <a:pt x="884149" y="20206"/>
                  <a:pt x="882371" y="20663"/>
                  <a:pt x="880720" y="21590"/>
                </a:cubicBezTo>
                <a:cubicBezTo>
                  <a:pt x="879196" y="22505"/>
                  <a:pt x="877926" y="23838"/>
                  <a:pt x="877164" y="25603"/>
                </a:cubicBezTo>
                <a:cubicBezTo>
                  <a:pt x="876275" y="27369"/>
                  <a:pt x="875767" y="29477"/>
                  <a:pt x="875767" y="31928"/>
                </a:cubicBezTo>
                <a:lnTo>
                  <a:pt x="875767" y="55258"/>
                </a:lnTo>
                <a:lnTo>
                  <a:pt x="869163" y="55258"/>
                </a:lnTo>
                <a:lnTo>
                  <a:pt x="869163" y="15037"/>
                </a:lnTo>
                <a:close/>
                <a:moveTo>
                  <a:pt x="929615" y="56007"/>
                </a:moveTo>
                <a:cubicBezTo>
                  <a:pt x="925551" y="56007"/>
                  <a:pt x="921995" y="55207"/>
                  <a:pt x="918947" y="53607"/>
                </a:cubicBezTo>
                <a:cubicBezTo>
                  <a:pt x="915899" y="52007"/>
                  <a:pt x="913486" y="49632"/>
                  <a:pt x="911835" y="46495"/>
                </a:cubicBezTo>
                <a:cubicBezTo>
                  <a:pt x="910184" y="43358"/>
                  <a:pt x="909422" y="39574"/>
                  <a:pt x="909422" y="35128"/>
                </a:cubicBezTo>
                <a:cubicBezTo>
                  <a:pt x="909422" y="30633"/>
                  <a:pt x="910311" y="26822"/>
                  <a:pt x="911962" y="23685"/>
                </a:cubicBezTo>
                <a:cubicBezTo>
                  <a:pt x="913740" y="20549"/>
                  <a:pt x="916153" y="18186"/>
                  <a:pt x="919074" y="16612"/>
                </a:cubicBezTo>
                <a:cubicBezTo>
                  <a:pt x="921995" y="15037"/>
                  <a:pt x="925297" y="14250"/>
                  <a:pt x="928853" y="14250"/>
                </a:cubicBezTo>
                <a:cubicBezTo>
                  <a:pt x="932917" y="14250"/>
                  <a:pt x="936346" y="15202"/>
                  <a:pt x="938886" y="17107"/>
                </a:cubicBezTo>
                <a:cubicBezTo>
                  <a:pt x="941553" y="19000"/>
                  <a:pt x="943458" y="21425"/>
                  <a:pt x="944601" y="24371"/>
                </a:cubicBezTo>
                <a:cubicBezTo>
                  <a:pt x="945871" y="27331"/>
                  <a:pt x="946379" y="30429"/>
                  <a:pt x="946379" y="33681"/>
                </a:cubicBezTo>
                <a:cubicBezTo>
                  <a:pt x="946379" y="34798"/>
                  <a:pt x="946379" y="35840"/>
                  <a:pt x="946252" y="36805"/>
                </a:cubicBezTo>
                <a:lnTo>
                  <a:pt x="916407" y="36805"/>
                </a:lnTo>
                <a:cubicBezTo>
                  <a:pt x="916661" y="41199"/>
                  <a:pt x="917931" y="44539"/>
                  <a:pt x="920090" y="46851"/>
                </a:cubicBezTo>
                <a:cubicBezTo>
                  <a:pt x="922376" y="49149"/>
                  <a:pt x="925551" y="50305"/>
                  <a:pt x="929615" y="50305"/>
                </a:cubicBezTo>
                <a:cubicBezTo>
                  <a:pt x="932155" y="50305"/>
                  <a:pt x="934187" y="49936"/>
                  <a:pt x="935965" y="49188"/>
                </a:cubicBezTo>
                <a:cubicBezTo>
                  <a:pt x="937743" y="48451"/>
                  <a:pt x="939394" y="47219"/>
                  <a:pt x="940791" y="45504"/>
                </a:cubicBezTo>
                <a:lnTo>
                  <a:pt x="944982" y="49670"/>
                </a:lnTo>
                <a:cubicBezTo>
                  <a:pt x="943712" y="51168"/>
                  <a:pt x="942315" y="52375"/>
                  <a:pt x="940791" y="53302"/>
                </a:cubicBezTo>
                <a:cubicBezTo>
                  <a:pt x="939267" y="54229"/>
                  <a:pt x="937743" y="54915"/>
                  <a:pt x="935838" y="55347"/>
                </a:cubicBezTo>
                <a:cubicBezTo>
                  <a:pt x="934060" y="55779"/>
                  <a:pt x="932028" y="56007"/>
                  <a:pt x="929615" y="56007"/>
                </a:cubicBezTo>
                <a:close/>
                <a:moveTo>
                  <a:pt x="939648" y="31636"/>
                </a:moveTo>
                <a:cubicBezTo>
                  <a:pt x="939267" y="27763"/>
                  <a:pt x="938124" y="24854"/>
                  <a:pt x="936219" y="22911"/>
                </a:cubicBezTo>
                <a:cubicBezTo>
                  <a:pt x="934314" y="20955"/>
                  <a:pt x="931774" y="19990"/>
                  <a:pt x="928599" y="19990"/>
                </a:cubicBezTo>
                <a:cubicBezTo>
                  <a:pt x="926440" y="19990"/>
                  <a:pt x="924662" y="20422"/>
                  <a:pt x="922884" y="21286"/>
                </a:cubicBezTo>
                <a:cubicBezTo>
                  <a:pt x="921233" y="22149"/>
                  <a:pt x="919836" y="23457"/>
                  <a:pt x="918820" y="25197"/>
                </a:cubicBezTo>
                <a:cubicBezTo>
                  <a:pt x="917677" y="26924"/>
                  <a:pt x="916915" y="29070"/>
                  <a:pt x="916661" y="31636"/>
                </a:cubicBezTo>
                <a:lnTo>
                  <a:pt x="939648" y="31636"/>
                </a:lnTo>
                <a:close/>
                <a:moveTo>
                  <a:pt x="954507" y="15037"/>
                </a:moveTo>
                <a:lnTo>
                  <a:pt x="960857" y="15037"/>
                </a:lnTo>
                <a:lnTo>
                  <a:pt x="960857" y="23635"/>
                </a:lnTo>
                <a:lnTo>
                  <a:pt x="960984" y="23635"/>
                </a:lnTo>
                <a:cubicBezTo>
                  <a:pt x="961746" y="20333"/>
                  <a:pt x="962889" y="17945"/>
                  <a:pt x="964540" y="16472"/>
                </a:cubicBezTo>
                <a:cubicBezTo>
                  <a:pt x="966064" y="14999"/>
                  <a:pt x="968096" y="14250"/>
                  <a:pt x="970509" y="14250"/>
                </a:cubicBezTo>
                <a:cubicBezTo>
                  <a:pt x="971144" y="14250"/>
                  <a:pt x="971652" y="14288"/>
                  <a:pt x="972287" y="14364"/>
                </a:cubicBezTo>
                <a:cubicBezTo>
                  <a:pt x="972795" y="14440"/>
                  <a:pt x="973303" y="14529"/>
                  <a:pt x="973684" y="14631"/>
                </a:cubicBezTo>
                <a:lnTo>
                  <a:pt x="973684" y="21210"/>
                </a:lnTo>
                <a:cubicBezTo>
                  <a:pt x="973303" y="21095"/>
                  <a:pt x="972795" y="20993"/>
                  <a:pt x="972160" y="20917"/>
                </a:cubicBezTo>
                <a:cubicBezTo>
                  <a:pt x="971525" y="20841"/>
                  <a:pt x="970890" y="20803"/>
                  <a:pt x="970382" y="20803"/>
                </a:cubicBezTo>
                <a:cubicBezTo>
                  <a:pt x="967080" y="20803"/>
                  <a:pt x="964667" y="21946"/>
                  <a:pt x="963270" y="24244"/>
                </a:cubicBezTo>
                <a:cubicBezTo>
                  <a:pt x="961873" y="26543"/>
                  <a:pt x="961111" y="29896"/>
                  <a:pt x="961111" y="34316"/>
                </a:cubicBezTo>
                <a:lnTo>
                  <a:pt x="961111" y="55258"/>
                </a:lnTo>
                <a:lnTo>
                  <a:pt x="954507" y="55258"/>
                </a:lnTo>
                <a:lnTo>
                  <a:pt x="954507" y="15037"/>
                </a:lnTo>
                <a:close/>
                <a:moveTo>
                  <a:pt x="992988" y="56007"/>
                </a:moveTo>
                <a:cubicBezTo>
                  <a:pt x="986130" y="56007"/>
                  <a:pt x="980669" y="53899"/>
                  <a:pt x="976859" y="49670"/>
                </a:cubicBezTo>
                <a:lnTo>
                  <a:pt x="981177" y="45403"/>
                </a:lnTo>
                <a:cubicBezTo>
                  <a:pt x="982955" y="47257"/>
                  <a:pt x="984733" y="48565"/>
                  <a:pt x="986638" y="49327"/>
                </a:cubicBezTo>
                <a:cubicBezTo>
                  <a:pt x="988416" y="50076"/>
                  <a:pt x="990575" y="50457"/>
                  <a:pt x="992988" y="50457"/>
                </a:cubicBezTo>
                <a:cubicBezTo>
                  <a:pt x="995401" y="50457"/>
                  <a:pt x="997433" y="50000"/>
                  <a:pt x="999084" y="49099"/>
                </a:cubicBezTo>
                <a:cubicBezTo>
                  <a:pt x="1000735" y="48197"/>
                  <a:pt x="1001624" y="46711"/>
                  <a:pt x="1001624" y="44653"/>
                </a:cubicBezTo>
                <a:cubicBezTo>
                  <a:pt x="1001624" y="43193"/>
                  <a:pt x="1001243" y="41999"/>
                  <a:pt x="1000354" y="41097"/>
                </a:cubicBezTo>
                <a:cubicBezTo>
                  <a:pt x="999592" y="40196"/>
                  <a:pt x="998449" y="39484"/>
                  <a:pt x="997179" y="38964"/>
                </a:cubicBezTo>
                <a:cubicBezTo>
                  <a:pt x="995909" y="38443"/>
                  <a:pt x="993877" y="37833"/>
                  <a:pt x="991464" y="37135"/>
                </a:cubicBezTo>
                <a:cubicBezTo>
                  <a:pt x="988924" y="36424"/>
                  <a:pt x="986765" y="35649"/>
                  <a:pt x="984987" y="34837"/>
                </a:cubicBezTo>
                <a:cubicBezTo>
                  <a:pt x="983209" y="34011"/>
                  <a:pt x="981685" y="32842"/>
                  <a:pt x="980542" y="31318"/>
                </a:cubicBezTo>
                <a:cubicBezTo>
                  <a:pt x="979272" y="29794"/>
                  <a:pt x="978764" y="27839"/>
                  <a:pt x="978764" y="25451"/>
                </a:cubicBezTo>
                <a:cubicBezTo>
                  <a:pt x="978764" y="23076"/>
                  <a:pt x="979272" y="21044"/>
                  <a:pt x="980415" y="19355"/>
                </a:cubicBezTo>
                <a:cubicBezTo>
                  <a:pt x="981685" y="17666"/>
                  <a:pt x="983336" y="16396"/>
                  <a:pt x="985495" y="15532"/>
                </a:cubicBezTo>
                <a:cubicBezTo>
                  <a:pt x="987527" y="14681"/>
                  <a:pt x="990067" y="14250"/>
                  <a:pt x="992861" y="14250"/>
                </a:cubicBezTo>
                <a:cubicBezTo>
                  <a:pt x="995655" y="14250"/>
                  <a:pt x="998195" y="14707"/>
                  <a:pt x="1000735" y="15608"/>
                </a:cubicBezTo>
                <a:cubicBezTo>
                  <a:pt x="1003275" y="16523"/>
                  <a:pt x="1005307" y="17844"/>
                  <a:pt x="1006958" y="19571"/>
                </a:cubicBezTo>
                <a:lnTo>
                  <a:pt x="1002767" y="23851"/>
                </a:lnTo>
                <a:cubicBezTo>
                  <a:pt x="1000100" y="21222"/>
                  <a:pt x="996798" y="19914"/>
                  <a:pt x="992861" y="19914"/>
                </a:cubicBezTo>
                <a:cubicBezTo>
                  <a:pt x="990448" y="19914"/>
                  <a:pt x="988670" y="20346"/>
                  <a:pt x="987273" y="21210"/>
                </a:cubicBezTo>
                <a:cubicBezTo>
                  <a:pt x="985876" y="22085"/>
                  <a:pt x="985241" y="23394"/>
                  <a:pt x="985241" y="25159"/>
                </a:cubicBezTo>
                <a:cubicBezTo>
                  <a:pt x="985241" y="26327"/>
                  <a:pt x="985622" y="27293"/>
                  <a:pt x="986384" y="28055"/>
                </a:cubicBezTo>
                <a:cubicBezTo>
                  <a:pt x="987273" y="28829"/>
                  <a:pt x="988289" y="29464"/>
                  <a:pt x="989686" y="29973"/>
                </a:cubicBezTo>
                <a:cubicBezTo>
                  <a:pt x="990956" y="30480"/>
                  <a:pt x="992861" y="31090"/>
                  <a:pt x="995401" y="31776"/>
                </a:cubicBezTo>
                <a:cubicBezTo>
                  <a:pt x="997941" y="32500"/>
                  <a:pt x="1000100" y="33262"/>
                  <a:pt x="1001878" y="34049"/>
                </a:cubicBezTo>
                <a:cubicBezTo>
                  <a:pt x="1003529" y="34849"/>
                  <a:pt x="1005053" y="36055"/>
                  <a:pt x="1006323" y="37681"/>
                </a:cubicBezTo>
                <a:cubicBezTo>
                  <a:pt x="1007466" y="39307"/>
                  <a:pt x="1008101" y="41453"/>
                  <a:pt x="1008101" y="44133"/>
                </a:cubicBezTo>
                <a:cubicBezTo>
                  <a:pt x="1008101" y="46610"/>
                  <a:pt x="1007466" y="48743"/>
                  <a:pt x="1006196" y="50533"/>
                </a:cubicBezTo>
                <a:cubicBezTo>
                  <a:pt x="1004926" y="52312"/>
                  <a:pt x="1003148" y="53670"/>
                  <a:pt x="1000862" y="54611"/>
                </a:cubicBezTo>
                <a:cubicBezTo>
                  <a:pt x="998576" y="55538"/>
                  <a:pt x="995909" y="56007"/>
                  <a:pt x="992988" y="56007"/>
                </a:cubicBezTo>
                <a:close/>
                <a:moveTo>
                  <a:pt x="1057250" y="56007"/>
                </a:moveTo>
                <a:cubicBezTo>
                  <a:pt x="1052170" y="56007"/>
                  <a:pt x="1047725" y="54902"/>
                  <a:pt x="1043915" y="52693"/>
                </a:cubicBezTo>
                <a:cubicBezTo>
                  <a:pt x="1039978" y="50483"/>
                  <a:pt x="1037057" y="47334"/>
                  <a:pt x="1034898" y="43256"/>
                </a:cubicBezTo>
                <a:cubicBezTo>
                  <a:pt x="1032739" y="39180"/>
                  <a:pt x="1031596" y="34430"/>
                  <a:pt x="1031596" y="29032"/>
                </a:cubicBezTo>
                <a:cubicBezTo>
                  <a:pt x="1031596" y="23623"/>
                  <a:pt x="1032739" y="18885"/>
                  <a:pt x="1034898" y="14808"/>
                </a:cubicBezTo>
                <a:cubicBezTo>
                  <a:pt x="1037057" y="10744"/>
                  <a:pt x="1039978" y="7595"/>
                  <a:pt x="1043915" y="5385"/>
                </a:cubicBezTo>
                <a:cubicBezTo>
                  <a:pt x="1047725" y="3163"/>
                  <a:pt x="1052170" y="2045"/>
                  <a:pt x="1057250" y="2045"/>
                </a:cubicBezTo>
                <a:cubicBezTo>
                  <a:pt x="1062203" y="2045"/>
                  <a:pt x="1066648" y="3163"/>
                  <a:pt x="1070458" y="5385"/>
                </a:cubicBezTo>
                <a:cubicBezTo>
                  <a:pt x="1074395" y="7595"/>
                  <a:pt x="1077443" y="10744"/>
                  <a:pt x="1079602" y="14808"/>
                </a:cubicBezTo>
                <a:cubicBezTo>
                  <a:pt x="1081761" y="18885"/>
                  <a:pt x="1082777" y="23623"/>
                  <a:pt x="1082777" y="29032"/>
                </a:cubicBezTo>
                <a:cubicBezTo>
                  <a:pt x="1082777" y="34430"/>
                  <a:pt x="1081761" y="39180"/>
                  <a:pt x="1079602" y="43256"/>
                </a:cubicBezTo>
                <a:cubicBezTo>
                  <a:pt x="1077443" y="47334"/>
                  <a:pt x="1074395" y="50483"/>
                  <a:pt x="1070458" y="52693"/>
                </a:cubicBezTo>
                <a:cubicBezTo>
                  <a:pt x="1066648" y="54902"/>
                  <a:pt x="1062203" y="56007"/>
                  <a:pt x="1057250" y="56007"/>
                </a:cubicBezTo>
                <a:close/>
                <a:moveTo>
                  <a:pt x="1038835" y="29032"/>
                </a:moveTo>
                <a:cubicBezTo>
                  <a:pt x="1038835" y="33198"/>
                  <a:pt x="1039597" y="36818"/>
                  <a:pt x="1040994" y="39891"/>
                </a:cubicBezTo>
                <a:cubicBezTo>
                  <a:pt x="1042518" y="42964"/>
                  <a:pt x="1044677" y="45327"/>
                  <a:pt x="1047471" y="46978"/>
                </a:cubicBezTo>
                <a:cubicBezTo>
                  <a:pt x="1050138" y="48629"/>
                  <a:pt x="1053440" y="49454"/>
                  <a:pt x="1057250" y="49454"/>
                </a:cubicBezTo>
                <a:cubicBezTo>
                  <a:pt x="1060933" y="49454"/>
                  <a:pt x="1064235" y="48629"/>
                  <a:pt x="1066902" y="46978"/>
                </a:cubicBezTo>
                <a:cubicBezTo>
                  <a:pt x="1069696" y="45327"/>
                  <a:pt x="1071855" y="42964"/>
                  <a:pt x="1073379" y="39891"/>
                </a:cubicBezTo>
                <a:cubicBezTo>
                  <a:pt x="1074776" y="36818"/>
                  <a:pt x="1075538" y="33198"/>
                  <a:pt x="1075538" y="29032"/>
                </a:cubicBezTo>
                <a:cubicBezTo>
                  <a:pt x="1075538" y="24854"/>
                  <a:pt x="1074776" y="21248"/>
                  <a:pt x="1073379" y="18174"/>
                </a:cubicBezTo>
                <a:cubicBezTo>
                  <a:pt x="1071855" y="15113"/>
                  <a:pt x="1069696" y="12764"/>
                  <a:pt x="1066902" y="11112"/>
                </a:cubicBezTo>
                <a:cubicBezTo>
                  <a:pt x="1064235" y="9461"/>
                  <a:pt x="1060933" y="8636"/>
                  <a:pt x="1057250" y="8636"/>
                </a:cubicBezTo>
                <a:cubicBezTo>
                  <a:pt x="1053440" y="8636"/>
                  <a:pt x="1050138" y="9461"/>
                  <a:pt x="1047471" y="11112"/>
                </a:cubicBezTo>
                <a:cubicBezTo>
                  <a:pt x="1044677" y="12764"/>
                  <a:pt x="1042518" y="15113"/>
                  <a:pt x="1040994" y="18174"/>
                </a:cubicBezTo>
                <a:cubicBezTo>
                  <a:pt x="1039597" y="21248"/>
                  <a:pt x="1038835" y="24854"/>
                  <a:pt x="1038835" y="29032"/>
                </a:cubicBezTo>
                <a:close/>
                <a:moveTo>
                  <a:pt x="1091667" y="15037"/>
                </a:moveTo>
                <a:lnTo>
                  <a:pt x="1098017" y="15037"/>
                </a:lnTo>
                <a:lnTo>
                  <a:pt x="1098017" y="23406"/>
                </a:lnTo>
                <a:lnTo>
                  <a:pt x="1098144" y="23406"/>
                </a:lnTo>
                <a:cubicBezTo>
                  <a:pt x="1099160" y="20803"/>
                  <a:pt x="1100684" y="18631"/>
                  <a:pt x="1102716" y="16879"/>
                </a:cubicBezTo>
                <a:cubicBezTo>
                  <a:pt x="1104748" y="15126"/>
                  <a:pt x="1107542" y="14250"/>
                  <a:pt x="1111225" y="14250"/>
                </a:cubicBezTo>
                <a:cubicBezTo>
                  <a:pt x="1114019" y="14250"/>
                  <a:pt x="1116305" y="14834"/>
                  <a:pt x="1118210" y="16002"/>
                </a:cubicBezTo>
                <a:cubicBezTo>
                  <a:pt x="1120115" y="17171"/>
                  <a:pt x="1121512" y="18821"/>
                  <a:pt x="1122401" y="20955"/>
                </a:cubicBezTo>
                <a:cubicBezTo>
                  <a:pt x="1123290" y="23089"/>
                  <a:pt x="1123798" y="25578"/>
                  <a:pt x="1123798" y="28435"/>
                </a:cubicBezTo>
                <a:lnTo>
                  <a:pt x="1123798" y="55258"/>
                </a:lnTo>
                <a:lnTo>
                  <a:pt x="1117067" y="55258"/>
                </a:lnTo>
                <a:lnTo>
                  <a:pt x="1117067" y="29731"/>
                </a:lnTo>
                <a:cubicBezTo>
                  <a:pt x="1117067" y="26632"/>
                  <a:pt x="1116432" y="24270"/>
                  <a:pt x="1115162" y="22644"/>
                </a:cubicBezTo>
                <a:cubicBezTo>
                  <a:pt x="1113892" y="21019"/>
                  <a:pt x="1111733" y="20206"/>
                  <a:pt x="1108812" y="20206"/>
                </a:cubicBezTo>
                <a:cubicBezTo>
                  <a:pt x="1106653" y="20206"/>
                  <a:pt x="1104875" y="20663"/>
                  <a:pt x="1103224" y="21590"/>
                </a:cubicBezTo>
                <a:cubicBezTo>
                  <a:pt x="1101700" y="22505"/>
                  <a:pt x="1100430" y="23838"/>
                  <a:pt x="1099668" y="25603"/>
                </a:cubicBezTo>
                <a:cubicBezTo>
                  <a:pt x="1098779" y="27369"/>
                  <a:pt x="1098271" y="29477"/>
                  <a:pt x="1098271" y="31928"/>
                </a:cubicBezTo>
                <a:lnTo>
                  <a:pt x="1098271" y="55258"/>
                </a:lnTo>
                <a:lnTo>
                  <a:pt x="1091667" y="55258"/>
                </a:lnTo>
                <a:lnTo>
                  <a:pt x="1091667" y="15037"/>
                </a:lnTo>
                <a:close/>
                <a:moveTo>
                  <a:pt x="1143229" y="55855"/>
                </a:moveTo>
                <a:cubicBezTo>
                  <a:pt x="1141070" y="55855"/>
                  <a:pt x="1139292" y="55487"/>
                  <a:pt x="1137895" y="54776"/>
                </a:cubicBezTo>
                <a:cubicBezTo>
                  <a:pt x="1136498" y="54052"/>
                  <a:pt x="1135609" y="52984"/>
                  <a:pt x="1134974" y="51550"/>
                </a:cubicBezTo>
                <a:cubicBezTo>
                  <a:pt x="1134339" y="50127"/>
                  <a:pt x="1133958" y="48311"/>
                  <a:pt x="1133958" y="46101"/>
                </a:cubicBezTo>
                <a:lnTo>
                  <a:pt x="1133958" y="0"/>
                </a:lnTo>
                <a:lnTo>
                  <a:pt x="1140689" y="0"/>
                </a:lnTo>
                <a:lnTo>
                  <a:pt x="1140689" y="45060"/>
                </a:lnTo>
                <a:cubicBezTo>
                  <a:pt x="1140689" y="46304"/>
                  <a:pt x="1140816" y="47257"/>
                  <a:pt x="1141070" y="47930"/>
                </a:cubicBezTo>
                <a:cubicBezTo>
                  <a:pt x="1141324" y="48603"/>
                  <a:pt x="1141705" y="49073"/>
                  <a:pt x="1142213" y="49365"/>
                </a:cubicBezTo>
                <a:cubicBezTo>
                  <a:pt x="1142721" y="49644"/>
                  <a:pt x="1143483" y="49785"/>
                  <a:pt x="1144499" y="49785"/>
                </a:cubicBezTo>
                <a:cubicBezTo>
                  <a:pt x="1145134" y="49785"/>
                  <a:pt x="1145769" y="49733"/>
                  <a:pt x="1146404" y="49644"/>
                </a:cubicBezTo>
                <a:cubicBezTo>
                  <a:pt x="1147039" y="49543"/>
                  <a:pt x="1147547" y="49429"/>
                  <a:pt x="1148055" y="49302"/>
                </a:cubicBezTo>
                <a:lnTo>
                  <a:pt x="1148055" y="55258"/>
                </a:lnTo>
                <a:cubicBezTo>
                  <a:pt x="1147420" y="55461"/>
                  <a:pt x="1146658" y="55601"/>
                  <a:pt x="1145896" y="55703"/>
                </a:cubicBezTo>
                <a:cubicBezTo>
                  <a:pt x="1145007" y="55804"/>
                  <a:pt x="1144118" y="55855"/>
                  <a:pt x="1143229" y="55855"/>
                </a:cubicBezTo>
                <a:close/>
                <a:moveTo>
                  <a:pt x="1155294" y="71857"/>
                </a:moveTo>
                <a:cubicBezTo>
                  <a:pt x="1153897" y="71857"/>
                  <a:pt x="1152373" y="71755"/>
                  <a:pt x="1150976" y="71552"/>
                </a:cubicBezTo>
                <a:lnTo>
                  <a:pt x="1150976" y="65786"/>
                </a:lnTo>
                <a:cubicBezTo>
                  <a:pt x="1151992" y="66078"/>
                  <a:pt x="1153135" y="66231"/>
                  <a:pt x="1154786" y="66231"/>
                </a:cubicBezTo>
                <a:cubicBezTo>
                  <a:pt x="1156310" y="66231"/>
                  <a:pt x="1157580" y="66040"/>
                  <a:pt x="1158469" y="65660"/>
                </a:cubicBezTo>
                <a:cubicBezTo>
                  <a:pt x="1159485" y="65278"/>
                  <a:pt x="1160374" y="64694"/>
                  <a:pt x="1160882" y="63932"/>
                </a:cubicBezTo>
                <a:cubicBezTo>
                  <a:pt x="1161517" y="63157"/>
                  <a:pt x="1162152" y="62129"/>
                  <a:pt x="1162660" y="60833"/>
                </a:cubicBezTo>
                <a:lnTo>
                  <a:pt x="1164819" y="55144"/>
                </a:lnTo>
                <a:lnTo>
                  <a:pt x="1148690" y="15037"/>
                </a:lnTo>
                <a:lnTo>
                  <a:pt x="1155802" y="15037"/>
                </a:lnTo>
                <a:lnTo>
                  <a:pt x="1164438" y="37288"/>
                </a:lnTo>
                <a:cubicBezTo>
                  <a:pt x="1165073" y="39142"/>
                  <a:pt x="1165835" y="41237"/>
                  <a:pt x="1166597" y="43574"/>
                </a:cubicBezTo>
                <a:cubicBezTo>
                  <a:pt x="1167359" y="45910"/>
                  <a:pt x="1167867" y="47282"/>
                  <a:pt x="1167994" y="47702"/>
                </a:cubicBezTo>
                <a:cubicBezTo>
                  <a:pt x="1168121" y="47358"/>
                  <a:pt x="1168629" y="46038"/>
                  <a:pt x="1169391" y="43765"/>
                </a:cubicBezTo>
                <a:cubicBezTo>
                  <a:pt x="1170534" y="40932"/>
                  <a:pt x="1171169" y="39002"/>
                  <a:pt x="1171550" y="37960"/>
                </a:cubicBezTo>
                <a:lnTo>
                  <a:pt x="1179424" y="15037"/>
                </a:lnTo>
                <a:lnTo>
                  <a:pt x="1186536" y="15037"/>
                </a:lnTo>
                <a:lnTo>
                  <a:pt x="1167994" y="63030"/>
                </a:lnTo>
                <a:cubicBezTo>
                  <a:pt x="1167232" y="65088"/>
                  <a:pt x="1166343" y="66752"/>
                  <a:pt x="1165327" y="67996"/>
                </a:cubicBezTo>
                <a:cubicBezTo>
                  <a:pt x="1164438" y="69253"/>
                  <a:pt x="1163041" y="70206"/>
                  <a:pt x="1161517" y="70866"/>
                </a:cubicBezTo>
                <a:cubicBezTo>
                  <a:pt x="1159866" y="71527"/>
                  <a:pt x="1157834" y="71857"/>
                  <a:pt x="1155294" y="71857"/>
                </a:cubicBezTo>
                <a:close/>
              </a:path>
            </a:pathLst>
          </a:custGeom>
          <a:solidFill>
            <a:srgbClr val="000000">
              <a:alpha val="50196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"/>
            <a:ext cx="12192000" cy="6858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522" y="334060"/>
            <a:ext cx="726998" cy="359994"/>
          </a:xfrm>
          <a:prstGeom prst="rect">
            <a:avLst/>
          </a:prstGeom>
        </p:spPr>
      </p:pic>
      <p:sp>
        <p:nvSpPr>
          <p:cNvPr id="3" name="Editable text — 6"/>
          <p:cNvSpPr txBox="1"/>
          <p:nvPr/>
        </p:nvSpPr>
        <p:spPr>
          <a:xfrm>
            <a:off x="11629897" y="6546075"/>
            <a:ext cx="124879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4" name="Editable text — INTERNAL – SAP and Partners Only"/>
          <p:cNvSpPr txBox="1"/>
          <p:nvPr/>
        </p:nvSpPr>
        <p:spPr>
          <a:xfrm>
            <a:off x="224942" y="6544223"/>
            <a:ext cx="1516838" cy="170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6" b="0" i="0" spc="1">
                <a:solidFill>
                  <a:srgbClr val="000000"/>
                </a:solidFill>
                <a:latin typeface="Arial"/>
              </a:rPr>
              <a:t>INTERNAL – SAP and Partners Only</a:t>
            </a:r>
          </a:p>
        </p:txBody>
      </p:sp>
      <p:sp>
        <p:nvSpPr>
          <p:cNvPr id="7" name="Editable text — The Autonomous Enterprise &amp; Business AI Platform"/>
          <p:cNvSpPr txBox="1"/>
          <p:nvPr/>
        </p:nvSpPr>
        <p:spPr>
          <a:xfrm>
            <a:off x="574548" y="1974674"/>
            <a:ext cx="8399284" cy="57073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795" b="1" i="0" spc="-78">
                <a:solidFill>
                  <a:srgbClr val="000000"/>
                </a:solidFill>
                <a:latin typeface="Arial"/>
              </a:rPr>
              <a:t>The Autonomous Enterprise &amp; Business AI Platform</a:t>
            </a:r>
          </a:p>
        </p:txBody>
      </p:sp>
      <p:sp>
        <p:nvSpPr>
          <p:cNvPr id="8" name="Editable text — Partner Opportunity"/>
          <p:cNvSpPr txBox="1"/>
          <p:nvPr/>
        </p:nvSpPr>
        <p:spPr>
          <a:xfrm>
            <a:off x="574548" y="2359103"/>
            <a:ext cx="3376153" cy="57073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795" b="1" i="0" spc="-27">
                <a:solidFill>
                  <a:srgbClr val="000000"/>
                </a:solidFill>
                <a:latin typeface="Arial"/>
              </a:rPr>
              <a:t>Partner Opportunity</a:t>
            </a:r>
          </a:p>
        </p:txBody>
      </p:sp>
      <p:sp>
        <p:nvSpPr>
          <p:cNvPr id="10" name="Editable text — Deep Dive"/>
          <p:cNvSpPr txBox="1"/>
          <p:nvPr/>
        </p:nvSpPr>
        <p:spPr>
          <a:xfrm>
            <a:off x="574548" y="3692398"/>
            <a:ext cx="1472895" cy="495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400" b="0" i="0" spc="-13">
                <a:solidFill>
                  <a:srgbClr val="000000"/>
                </a:solidFill>
                <a:latin typeface="Arial"/>
              </a:rPr>
              <a:t>Deep Dive</a:t>
            </a:r>
          </a:p>
        </p:txBody>
      </p:sp>
      <p:sp>
        <p:nvSpPr>
          <p:cNvPr id="11" name="Editable text — July 2026"/>
          <p:cNvSpPr txBox="1"/>
          <p:nvPr/>
        </p:nvSpPr>
        <p:spPr>
          <a:xfrm>
            <a:off x="574548" y="4274009"/>
            <a:ext cx="927528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0" i="0" spc="-4">
                <a:solidFill>
                  <a:srgbClr val="000000"/>
                </a:solidFill>
                <a:latin typeface="Arial"/>
              </a:rPr>
              <a:t>July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"/>
          <p:cNvSpPr/>
          <p:nvPr/>
        </p:nvSpPr>
        <p:spPr>
          <a:xfrm>
            <a:off x="0" y="0"/>
            <a:ext cx="12195175" cy="6858000"/>
          </a:xfrm>
          <a:custGeom>
            <a:avLst/>
            <a:gdLst/>
            <a:ahLst/>
            <a:cxnLst/>
            <a:rect l="0" t="0" r="r" b="b"/>
            <a:pathLst>
              <a:path w="12195175" h="6858000" fill="norm" stroke="0" extrusionOk="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Editable vector"/>
          <p:cNvSpPr/>
          <p:nvPr/>
        </p:nvSpPr>
        <p:spPr>
          <a:xfrm>
            <a:off x="506628" y="6582778"/>
            <a:ext cx="1186535" cy="71856"/>
          </a:xfrm>
          <a:custGeom>
            <a:avLst/>
            <a:gdLst/>
            <a:ahLst/>
            <a:cxnLst/>
            <a:rect l="0" t="0" r="r" b="b"/>
            <a:pathLst>
              <a:path w="1186536" h="71857" fill="norm" stroke="0" extrusionOk="0">
                <a:moveTo>
                  <a:pt x="0" y="2832"/>
                </a:moveTo>
                <a:lnTo>
                  <a:pt x="0" y="55258"/>
                </a:lnTo>
                <a:lnTo>
                  <a:pt x="7074" y="55258"/>
                </a:lnTo>
                <a:lnTo>
                  <a:pt x="7074" y="2832"/>
                </a:lnTo>
                <a:close/>
                <a:moveTo>
                  <a:pt x="19812" y="2832"/>
                </a:moveTo>
                <a:lnTo>
                  <a:pt x="28181" y="2832"/>
                </a:lnTo>
                <a:lnTo>
                  <a:pt x="54712" y="47410"/>
                </a:lnTo>
                <a:cubicBezTo>
                  <a:pt x="54661" y="46266"/>
                  <a:pt x="54610" y="44717"/>
                  <a:pt x="54572" y="42761"/>
                </a:cubicBezTo>
                <a:cubicBezTo>
                  <a:pt x="54521" y="40793"/>
                  <a:pt x="54496" y="38862"/>
                  <a:pt x="54496" y="36957"/>
                </a:cubicBezTo>
                <a:lnTo>
                  <a:pt x="54496" y="2832"/>
                </a:lnTo>
                <a:lnTo>
                  <a:pt x="60820" y="2832"/>
                </a:lnTo>
                <a:lnTo>
                  <a:pt x="60820" y="55258"/>
                </a:lnTo>
                <a:lnTo>
                  <a:pt x="52108" y="55258"/>
                </a:lnTo>
                <a:lnTo>
                  <a:pt x="25921" y="11202"/>
                </a:lnTo>
                <a:cubicBezTo>
                  <a:pt x="25972" y="12345"/>
                  <a:pt x="26010" y="13894"/>
                  <a:pt x="26060" y="15837"/>
                </a:cubicBezTo>
                <a:cubicBezTo>
                  <a:pt x="26111" y="17780"/>
                  <a:pt x="26137" y="19724"/>
                  <a:pt x="26137" y="21654"/>
                </a:cubicBezTo>
                <a:lnTo>
                  <a:pt x="26137" y="55258"/>
                </a:lnTo>
                <a:lnTo>
                  <a:pt x="19812" y="55258"/>
                </a:lnTo>
                <a:lnTo>
                  <a:pt x="19812" y="2832"/>
                </a:lnTo>
                <a:close/>
                <a:moveTo>
                  <a:pt x="84125" y="9385"/>
                </a:moveTo>
                <a:lnTo>
                  <a:pt x="67653" y="9385"/>
                </a:lnTo>
                <a:lnTo>
                  <a:pt x="67653" y="2832"/>
                </a:lnTo>
                <a:lnTo>
                  <a:pt x="107683" y="2832"/>
                </a:lnTo>
                <a:lnTo>
                  <a:pt x="107683" y="9385"/>
                </a:lnTo>
                <a:lnTo>
                  <a:pt x="91199" y="9385"/>
                </a:lnTo>
                <a:lnTo>
                  <a:pt x="91199" y="55258"/>
                </a:lnTo>
                <a:lnTo>
                  <a:pt x="84125" y="55258"/>
                </a:lnTo>
                <a:lnTo>
                  <a:pt x="84125" y="9385"/>
                </a:lnTo>
                <a:close/>
                <a:moveTo>
                  <a:pt x="114300" y="2832"/>
                </a:moveTo>
                <a:lnTo>
                  <a:pt x="147980" y="2832"/>
                </a:lnTo>
                <a:lnTo>
                  <a:pt x="147980" y="9385"/>
                </a:lnTo>
                <a:lnTo>
                  <a:pt x="121374" y="9385"/>
                </a:lnTo>
                <a:lnTo>
                  <a:pt x="121374" y="25083"/>
                </a:lnTo>
                <a:lnTo>
                  <a:pt x="145783" y="25083"/>
                </a:lnTo>
                <a:lnTo>
                  <a:pt x="145783" y="31483"/>
                </a:lnTo>
                <a:lnTo>
                  <a:pt x="121374" y="31483"/>
                </a:lnTo>
                <a:lnTo>
                  <a:pt x="121374" y="48705"/>
                </a:lnTo>
                <a:lnTo>
                  <a:pt x="149504" y="48705"/>
                </a:lnTo>
                <a:lnTo>
                  <a:pt x="149504" y="55258"/>
                </a:lnTo>
                <a:lnTo>
                  <a:pt x="114300" y="55258"/>
                </a:lnTo>
                <a:lnTo>
                  <a:pt x="114300" y="2832"/>
                </a:lnTo>
                <a:close/>
                <a:moveTo>
                  <a:pt x="158496" y="2832"/>
                </a:moveTo>
                <a:lnTo>
                  <a:pt x="178626" y="2832"/>
                </a:lnTo>
                <a:cubicBezTo>
                  <a:pt x="182550" y="2832"/>
                  <a:pt x="185877" y="3442"/>
                  <a:pt x="188633" y="4674"/>
                </a:cubicBezTo>
                <a:cubicBezTo>
                  <a:pt x="191389" y="5906"/>
                  <a:pt x="193485" y="7671"/>
                  <a:pt x="194907" y="9996"/>
                </a:cubicBezTo>
                <a:cubicBezTo>
                  <a:pt x="196329" y="12319"/>
                  <a:pt x="197041" y="15088"/>
                  <a:pt x="197041" y="18314"/>
                </a:cubicBezTo>
                <a:cubicBezTo>
                  <a:pt x="197041" y="20613"/>
                  <a:pt x="196596" y="22797"/>
                  <a:pt x="195707" y="24854"/>
                </a:cubicBezTo>
                <a:cubicBezTo>
                  <a:pt x="194818" y="26912"/>
                  <a:pt x="193408" y="28702"/>
                  <a:pt x="191478" y="30214"/>
                </a:cubicBezTo>
                <a:cubicBezTo>
                  <a:pt x="189560" y="31725"/>
                  <a:pt x="187122" y="32766"/>
                  <a:pt x="184175" y="33338"/>
                </a:cubicBezTo>
                <a:lnTo>
                  <a:pt x="199200" y="55258"/>
                </a:lnTo>
                <a:lnTo>
                  <a:pt x="190944" y="55258"/>
                </a:lnTo>
                <a:lnTo>
                  <a:pt x="177254" y="34240"/>
                </a:lnTo>
                <a:lnTo>
                  <a:pt x="165570" y="34240"/>
                </a:lnTo>
                <a:lnTo>
                  <a:pt x="165570" y="55258"/>
                </a:lnTo>
                <a:lnTo>
                  <a:pt x="158496" y="55258"/>
                </a:lnTo>
                <a:lnTo>
                  <a:pt x="158496" y="2832"/>
                </a:lnTo>
                <a:close/>
                <a:moveTo>
                  <a:pt x="178143" y="27915"/>
                </a:moveTo>
                <a:cubicBezTo>
                  <a:pt x="180797" y="27915"/>
                  <a:pt x="183007" y="27496"/>
                  <a:pt x="184785" y="26657"/>
                </a:cubicBezTo>
                <a:cubicBezTo>
                  <a:pt x="186563" y="25832"/>
                  <a:pt x="187871" y="24702"/>
                  <a:pt x="188709" y="23279"/>
                </a:cubicBezTo>
                <a:cubicBezTo>
                  <a:pt x="189548" y="21857"/>
                  <a:pt x="189979" y="20219"/>
                  <a:pt x="189979" y="18390"/>
                </a:cubicBezTo>
                <a:cubicBezTo>
                  <a:pt x="189979" y="15380"/>
                  <a:pt x="188925" y="13119"/>
                  <a:pt x="186817" y="11595"/>
                </a:cubicBezTo>
                <a:cubicBezTo>
                  <a:pt x="184709" y="10071"/>
                  <a:pt x="181712" y="9310"/>
                  <a:pt x="177851" y="9310"/>
                </a:cubicBezTo>
                <a:lnTo>
                  <a:pt x="165570" y="9310"/>
                </a:lnTo>
                <a:lnTo>
                  <a:pt x="165570" y="27915"/>
                </a:lnTo>
                <a:lnTo>
                  <a:pt x="178143" y="27915"/>
                </a:lnTo>
                <a:close/>
                <a:moveTo>
                  <a:pt x="207264" y="2832"/>
                </a:moveTo>
                <a:lnTo>
                  <a:pt x="215633" y="2832"/>
                </a:lnTo>
                <a:lnTo>
                  <a:pt x="242164" y="47410"/>
                </a:lnTo>
                <a:cubicBezTo>
                  <a:pt x="242113" y="46266"/>
                  <a:pt x="242062" y="44717"/>
                  <a:pt x="242024" y="42761"/>
                </a:cubicBezTo>
                <a:cubicBezTo>
                  <a:pt x="241973" y="40793"/>
                  <a:pt x="241948" y="38862"/>
                  <a:pt x="241948" y="36957"/>
                </a:cubicBezTo>
                <a:lnTo>
                  <a:pt x="241948" y="2832"/>
                </a:lnTo>
                <a:lnTo>
                  <a:pt x="248272" y="2832"/>
                </a:lnTo>
                <a:lnTo>
                  <a:pt x="248272" y="55258"/>
                </a:lnTo>
                <a:lnTo>
                  <a:pt x="239560" y="55258"/>
                </a:lnTo>
                <a:lnTo>
                  <a:pt x="213373" y="11202"/>
                </a:lnTo>
                <a:cubicBezTo>
                  <a:pt x="213424" y="12345"/>
                  <a:pt x="213462" y="13894"/>
                  <a:pt x="213512" y="15837"/>
                </a:cubicBezTo>
                <a:cubicBezTo>
                  <a:pt x="213563" y="17780"/>
                  <a:pt x="213589" y="19724"/>
                  <a:pt x="213589" y="21654"/>
                </a:cubicBezTo>
                <a:lnTo>
                  <a:pt x="213589" y="55258"/>
                </a:lnTo>
                <a:lnTo>
                  <a:pt x="207264" y="55258"/>
                </a:lnTo>
                <a:lnTo>
                  <a:pt x="207264" y="2832"/>
                </a:lnTo>
                <a:close/>
                <a:moveTo>
                  <a:pt x="274079" y="2832"/>
                </a:moveTo>
                <a:lnTo>
                  <a:pt x="282181" y="2832"/>
                </a:lnTo>
                <a:lnTo>
                  <a:pt x="301904" y="55258"/>
                </a:lnTo>
                <a:lnTo>
                  <a:pt x="294500" y="55258"/>
                </a:lnTo>
                <a:lnTo>
                  <a:pt x="289547" y="41085"/>
                </a:lnTo>
                <a:lnTo>
                  <a:pt x="266560" y="41085"/>
                </a:lnTo>
                <a:lnTo>
                  <a:pt x="261607" y="55258"/>
                </a:lnTo>
                <a:lnTo>
                  <a:pt x="254356" y="55258"/>
                </a:lnTo>
                <a:lnTo>
                  <a:pt x="274079" y="2832"/>
                </a:lnTo>
                <a:close/>
                <a:moveTo>
                  <a:pt x="287401" y="34900"/>
                </a:moveTo>
                <a:lnTo>
                  <a:pt x="281178" y="17158"/>
                </a:lnTo>
                <a:cubicBezTo>
                  <a:pt x="280607" y="15545"/>
                  <a:pt x="280048" y="13932"/>
                  <a:pt x="279489" y="12319"/>
                </a:cubicBezTo>
                <a:cubicBezTo>
                  <a:pt x="278930" y="10706"/>
                  <a:pt x="278448" y="9322"/>
                  <a:pt x="278054" y="8154"/>
                </a:cubicBezTo>
                <a:cubicBezTo>
                  <a:pt x="277660" y="9322"/>
                  <a:pt x="277178" y="10706"/>
                  <a:pt x="276619" y="12319"/>
                </a:cubicBezTo>
                <a:cubicBezTo>
                  <a:pt x="276060" y="13932"/>
                  <a:pt x="275501" y="15545"/>
                  <a:pt x="274930" y="17158"/>
                </a:cubicBezTo>
                <a:lnTo>
                  <a:pt x="268719" y="34900"/>
                </a:lnTo>
                <a:lnTo>
                  <a:pt x="287401" y="34900"/>
                </a:lnTo>
                <a:close/>
                <a:moveTo>
                  <a:pt x="307848" y="2832"/>
                </a:moveTo>
                <a:lnTo>
                  <a:pt x="314922" y="2832"/>
                </a:lnTo>
                <a:lnTo>
                  <a:pt x="314922" y="48705"/>
                </a:lnTo>
                <a:lnTo>
                  <a:pt x="339179" y="48705"/>
                </a:lnTo>
                <a:lnTo>
                  <a:pt x="339179" y="55258"/>
                </a:lnTo>
                <a:lnTo>
                  <a:pt x="307848" y="55258"/>
                </a:lnTo>
                <a:lnTo>
                  <a:pt x="307848" y="2832"/>
                </a:lnTo>
                <a:close/>
                <a:moveTo>
                  <a:pt x="362268" y="32410"/>
                </a:moveTo>
                <a:lnTo>
                  <a:pt x="362268" y="37580"/>
                </a:lnTo>
                <a:lnTo>
                  <a:pt x="404609" y="37580"/>
                </a:lnTo>
                <a:lnTo>
                  <a:pt x="404609" y="32410"/>
                </a:lnTo>
                <a:close/>
                <a:moveTo>
                  <a:pt x="446773" y="56007"/>
                </a:moveTo>
                <a:cubicBezTo>
                  <a:pt x="442481" y="56007"/>
                  <a:pt x="438696" y="55309"/>
                  <a:pt x="435407" y="53911"/>
                </a:cubicBezTo>
                <a:cubicBezTo>
                  <a:pt x="432118" y="52528"/>
                  <a:pt x="429387" y="50432"/>
                  <a:pt x="427203" y="47625"/>
                </a:cubicBezTo>
                <a:lnTo>
                  <a:pt x="432041" y="42787"/>
                </a:lnTo>
                <a:cubicBezTo>
                  <a:pt x="433210" y="44260"/>
                  <a:pt x="434429" y="45492"/>
                  <a:pt x="435724" y="46495"/>
                </a:cubicBezTo>
                <a:cubicBezTo>
                  <a:pt x="437007" y="47498"/>
                  <a:pt x="438556" y="48299"/>
                  <a:pt x="440373" y="48895"/>
                </a:cubicBezTo>
                <a:cubicBezTo>
                  <a:pt x="442189" y="49492"/>
                  <a:pt x="444322" y="49785"/>
                  <a:pt x="446773" y="49785"/>
                </a:cubicBezTo>
                <a:cubicBezTo>
                  <a:pt x="449199" y="49785"/>
                  <a:pt x="451371" y="49479"/>
                  <a:pt x="453288" y="48870"/>
                </a:cubicBezTo>
                <a:cubicBezTo>
                  <a:pt x="455193" y="48273"/>
                  <a:pt x="456705" y="47320"/>
                  <a:pt x="457822" y="46025"/>
                </a:cubicBezTo>
                <a:cubicBezTo>
                  <a:pt x="458940" y="44742"/>
                  <a:pt x="459499" y="43117"/>
                  <a:pt x="459499" y="41161"/>
                </a:cubicBezTo>
                <a:cubicBezTo>
                  <a:pt x="459499" y="39192"/>
                  <a:pt x="458915" y="37605"/>
                  <a:pt x="457746" y="36399"/>
                </a:cubicBezTo>
                <a:cubicBezTo>
                  <a:pt x="456578" y="35179"/>
                  <a:pt x="455104" y="34227"/>
                  <a:pt x="453326" y="33541"/>
                </a:cubicBezTo>
                <a:cubicBezTo>
                  <a:pt x="451536" y="32868"/>
                  <a:pt x="449161" y="32157"/>
                  <a:pt x="446215" y="31407"/>
                </a:cubicBezTo>
                <a:cubicBezTo>
                  <a:pt x="442646" y="30518"/>
                  <a:pt x="439712" y="29579"/>
                  <a:pt x="437439" y="28601"/>
                </a:cubicBezTo>
                <a:cubicBezTo>
                  <a:pt x="435153" y="27623"/>
                  <a:pt x="433222" y="26124"/>
                  <a:pt x="431635" y="24118"/>
                </a:cubicBezTo>
                <a:cubicBezTo>
                  <a:pt x="430047" y="22111"/>
                  <a:pt x="429247" y="19431"/>
                  <a:pt x="429247" y="16078"/>
                </a:cubicBezTo>
                <a:cubicBezTo>
                  <a:pt x="429247" y="12878"/>
                  <a:pt x="430060" y="10237"/>
                  <a:pt x="431660" y="8128"/>
                </a:cubicBezTo>
                <a:cubicBezTo>
                  <a:pt x="433273" y="6033"/>
                  <a:pt x="435458" y="4496"/>
                  <a:pt x="438201" y="3518"/>
                </a:cubicBezTo>
                <a:cubicBezTo>
                  <a:pt x="440931" y="2540"/>
                  <a:pt x="444017" y="2045"/>
                  <a:pt x="447446" y="2045"/>
                </a:cubicBezTo>
                <a:cubicBezTo>
                  <a:pt x="451561" y="2045"/>
                  <a:pt x="455054" y="2718"/>
                  <a:pt x="457937" y="4039"/>
                </a:cubicBezTo>
                <a:cubicBezTo>
                  <a:pt x="460807" y="5373"/>
                  <a:pt x="463220" y="7201"/>
                  <a:pt x="465150" y="9525"/>
                </a:cubicBezTo>
                <a:lnTo>
                  <a:pt x="460426" y="14212"/>
                </a:lnTo>
                <a:cubicBezTo>
                  <a:pt x="458762" y="12306"/>
                  <a:pt x="456870" y="10833"/>
                  <a:pt x="454736" y="9792"/>
                </a:cubicBezTo>
                <a:cubicBezTo>
                  <a:pt x="452603" y="8751"/>
                  <a:pt x="450050" y="8230"/>
                  <a:pt x="447065" y="8230"/>
                </a:cubicBezTo>
                <a:cubicBezTo>
                  <a:pt x="444665" y="8230"/>
                  <a:pt x="442646" y="8560"/>
                  <a:pt x="441007" y="9208"/>
                </a:cubicBezTo>
                <a:cubicBezTo>
                  <a:pt x="439369" y="9868"/>
                  <a:pt x="438150" y="10770"/>
                  <a:pt x="437363" y="11913"/>
                </a:cubicBezTo>
                <a:cubicBezTo>
                  <a:pt x="436562" y="13056"/>
                  <a:pt x="436169" y="14364"/>
                  <a:pt x="436169" y="15850"/>
                </a:cubicBezTo>
                <a:cubicBezTo>
                  <a:pt x="436169" y="17666"/>
                  <a:pt x="436715" y="19139"/>
                  <a:pt x="437820" y="20269"/>
                </a:cubicBezTo>
                <a:cubicBezTo>
                  <a:pt x="438925" y="21387"/>
                  <a:pt x="440309" y="22276"/>
                  <a:pt x="441960" y="22911"/>
                </a:cubicBezTo>
                <a:cubicBezTo>
                  <a:pt x="443598" y="23533"/>
                  <a:pt x="445872" y="24244"/>
                  <a:pt x="448742" y="25006"/>
                </a:cubicBezTo>
                <a:cubicBezTo>
                  <a:pt x="452514" y="25946"/>
                  <a:pt x="455587" y="26912"/>
                  <a:pt x="457949" y="27915"/>
                </a:cubicBezTo>
                <a:cubicBezTo>
                  <a:pt x="460324" y="28905"/>
                  <a:pt x="462343" y="30429"/>
                  <a:pt x="463995" y="32487"/>
                </a:cubicBezTo>
                <a:cubicBezTo>
                  <a:pt x="465658" y="34544"/>
                  <a:pt x="466496" y="37313"/>
                  <a:pt x="466496" y="40780"/>
                </a:cubicBezTo>
                <a:cubicBezTo>
                  <a:pt x="466496" y="43765"/>
                  <a:pt x="465734" y="46393"/>
                  <a:pt x="464223" y="48692"/>
                </a:cubicBezTo>
                <a:cubicBezTo>
                  <a:pt x="462712" y="50991"/>
                  <a:pt x="460477" y="52781"/>
                  <a:pt x="457505" y="54064"/>
                </a:cubicBezTo>
                <a:cubicBezTo>
                  <a:pt x="454546" y="55359"/>
                  <a:pt x="450964" y="56007"/>
                  <a:pt x="446773" y="56007"/>
                </a:cubicBezTo>
                <a:close/>
                <a:moveTo>
                  <a:pt x="488963" y="2832"/>
                </a:moveTo>
                <a:lnTo>
                  <a:pt x="497065" y="2832"/>
                </a:lnTo>
                <a:lnTo>
                  <a:pt x="516788" y="55258"/>
                </a:lnTo>
                <a:lnTo>
                  <a:pt x="509384" y="55258"/>
                </a:lnTo>
                <a:lnTo>
                  <a:pt x="504431" y="41085"/>
                </a:lnTo>
                <a:lnTo>
                  <a:pt x="481444" y="41085"/>
                </a:lnTo>
                <a:lnTo>
                  <a:pt x="476491" y="55258"/>
                </a:lnTo>
                <a:lnTo>
                  <a:pt x="469240" y="55258"/>
                </a:lnTo>
                <a:lnTo>
                  <a:pt x="488963" y="2832"/>
                </a:lnTo>
                <a:close/>
                <a:moveTo>
                  <a:pt x="502285" y="34900"/>
                </a:moveTo>
                <a:lnTo>
                  <a:pt x="496062" y="17158"/>
                </a:lnTo>
                <a:cubicBezTo>
                  <a:pt x="495490" y="15545"/>
                  <a:pt x="494932" y="13932"/>
                  <a:pt x="494373" y="12319"/>
                </a:cubicBezTo>
                <a:cubicBezTo>
                  <a:pt x="493814" y="10706"/>
                  <a:pt x="493332" y="9322"/>
                  <a:pt x="492938" y="8154"/>
                </a:cubicBezTo>
                <a:cubicBezTo>
                  <a:pt x="492544" y="9322"/>
                  <a:pt x="492062" y="10706"/>
                  <a:pt x="491503" y="12319"/>
                </a:cubicBezTo>
                <a:cubicBezTo>
                  <a:pt x="490944" y="13932"/>
                  <a:pt x="490385" y="15545"/>
                  <a:pt x="489814" y="17158"/>
                </a:cubicBezTo>
                <a:lnTo>
                  <a:pt x="483603" y="34900"/>
                </a:lnTo>
                <a:lnTo>
                  <a:pt x="502285" y="34900"/>
                </a:lnTo>
                <a:close/>
                <a:moveTo>
                  <a:pt x="522732" y="2832"/>
                </a:moveTo>
                <a:lnTo>
                  <a:pt x="542531" y="2832"/>
                </a:lnTo>
                <a:cubicBezTo>
                  <a:pt x="546570" y="2832"/>
                  <a:pt x="549974" y="3493"/>
                  <a:pt x="552729" y="4801"/>
                </a:cubicBezTo>
                <a:cubicBezTo>
                  <a:pt x="555473" y="6121"/>
                  <a:pt x="557543" y="7963"/>
                  <a:pt x="558914" y="10351"/>
                </a:cubicBezTo>
                <a:cubicBezTo>
                  <a:pt x="560299" y="12726"/>
                  <a:pt x="560984" y="15532"/>
                  <a:pt x="560984" y="18759"/>
                </a:cubicBezTo>
                <a:cubicBezTo>
                  <a:pt x="560984" y="21908"/>
                  <a:pt x="560299" y="24727"/>
                  <a:pt x="558940" y="27204"/>
                </a:cubicBezTo>
                <a:cubicBezTo>
                  <a:pt x="557568" y="29680"/>
                  <a:pt x="555536" y="31636"/>
                  <a:pt x="552831" y="33058"/>
                </a:cubicBezTo>
                <a:cubicBezTo>
                  <a:pt x="550126" y="34493"/>
                  <a:pt x="546837" y="35205"/>
                  <a:pt x="542938" y="35205"/>
                </a:cubicBezTo>
                <a:lnTo>
                  <a:pt x="529806" y="35205"/>
                </a:lnTo>
                <a:lnTo>
                  <a:pt x="529806" y="55258"/>
                </a:lnTo>
                <a:lnTo>
                  <a:pt x="522732" y="55258"/>
                </a:lnTo>
                <a:lnTo>
                  <a:pt x="522732" y="2832"/>
                </a:lnTo>
                <a:close/>
                <a:moveTo>
                  <a:pt x="541934" y="28804"/>
                </a:moveTo>
                <a:cubicBezTo>
                  <a:pt x="545948" y="28804"/>
                  <a:pt x="548957" y="27953"/>
                  <a:pt x="550939" y="26251"/>
                </a:cubicBezTo>
                <a:cubicBezTo>
                  <a:pt x="552920" y="24550"/>
                  <a:pt x="553911" y="22085"/>
                  <a:pt x="553911" y="18835"/>
                </a:cubicBezTo>
                <a:cubicBezTo>
                  <a:pt x="553911" y="15710"/>
                  <a:pt x="552882" y="13336"/>
                  <a:pt x="550812" y="11723"/>
                </a:cubicBezTo>
                <a:cubicBezTo>
                  <a:pt x="548742" y="10109"/>
                  <a:pt x="545681" y="9310"/>
                  <a:pt x="541630" y="9310"/>
                </a:cubicBezTo>
                <a:lnTo>
                  <a:pt x="529806" y="9310"/>
                </a:lnTo>
                <a:lnTo>
                  <a:pt x="529806" y="28804"/>
                </a:lnTo>
                <a:lnTo>
                  <a:pt x="541934" y="28804"/>
                </a:lnTo>
                <a:close/>
                <a:moveTo>
                  <a:pt x="595973" y="56007"/>
                </a:moveTo>
                <a:cubicBezTo>
                  <a:pt x="593585" y="56007"/>
                  <a:pt x="591464" y="55538"/>
                  <a:pt x="589610" y="54623"/>
                </a:cubicBezTo>
                <a:cubicBezTo>
                  <a:pt x="587743" y="53708"/>
                  <a:pt x="586296" y="52363"/>
                  <a:pt x="585254" y="50610"/>
                </a:cubicBezTo>
                <a:cubicBezTo>
                  <a:pt x="584213" y="48844"/>
                  <a:pt x="583692" y="46736"/>
                  <a:pt x="583692" y="44285"/>
                </a:cubicBezTo>
                <a:cubicBezTo>
                  <a:pt x="583692" y="41275"/>
                  <a:pt x="584479" y="38812"/>
                  <a:pt x="586054" y="36881"/>
                </a:cubicBezTo>
                <a:cubicBezTo>
                  <a:pt x="587629" y="34938"/>
                  <a:pt x="589775" y="33528"/>
                  <a:pt x="592506" y="32652"/>
                </a:cubicBezTo>
                <a:cubicBezTo>
                  <a:pt x="595236" y="31776"/>
                  <a:pt x="598399" y="31331"/>
                  <a:pt x="601993" y="31331"/>
                </a:cubicBezTo>
                <a:lnTo>
                  <a:pt x="609143" y="31331"/>
                </a:lnTo>
                <a:lnTo>
                  <a:pt x="609143" y="28575"/>
                </a:lnTo>
                <a:cubicBezTo>
                  <a:pt x="609143" y="25756"/>
                  <a:pt x="608470" y="23597"/>
                  <a:pt x="607111" y="22123"/>
                </a:cubicBezTo>
                <a:cubicBezTo>
                  <a:pt x="605765" y="20651"/>
                  <a:pt x="603720" y="19914"/>
                  <a:pt x="600989" y="19914"/>
                </a:cubicBezTo>
                <a:cubicBezTo>
                  <a:pt x="598513" y="19914"/>
                  <a:pt x="596354" y="20409"/>
                  <a:pt x="594500" y="21413"/>
                </a:cubicBezTo>
                <a:cubicBezTo>
                  <a:pt x="592658" y="22416"/>
                  <a:pt x="591020" y="23876"/>
                  <a:pt x="589610" y="25794"/>
                </a:cubicBezTo>
                <a:lnTo>
                  <a:pt x="585292" y="21476"/>
                </a:lnTo>
                <a:cubicBezTo>
                  <a:pt x="589305" y="16663"/>
                  <a:pt x="594690" y="14250"/>
                  <a:pt x="601434" y="14250"/>
                </a:cubicBezTo>
                <a:cubicBezTo>
                  <a:pt x="604545" y="14250"/>
                  <a:pt x="607174" y="14846"/>
                  <a:pt x="609333" y="16040"/>
                </a:cubicBezTo>
                <a:cubicBezTo>
                  <a:pt x="611480" y="17234"/>
                  <a:pt x="613105" y="18898"/>
                  <a:pt x="614197" y="21044"/>
                </a:cubicBezTo>
                <a:cubicBezTo>
                  <a:pt x="615290" y="23191"/>
                  <a:pt x="615836" y="25705"/>
                  <a:pt x="615836" y="28575"/>
                </a:cubicBezTo>
                <a:lnTo>
                  <a:pt x="615836" y="55258"/>
                </a:lnTo>
                <a:lnTo>
                  <a:pt x="609435" y="55258"/>
                </a:lnTo>
                <a:lnTo>
                  <a:pt x="609435" y="47778"/>
                </a:lnTo>
                <a:lnTo>
                  <a:pt x="609295" y="47778"/>
                </a:lnTo>
                <a:cubicBezTo>
                  <a:pt x="607949" y="50635"/>
                  <a:pt x="606209" y="52718"/>
                  <a:pt x="604076" y="54026"/>
                </a:cubicBezTo>
                <a:cubicBezTo>
                  <a:pt x="601942" y="55347"/>
                  <a:pt x="599250" y="56007"/>
                  <a:pt x="595973" y="56007"/>
                </a:cubicBezTo>
                <a:close/>
                <a:moveTo>
                  <a:pt x="590614" y="44133"/>
                </a:moveTo>
                <a:cubicBezTo>
                  <a:pt x="590614" y="45403"/>
                  <a:pt x="590893" y="46495"/>
                  <a:pt x="591464" y="47447"/>
                </a:cubicBezTo>
                <a:cubicBezTo>
                  <a:pt x="592036" y="48387"/>
                  <a:pt x="592861" y="49111"/>
                  <a:pt x="593941" y="49619"/>
                </a:cubicBezTo>
                <a:cubicBezTo>
                  <a:pt x="595020" y="50127"/>
                  <a:pt x="596303" y="50381"/>
                  <a:pt x="597789" y="50381"/>
                </a:cubicBezTo>
                <a:cubicBezTo>
                  <a:pt x="600151" y="50381"/>
                  <a:pt x="602183" y="49911"/>
                  <a:pt x="603898" y="48946"/>
                </a:cubicBezTo>
                <a:cubicBezTo>
                  <a:pt x="605612" y="47993"/>
                  <a:pt x="606908" y="46749"/>
                  <a:pt x="607797" y="45187"/>
                </a:cubicBezTo>
                <a:cubicBezTo>
                  <a:pt x="608698" y="43638"/>
                  <a:pt x="609143" y="41999"/>
                  <a:pt x="609143" y="40260"/>
                </a:cubicBezTo>
                <a:lnTo>
                  <a:pt x="609143" y="36361"/>
                </a:lnTo>
                <a:lnTo>
                  <a:pt x="602894" y="36361"/>
                </a:lnTo>
                <a:cubicBezTo>
                  <a:pt x="599199" y="36361"/>
                  <a:pt x="596227" y="36919"/>
                  <a:pt x="593979" y="38050"/>
                </a:cubicBezTo>
                <a:cubicBezTo>
                  <a:pt x="591731" y="39180"/>
                  <a:pt x="590614" y="41199"/>
                  <a:pt x="590614" y="44133"/>
                </a:cubicBezTo>
                <a:close/>
                <a:moveTo>
                  <a:pt x="625285" y="15037"/>
                </a:moveTo>
                <a:lnTo>
                  <a:pt x="631685" y="15037"/>
                </a:lnTo>
                <a:lnTo>
                  <a:pt x="631685" y="23406"/>
                </a:lnTo>
                <a:lnTo>
                  <a:pt x="631838" y="23406"/>
                </a:lnTo>
                <a:cubicBezTo>
                  <a:pt x="632828" y="20803"/>
                  <a:pt x="634340" y="18631"/>
                  <a:pt x="636372" y="16879"/>
                </a:cubicBezTo>
                <a:cubicBezTo>
                  <a:pt x="638404" y="15126"/>
                  <a:pt x="641248" y="14250"/>
                  <a:pt x="644893" y="14250"/>
                </a:cubicBezTo>
                <a:cubicBezTo>
                  <a:pt x="647675" y="14250"/>
                  <a:pt x="649999" y="14834"/>
                  <a:pt x="651866" y="16002"/>
                </a:cubicBezTo>
                <a:cubicBezTo>
                  <a:pt x="653745" y="17171"/>
                  <a:pt x="655142" y="18821"/>
                  <a:pt x="656082" y="20955"/>
                </a:cubicBezTo>
                <a:cubicBezTo>
                  <a:pt x="657009" y="23089"/>
                  <a:pt x="657466" y="25578"/>
                  <a:pt x="657466" y="28435"/>
                </a:cubicBezTo>
                <a:lnTo>
                  <a:pt x="657466" y="55258"/>
                </a:lnTo>
                <a:lnTo>
                  <a:pt x="650735" y="55258"/>
                </a:lnTo>
                <a:lnTo>
                  <a:pt x="650735" y="29731"/>
                </a:lnTo>
                <a:cubicBezTo>
                  <a:pt x="650735" y="26632"/>
                  <a:pt x="650088" y="24270"/>
                  <a:pt x="648805" y="22644"/>
                </a:cubicBezTo>
                <a:cubicBezTo>
                  <a:pt x="647510" y="21019"/>
                  <a:pt x="645389" y="20206"/>
                  <a:pt x="642442" y="20206"/>
                </a:cubicBezTo>
                <a:cubicBezTo>
                  <a:pt x="640334" y="20206"/>
                  <a:pt x="638493" y="20663"/>
                  <a:pt x="636918" y="21590"/>
                </a:cubicBezTo>
                <a:cubicBezTo>
                  <a:pt x="635343" y="22505"/>
                  <a:pt x="634124" y="23838"/>
                  <a:pt x="633273" y="25603"/>
                </a:cubicBezTo>
                <a:cubicBezTo>
                  <a:pt x="632409" y="27369"/>
                  <a:pt x="631990" y="29477"/>
                  <a:pt x="631990" y="31928"/>
                </a:cubicBezTo>
                <a:lnTo>
                  <a:pt x="631990" y="55258"/>
                </a:lnTo>
                <a:lnTo>
                  <a:pt x="625285" y="55258"/>
                </a:lnTo>
                <a:lnTo>
                  <a:pt x="625285" y="15037"/>
                </a:lnTo>
                <a:close/>
                <a:moveTo>
                  <a:pt x="683209" y="56007"/>
                </a:moveTo>
                <a:cubicBezTo>
                  <a:pt x="679691" y="56007"/>
                  <a:pt x="676593" y="55118"/>
                  <a:pt x="673926" y="53366"/>
                </a:cubicBezTo>
                <a:cubicBezTo>
                  <a:pt x="671259" y="51601"/>
                  <a:pt x="669201" y="49137"/>
                  <a:pt x="667741" y="45987"/>
                </a:cubicBezTo>
                <a:cubicBezTo>
                  <a:pt x="666267" y="42838"/>
                  <a:pt x="665543" y="39218"/>
                  <a:pt x="665543" y="35128"/>
                </a:cubicBezTo>
                <a:cubicBezTo>
                  <a:pt x="665543" y="31039"/>
                  <a:pt x="666255" y="27419"/>
                  <a:pt x="667677" y="24270"/>
                </a:cubicBezTo>
                <a:cubicBezTo>
                  <a:pt x="669112" y="21108"/>
                  <a:pt x="671144" y="18656"/>
                  <a:pt x="673786" y="16891"/>
                </a:cubicBezTo>
                <a:cubicBezTo>
                  <a:pt x="676427" y="15139"/>
                  <a:pt x="679488" y="14250"/>
                  <a:pt x="682993" y="14250"/>
                </a:cubicBezTo>
                <a:cubicBezTo>
                  <a:pt x="685571" y="14250"/>
                  <a:pt x="687857" y="14656"/>
                  <a:pt x="689839" y="15443"/>
                </a:cubicBezTo>
                <a:cubicBezTo>
                  <a:pt x="691820" y="16243"/>
                  <a:pt x="693471" y="17297"/>
                  <a:pt x="694792" y="18631"/>
                </a:cubicBezTo>
                <a:cubicBezTo>
                  <a:pt x="696100" y="19952"/>
                  <a:pt x="697116" y="21451"/>
                  <a:pt x="697840" y="23114"/>
                </a:cubicBezTo>
                <a:lnTo>
                  <a:pt x="697979" y="23114"/>
                </a:lnTo>
                <a:lnTo>
                  <a:pt x="697979" y="0"/>
                </a:lnTo>
                <a:lnTo>
                  <a:pt x="704685" y="0"/>
                </a:lnTo>
                <a:lnTo>
                  <a:pt x="704685" y="55258"/>
                </a:lnTo>
                <a:lnTo>
                  <a:pt x="698284" y="55258"/>
                </a:lnTo>
                <a:lnTo>
                  <a:pt x="698284" y="46736"/>
                </a:lnTo>
                <a:lnTo>
                  <a:pt x="698208" y="46736"/>
                </a:lnTo>
                <a:cubicBezTo>
                  <a:pt x="697090" y="49492"/>
                  <a:pt x="695363" y="51727"/>
                  <a:pt x="693014" y="53429"/>
                </a:cubicBezTo>
                <a:cubicBezTo>
                  <a:pt x="690677" y="55144"/>
                  <a:pt x="687400" y="56007"/>
                  <a:pt x="683209" y="56007"/>
                </a:cubicBezTo>
                <a:close/>
                <a:moveTo>
                  <a:pt x="672541" y="35128"/>
                </a:moveTo>
                <a:cubicBezTo>
                  <a:pt x="672541" y="38380"/>
                  <a:pt x="673087" y="41148"/>
                  <a:pt x="674192" y="43421"/>
                </a:cubicBezTo>
                <a:cubicBezTo>
                  <a:pt x="675297" y="45707"/>
                  <a:pt x="676808" y="47422"/>
                  <a:pt x="678726" y="48578"/>
                </a:cubicBezTo>
                <a:cubicBezTo>
                  <a:pt x="680657" y="49733"/>
                  <a:pt x="682828" y="50305"/>
                  <a:pt x="685267" y="50305"/>
                </a:cubicBezTo>
                <a:cubicBezTo>
                  <a:pt x="687692" y="50305"/>
                  <a:pt x="689864" y="49733"/>
                  <a:pt x="691794" y="48578"/>
                </a:cubicBezTo>
                <a:cubicBezTo>
                  <a:pt x="693712" y="47422"/>
                  <a:pt x="695223" y="45707"/>
                  <a:pt x="696328" y="43447"/>
                </a:cubicBezTo>
                <a:cubicBezTo>
                  <a:pt x="697433" y="41173"/>
                  <a:pt x="697979" y="38405"/>
                  <a:pt x="697979" y="35128"/>
                </a:cubicBezTo>
                <a:cubicBezTo>
                  <a:pt x="697979" y="31877"/>
                  <a:pt x="697433" y="29121"/>
                  <a:pt x="696328" y="26848"/>
                </a:cubicBezTo>
                <a:cubicBezTo>
                  <a:pt x="695223" y="24574"/>
                  <a:pt x="693712" y="22873"/>
                  <a:pt x="691794" y="21717"/>
                </a:cubicBezTo>
                <a:cubicBezTo>
                  <a:pt x="689864" y="20562"/>
                  <a:pt x="687692" y="19990"/>
                  <a:pt x="685267" y="19990"/>
                </a:cubicBezTo>
                <a:cubicBezTo>
                  <a:pt x="682828" y="19990"/>
                  <a:pt x="680657" y="20562"/>
                  <a:pt x="678726" y="21717"/>
                </a:cubicBezTo>
                <a:cubicBezTo>
                  <a:pt x="676808" y="22873"/>
                  <a:pt x="675297" y="24574"/>
                  <a:pt x="674192" y="26848"/>
                </a:cubicBezTo>
                <a:cubicBezTo>
                  <a:pt x="673087" y="29121"/>
                  <a:pt x="672541" y="31877"/>
                  <a:pt x="672541" y="35128"/>
                </a:cubicBezTo>
                <a:close/>
                <a:moveTo>
                  <a:pt x="734568" y="2832"/>
                </a:moveTo>
                <a:lnTo>
                  <a:pt x="754367" y="2832"/>
                </a:lnTo>
                <a:cubicBezTo>
                  <a:pt x="758406" y="2832"/>
                  <a:pt x="761810" y="3493"/>
                  <a:pt x="764515" y="4801"/>
                </a:cubicBezTo>
                <a:cubicBezTo>
                  <a:pt x="767309" y="6121"/>
                  <a:pt x="769341" y="7963"/>
                  <a:pt x="770738" y="10351"/>
                </a:cubicBezTo>
                <a:cubicBezTo>
                  <a:pt x="772135" y="12726"/>
                  <a:pt x="772770" y="15532"/>
                  <a:pt x="772770" y="18759"/>
                </a:cubicBezTo>
                <a:cubicBezTo>
                  <a:pt x="772770" y="21908"/>
                  <a:pt x="772135" y="24727"/>
                  <a:pt x="770738" y="27204"/>
                </a:cubicBezTo>
                <a:cubicBezTo>
                  <a:pt x="769468" y="29680"/>
                  <a:pt x="767436" y="31636"/>
                  <a:pt x="764642" y="33058"/>
                </a:cubicBezTo>
                <a:cubicBezTo>
                  <a:pt x="761962" y="34493"/>
                  <a:pt x="758673" y="35205"/>
                  <a:pt x="754774" y="35205"/>
                </a:cubicBezTo>
                <a:lnTo>
                  <a:pt x="741642" y="35205"/>
                </a:lnTo>
                <a:lnTo>
                  <a:pt x="741642" y="55258"/>
                </a:lnTo>
                <a:lnTo>
                  <a:pt x="734568" y="55258"/>
                </a:lnTo>
                <a:lnTo>
                  <a:pt x="734568" y="2832"/>
                </a:lnTo>
                <a:close/>
                <a:moveTo>
                  <a:pt x="753770" y="28804"/>
                </a:moveTo>
                <a:cubicBezTo>
                  <a:pt x="757784" y="28804"/>
                  <a:pt x="760793" y="27953"/>
                  <a:pt x="762775" y="26251"/>
                </a:cubicBezTo>
                <a:cubicBezTo>
                  <a:pt x="764769" y="24550"/>
                  <a:pt x="765785" y="22085"/>
                  <a:pt x="765785" y="18835"/>
                </a:cubicBezTo>
                <a:cubicBezTo>
                  <a:pt x="765785" y="15710"/>
                  <a:pt x="764769" y="13336"/>
                  <a:pt x="762648" y="11723"/>
                </a:cubicBezTo>
                <a:cubicBezTo>
                  <a:pt x="760578" y="10109"/>
                  <a:pt x="757517" y="9310"/>
                  <a:pt x="753466" y="9310"/>
                </a:cubicBezTo>
                <a:lnTo>
                  <a:pt x="741642" y="9310"/>
                </a:lnTo>
                <a:lnTo>
                  <a:pt x="741642" y="28804"/>
                </a:lnTo>
                <a:lnTo>
                  <a:pt x="753770" y="28804"/>
                </a:lnTo>
                <a:close/>
                <a:moveTo>
                  <a:pt x="789534" y="56007"/>
                </a:moveTo>
                <a:cubicBezTo>
                  <a:pt x="787121" y="56007"/>
                  <a:pt x="784962" y="55538"/>
                  <a:pt x="783184" y="54623"/>
                </a:cubicBezTo>
                <a:cubicBezTo>
                  <a:pt x="781279" y="53708"/>
                  <a:pt x="779882" y="52363"/>
                  <a:pt x="778739" y="50610"/>
                </a:cubicBezTo>
                <a:cubicBezTo>
                  <a:pt x="777723" y="48844"/>
                  <a:pt x="777215" y="46736"/>
                  <a:pt x="777215" y="44285"/>
                </a:cubicBezTo>
                <a:cubicBezTo>
                  <a:pt x="777215" y="41275"/>
                  <a:pt x="777977" y="38812"/>
                  <a:pt x="779628" y="36881"/>
                </a:cubicBezTo>
                <a:cubicBezTo>
                  <a:pt x="781152" y="34938"/>
                  <a:pt x="783311" y="33528"/>
                  <a:pt x="786105" y="32652"/>
                </a:cubicBezTo>
                <a:cubicBezTo>
                  <a:pt x="788772" y="31776"/>
                  <a:pt x="791947" y="31331"/>
                  <a:pt x="795503" y="31331"/>
                </a:cubicBezTo>
                <a:lnTo>
                  <a:pt x="802742" y="31331"/>
                </a:lnTo>
                <a:lnTo>
                  <a:pt x="802742" y="28575"/>
                </a:lnTo>
                <a:cubicBezTo>
                  <a:pt x="802742" y="25756"/>
                  <a:pt x="801980" y="23597"/>
                  <a:pt x="800710" y="22123"/>
                </a:cubicBezTo>
                <a:cubicBezTo>
                  <a:pt x="799313" y="20651"/>
                  <a:pt x="797281" y="19914"/>
                  <a:pt x="794487" y="19914"/>
                </a:cubicBezTo>
                <a:cubicBezTo>
                  <a:pt x="792074" y="19914"/>
                  <a:pt x="789915" y="20409"/>
                  <a:pt x="788010" y="21413"/>
                </a:cubicBezTo>
                <a:cubicBezTo>
                  <a:pt x="786232" y="22416"/>
                  <a:pt x="784581" y="23876"/>
                  <a:pt x="783184" y="25794"/>
                </a:cubicBezTo>
                <a:lnTo>
                  <a:pt x="778866" y="21476"/>
                </a:lnTo>
                <a:cubicBezTo>
                  <a:pt x="782803" y="16663"/>
                  <a:pt x="788264" y="14250"/>
                  <a:pt x="794995" y="14250"/>
                </a:cubicBezTo>
                <a:cubicBezTo>
                  <a:pt x="798043" y="14250"/>
                  <a:pt x="800710" y="14846"/>
                  <a:pt x="802869" y="16040"/>
                </a:cubicBezTo>
                <a:cubicBezTo>
                  <a:pt x="805028" y="17234"/>
                  <a:pt x="806679" y="18898"/>
                  <a:pt x="807695" y="21044"/>
                </a:cubicBezTo>
                <a:cubicBezTo>
                  <a:pt x="808838" y="23191"/>
                  <a:pt x="809346" y="25705"/>
                  <a:pt x="809346" y="28575"/>
                </a:cubicBezTo>
                <a:lnTo>
                  <a:pt x="809346" y="55258"/>
                </a:lnTo>
                <a:lnTo>
                  <a:pt x="802996" y="55258"/>
                </a:lnTo>
                <a:lnTo>
                  <a:pt x="802996" y="47778"/>
                </a:lnTo>
                <a:lnTo>
                  <a:pt x="802869" y="47778"/>
                </a:lnTo>
                <a:cubicBezTo>
                  <a:pt x="801472" y="50635"/>
                  <a:pt x="799821" y="52718"/>
                  <a:pt x="797662" y="54026"/>
                </a:cubicBezTo>
                <a:cubicBezTo>
                  <a:pt x="795503" y="55347"/>
                  <a:pt x="792836" y="56007"/>
                  <a:pt x="789534" y="56007"/>
                </a:cubicBezTo>
                <a:close/>
                <a:moveTo>
                  <a:pt x="784200" y="44133"/>
                </a:moveTo>
                <a:cubicBezTo>
                  <a:pt x="784200" y="45403"/>
                  <a:pt x="784454" y="46495"/>
                  <a:pt x="784962" y="47447"/>
                </a:cubicBezTo>
                <a:cubicBezTo>
                  <a:pt x="785597" y="48387"/>
                  <a:pt x="786359" y="49111"/>
                  <a:pt x="787502" y="49619"/>
                </a:cubicBezTo>
                <a:cubicBezTo>
                  <a:pt x="788518" y="50127"/>
                  <a:pt x="789915" y="50381"/>
                  <a:pt x="791312" y="50381"/>
                </a:cubicBezTo>
                <a:cubicBezTo>
                  <a:pt x="793725" y="50381"/>
                  <a:pt x="795757" y="49911"/>
                  <a:pt x="797408" y="48946"/>
                </a:cubicBezTo>
                <a:cubicBezTo>
                  <a:pt x="799186" y="47993"/>
                  <a:pt x="800456" y="46749"/>
                  <a:pt x="801345" y="45187"/>
                </a:cubicBezTo>
                <a:cubicBezTo>
                  <a:pt x="802234" y="43638"/>
                  <a:pt x="802742" y="41999"/>
                  <a:pt x="802742" y="40260"/>
                </a:cubicBezTo>
                <a:lnTo>
                  <a:pt x="802742" y="36361"/>
                </a:lnTo>
                <a:lnTo>
                  <a:pt x="796392" y="36361"/>
                </a:lnTo>
                <a:cubicBezTo>
                  <a:pt x="792709" y="36361"/>
                  <a:pt x="789788" y="36919"/>
                  <a:pt x="787502" y="38050"/>
                </a:cubicBezTo>
                <a:cubicBezTo>
                  <a:pt x="785343" y="39180"/>
                  <a:pt x="784200" y="41199"/>
                  <a:pt x="784200" y="44133"/>
                </a:cubicBezTo>
                <a:close/>
                <a:moveTo>
                  <a:pt x="818871" y="15037"/>
                </a:moveTo>
                <a:lnTo>
                  <a:pt x="825221" y="15037"/>
                </a:lnTo>
                <a:lnTo>
                  <a:pt x="825221" y="23635"/>
                </a:lnTo>
                <a:lnTo>
                  <a:pt x="825348" y="23635"/>
                </a:lnTo>
                <a:cubicBezTo>
                  <a:pt x="826110" y="20333"/>
                  <a:pt x="827253" y="17945"/>
                  <a:pt x="828904" y="16472"/>
                </a:cubicBezTo>
                <a:cubicBezTo>
                  <a:pt x="830428" y="14999"/>
                  <a:pt x="832460" y="14250"/>
                  <a:pt x="834873" y="14250"/>
                </a:cubicBezTo>
                <a:cubicBezTo>
                  <a:pt x="835508" y="14250"/>
                  <a:pt x="836016" y="14288"/>
                  <a:pt x="836651" y="14364"/>
                </a:cubicBezTo>
                <a:cubicBezTo>
                  <a:pt x="837159" y="14440"/>
                  <a:pt x="837667" y="14529"/>
                  <a:pt x="838048" y="14631"/>
                </a:cubicBezTo>
                <a:lnTo>
                  <a:pt x="838048" y="21210"/>
                </a:lnTo>
                <a:cubicBezTo>
                  <a:pt x="837667" y="21095"/>
                  <a:pt x="837159" y="20993"/>
                  <a:pt x="836524" y="20917"/>
                </a:cubicBezTo>
                <a:cubicBezTo>
                  <a:pt x="835889" y="20841"/>
                  <a:pt x="835254" y="20803"/>
                  <a:pt x="834746" y="20803"/>
                </a:cubicBezTo>
                <a:cubicBezTo>
                  <a:pt x="831444" y="20803"/>
                  <a:pt x="829031" y="21946"/>
                  <a:pt x="827634" y="24244"/>
                </a:cubicBezTo>
                <a:cubicBezTo>
                  <a:pt x="826237" y="26543"/>
                  <a:pt x="825475" y="29896"/>
                  <a:pt x="825475" y="34316"/>
                </a:cubicBezTo>
                <a:lnTo>
                  <a:pt x="825475" y="55258"/>
                </a:lnTo>
                <a:lnTo>
                  <a:pt x="818871" y="55258"/>
                </a:lnTo>
                <a:lnTo>
                  <a:pt x="818871" y="15037"/>
                </a:lnTo>
                <a:close/>
                <a:moveTo>
                  <a:pt x="855701" y="55855"/>
                </a:moveTo>
                <a:cubicBezTo>
                  <a:pt x="853288" y="55855"/>
                  <a:pt x="851383" y="55525"/>
                  <a:pt x="849859" y="54890"/>
                </a:cubicBezTo>
                <a:cubicBezTo>
                  <a:pt x="848462" y="54242"/>
                  <a:pt x="847319" y="53239"/>
                  <a:pt x="846557" y="51867"/>
                </a:cubicBezTo>
                <a:cubicBezTo>
                  <a:pt x="845922" y="50509"/>
                  <a:pt x="845541" y="48743"/>
                  <a:pt x="845541" y="46584"/>
                </a:cubicBezTo>
                <a:lnTo>
                  <a:pt x="845541" y="20651"/>
                </a:lnTo>
                <a:lnTo>
                  <a:pt x="839572" y="20651"/>
                </a:lnTo>
                <a:lnTo>
                  <a:pt x="839572" y="17158"/>
                </a:lnTo>
                <a:lnTo>
                  <a:pt x="851383" y="5283"/>
                </a:lnTo>
                <a:lnTo>
                  <a:pt x="852272" y="5283"/>
                </a:lnTo>
                <a:lnTo>
                  <a:pt x="852272" y="15037"/>
                </a:lnTo>
                <a:lnTo>
                  <a:pt x="861289" y="15037"/>
                </a:lnTo>
                <a:lnTo>
                  <a:pt x="861289" y="20651"/>
                </a:lnTo>
                <a:lnTo>
                  <a:pt x="852272" y="20651"/>
                </a:lnTo>
                <a:lnTo>
                  <a:pt x="852272" y="45212"/>
                </a:lnTo>
                <a:cubicBezTo>
                  <a:pt x="852272" y="46406"/>
                  <a:pt x="852399" y="47320"/>
                  <a:pt x="852653" y="47981"/>
                </a:cubicBezTo>
                <a:cubicBezTo>
                  <a:pt x="852907" y="48641"/>
                  <a:pt x="853415" y="49111"/>
                  <a:pt x="854050" y="49378"/>
                </a:cubicBezTo>
                <a:cubicBezTo>
                  <a:pt x="854685" y="49657"/>
                  <a:pt x="855574" y="49785"/>
                  <a:pt x="856590" y="49785"/>
                </a:cubicBezTo>
                <a:cubicBezTo>
                  <a:pt x="858114" y="49785"/>
                  <a:pt x="859638" y="49581"/>
                  <a:pt x="861289" y="49149"/>
                </a:cubicBezTo>
                <a:lnTo>
                  <a:pt x="861289" y="55258"/>
                </a:lnTo>
                <a:cubicBezTo>
                  <a:pt x="860527" y="55435"/>
                  <a:pt x="859638" y="55576"/>
                  <a:pt x="858622" y="55690"/>
                </a:cubicBezTo>
                <a:cubicBezTo>
                  <a:pt x="857606" y="55791"/>
                  <a:pt x="856590" y="55855"/>
                  <a:pt x="855701" y="55855"/>
                </a:cubicBezTo>
                <a:close/>
                <a:moveTo>
                  <a:pt x="869163" y="15037"/>
                </a:moveTo>
                <a:lnTo>
                  <a:pt x="875513" y="15037"/>
                </a:lnTo>
                <a:lnTo>
                  <a:pt x="875513" y="23406"/>
                </a:lnTo>
                <a:lnTo>
                  <a:pt x="875640" y="23406"/>
                </a:lnTo>
                <a:cubicBezTo>
                  <a:pt x="876656" y="20803"/>
                  <a:pt x="878180" y="18631"/>
                  <a:pt x="880212" y="16879"/>
                </a:cubicBezTo>
                <a:cubicBezTo>
                  <a:pt x="882244" y="15126"/>
                  <a:pt x="885038" y="14250"/>
                  <a:pt x="888721" y="14250"/>
                </a:cubicBezTo>
                <a:cubicBezTo>
                  <a:pt x="891515" y="14250"/>
                  <a:pt x="893801" y="14834"/>
                  <a:pt x="895706" y="16002"/>
                </a:cubicBezTo>
                <a:cubicBezTo>
                  <a:pt x="897611" y="17171"/>
                  <a:pt x="899008" y="18821"/>
                  <a:pt x="899897" y="20955"/>
                </a:cubicBezTo>
                <a:cubicBezTo>
                  <a:pt x="900786" y="23089"/>
                  <a:pt x="901294" y="25578"/>
                  <a:pt x="901294" y="28435"/>
                </a:cubicBezTo>
                <a:lnTo>
                  <a:pt x="901294" y="55258"/>
                </a:lnTo>
                <a:lnTo>
                  <a:pt x="894563" y="55258"/>
                </a:lnTo>
                <a:lnTo>
                  <a:pt x="894563" y="29731"/>
                </a:lnTo>
                <a:cubicBezTo>
                  <a:pt x="894563" y="26632"/>
                  <a:pt x="893928" y="24270"/>
                  <a:pt x="892658" y="22644"/>
                </a:cubicBezTo>
                <a:cubicBezTo>
                  <a:pt x="891388" y="21019"/>
                  <a:pt x="889229" y="20206"/>
                  <a:pt x="886308" y="20206"/>
                </a:cubicBezTo>
                <a:cubicBezTo>
                  <a:pt x="884149" y="20206"/>
                  <a:pt x="882371" y="20663"/>
                  <a:pt x="880720" y="21590"/>
                </a:cubicBezTo>
                <a:cubicBezTo>
                  <a:pt x="879196" y="22505"/>
                  <a:pt x="877926" y="23838"/>
                  <a:pt x="877164" y="25603"/>
                </a:cubicBezTo>
                <a:cubicBezTo>
                  <a:pt x="876275" y="27369"/>
                  <a:pt x="875767" y="29477"/>
                  <a:pt x="875767" y="31928"/>
                </a:cubicBezTo>
                <a:lnTo>
                  <a:pt x="875767" y="55258"/>
                </a:lnTo>
                <a:lnTo>
                  <a:pt x="869163" y="55258"/>
                </a:lnTo>
                <a:lnTo>
                  <a:pt x="869163" y="15037"/>
                </a:lnTo>
                <a:close/>
                <a:moveTo>
                  <a:pt x="929615" y="56007"/>
                </a:moveTo>
                <a:cubicBezTo>
                  <a:pt x="925551" y="56007"/>
                  <a:pt x="921995" y="55207"/>
                  <a:pt x="918947" y="53607"/>
                </a:cubicBezTo>
                <a:cubicBezTo>
                  <a:pt x="915899" y="52007"/>
                  <a:pt x="913486" y="49632"/>
                  <a:pt x="911835" y="46495"/>
                </a:cubicBezTo>
                <a:cubicBezTo>
                  <a:pt x="910184" y="43358"/>
                  <a:pt x="909422" y="39574"/>
                  <a:pt x="909422" y="35128"/>
                </a:cubicBezTo>
                <a:cubicBezTo>
                  <a:pt x="909422" y="30633"/>
                  <a:pt x="910311" y="26822"/>
                  <a:pt x="911962" y="23685"/>
                </a:cubicBezTo>
                <a:cubicBezTo>
                  <a:pt x="913740" y="20549"/>
                  <a:pt x="916153" y="18186"/>
                  <a:pt x="919074" y="16612"/>
                </a:cubicBezTo>
                <a:cubicBezTo>
                  <a:pt x="921995" y="15037"/>
                  <a:pt x="925297" y="14250"/>
                  <a:pt x="928853" y="14250"/>
                </a:cubicBezTo>
                <a:cubicBezTo>
                  <a:pt x="932917" y="14250"/>
                  <a:pt x="936346" y="15202"/>
                  <a:pt x="938886" y="17107"/>
                </a:cubicBezTo>
                <a:cubicBezTo>
                  <a:pt x="941553" y="19000"/>
                  <a:pt x="943458" y="21425"/>
                  <a:pt x="944601" y="24371"/>
                </a:cubicBezTo>
                <a:cubicBezTo>
                  <a:pt x="945871" y="27331"/>
                  <a:pt x="946379" y="30429"/>
                  <a:pt x="946379" y="33681"/>
                </a:cubicBezTo>
                <a:cubicBezTo>
                  <a:pt x="946379" y="34798"/>
                  <a:pt x="946379" y="35840"/>
                  <a:pt x="946252" y="36805"/>
                </a:cubicBezTo>
                <a:lnTo>
                  <a:pt x="916407" y="36805"/>
                </a:lnTo>
                <a:cubicBezTo>
                  <a:pt x="916661" y="41199"/>
                  <a:pt x="917931" y="44539"/>
                  <a:pt x="920090" y="46851"/>
                </a:cubicBezTo>
                <a:cubicBezTo>
                  <a:pt x="922376" y="49149"/>
                  <a:pt x="925551" y="50305"/>
                  <a:pt x="929615" y="50305"/>
                </a:cubicBezTo>
                <a:cubicBezTo>
                  <a:pt x="932155" y="50305"/>
                  <a:pt x="934187" y="49936"/>
                  <a:pt x="935965" y="49188"/>
                </a:cubicBezTo>
                <a:cubicBezTo>
                  <a:pt x="937743" y="48451"/>
                  <a:pt x="939394" y="47219"/>
                  <a:pt x="940791" y="45504"/>
                </a:cubicBezTo>
                <a:lnTo>
                  <a:pt x="944982" y="49670"/>
                </a:lnTo>
                <a:cubicBezTo>
                  <a:pt x="943712" y="51168"/>
                  <a:pt x="942315" y="52375"/>
                  <a:pt x="940791" y="53302"/>
                </a:cubicBezTo>
                <a:cubicBezTo>
                  <a:pt x="939267" y="54229"/>
                  <a:pt x="937743" y="54915"/>
                  <a:pt x="935838" y="55347"/>
                </a:cubicBezTo>
                <a:cubicBezTo>
                  <a:pt x="934060" y="55779"/>
                  <a:pt x="932028" y="56007"/>
                  <a:pt x="929615" y="56007"/>
                </a:cubicBezTo>
                <a:close/>
                <a:moveTo>
                  <a:pt x="939648" y="31636"/>
                </a:moveTo>
                <a:cubicBezTo>
                  <a:pt x="939267" y="27763"/>
                  <a:pt x="938124" y="24854"/>
                  <a:pt x="936219" y="22911"/>
                </a:cubicBezTo>
                <a:cubicBezTo>
                  <a:pt x="934314" y="20955"/>
                  <a:pt x="931774" y="19990"/>
                  <a:pt x="928599" y="19990"/>
                </a:cubicBezTo>
                <a:cubicBezTo>
                  <a:pt x="926440" y="19990"/>
                  <a:pt x="924662" y="20422"/>
                  <a:pt x="922884" y="21286"/>
                </a:cubicBezTo>
                <a:cubicBezTo>
                  <a:pt x="921233" y="22149"/>
                  <a:pt x="919836" y="23457"/>
                  <a:pt x="918820" y="25197"/>
                </a:cubicBezTo>
                <a:cubicBezTo>
                  <a:pt x="917677" y="26924"/>
                  <a:pt x="916915" y="29070"/>
                  <a:pt x="916661" y="31636"/>
                </a:cubicBezTo>
                <a:lnTo>
                  <a:pt x="939648" y="31636"/>
                </a:lnTo>
                <a:close/>
                <a:moveTo>
                  <a:pt x="954507" y="15037"/>
                </a:moveTo>
                <a:lnTo>
                  <a:pt x="960857" y="15037"/>
                </a:lnTo>
                <a:lnTo>
                  <a:pt x="960857" y="23635"/>
                </a:lnTo>
                <a:lnTo>
                  <a:pt x="960984" y="23635"/>
                </a:lnTo>
                <a:cubicBezTo>
                  <a:pt x="961746" y="20333"/>
                  <a:pt x="962889" y="17945"/>
                  <a:pt x="964540" y="16472"/>
                </a:cubicBezTo>
                <a:cubicBezTo>
                  <a:pt x="966064" y="14999"/>
                  <a:pt x="968096" y="14250"/>
                  <a:pt x="970509" y="14250"/>
                </a:cubicBezTo>
                <a:cubicBezTo>
                  <a:pt x="971144" y="14250"/>
                  <a:pt x="971652" y="14288"/>
                  <a:pt x="972287" y="14364"/>
                </a:cubicBezTo>
                <a:cubicBezTo>
                  <a:pt x="972795" y="14440"/>
                  <a:pt x="973303" y="14529"/>
                  <a:pt x="973684" y="14631"/>
                </a:cubicBezTo>
                <a:lnTo>
                  <a:pt x="973684" y="21210"/>
                </a:lnTo>
                <a:cubicBezTo>
                  <a:pt x="973303" y="21095"/>
                  <a:pt x="972795" y="20993"/>
                  <a:pt x="972160" y="20917"/>
                </a:cubicBezTo>
                <a:cubicBezTo>
                  <a:pt x="971525" y="20841"/>
                  <a:pt x="970890" y="20803"/>
                  <a:pt x="970382" y="20803"/>
                </a:cubicBezTo>
                <a:cubicBezTo>
                  <a:pt x="967080" y="20803"/>
                  <a:pt x="964667" y="21946"/>
                  <a:pt x="963270" y="24244"/>
                </a:cubicBezTo>
                <a:cubicBezTo>
                  <a:pt x="961873" y="26543"/>
                  <a:pt x="961111" y="29896"/>
                  <a:pt x="961111" y="34316"/>
                </a:cubicBezTo>
                <a:lnTo>
                  <a:pt x="961111" y="55258"/>
                </a:lnTo>
                <a:lnTo>
                  <a:pt x="954507" y="55258"/>
                </a:lnTo>
                <a:lnTo>
                  <a:pt x="954507" y="15037"/>
                </a:lnTo>
                <a:close/>
                <a:moveTo>
                  <a:pt x="992988" y="56007"/>
                </a:moveTo>
                <a:cubicBezTo>
                  <a:pt x="986130" y="56007"/>
                  <a:pt x="980669" y="53899"/>
                  <a:pt x="976859" y="49670"/>
                </a:cubicBezTo>
                <a:lnTo>
                  <a:pt x="981177" y="45403"/>
                </a:lnTo>
                <a:cubicBezTo>
                  <a:pt x="982955" y="47257"/>
                  <a:pt x="984733" y="48565"/>
                  <a:pt x="986638" y="49327"/>
                </a:cubicBezTo>
                <a:cubicBezTo>
                  <a:pt x="988416" y="50076"/>
                  <a:pt x="990575" y="50457"/>
                  <a:pt x="992988" y="50457"/>
                </a:cubicBezTo>
                <a:cubicBezTo>
                  <a:pt x="995401" y="50457"/>
                  <a:pt x="997433" y="50000"/>
                  <a:pt x="999084" y="49099"/>
                </a:cubicBezTo>
                <a:cubicBezTo>
                  <a:pt x="1000735" y="48197"/>
                  <a:pt x="1001624" y="46711"/>
                  <a:pt x="1001624" y="44653"/>
                </a:cubicBezTo>
                <a:cubicBezTo>
                  <a:pt x="1001624" y="43193"/>
                  <a:pt x="1001243" y="41999"/>
                  <a:pt x="1000354" y="41097"/>
                </a:cubicBezTo>
                <a:cubicBezTo>
                  <a:pt x="999592" y="40196"/>
                  <a:pt x="998449" y="39484"/>
                  <a:pt x="997179" y="38964"/>
                </a:cubicBezTo>
                <a:cubicBezTo>
                  <a:pt x="995909" y="38443"/>
                  <a:pt x="993877" y="37833"/>
                  <a:pt x="991464" y="37135"/>
                </a:cubicBezTo>
                <a:cubicBezTo>
                  <a:pt x="988924" y="36424"/>
                  <a:pt x="986765" y="35649"/>
                  <a:pt x="984987" y="34837"/>
                </a:cubicBezTo>
                <a:cubicBezTo>
                  <a:pt x="983209" y="34011"/>
                  <a:pt x="981685" y="32842"/>
                  <a:pt x="980542" y="31318"/>
                </a:cubicBezTo>
                <a:cubicBezTo>
                  <a:pt x="979272" y="29794"/>
                  <a:pt x="978764" y="27839"/>
                  <a:pt x="978764" y="25451"/>
                </a:cubicBezTo>
                <a:cubicBezTo>
                  <a:pt x="978764" y="23076"/>
                  <a:pt x="979272" y="21044"/>
                  <a:pt x="980415" y="19355"/>
                </a:cubicBezTo>
                <a:cubicBezTo>
                  <a:pt x="981685" y="17666"/>
                  <a:pt x="983336" y="16396"/>
                  <a:pt x="985495" y="15532"/>
                </a:cubicBezTo>
                <a:cubicBezTo>
                  <a:pt x="987527" y="14681"/>
                  <a:pt x="990067" y="14250"/>
                  <a:pt x="992861" y="14250"/>
                </a:cubicBezTo>
                <a:cubicBezTo>
                  <a:pt x="995655" y="14250"/>
                  <a:pt x="998195" y="14707"/>
                  <a:pt x="1000735" y="15608"/>
                </a:cubicBezTo>
                <a:cubicBezTo>
                  <a:pt x="1003275" y="16523"/>
                  <a:pt x="1005307" y="17844"/>
                  <a:pt x="1006958" y="19571"/>
                </a:cubicBezTo>
                <a:lnTo>
                  <a:pt x="1002767" y="23851"/>
                </a:lnTo>
                <a:cubicBezTo>
                  <a:pt x="1000100" y="21222"/>
                  <a:pt x="996798" y="19914"/>
                  <a:pt x="992861" y="19914"/>
                </a:cubicBezTo>
                <a:cubicBezTo>
                  <a:pt x="990448" y="19914"/>
                  <a:pt x="988670" y="20346"/>
                  <a:pt x="987273" y="21210"/>
                </a:cubicBezTo>
                <a:cubicBezTo>
                  <a:pt x="985876" y="22085"/>
                  <a:pt x="985241" y="23394"/>
                  <a:pt x="985241" y="25159"/>
                </a:cubicBezTo>
                <a:cubicBezTo>
                  <a:pt x="985241" y="26327"/>
                  <a:pt x="985622" y="27293"/>
                  <a:pt x="986384" y="28055"/>
                </a:cubicBezTo>
                <a:cubicBezTo>
                  <a:pt x="987273" y="28829"/>
                  <a:pt x="988289" y="29464"/>
                  <a:pt x="989686" y="29973"/>
                </a:cubicBezTo>
                <a:cubicBezTo>
                  <a:pt x="990956" y="30480"/>
                  <a:pt x="992861" y="31090"/>
                  <a:pt x="995401" y="31776"/>
                </a:cubicBezTo>
                <a:cubicBezTo>
                  <a:pt x="997941" y="32500"/>
                  <a:pt x="1000100" y="33262"/>
                  <a:pt x="1001878" y="34049"/>
                </a:cubicBezTo>
                <a:cubicBezTo>
                  <a:pt x="1003529" y="34849"/>
                  <a:pt x="1005053" y="36055"/>
                  <a:pt x="1006323" y="37681"/>
                </a:cubicBezTo>
                <a:cubicBezTo>
                  <a:pt x="1007466" y="39307"/>
                  <a:pt x="1008101" y="41453"/>
                  <a:pt x="1008101" y="44133"/>
                </a:cubicBezTo>
                <a:cubicBezTo>
                  <a:pt x="1008101" y="46610"/>
                  <a:pt x="1007466" y="48743"/>
                  <a:pt x="1006196" y="50533"/>
                </a:cubicBezTo>
                <a:cubicBezTo>
                  <a:pt x="1004926" y="52312"/>
                  <a:pt x="1003148" y="53670"/>
                  <a:pt x="1000862" y="54611"/>
                </a:cubicBezTo>
                <a:cubicBezTo>
                  <a:pt x="998576" y="55538"/>
                  <a:pt x="995909" y="56007"/>
                  <a:pt x="992988" y="56007"/>
                </a:cubicBezTo>
                <a:close/>
                <a:moveTo>
                  <a:pt x="1057250" y="56007"/>
                </a:moveTo>
                <a:cubicBezTo>
                  <a:pt x="1052170" y="56007"/>
                  <a:pt x="1047725" y="54902"/>
                  <a:pt x="1043915" y="52693"/>
                </a:cubicBezTo>
                <a:cubicBezTo>
                  <a:pt x="1039978" y="50483"/>
                  <a:pt x="1037057" y="47334"/>
                  <a:pt x="1034898" y="43256"/>
                </a:cubicBezTo>
                <a:cubicBezTo>
                  <a:pt x="1032739" y="39180"/>
                  <a:pt x="1031596" y="34430"/>
                  <a:pt x="1031596" y="29032"/>
                </a:cubicBezTo>
                <a:cubicBezTo>
                  <a:pt x="1031596" y="23623"/>
                  <a:pt x="1032739" y="18885"/>
                  <a:pt x="1034898" y="14808"/>
                </a:cubicBezTo>
                <a:cubicBezTo>
                  <a:pt x="1037057" y="10744"/>
                  <a:pt x="1039978" y="7595"/>
                  <a:pt x="1043915" y="5385"/>
                </a:cubicBezTo>
                <a:cubicBezTo>
                  <a:pt x="1047725" y="3163"/>
                  <a:pt x="1052170" y="2045"/>
                  <a:pt x="1057250" y="2045"/>
                </a:cubicBezTo>
                <a:cubicBezTo>
                  <a:pt x="1062203" y="2045"/>
                  <a:pt x="1066648" y="3163"/>
                  <a:pt x="1070458" y="5385"/>
                </a:cubicBezTo>
                <a:cubicBezTo>
                  <a:pt x="1074395" y="7595"/>
                  <a:pt x="1077443" y="10744"/>
                  <a:pt x="1079602" y="14808"/>
                </a:cubicBezTo>
                <a:cubicBezTo>
                  <a:pt x="1081761" y="18885"/>
                  <a:pt x="1082777" y="23623"/>
                  <a:pt x="1082777" y="29032"/>
                </a:cubicBezTo>
                <a:cubicBezTo>
                  <a:pt x="1082777" y="34430"/>
                  <a:pt x="1081761" y="39180"/>
                  <a:pt x="1079602" y="43256"/>
                </a:cubicBezTo>
                <a:cubicBezTo>
                  <a:pt x="1077443" y="47334"/>
                  <a:pt x="1074395" y="50483"/>
                  <a:pt x="1070458" y="52693"/>
                </a:cubicBezTo>
                <a:cubicBezTo>
                  <a:pt x="1066648" y="54902"/>
                  <a:pt x="1062203" y="56007"/>
                  <a:pt x="1057250" y="56007"/>
                </a:cubicBezTo>
                <a:close/>
                <a:moveTo>
                  <a:pt x="1038835" y="29032"/>
                </a:moveTo>
                <a:cubicBezTo>
                  <a:pt x="1038835" y="33198"/>
                  <a:pt x="1039597" y="36818"/>
                  <a:pt x="1040994" y="39891"/>
                </a:cubicBezTo>
                <a:cubicBezTo>
                  <a:pt x="1042518" y="42964"/>
                  <a:pt x="1044677" y="45327"/>
                  <a:pt x="1047471" y="46978"/>
                </a:cubicBezTo>
                <a:cubicBezTo>
                  <a:pt x="1050138" y="48629"/>
                  <a:pt x="1053440" y="49454"/>
                  <a:pt x="1057250" y="49454"/>
                </a:cubicBezTo>
                <a:cubicBezTo>
                  <a:pt x="1060933" y="49454"/>
                  <a:pt x="1064235" y="48629"/>
                  <a:pt x="1066902" y="46978"/>
                </a:cubicBezTo>
                <a:cubicBezTo>
                  <a:pt x="1069696" y="45327"/>
                  <a:pt x="1071855" y="42964"/>
                  <a:pt x="1073379" y="39891"/>
                </a:cubicBezTo>
                <a:cubicBezTo>
                  <a:pt x="1074776" y="36818"/>
                  <a:pt x="1075538" y="33198"/>
                  <a:pt x="1075538" y="29032"/>
                </a:cubicBezTo>
                <a:cubicBezTo>
                  <a:pt x="1075538" y="24854"/>
                  <a:pt x="1074776" y="21248"/>
                  <a:pt x="1073379" y="18174"/>
                </a:cubicBezTo>
                <a:cubicBezTo>
                  <a:pt x="1071855" y="15113"/>
                  <a:pt x="1069696" y="12764"/>
                  <a:pt x="1066902" y="11112"/>
                </a:cubicBezTo>
                <a:cubicBezTo>
                  <a:pt x="1064235" y="9461"/>
                  <a:pt x="1060933" y="8636"/>
                  <a:pt x="1057250" y="8636"/>
                </a:cubicBezTo>
                <a:cubicBezTo>
                  <a:pt x="1053440" y="8636"/>
                  <a:pt x="1050138" y="9461"/>
                  <a:pt x="1047471" y="11112"/>
                </a:cubicBezTo>
                <a:cubicBezTo>
                  <a:pt x="1044677" y="12764"/>
                  <a:pt x="1042518" y="15113"/>
                  <a:pt x="1040994" y="18174"/>
                </a:cubicBezTo>
                <a:cubicBezTo>
                  <a:pt x="1039597" y="21248"/>
                  <a:pt x="1038835" y="24854"/>
                  <a:pt x="1038835" y="29032"/>
                </a:cubicBezTo>
                <a:close/>
                <a:moveTo>
                  <a:pt x="1091667" y="15037"/>
                </a:moveTo>
                <a:lnTo>
                  <a:pt x="1098017" y="15037"/>
                </a:lnTo>
                <a:lnTo>
                  <a:pt x="1098017" y="23406"/>
                </a:lnTo>
                <a:lnTo>
                  <a:pt x="1098144" y="23406"/>
                </a:lnTo>
                <a:cubicBezTo>
                  <a:pt x="1099160" y="20803"/>
                  <a:pt x="1100684" y="18631"/>
                  <a:pt x="1102716" y="16879"/>
                </a:cubicBezTo>
                <a:cubicBezTo>
                  <a:pt x="1104748" y="15126"/>
                  <a:pt x="1107542" y="14250"/>
                  <a:pt x="1111225" y="14250"/>
                </a:cubicBezTo>
                <a:cubicBezTo>
                  <a:pt x="1114019" y="14250"/>
                  <a:pt x="1116305" y="14834"/>
                  <a:pt x="1118210" y="16002"/>
                </a:cubicBezTo>
                <a:cubicBezTo>
                  <a:pt x="1120115" y="17171"/>
                  <a:pt x="1121512" y="18821"/>
                  <a:pt x="1122401" y="20955"/>
                </a:cubicBezTo>
                <a:cubicBezTo>
                  <a:pt x="1123290" y="23089"/>
                  <a:pt x="1123798" y="25578"/>
                  <a:pt x="1123798" y="28435"/>
                </a:cubicBezTo>
                <a:lnTo>
                  <a:pt x="1123798" y="55258"/>
                </a:lnTo>
                <a:lnTo>
                  <a:pt x="1117067" y="55258"/>
                </a:lnTo>
                <a:lnTo>
                  <a:pt x="1117067" y="29731"/>
                </a:lnTo>
                <a:cubicBezTo>
                  <a:pt x="1117067" y="26632"/>
                  <a:pt x="1116432" y="24270"/>
                  <a:pt x="1115162" y="22644"/>
                </a:cubicBezTo>
                <a:cubicBezTo>
                  <a:pt x="1113892" y="21019"/>
                  <a:pt x="1111733" y="20206"/>
                  <a:pt x="1108812" y="20206"/>
                </a:cubicBezTo>
                <a:cubicBezTo>
                  <a:pt x="1106653" y="20206"/>
                  <a:pt x="1104875" y="20663"/>
                  <a:pt x="1103224" y="21590"/>
                </a:cubicBezTo>
                <a:cubicBezTo>
                  <a:pt x="1101700" y="22505"/>
                  <a:pt x="1100430" y="23838"/>
                  <a:pt x="1099668" y="25603"/>
                </a:cubicBezTo>
                <a:cubicBezTo>
                  <a:pt x="1098779" y="27369"/>
                  <a:pt x="1098271" y="29477"/>
                  <a:pt x="1098271" y="31928"/>
                </a:cubicBezTo>
                <a:lnTo>
                  <a:pt x="1098271" y="55258"/>
                </a:lnTo>
                <a:lnTo>
                  <a:pt x="1091667" y="55258"/>
                </a:lnTo>
                <a:lnTo>
                  <a:pt x="1091667" y="15037"/>
                </a:lnTo>
                <a:close/>
                <a:moveTo>
                  <a:pt x="1143229" y="55855"/>
                </a:moveTo>
                <a:cubicBezTo>
                  <a:pt x="1141070" y="55855"/>
                  <a:pt x="1139292" y="55487"/>
                  <a:pt x="1137895" y="54776"/>
                </a:cubicBezTo>
                <a:cubicBezTo>
                  <a:pt x="1136498" y="54052"/>
                  <a:pt x="1135609" y="52984"/>
                  <a:pt x="1134974" y="51550"/>
                </a:cubicBezTo>
                <a:cubicBezTo>
                  <a:pt x="1134339" y="50127"/>
                  <a:pt x="1133958" y="48311"/>
                  <a:pt x="1133958" y="46101"/>
                </a:cubicBezTo>
                <a:lnTo>
                  <a:pt x="1133958" y="0"/>
                </a:lnTo>
                <a:lnTo>
                  <a:pt x="1140689" y="0"/>
                </a:lnTo>
                <a:lnTo>
                  <a:pt x="1140689" y="45060"/>
                </a:lnTo>
                <a:cubicBezTo>
                  <a:pt x="1140689" y="46304"/>
                  <a:pt x="1140816" y="47257"/>
                  <a:pt x="1141070" y="47930"/>
                </a:cubicBezTo>
                <a:cubicBezTo>
                  <a:pt x="1141324" y="48603"/>
                  <a:pt x="1141705" y="49073"/>
                  <a:pt x="1142213" y="49365"/>
                </a:cubicBezTo>
                <a:cubicBezTo>
                  <a:pt x="1142721" y="49644"/>
                  <a:pt x="1143483" y="49785"/>
                  <a:pt x="1144499" y="49785"/>
                </a:cubicBezTo>
                <a:cubicBezTo>
                  <a:pt x="1145134" y="49785"/>
                  <a:pt x="1145769" y="49733"/>
                  <a:pt x="1146404" y="49644"/>
                </a:cubicBezTo>
                <a:cubicBezTo>
                  <a:pt x="1147039" y="49543"/>
                  <a:pt x="1147547" y="49429"/>
                  <a:pt x="1148055" y="49302"/>
                </a:cubicBezTo>
                <a:lnTo>
                  <a:pt x="1148055" y="55258"/>
                </a:lnTo>
                <a:cubicBezTo>
                  <a:pt x="1147420" y="55461"/>
                  <a:pt x="1146658" y="55601"/>
                  <a:pt x="1145896" y="55703"/>
                </a:cubicBezTo>
                <a:cubicBezTo>
                  <a:pt x="1145007" y="55804"/>
                  <a:pt x="1144118" y="55855"/>
                  <a:pt x="1143229" y="55855"/>
                </a:cubicBezTo>
                <a:close/>
                <a:moveTo>
                  <a:pt x="1155294" y="71857"/>
                </a:moveTo>
                <a:cubicBezTo>
                  <a:pt x="1153897" y="71857"/>
                  <a:pt x="1152373" y="71755"/>
                  <a:pt x="1150976" y="71552"/>
                </a:cubicBezTo>
                <a:lnTo>
                  <a:pt x="1150976" y="65786"/>
                </a:lnTo>
                <a:cubicBezTo>
                  <a:pt x="1151992" y="66078"/>
                  <a:pt x="1153135" y="66231"/>
                  <a:pt x="1154786" y="66231"/>
                </a:cubicBezTo>
                <a:cubicBezTo>
                  <a:pt x="1156310" y="66231"/>
                  <a:pt x="1157580" y="66040"/>
                  <a:pt x="1158469" y="65660"/>
                </a:cubicBezTo>
                <a:cubicBezTo>
                  <a:pt x="1159485" y="65278"/>
                  <a:pt x="1160374" y="64694"/>
                  <a:pt x="1160882" y="63932"/>
                </a:cubicBezTo>
                <a:cubicBezTo>
                  <a:pt x="1161517" y="63157"/>
                  <a:pt x="1162152" y="62129"/>
                  <a:pt x="1162660" y="60833"/>
                </a:cubicBezTo>
                <a:lnTo>
                  <a:pt x="1164819" y="55144"/>
                </a:lnTo>
                <a:lnTo>
                  <a:pt x="1148690" y="15037"/>
                </a:lnTo>
                <a:lnTo>
                  <a:pt x="1155802" y="15037"/>
                </a:lnTo>
                <a:lnTo>
                  <a:pt x="1164438" y="37288"/>
                </a:lnTo>
                <a:cubicBezTo>
                  <a:pt x="1165073" y="39142"/>
                  <a:pt x="1165835" y="41237"/>
                  <a:pt x="1166597" y="43574"/>
                </a:cubicBezTo>
                <a:cubicBezTo>
                  <a:pt x="1167359" y="45910"/>
                  <a:pt x="1167867" y="47282"/>
                  <a:pt x="1167994" y="47702"/>
                </a:cubicBezTo>
                <a:cubicBezTo>
                  <a:pt x="1168121" y="47358"/>
                  <a:pt x="1168629" y="46038"/>
                  <a:pt x="1169391" y="43765"/>
                </a:cubicBezTo>
                <a:cubicBezTo>
                  <a:pt x="1170534" y="40932"/>
                  <a:pt x="1171169" y="39002"/>
                  <a:pt x="1171550" y="37960"/>
                </a:cubicBezTo>
                <a:lnTo>
                  <a:pt x="1179424" y="15037"/>
                </a:lnTo>
                <a:lnTo>
                  <a:pt x="1186536" y="15037"/>
                </a:lnTo>
                <a:lnTo>
                  <a:pt x="1167994" y="63030"/>
                </a:lnTo>
                <a:cubicBezTo>
                  <a:pt x="1167232" y="65088"/>
                  <a:pt x="1166343" y="66752"/>
                  <a:pt x="1165327" y="67996"/>
                </a:cubicBezTo>
                <a:cubicBezTo>
                  <a:pt x="1164438" y="69253"/>
                  <a:pt x="1163041" y="70206"/>
                  <a:pt x="1161517" y="70866"/>
                </a:cubicBezTo>
                <a:cubicBezTo>
                  <a:pt x="1159866" y="71527"/>
                  <a:pt x="1157834" y="71857"/>
                  <a:pt x="1155294" y="71857"/>
                </a:cubicBezTo>
                <a:close/>
              </a:path>
            </a:pathLst>
          </a:custGeom>
          <a:solidFill>
            <a:srgbClr val="000000">
              <a:alpha val="50196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5808" y="-3178"/>
            <a:ext cx="4576191" cy="685622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301" y="2875495"/>
            <a:ext cx="661212" cy="32909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301" y="1976970"/>
            <a:ext cx="661212" cy="32909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9900" y="685800"/>
            <a:ext cx="177800" cy="508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301" y="3858095"/>
            <a:ext cx="661212" cy="329095"/>
          </a:xfrm>
          <a:prstGeom prst="rect">
            <a:avLst/>
          </a:prstGeom>
        </p:spPr>
      </p:pic>
      <p:sp>
        <p:nvSpPr>
          <p:cNvPr id="3" name="Editable text — 7"/>
          <p:cNvSpPr txBox="1"/>
          <p:nvPr/>
        </p:nvSpPr>
        <p:spPr>
          <a:xfrm>
            <a:off x="11564746" y="6546075"/>
            <a:ext cx="127051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sp>
        <p:nvSpPr>
          <p:cNvPr id="4" name="Editable text — PUBLIC"/>
          <p:cNvSpPr txBox="1"/>
          <p:nvPr/>
        </p:nvSpPr>
        <p:spPr>
          <a:xfrm>
            <a:off x="281940" y="6590857"/>
            <a:ext cx="381711" cy="170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6" b="0" i="0" spc="-2">
                <a:solidFill>
                  <a:srgbClr val="000000"/>
                </a:solidFill>
                <a:latin typeface="Arial"/>
              </a:rPr>
              <a:t>PUBLIC</a:t>
            </a:r>
          </a:p>
        </p:txBody>
      </p:sp>
      <p:sp>
        <p:nvSpPr>
          <p:cNvPr id="10" name="Editable text — Autonomous Enterprise and Business AI Platform"/>
          <p:cNvSpPr txBox="1"/>
          <p:nvPr/>
        </p:nvSpPr>
        <p:spPr>
          <a:xfrm>
            <a:off x="1890648" y="1970707"/>
            <a:ext cx="4276144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5">
                <a:solidFill>
                  <a:srgbClr val="000000"/>
                </a:solidFill>
                <a:latin typeface="Arial"/>
              </a:rPr>
              <a:t>Autonomous Enterprise and Business AI Platform</a:t>
            </a:r>
          </a:p>
        </p:txBody>
      </p:sp>
      <p:sp>
        <p:nvSpPr>
          <p:cNvPr id="11" name="Editable text — Business AI Partner Programs"/>
          <p:cNvSpPr txBox="1"/>
          <p:nvPr/>
        </p:nvSpPr>
        <p:spPr>
          <a:xfrm>
            <a:off x="1890648" y="2839641"/>
            <a:ext cx="2624280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5">
                <a:solidFill>
                  <a:srgbClr val="BFBFBF"/>
                </a:solidFill>
                <a:latin typeface="Arial"/>
              </a:rPr>
              <a:t>Business AI Partner Programs</a:t>
            </a:r>
          </a:p>
        </p:txBody>
      </p:sp>
      <p:sp>
        <p:nvSpPr>
          <p:cNvPr id="12" name="Editable text — ▪"/>
          <p:cNvSpPr txBox="1"/>
          <p:nvPr/>
        </p:nvSpPr>
        <p:spPr>
          <a:xfrm>
            <a:off x="1890648" y="3129201"/>
            <a:ext cx="145164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>
                <a:solidFill>
                  <a:srgbClr val="BFBFBF"/>
                </a:solidFill>
                <a:latin typeface="Arial"/>
              </a:rPr>
              <a:t>▪</a:t>
            </a:r>
          </a:p>
        </p:txBody>
      </p:sp>
      <p:sp>
        <p:nvSpPr>
          <p:cNvPr id="13" name="Editable text — SAP Partner-led AI Adoption Incentive"/>
          <p:cNvSpPr txBox="1"/>
          <p:nvPr/>
        </p:nvSpPr>
        <p:spPr>
          <a:xfrm>
            <a:off x="2177160" y="3129201"/>
            <a:ext cx="3051750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8">
                <a:solidFill>
                  <a:srgbClr val="BFBFBF"/>
                </a:solidFill>
                <a:latin typeface="Arial"/>
              </a:rPr>
              <a:t>SAP Partner-led AI Adoption Incentive</a:t>
            </a:r>
          </a:p>
        </p:txBody>
      </p:sp>
      <p:sp>
        <p:nvSpPr>
          <p:cNvPr id="14" name="Editable text — ▪"/>
          <p:cNvSpPr txBox="1"/>
          <p:nvPr/>
        </p:nvSpPr>
        <p:spPr>
          <a:xfrm>
            <a:off x="1890648" y="3418761"/>
            <a:ext cx="145164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>
                <a:solidFill>
                  <a:srgbClr val="BFBFBF"/>
                </a:solidFill>
                <a:latin typeface="Arial"/>
              </a:rPr>
              <a:t>▪</a:t>
            </a:r>
          </a:p>
        </p:txBody>
      </p:sp>
      <p:sp>
        <p:nvSpPr>
          <p:cNvPr id="15" name="Editable text — Partner agent race to SAP TechEd"/>
          <p:cNvSpPr txBox="1"/>
          <p:nvPr/>
        </p:nvSpPr>
        <p:spPr>
          <a:xfrm>
            <a:off x="2177160" y="3418761"/>
            <a:ext cx="2770623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10">
                <a:solidFill>
                  <a:srgbClr val="BFBFBF"/>
                </a:solidFill>
                <a:latin typeface="Arial"/>
              </a:rPr>
              <a:t>Partner agent race to SAP TechEd</a:t>
            </a:r>
          </a:p>
        </p:txBody>
      </p:sp>
      <p:sp>
        <p:nvSpPr>
          <p:cNvPr id="16" name="Editable text — Marketing Assets, Learning &amp; Enablement for Partners"/>
          <p:cNvSpPr txBox="1"/>
          <p:nvPr/>
        </p:nvSpPr>
        <p:spPr>
          <a:xfrm>
            <a:off x="1890648" y="3922062"/>
            <a:ext cx="4661567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5">
                <a:solidFill>
                  <a:srgbClr val="BFBFBF"/>
                </a:solidFill>
                <a:latin typeface="Arial"/>
              </a:rPr>
              <a:t>Marketing Assets, Learning &amp; Enablement for Partners</a:t>
            </a:r>
          </a:p>
        </p:txBody>
      </p:sp>
      <p:sp>
        <p:nvSpPr>
          <p:cNvPr id="17" name="Editable text — Agenda"/>
          <p:cNvSpPr txBox="1"/>
          <p:nvPr/>
        </p:nvSpPr>
        <p:spPr>
          <a:xfrm>
            <a:off x="555955" y="516890"/>
            <a:ext cx="1179677" cy="495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400" b="1" i="0" spc="-2">
                <a:solidFill>
                  <a:srgbClr val="000000"/>
                </a:solidFill>
                <a:latin typeface="Arial"/>
              </a:rPr>
              <a:t>Agenda</a:t>
            </a:r>
          </a:p>
        </p:txBody>
      </p:sp>
      <p:sp>
        <p:nvSpPr>
          <p:cNvPr id="18" name="Editable text — –"/>
          <p:cNvSpPr txBox="1"/>
          <p:nvPr/>
        </p:nvSpPr>
        <p:spPr>
          <a:xfrm>
            <a:off x="1740154" y="516890"/>
            <a:ext cx="248818" cy="495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400" b="1" i="0">
                <a:solidFill>
                  <a:srgbClr val="000000">
                    <a:alpha val="0"/>
                  </a:srgbClr>
                </a:solidFill>
                <a:latin typeface="Arial"/>
              </a:rPr>
              <a:t>–</a:t>
            </a:r>
          </a:p>
        </p:txBody>
      </p:sp>
      <p:sp>
        <p:nvSpPr>
          <p:cNvPr id="19" name="Editable text — Deep Dive"/>
          <p:cNvSpPr txBox="1"/>
          <p:nvPr/>
        </p:nvSpPr>
        <p:spPr>
          <a:xfrm>
            <a:off x="1994661" y="516890"/>
            <a:ext cx="1560372" cy="495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400" b="1" i="0" spc="23">
                <a:solidFill>
                  <a:srgbClr val="000000"/>
                </a:solidFill>
                <a:latin typeface="Arial"/>
              </a:rPr>
              <a:t>Deep Dive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"/>
          <p:cNvSpPr/>
          <p:nvPr/>
        </p:nvSpPr>
        <p:spPr>
          <a:xfrm>
            <a:off x="0" y="0"/>
            <a:ext cx="12195175" cy="6858000"/>
          </a:xfrm>
          <a:custGeom>
            <a:avLst/>
            <a:gdLst/>
            <a:ahLst/>
            <a:cxnLst/>
            <a:rect l="0" t="0" r="r" b="b"/>
            <a:pathLst>
              <a:path w="12195175" h="6858000" fill="norm" stroke="0" extrusionOk="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BF9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Editable vector"/>
          <p:cNvSpPr/>
          <p:nvPr/>
        </p:nvSpPr>
        <p:spPr>
          <a:xfrm>
            <a:off x="506628" y="6582778"/>
            <a:ext cx="1186535" cy="71856"/>
          </a:xfrm>
          <a:custGeom>
            <a:avLst/>
            <a:gdLst/>
            <a:ahLst/>
            <a:cxnLst/>
            <a:rect l="0" t="0" r="r" b="b"/>
            <a:pathLst>
              <a:path w="1186536" h="71857" fill="norm" stroke="0" extrusionOk="0">
                <a:moveTo>
                  <a:pt x="0" y="2832"/>
                </a:moveTo>
                <a:lnTo>
                  <a:pt x="0" y="55258"/>
                </a:lnTo>
                <a:lnTo>
                  <a:pt x="7074" y="55258"/>
                </a:lnTo>
                <a:lnTo>
                  <a:pt x="7074" y="2832"/>
                </a:lnTo>
                <a:close/>
                <a:moveTo>
                  <a:pt x="19812" y="2832"/>
                </a:moveTo>
                <a:lnTo>
                  <a:pt x="28181" y="2832"/>
                </a:lnTo>
                <a:lnTo>
                  <a:pt x="54712" y="47410"/>
                </a:lnTo>
                <a:cubicBezTo>
                  <a:pt x="54661" y="46266"/>
                  <a:pt x="54610" y="44717"/>
                  <a:pt x="54572" y="42761"/>
                </a:cubicBezTo>
                <a:cubicBezTo>
                  <a:pt x="54521" y="40793"/>
                  <a:pt x="54496" y="38862"/>
                  <a:pt x="54496" y="36957"/>
                </a:cubicBezTo>
                <a:lnTo>
                  <a:pt x="54496" y="2832"/>
                </a:lnTo>
                <a:lnTo>
                  <a:pt x="60820" y="2832"/>
                </a:lnTo>
                <a:lnTo>
                  <a:pt x="60820" y="55258"/>
                </a:lnTo>
                <a:lnTo>
                  <a:pt x="52108" y="55258"/>
                </a:lnTo>
                <a:lnTo>
                  <a:pt x="25921" y="11202"/>
                </a:lnTo>
                <a:cubicBezTo>
                  <a:pt x="25972" y="12345"/>
                  <a:pt x="26010" y="13894"/>
                  <a:pt x="26060" y="15837"/>
                </a:cubicBezTo>
                <a:cubicBezTo>
                  <a:pt x="26111" y="17780"/>
                  <a:pt x="26137" y="19724"/>
                  <a:pt x="26137" y="21654"/>
                </a:cubicBezTo>
                <a:lnTo>
                  <a:pt x="26137" y="55258"/>
                </a:lnTo>
                <a:lnTo>
                  <a:pt x="19812" y="55258"/>
                </a:lnTo>
                <a:lnTo>
                  <a:pt x="19812" y="2832"/>
                </a:lnTo>
                <a:close/>
                <a:moveTo>
                  <a:pt x="84125" y="9385"/>
                </a:moveTo>
                <a:lnTo>
                  <a:pt x="67653" y="9385"/>
                </a:lnTo>
                <a:lnTo>
                  <a:pt x="67653" y="2832"/>
                </a:lnTo>
                <a:lnTo>
                  <a:pt x="107683" y="2832"/>
                </a:lnTo>
                <a:lnTo>
                  <a:pt x="107683" y="9385"/>
                </a:lnTo>
                <a:lnTo>
                  <a:pt x="91199" y="9385"/>
                </a:lnTo>
                <a:lnTo>
                  <a:pt x="91199" y="55258"/>
                </a:lnTo>
                <a:lnTo>
                  <a:pt x="84125" y="55258"/>
                </a:lnTo>
                <a:lnTo>
                  <a:pt x="84125" y="9385"/>
                </a:lnTo>
                <a:close/>
                <a:moveTo>
                  <a:pt x="114300" y="2832"/>
                </a:moveTo>
                <a:lnTo>
                  <a:pt x="147980" y="2832"/>
                </a:lnTo>
                <a:lnTo>
                  <a:pt x="147980" y="9385"/>
                </a:lnTo>
                <a:lnTo>
                  <a:pt x="121374" y="9385"/>
                </a:lnTo>
                <a:lnTo>
                  <a:pt x="121374" y="25083"/>
                </a:lnTo>
                <a:lnTo>
                  <a:pt x="145783" y="25083"/>
                </a:lnTo>
                <a:lnTo>
                  <a:pt x="145783" y="31483"/>
                </a:lnTo>
                <a:lnTo>
                  <a:pt x="121374" y="31483"/>
                </a:lnTo>
                <a:lnTo>
                  <a:pt x="121374" y="48705"/>
                </a:lnTo>
                <a:lnTo>
                  <a:pt x="149504" y="48705"/>
                </a:lnTo>
                <a:lnTo>
                  <a:pt x="149504" y="55258"/>
                </a:lnTo>
                <a:lnTo>
                  <a:pt x="114300" y="55258"/>
                </a:lnTo>
                <a:lnTo>
                  <a:pt x="114300" y="2832"/>
                </a:lnTo>
                <a:close/>
                <a:moveTo>
                  <a:pt x="158496" y="2832"/>
                </a:moveTo>
                <a:lnTo>
                  <a:pt x="178626" y="2832"/>
                </a:lnTo>
                <a:cubicBezTo>
                  <a:pt x="182550" y="2832"/>
                  <a:pt x="185877" y="3442"/>
                  <a:pt x="188633" y="4674"/>
                </a:cubicBezTo>
                <a:cubicBezTo>
                  <a:pt x="191389" y="5906"/>
                  <a:pt x="193485" y="7671"/>
                  <a:pt x="194907" y="9996"/>
                </a:cubicBezTo>
                <a:cubicBezTo>
                  <a:pt x="196329" y="12319"/>
                  <a:pt x="197041" y="15088"/>
                  <a:pt x="197041" y="18314"/>
                </a:cubicBezTo>
                <a:cubicBezTo>
                  <a:pt x="197041" y="20613"/>
                  <a:pt x="196596" y="22797"/>
                  <a:pt x="195707" y="24854"/>
                </a:cubicBezTo>
                <a:cubicBezTo>
                  <a:pt x="194818" y="26912"/>
                  <a:pt x="193408" y="28702"/>
                  <a:pt x="191478" y="30214"/>
                </a:cubicBezTo>
                <a:cubicBezTo>
                  <a:pt x="189560" y="31725"/>
                  <a:pt x="187122" y="32766"/>
                  <a:pt x="184175" y="33338"/>
                </a:cubicBezTo>
                <a:lnTo>
                  <a:pt x="199200" y="55258"/>
                </a:lnTo>
                <a:lnTo>
                  <a:pt x="190944" y="55258"/>
                </a:lnTo>
                <a:lnTo>
                  <a:pt x="177254" y="34240"/>
                </a:lnTo>
                <a:lnTo>
                  <a:pt x="165570" y="34240"/>
                </a:lnTo>
                <a:lnTo>
                  <a:pt x="165570" y="55258"/>
                </a:lnTo>
                <a:lnTo>
                  <a:pt x="158496" y="55258"/>
                </a:lnTo>
                <a:lnTo>
                  <a:pt x="158496" y="2832"/>
                </a:lnTo>
                <a:close/>
                <a:moveTo>
                  <a:pt x="178143" y="27915"/>
                </a:moveTo>
                <a:cubicBezTo>
                  <a:pt x="180797" y="27915"/>
                  <a:pt x="183007" y="27496"/>
                  <a:pt x="184785" y="26657"/>
                </a:cubicBezTo>
                <a:cubicBezTo>
                  <a:pt x="186563" y="25832"/>
                  <a:pt x="187871" y="24702"/>
                  <a:pt x="188709" y="23279"/>
                </a:cubicBezTo>
                <a:cubicBezTo>
                  <a:pt x="189548" y="21857"/>
                  <a:pt x="189979" y="20219"/>
                  <a:pt x="189979" y="18390"/>
                </a:cubicBezTo>
                <a:cubicBezTo>
                  <a:pt x="189979" y="15380"/>
                  <a:pt x="188925" y="13119"/>
                  <a:pt x="186817" y="11595"/>
                </a:cubicBezTo>
                <a:cubicBezTo>
                  <a:pt x="184709" y="10071"/>
                  <a:pt x="181712" y="9310"/>
                  <a:pt x="177851" y="9310"/>
                </a:cubicBezTo>
                <a:lnTo>
                  <a:pt x="165570" y="9310"/>
                </a:lnTo>
                <a:lnTo>
                  <a:pt x="165570" y="27915"/>
                </a:lnTo>
                <a:lnTo>
                  <a:pt x="178143" y="27915"/>
                </a:lnTo>
                <a:close/>
                <a:moveTo>
                  <a:pt x="207264" y="2832"/>
                </a:moveTo>
                <a:lnTo>
                  <a:pt x="215633" y="2832"/>
                </a:lnTo>
                <a:lnTo>
                  <a:pt x="242164" y="47410"/>
                </a:lnTo>
                <a:cubicBezTo>
                  <a:pt x="242113" y="46266"/>
                  <a:pt x="242062" y="44717"/>
                  <a:pt x="242024" y="42761"/>
                </a:cubicBezTo>
                <a:cubicBezTo>
                  <a:pt x="241973" y="40793"/>
                  <a:pt x="241948" y="38862"/>
                  <a:pt x="241948" y="36957"/>
                </a:cubicBezTo>
                <a:lnTo>
                  <a:pt x="241948" y="2832"/>
                </a:lnTo>
                <a:lnTo>
                  <a:pt x="248272" y="2832"/>
                </a:lnTo>
                <a:lnTo>
                  <a:pt x="248272" y="55258"/>
                </a:lnTo>
                <a:lnTo>
                  <a:pt x="239560" y="55258"/>
                </a:lnTo>
                <a:lnTo>
                  <a:pt x="213373" y="11202"/>
                </a:lnTo>
                <a:cubicBezTo>
                  <a:pt x="213424" y="12345"/>
                  <a:pt x="213462" y="13894"/>
                  <a:pt x="213512" y="15837"/>
                </a:cubicBezTo>
                <a:cubicBezTo>
                  <a:pt x="213563" y="17780"/>
                  <a:pt x="213589" y="19724"/>
                  <a:pt x="213589" y="21654"/>
                </a:cubicBezTo>
                <a:lnTo>
                  <a:pt x="213589" y="55258"/>
                </a:lnTo>
                <a:lnTo>
                  <a:pt x="207264" y="55258"/>
                </a:lnTo>
                <a:lnTo>
                  <a:pt x="207264" y="2832"/>
                </a:lnTo>
                <a:close/>
                <a:moveTo>
                  <a:pt x="274079" y="2832"/>
                </a:moveTo>
                <a:lnTo>
                  <a:pt x="282181" y="2832"/>
                </a:lnTo>
                <a:lnTo>
                  <a:pt x="301904" y="55258"/>
                </a:lnTo>
                <a:lnTo>
                  <a:pt x="294500" y="55258"/>
                </a:lnTo>
                <a:lnTo>
                  <a:pt x="289547" y="41085"/>
                </a:lnTo>
                <a:lnTo>
                  <a:pt x="266560" y="41085"/>
                </a:lnTo>
                <a:lnTo>
                  <a:pt x="261607" y="55258"/>
                </a:lnTo>
                <a:lnTo>
                  <a:pt x="254356" y="55258"/>
                </a:lnTo>
                <a:lnTo>
                  <a:pt x="274079" y="2832"/>
                </a:lnTo>
                <a:close/>
                <a:moveTo>
                  <a:pt x="287401" y="34900"/>
                </a:moveTo>
                <a:lnTo>
                  <a:pt x="281178" y="17158"/>
                </a:lnTo>
                <a:cubicBezTo>
                  <a:pt x="280607" y="15545"/>
                  <a:pt x="280048" y="13932"/>
                  <a:pt x="279489" y="12319"/>
                </a:cubicBezTo>
                <a:cubicBezTo>
                  <a:pt x="278930" y="10706"/>
                  <a:pt x="278448" y="9322"/>
                  <a:pt x="278054" y="8154"/>
                </a:cubicBezTo>
                <a:cubicBezTo>
                  <a:pt x="277660" y="9322"/>
                  <a:pt x="277178" y="10706"/>
                  <a:pt x="276619" y="12319"/>
                </a:cubicBezTo>
                <a:cubicBezTo>
                  <a:pt x="276060" y="13932"/>
                  <a:pt x="275501" y="15545"/>
                  <a:pt x="274930" y="17158"/>
                </a:cubicBezTo>
                <a:lnTo>
                  <a:pt x="268719" y="34900"/>
                </a:lnTo>
                <a:lnTo>
                  <a:pt x="287401" y="34900"/>
                </a:lnTo>
                <a:close/>
                <a:moveTo>
                  <a:pt x="307848" y="2832"/>
                </a:moveTo>
                <a:lnTo>
                  <a:pt x="314922" y="2832"/>
                </a:lnTo>
                <a:lnTo>
                  <a:pt x="314922" y="48705"/>
                </a:lnTo>
                <a:lnTo>
                  <a:pt x="339179" y="48705"/>
                </a:lnTo>
                <a:lnTo>
                  <a:pt x="339179" y="55258"/>
                </a:lnTo>
                <a:lnTo>
                  <a:pt x="307848" y="55258"/>
                </a:lnTo>
                <a:lnTo>
                  <a:pt x="307848" y="2832"/>
                </a:lnTo>
                <a:close/>
                <a:moveTo>
                  <a:pt x="362268" y="32410"/>
                </a:moveTo>
                <a:lnTo>
                  <a:pt x="362268" y="37580"/>
                </a:lnTo>
                <a:lnTo>
                  <a:pt x="404609" y="37580"/>
                </a:lnTo>
                <a:lnTo>
                  <a:pt x="404609" y="32410"/>
                </a:lnTo>
                <a:close/>
                <a:moveTo>
                  <a:pt x="446773" y="56007"/>
                </a:moveTo>
                <a:cubicBezTo>
                  <a:pt x="442481" y="56007"/>
                  <a:pt x="438696" y="55309"/>
                  <a:pt x="435407" y="53911"/>
                </a:cubicBezTo>
                <a:cubicBezTo>
                  <a:pt x="432118" y="52528"/>
                  <a:pt x="429387" y="50432"/>
                  <a:pt x="427203" y="47625"/>
                </a:cubicBezTo>
                <a:lnTo>
                  <a:pt x="432041" y="42787"/>
                </a:lnTo>
                <a:cubicBezTo>
                  <a:pt x="433210" y="44260"/>
                  <a:pt x="434429" y="45492"/>
                  <a:pt x="435724" y="46495"/>
                </a:cubicBezTo>
                <a:cubicBezTo>
                  <a:pt x="437007" y="47498"/>
                  <a:pt x="438556" y="48299"/>
                  <a:pt x="440373" y="48895"/>
                </a:cubicBezTo>
                <a:cubicBezTo>
                  <a:pt x="442189" y="49492"/>
                  <a:pt x="444322" y="49785"/>
                  <a:pt x="446773" y="49785"/>
                </a:cubicBezTo>
                <a:cubicBezTo>
                  <a:pt x="449199" y="49785"/>
                  <a:pt x="451371" y="49479"/>
                  <a:pt x="453288" y="48870"/>
                </a:cubicBezTo>
                <a:cubicBezTo>
                  <a:pt x="455193" y="48273"/>
                  <a:pt x="456705" y="47320"/>
                  <a:pt x="457822" y="46025"/>
                </a:cubicBezTo>
                <a:cubicBezTo>
                  <a:pt x="458940" y="44742"/>
                  <a:pt x="459499" y="43117"/>
                  <a:pt x="459499" y="41161"/>
                </a:cubicBezTo>
                <a:cubicBezTo>
                  <a:pt x="459499" y="39192"/>
                  <a:pt x="458915" y="37605"/>
                  <a:pt x="457746" y="36399"/>
                </a:cubicBezTo>
                <a:cubicBezTo>
                  <a:pt x="456578" y="35179"/>
                  <a:pt x="455104" y="34227"/>
                  <a:pt x="453326" y="33541"/>
                </a:cubicBezTo>
                <a:cubicBezTo>
                  <a:pt x="451536" y="32868"/>
                  <a:pt x="449161" y="32157"/>
                  <a:pt x="446215" y="31407"/>
                </a:cubicBezTo>
                <a:cubicBezTo>
                  <a:pt x="442646" y="30518"/>
                  <a:pt x="439712" y="29579"/>
                  <a:pt x="437439" y="28601"/>
                </a:cubicBezTo>
                <a:cubicBezTo>
                  <a:pt x="435153" y="27623"/>
                  <a:pt x="433222" y="26124"/>
                  <a:pt x="431635" y="24118"/>
                </a:cubicBezTo>
                <a:cubicBezTo>
                  <a:pt x="430047" y="22111"/>
                  <a:pt x="429247" y="19431"/>
                  <a:pt x="429247" y="16078"/>
                </a:cubicBezTo>
                <a:cubicBezTo>
                  <a:pt x="429247" y="12878"/>
                  <a:pt x="430060" y="10237"/>
                  <a:pt x="431660" y="8128"/>
                </a:cubicBezTo>
                <a:cubicBezTo>
                  <a:pt x="433273" y="6033"/>
                  <a:pt x="435458" y="4496"/>
                  <a:pt x="438201" y="3518"/>
                </a:cubicBezTo>
                <a:cubicBezTo>
                  <a:pt x="440931" y="2540"/>
                  <a:pt x="444017" y="2045"/>
                  <a:pt x="447446" y="2045"/>
                </a:cubicBezTo>
                <a:cubicBezTo>
                  <a:pt x="451561" y="2045"/>
                  <a:pt x="455054" y="2718"/>
                  <a:pt x="457937" y="4039"/>
                </a:cubicBezTo>
                <a:cubicBezTo>
                  <a:pt x="460807" y="5373"/>
                  <a:pt x="463220" y="7201"/>
                  <a:pt x="465150" y="9525"/>
                </a:cubicBezTo>
                <a:lnTo>
                  <a:pt x="460426" y="14212"/>
                </a:lnTo>
                <a:cubicBezTo>
                  <a:pt x="458762" y="12306"/>
                  <a:pt x="456870" y="10833"/>
                  <a:pt x="454736" y="9792"/>
                </a:cubicBezTo>
                <a:cubicBezTo>
                  <a:pt x="452603" y="8751"/>
                  <a:pt x="450050" y="8230"/>
                  <a:pt x="447065" y="8230"/>
                </a:cubicBezTo>
                <a:cubicBezTo>
                  <a:pt x="444665" y="8230"/>
                  <a:pt x="442646" y="8560"/>
                  <a:pt x="441007" y="9208"/>
                </a:cubicBezTo>
                <a:cubicBezTo>
                  <a:pt x="439369" y="9868"/>
                  <a:pt x="438150" y="10770"/>
                  <a:pt x="437363" y="11913"/>
                </a:cubicBezTo>
                <a:cubicBezTo>
                  <a:pt x="436562" y="13056"/>
                  <a:pt x="436169" y="14364"/>
                  <a:pt x="436169" y="15850"/>
                </a:cubicBezTo>
                <a:cubicBezTo>
                  <a:pt x="436169" y="17666"/>
                  <a:pt x="436715" y="19139"/>
                  <a:pt x="437820" y="20269"/>
                </a:cubicBezTo>
                <a:cubicBezTo>
                  <a:pt x="438925" y="21387"/>
                  <a:pt x="440309" y="22276"/>
                  <a:pt x="441960" y="22911"/>
                </a:cubicBezTo>
                <a:cubicBezTo>
                  <a:pt x="443598" y="23533"/>
                  <a:pt x="445872" y="24244"/>
                  <a:pt x="448742" y="25006"/>
                </a:cubicBezTo>
                <a:cubicBezTo>
                  <a:pt x="452514" y="25946"/>
                  <a:pt x="455587" y="26912"/>
                  <a:pt x="457949" y="27915"/>
                </a:cubicBezTo>
                <a:cubicBezTo>
                  <a:pt x="460324" y="28905"/>
                  <a:pt x="462343" y="30429"/>
                  <a:pt x="463995" y="32487"/>
                </a:cubicBezTo>
                <a:cubicBezTo>
                  <a:pt x="465658" y="34544"/>
                  <a:pt x="466496" y="37313"/>
                  <a:pt x="466496" y="40780"/>
                </a:cubicBezTo>
                <a:cubicBezTo>
                  <a:pt x="466496" y="43765"/>
                  <a:pt x="465734" y="46393"/>
                  <a:pt x="464223" y="48692"/>
                </a:cubicBezTo>
                <a:cubicBezTo>
                  <a:pt x="462712" y="50991"/>
                  <a:pt x="460477" y="52781"/>
                  <a:pt x="457505" y="54064"/>
                </a:cubicBezTo>
                <a:cubicBezTo>
                  <a:pt x="454546" y="55359"/>
                  <a:pt x="450964" y="56007"/>
                  <a:pt x="446773" y="56007"/>
                </a:cubicBezTo>
                <a:close/>
                <a:moveTo>
                  <a:pt x="488963" y="2832"/>
                </a:moveTo>
                <a:lnTo>
                  <a:pt x="497065" y="2832"/>
                </a:lnTo>
                <a:lnTo>
                  <a:pt x="516788" y="55258"/>
                </a:lnTo>
                <a:lnTo>
                  <a:pt x="509384" y="55258"/>
                </a:lnTo>
                <a:lnTo>
                  <a:pt x="504431" y="41085"/>
                </a:lnTo>
                <a:lnTo>
                  <a:pt x="481444" y="41085"/>
                </a:lnTo>
                <a:lnTo>
                  <a:pt x="476491" y="55258"/>
                </a:lnTo>
                <a:lnTo>
                  <a:pt x="469240" y="55258"/>
                </a:lnTo>
                <a:lnTo>
                  <a:pt x="488963" y="2832"/>
                </a:lnTo>
                <a:close/>
                <a:moveTo>
                  <a:pt x="502285" y="34900"/>
                </a:moveTo>
                <a:lnTo>
                  <a:pt x="496062" y="17158"/>
                </a:lnTo>
                <a:cubicBezTo>
                  <a:pt x="495490" y="15545"/>
                  <a:pt x="494932" y="13932"/>
                  <a:pt x="494373" y="12319"/>
                </a:cubicBezTo>
                <a:cubicBezTo>
                  <a:pt x="493814" y="10706"/>
                  <a:pt x="493332" y="9322"/>
                  <a:pt x="492938" y="8154"/>
                </a:cubicBezTo>
                <a:cubicBezTo>
                  <a:pt x="492544" y="9322"/>
                  <a:pt x="492062" y="10706"/>
                  <a:pt x="491503" y="12319"/>
                </a:cubicBezTo>
                <a:cubicBezTo>
                  <a:pt x="490944" y="13932"/>
                  <a:pt x="490385" y="15545"/>
                  <a:pt x="489814" y="17158"/>
                </a:cubicBezTo>
                <a:lnTo>
                  <a:pt x="483603" y="34900"/>
                </a:lnTo>
                <a:lnTo>
                  <a:pt x="502285" y="34900"/>
                </a:lnTo>
                <a:close/>
                <a:moveTo>
                  <a:pt x="522732" y="2832"/>
                </a:moveTo>
                <a:lnTo>
                  <a:pt x="542531" y="2832"/>
                </a:lnTo>
                <a:cubicBezTo>
                  <a:pt x="546570" y="2832"/>
                  <a:pt x="549974" y="3493"/>
                  <a:pt x="552729" y="4801"/>
                </a:cubicBezTo>
                <a:cubicBezTo>
                  <a:pt x="555473" y="6121"/>
                  <a:pt x="557543" y="7963"/>
                  <a:pt x="558914" y="10351"/>
                </a:cubicBezTo>
                <a:cubicBezTo>
                  <a:pt x="560299" y="12726"/>
                  <a:pt x="560984" y="15532"/>
                  <a:pt x="560984" y="18759"/>
                </a:cubicBezTo>
                <a:cubicBezTo>
                  <a:pt x="560984" y="21908"/>
                  <a:pt x="560299" y="24727"/>
                  <a:pt x="558940" y="27204"/>
                </a:cubicBezTo>
                <a:cubicBezTo>
                  <a:pt x="557568" y="29680"/>
                  <a:pt x="555536" y="31636"/>
                  <a:pt x="552831" y="33058"/>
                </a:cubicBezTo>
                <a:cubicBezTo>
                  <a:pt x="550126" y="34493"/>
                  <a:pt x="546837" y="35205"/>
                  <a:pt x="542938" y="35205"/>
                </a:cubicBezTo>
                <a:lnTo>
                  <a:pt x="529806" y="35205"/>
                </a:lnTo>
                <a:lnTo>
                  <a:pt x="529806" y="55258"/>
                </a:lnTo>
                <a:lnTo>
                  <a:pt x="522732" y="55258"/>
                </a:lnTo>
                <a:lnTo>
                  <a:pt x="522732" y="2832"/>
                </a:lnTo>
                <a:close/>
                <a:moveTo>
                  <a:pt x="541934" y="28804"/>
                </a:moveTo>
                <a:cubicBezTo>
                  <a:pt x="545948" y="28804"/>
                  <a:pt x="548957" y="27953"/>
                  <a:pt x="550939" y="26251"/>
                </a:cubicBezTo>
                <a:cubicBezTo>
                  <a:pt x="552920" y="24550"/>
                  <a:pt x="553911" y="22085"/>
                  <a:pt x="553911" y="18835"/>
                </a:cubicBezTo>
                <a:cubicBezTo>
                  <a:pt x="553911" y="15710"/>
                  <a:pt x="552882" y="13336"/>
                  <a:pt x="550812" y="11723"/>
                </a:cubicBezTo>
                <a:cubicBezTo>
                  <a:pt x="548742" y="10109"/>
                  <a:pt x="545681" y="9310"/>
                  <a:pt x="541630" y="9310"/>
                </a:cubicBezTo>
                <a:lnTo>
                  <a:pt x="529806" y="9310"/>
                </a:lnTo>
                <a:lnTo>
                  <a:pt x="529806" y="28804"/>
                </a:lnTo>
                <a:lnTo>
                  <a:pt x="541934" y="28804"/>
                </a:lnTo>
                <a:close/>
                <a:moveTo>
                  <a:pt x="595973" y="56007"/>
                </a:moveTo>
                <a:cubicBezTo>
                  <a:pt x="593585" y="56007"/>
                  <a:pt x="591464" y="55538"/>
                  <a:pt x="589610" y="54623"/>
                </a:cubicBezTo>
                <a:cubicBezTo>
                  <a:pt x="587743" y="53708"/>
                  <a:pt x="586296" y="52363"/>
                  <a:pt x="585254" y="50610"/>
                </a:cubicBezTo>
                <a:cubicBezTo>
                  <a:pt x="584213" y="48844"/>
                  <a:pt x="583692" y="46736"/>
                  <a:pt x="583692" y="44285"/>
                </a:cubicBezTo>
                <a:cubicBezTo>
                  <a:pt x="583692" y="41275"/>
                  <a:pt x="584479" y="38812"/>
                  <a:pt x="586054" y="36881"/>
                </a:cubicBezTo>
                <a:cubicBezTo>
                  <a:pt x="587629" y="34938"/>
                  <a:pt x="589775" y="33528"/>
                  <a:pt x="592506" y="32652"/>
                </a:cubicBezTo>
                <a:cubicBezTo>
                  <a:pt x="595236" y="31776"/>
                  <a:pt x="598399" y="31331"/>
                  <a:pt x="601993" y="31331"/>
                </a:cubicBezTo>
                <a:lnTo>
                  <a:pt x="609143" y="31331"/>
                </a:lnTo>
                <a:lnTo>
                  <a:pt x="609143" y="28575"/>
                </a:lnTo>
                <a:cubicBezTo>
                  <a:pt x="609143" y="25756"/>
                  <a:pt x="608470" y="23597"/>
                  <a:pt x="607111" y="22123"/>
                </a:cubicBezTo>
                <a:cubicBezTo>
                  <a:pt x="605765" y="20651"/>
                  <a:pt x="603720" y="19914"/>
                  <a:pt x="600989" y="19914"/>
                </a:cubicBezTo>
                <a:cubicBezTo>
                  <a:pt x="598513" y="19914"/>
                  <a:pt x="596354" y="20409"/>
                  <a:pt x="594500" y="21413"/>
                </a:cubicBezTo>
                <a:cubicBezTo>
                  <a:pt x="592658" y="22416"/>
                  <a:pt x="591020" y="23876"/>
                  <a:pt x="589610" y="25794"/>
                </a:cubicBezTo>
                <a:lnTo>
                  <a:pt x="585292" y="21476"/>
                </a:lnTo>
                <a:cubicBezTo>
                  <a:pt x="589305" y="16663"/>
                  <a:pt x="594690" y="14250"/>
                  <a:pt x="601434" y="14250"/>
                </a:cubicBezTo>
                <a:cubicBezTo>
                  <a:pt x="604545" y="14250"/>
                  <a:pt x="607174" y="14846"/>
                  <a:pt x="609333" y="16040"/>
                </a:cubicBezTo>
                <a:cubicBezTo>
                  <a:pt x="611480" y="17234"/>
                  <a:pt x="613105" y="18898"/>
                  <a:pt x="614197" y="21044"/>
                </a:cubicBezTo>
                <a:cubicBezTo>
                  <a:pt x="615290" y="23191"/>
                  <a:pt x="615836" y="25705"/>
                  <a:pt x="615836" y="28575"/>
                </a:cubicBezTo>
                <a:lnTo>
                  <a:pt x="615836" y="55258"/>
                </a:lnTo>
                <a:lnTo>
                  <a:pt x="609435" y="55258"/>
                </a:lnTo>
                <a:lnTo>
                  <a:pt x="609435" y="47778"/>
                </a:lnTo>
                <a:lnTo>
                  <a:pt x="609295" y="47778"/>
                </a:lnTo>
                <a:cubicBezTo>
                  <a:pt x="607949" y="50635"/>
                  <a:pt x="606209" y="52718"/>
                  <a:pt x="604076" y="54026"/>
                </a:cubicBezTo>
                <a:cubicBezTo>
                  <a:pt x="601942" y="55347"/>
                  <a:pt x="599250" y="56007"/>
                  <a:pt x="595973" y="56007"/>
                </a:cubicBezTo>
                <a:close/>
                <a:moveTo>
                  <a:pt x="590614" y="44133"/>
                </a:moveTo>
                <a:cubicBezTo>
                  <a:pt x="590614" y="45403"/>
                  <a:pt x="590893" y="46495"/>
                  <a:pt x="591464" y="47447"/>
                </a:cubicBezTo>
                <a:cubicBezTo>
                  <a:pt x="592036" y="48387"/>
                  <a:pt x="592861" y="49111"/>
                  <a:pt x="593941" y="49619"/>
                </a:cubicBezTo>
                <a:cubicBezTo>
                  <a:pt x="595020" y="50127"/>
                  <a:pt x="596303" y="50381"/>
                  <a:pt x="597789" y="50381"/>
                </a:cubicBezTo>
                <a:cubicBezTo>
                  <a:pt x="600151" y="50381"/>
                  <a:pt x="602183" y="49911"/>
                  <a:pt x="603898" y="48946"/>
                </a:cubicBezTo>
                <a:cubicBezTo>
                  <a:pt x="605612" y="47993"/>
                  <a:pt x="606908" y="46749"/>
                  <a:pt x="607797" y="45187"/>
                </a:cubicBezTo>
                <a:cubicBezTo>
                  <a:pt x="608698" y="43638"/>
                  <a:pt x="609143" y="41999"/>
                  <a:pt x="609143" y="40260"/>
                </a:cubicBezTo>
                <a:lnTo>
                  <a:pt x="609143" y="36361"/>
                </a:lnTo>
                <a:lnTo>
                  <a:pt x="602894" y="36361"/>
                </a:lnTo>
                <a:cubicBezTo>
                  <a:pt x="599199" y="36361"/>
                  <a:pt x="596227" y="36919"/>
                  <a:pt x="593979" y="38050"/>
                </a:cubicBezTo>
                <a:cubicBezTo>
                  <a:pt x="591731" y="39180"/>
                  <a:pt x="590614" y="41199"/>
                  <a:pt x="590614" y="44133"/>
                </a:cubicBezTo>
                <a:close/>
                <a:moveTo>
                  <a:pt x="625285" y="15037"/>
                </a:moveTo>
                <a:lnTo>
                  <a:pt x="631685" y="15037"/>
                </a:lnTo>
                <a:lnTo>
                  <a:pt x="631685" y="23406"/>
                </a:lnTo>
                <a:lnTo>
                  <a:pt x="631838" y="23406"/>
                </a:lnTo>
                <a:cubicBezTo>
                  <a:pt x="632828" y="20803"/>
                  <a:pt x="634340" y="18631"/>
                  <a:pt x="636372" y="16879"/>
                </a:cubicBezTo>
                <a:cubicBezTo>
                  <a:pt x="638404" y="15126"/>
                  <a:pt x="641248" y="14250"/>
                  <a:pt x="644893" y="14250"/>
                </a:cubicBezTo>
                <a:cubicBezTo>
                  <a:pt x="647675" y="14250"/>
                  <a:pt x="649999" y="14834"/>
                  <a:pt x="651866" y="16002"/>
                </a:cubicBezTo>
                <a:cubicBezTo>
                  <a:pt x="653745" y="17171"/>
                  <a:pt x="655142" y="18821"/>
                  <a:pt x="656082" y="20955"/>
                </a:cubicBezTo>
                <a:cubicBezTo>
                  <a:pt x="657009" y="23089"/>
                  <a:pt x="657466" y="25578"/>
                  <a:pt x="657466" y="28435"/>
                </a:cubicBezTo>
                <a:lnTo>
                  <a:pt x="657466" y="55258"/>
                </a:lnTo>
                <a:lnTo>
                  <a:pt x="650735" y="55258"/>
                </a:lnTo>
                <a:lnTo>
                  <a:pt x="650735" y="29731"/>
                </a:lnTo>
                <a:cubicBezTo>
                  <a:pt x="650735" y="26632"/>
                  <a:pt x="650088" y="24270"/>
                  <a:pt x="648805" y="22644"/>
                </a:cubicBezTo>
                <a:cubicBezTo>
                  <a:pt x="647510" y="21019"/>
                  <a:pt x="645389" y="20206"/>
                  <a:pt x="642442" y="20206"/>
                </a:cubicBezTo>
                <a:cubicBezTo>
                  <a:pt x="640334" y="20206"/>
                  <a:pt x="638493" y="20663"/>
                  <a:pt x="636918" y="21590"/>
                </a:cubicBezTo>
                <a:cubicBezTo>
                  <a:pt x="635343" y="22505"/>
                  <a:pt x="634124" y="23838"/>
                  <a:pt x="633273" y="25603"/>
                </a:cubicBezTo>
                <a:cubicBezTo>
                  <a:pt x="632409" y="27369"/>
                  <a:pt x="631990" y="29477"/>
                  <a:pt x="631990" y="31928"/>
                </a:cubicBezTo>
                <a:lnTo>
                  <a:pt x="631990" y="55258"/>
                </a:lnTo>
                <a:lnTo>
                  <a:pt x="625285" y="55258"/>
                </a:lnTo>
                <a:lnTo>
                  <a:pt x="625285" y="15037"/>
                </a:lnTo>
                <a:close/>
                <a:moveTo>
                  <a:pt x="683209" y="56007"/>
                </a:moveTo>
                <a:cubicBezTo>
                  <a:pt x="679691" y="56007"/>
                  <a:pt x="676593" y="55118"/>
                  <a:pt x="673926" y="53366"/>
                </a:cubicBezTo>
                <a:cubicBezTo>
                  <a:pt x="671259" y="51601"/>
                  <a:pt x="669201" y="49137"/>
                  <a:pt x="667741" y="45987"/>
                </a:cubicBezTo>
                <a:cubicBezTo>
                  <a:pt x="666267" y="42838"/>
                  <a:pt x="665543" y="39218"/>
                  <a:pt x="665543" y="35128"/>
                </a:cubicBezTo>
                <a:cubicBezTo>
                  <a:pt x="665543" y="31039"/>
                  <a:pt x="666255" y="27419"/>
                  <a:pt x="667677" y="24270"/>
                </a:cubicBezTo>
                <a:cubicBezTo>
                  <a:pt x="669112" y="21108"/>
                  <a:pt x="671144" y="18656"/>
                  <a:pt x="673786" y="16891"/>
                </a:cubicBezTo>
                <a:cubicBezTo>
                  <a:pt x="676427" y="15139"/>
                  <a:pt x="679488" y="14250"/>
                  <a:pt x="682993" y="14250"/>
                </a:cubicBezTo>
                <a:cubicBezTo>
                  <a:pt x="685571" y="14250"/>
                  <a:pt x="687857" y="14656"/>
                  <a:pt x="689839" y="15443"/>
                </a:cubicBezTo>
                <a:cubicBezTo>
                  <a:pt x="691820" y="16243"/>
                  <a:pt x="693471" y="17297"/>
                  <a:pt x="694792" y="18631"/>
                </a:cubicBezTo>
                <a:cubicBezTo>
                  <a:pt x="696100" y="19952"/>
                  <a:pt x="697116" y="21451"/>
                  <a:pt x="697840" y="23114"/>
                </a:cubicBezTo>
                <a:lnTo>
                  <a:pt x="697979" y="23114"/>
                </a:lnTo>
                <a:lnTo>
                  <a:pt x="697979" y="0"/>
                </a:lnTo>
                <a:lnTo>
                  <a:pt x="704685" y="0"/>
                </a:lnTo>
                <a:lnTo>
                  <a:pt x="704685" y="55258"/>
                </a:lnTo>
                <a:lnTo>
                  <a:pt x="698284" y="55258"/>
                </a:lnTo>
                <a:lnTo>
                  <a:pt x="698284" y="46736"/>
                </a:lnTo>
                <a:lnTo>
                  <a:pt x="698208" y="46736"/>
                </a:lnTo>
                <a:cubicBezTo>
                  <a:pt x="697090" y="49492"/>
                  <a:pt x="695363" y="51727"/>
                  <a:pt x="693014" y="53429"/>
                </a:cubicBezTo>
                <a:cubicBezTo>
                  <a:pt x="690677" y="55144"/>
                  <a:pt x="687400" y="56007"/>
                  <a:pt x="683209" y="56007"/>
                </a:cubicBezTo>
                <a:close/>
                <a:moveTo>
                  <a:pt x="672541" y="35128"/>
                </a:moveTo>
                <a:cubicBezTo>
                  <a:pt x="672541" y="38380"/>
                  <a:pt x="673087" y="41148"/>
                  <a:pt x="674192" y="43421"/>
                </a:cubicBezTo>
                <a:cubicBezTo>
                  <a:pt x="675297" y="45707"/>
                  <a:pt x="676808" y="47422"/>
                  <a:pt x="678726" y="48578"/>
                </a:cubicBezTo>
                <a:cubicBezTo>
                  <a:pt x="680657" y="49733"/>
                  <a:pt x="682828" y="50305"/>
                  <a:pt x="685267" y="50305"/>
                </a:cubicBezTo>
                <a:cubicBezTo>
                  <a:pt x="687692" y="50305"/>
                  <a:pt x="689864" y="49733"/>
                  <a:pt x="691794" y="48578"/>
                </a:cubicBezTo>
                <a:cubicBezTo>
                  <a:pt x="693712" y="47422"/>
                  <a:pt x="695223" y="45707"/>
                  <a:pt x="696328" y="43447"/>
                </a:cubicBezTo>
                <a:cubicBezTo>
                  <a:pt x="697433" y="41173"/>
                  <a:pt x="697979" y="38405"/>
                  <a:pt x="697979" y="35128"/>
                </a:cubicBezTo>
                <a:cubicBezTo>
                  <a:pt x="697979" y="31877"/>
                  <a:pt x="697433" y="29121"/>
                  <a:pt x="696328" y="26848"/>
                </a:cubicBezTo>
                <a:cubicBezTo>
                  <a:pt x="695223" y="24574"/>
                  <a:pt x="693712" y="22873"/>
                  <a:pt x="691794" y="21717"/>
                </a:cubicBezTo>
                <a:cubicBezTo>
                  <a:pt x="689864" y="20562"/>
                  <a:pt x="687692" y="19990"/>
                  <a:pt x="685267" y="19990"/>
                </a:cubicBezTo>
                <a:cubicBezTo>
                  <a:pt x="682828" y="19990"/>
                  <a:pt x="680657" y="20562"/>
                  <a:pt x="678726" y="21717"/>
                </a:cubicBezTo>
                <a:cubicBezTo>
                  <a:pt x="676808" y="22873"/>
                  <a:pt x="675297" y="24574"/>
                  <a:pt x="674192" y="26848"/>
                </a:cubicBezTo>
                <a:cubicBezTo>
                  <a:pt x="673087" y="29121"/>
                  <a:pt x="672541" y="31877"/>
                  <a:pt x="672541" y="35128"/>
                </a:cubicBezTo>
                <a:close/>
                <a:moveTo>
                  <a:pt x="734568" y="2832"/>
                </a:moveTo>
                <a:lnTo>
                  <a:pt x="754367" y="2832"/>
                </a:lnTo>
                <a:cubicBezTo>
                  <a:pt x="758406" y="2832"/>
                  <a:pt x="761810" y="3493"/>
                  <a:pt x="764515" y="4801"/>
                </a:cubicBezTo>
                <a:cubicBezTo>
                  <a:pt x="767309" y="6121"/>
                  <a:pt x="769341" y="7963"/>
                  <a:pt x="770738" y="10351"/>
                </a:cubicBezTo>
                <a:cubicBezTo>
                  <a:pt x="772135" y="12726"/>
                  <a:pt x="772770" y="15532"/>
                  <a:pt x="772770" y="18759"/>
                </a:cubicBezTo>
                <a:cubicBezTo>
                  <a:pt x="772770" y="21908"/>
                  <a:pt x="772135" y="24727"/>
                  <a:pt x="770738" y="27204"/>
                </a:cubicBezTo>
                <a:cubicBezTo>
                  <a:pt x="769468" y="29680"/>
                  <a:pt x="767436" y="31636"/>
                  <a:pt x="764642" y="33058"/>
                </a:cubicBezTo>
                <a:cubicBezTo>
                  <a:pt x="761962" y="34493"/>
                  <a:pt x="758673" y="35205"/>
                  <a:pt x="754774" y="35205"/>
                </a:cubicBezTo>
                <a:lnTo>
                  <a:pt x="741642" y="35205"/>
                </a:lnTo>
                <a:lnTo>
                  <a:pt x="741642" y="55258"/>
                </a:lnTo>
                <a:lnTo>
                  <a:pt x="734568" y="55258"/>
                </a:lnTo>
                <a:lnTo>
                  <a:pt x="734568" y="2832"/>
                </a:lnTo>
                <a:close/>
                <a:moveTo>
                  <a:pt x="753770" y="28804"/>
                </a:moveTo>
                <a:cubicBezTo>
                  <a:pt x="757784" y="28804"/>
                  <a:pt x="760793" y="27953"/>
                  <a:pt x="762775" y="26251"/>
                </a:cubicBezTo>
                <a:cubicBezTo>
                  <a:pt x="764769" y="24550"/>
                  <a:pt x="765785" y="22085"/>
                  <a:pt x="765785" y="18835"/>
                </a:cubicBezTo>
                <a:cubicBezTo>
                  <a:pt x="765785" y="15710"/>
                  <a:pt x="764769" y="13336"/>
                  <a:pt x="762648" y="11723"/>
                </a:cubicBezTo>
                <a:cubicBezTo>
                  <a:pt x="760578" y="10109"/>
                  <a:pt x="757517" y="9310"/>
                  <a:pt x="753466" y="9310"/>
                </a:cubicBezTo>
                <a:lnTo>
                  <a:pt x="741642" y="9310"/>
                </a:lnTo>
                <a:lnTo>
                  <a:pt x="741642" y="28804"/>
                </a:lnTo>
                <a:lnTo>
                  <a:pt x="753770" y="28804"/>
                </a:lnTo>
                <a:close/>
                <a:moveTo>
                  <a:pt x="789534" y="56007"/>
                </a:moveTo>
                <a:cubicBezTo>
                  <a:pt x="787121" y="56007"/>
                  <a:pt x="784962" y="55538"/>
                  <a:pt x="783184" y="54623"/>
                </a:cubicBezTo>
                <a:cubicBezTo>
                  <a:pt x="781279" y="53708"/>
                  <a:pt x="779882" y="52363"/>
                  <a:pt x="778739" y="50610"/>
                </a:cubicBezTo>
                <a:cubicBezTo>
                  <a:pt x="777723" y="48844"/>
                  <a:pt x="777215" y="46736"/>
                  <a:pt x="777215" y="44285"/>
                </a:cubicBezTo>
                <a:cubicBezTo>
                  <a:pt x="777215" y="41275"/>
                  <a:pt x="777977" y="38812"/>
                  <a:pt x="779628" y="36881"/>
                </a:cubicBezTo>
                <a:cubicBezTo>
                  <a:pt x="781152" y="34938"/>
                  <a:pt x="783311" y="33528"/>
                  <a:pt x="786105" y="32652"/>
                </a:cubicBezTo>
                <a:cubicBezTo>
                  <a:pt x="788772" y="31776"/>
                  <a:pt x="791947" y="31331"/>
                  <a:pt x="795503" y="31331"/>
                </a:cubicBezTo>
                <a:lnTo>
                  <a:pt x="802742" y="31331"/>
                </a:lnTo>
                <a:lnTo>
                  <a:pt x="802742" y="28575"/>
                </a:lnTo>
                <a:cubicBezTo>
                  <a:pt x="802742" y="25756"/>
                  <a:pt x="801980" y="23597"/>
                  <a:pt x="800710" y="22123"/>
                </a:cubicBezTo>
                <a:cubicBezTo>
                  <a:pt x="799313" y="20651"/>
                  <a:pt x="797281" y="19914"/>
                  <a:pt x="794487" y="19914"/>
                </a:cubicBezTo>
                <a:cubicBezTo>
                  <a:pt x="792074" y="19914"/>
                  <a:pt x="789915" y="20409"/>
                  <a:pt x="788010" y="21413"/>
                </a:cubicBezTo>
                <a:cubicBezTo>
                  <a:pt x="786232" y="22416"/>
                  <a:pt x="784581" y="23876"/>
                  <a:pt x="783184" y="25794"/>
                </a:cubicBezTo>
                <a:lnTo>
                  <a:pt x="778866" y="21476"/>
                </a:lnTo>
                <a:cubicBezTo>
                  <a:pt x="782803" y="16663"/>
                  <a:pt x="788264" y="14250"/>
                  <a:pt x="794995" y="14250"/>
                </a:cubicBezTo>
                <a:cubicBezTo>
                  <a:pt x="798043" y="14250"/>
                  <a:pt x="800710" y="14846"/>
                  <a:pt x="802869" y="16040"/>
                </a:cubicBezTo>
                <a:cubicBezTo>
                  <a:pt x="805028" y="17234"/>
                  <a:pt x="806679" y="18898"/>
                  <a:pt x="807695" y="21044"/>
                </a:cubicBezTo>
                <a:cubicBezTo>
                  <a:pt x="808838" y="23191"/>
                  <a:pt x="809346" y="25705"/>
                  <a:pt x="809346" y="28575"/>
                </a:cubicBezTo>
                <a:lnTo>
                  <a:pt x="809346" y="55258"/>
                </a:lnTo>
                <a:lnTo>
                  <a:pt x="802996" y="55258"/>
                </a:lnTo>
                <a:lnTo>
                  <a:pt x="802996" y="47778"/>
                </a:lnTo>
                <a:lnTo>
                  <a:pt x="802869" y="47778"/>
                </a:lnTo>
                <a:cubicBezTo>
                  <a:pt x="801472" y="50635"/>
                  <a:pt x="799821" y="52718"/>
                  <a:pt x="797662" y="54026"/>
                </a:cubicBezTo>
                <a:cubicBezTo>
                  <a:pt x="795503" y="55347"/>
                  <a:pt x="792836" y="56007"/>
                  <a:pt x="789534" y="56007"/>
                </a:cubicBezTo>
                <a:close/>
                <a:moveTo>
                  <a:pt x="784200" y="44133"/>
                </a:moveTo>
                <a:cubicBezTo>
                  <a:pt x="784200" y="45403"/>
                  <a:pt x="784454" y="46495"/>
                  <a:pt x="784962" y="47447"/>
                </a:cubicBezTo>
                <a:cubicBezTo>
                  <a:pt x="785597" y="48387"/>
                  <a:pt x="786359" y="49111"/>
                  <a:pt x="787502" y="49619"/>
                </a:cubicBezTo>
                <a:cubicBezTo>
                  <a:pt x="788518" y="50127"/>
                  <a:pt x="789915" y="50381"/>
                  <a:pt x="791312" y="50381"/>
                </a:cubicBezTo>
                <a:cubicBezTo>
                  <a:pt x="793725" y="50381"/>
                  <a:pt x="795757" y="49911"/>
                  <a:pt x="797408" y="48946"/>
                </a:cubicBezTo>
                <a:cubicBezTo>
                  <a:pt x="799186" y="47993"/>
                  <a:pt x="800456" y="46749"/>
                  <a:pt x="801345" y="45187"/>
                </a:cubicBezTo>
                <a:cubicBezTo>
                  <a:pt x="802234" y="43638"/>
                  <a:pt x="802742" y="41999"/>
                  <a:pt x="802742" y="40260"/>
                </a:cubicBezTo>
                <a:lnTo>
                  <a:pt x="802742" y="36361"/>
                </a:lnTo>
                <a:lnTo>
                  <a:pt x="796392" y="36361"/>
                </a:lnTo>
                <a:cubicBezTo>
                  <a:pt x="792709" y="36361"/>
                  <a:pt x="789788" y="36919"/>
                  <a:pt x="787502" y="38050"/>
                </a:cubicBezTo>
                <a:cubicBezTo>
                  <a:pt x="785343" y="39180"/>
                  <a:pt x="784200" y="41199"/>
                  <a:pt x="784200" y="44133"/>
                </a:cubicBezTo>
                <a:close/>
                <a:moveTo>
                  <a:pt x="818871" y="15037"/>
                </a:moveTo>
                <a:lnTo>
                  <a:pt x="825221" y="15037"/>
                </a:lnTo>
                <a:lnTo>
                  <a:pt x="825221" y="23635"/>
                </a:lnTo>
                <a:lnTo>
                  <a:pt x="825348" y="23635"/>
                </a:lnTo>
                <a:cubicBezTo>
                  <a:pt x="826110" y="20333"/>
                  <a:pt x="827253" y="17945"/>
                  <a:pt x="828904" y="16472"/>
                </a:cubicBezTo>
                <a:cubicBezTo>
                  <a:pt x="830428" y="14999"/>
                  <a:pt x="832460" y="14250"/>
                  <a:pt x="834873" y="14250"/>
                </a:cubicBezTo>
                <a:cubicBezTo>
                  <a:pt x="835508" y="14250"/>
                  <a:pt x="836016" y="14288"/>
                  <a:pt x="836651" y="14364"/>
                </a:cubicBezTo>
                <a:cubicBezTo>
                  <a:pt x="837159" y="14440"/>
                  <a:pt x="837667" y="14529"/>
                  <a:pt x="838048" y="14631"/>
                </a:cubicBezTo>
                <a:lnTo>
                  <a:pt x="838048" y="21210"/>
                </a:lnTo>
                <a:cubicBezTo>
                  <a:pt x="837667" y="21095"/>
                  <a:pt x="837159" y="20993"/>
                  <a:pt x="836524" y="20917"/>
                </a:cubicBezTo>
                <a:cubicBezTo>
                  <a:pt x="835889" y="20841"/>
                  <a:pt x="835254" y="20803"/>
                  <a:pt x="834746" y="20803"/>
                </a:cubicBezTo>
                <a:cubicBezTo>
                  <a:pt x="831444" y="20803"/>
                  <a:pt x="829031" y="21946"/>
                  <a:pt x="827634" y="24244"/>
                </a:cubicBezTo>
                <a:cubicBezTo>
                  <a:pt x="826237" y="26543"/>
                  <a:pt x="825475" y="29896"/>
                  <a:pt x="825475" y="34316"/>
                </a:cubicBezTo>
                <a:lnTo>
                  <a:pt x="825475" y="55258"/>
                </a:lnTo>
                <a:lnTo>
                  <a:pt x="818871" y="55258"/>
                </a:lnTo>
                <a:lnTo>
                  <a:pt x="818871" y="15037"/>
                </a:lnTo>
                <a:close/>
                <a:moveTo>
                  <a:pt x="855701" y="55855"/>
                </a:moveTo>
                <a:cubicBezTo>
                  <a:pt x="853288" y="55855"/>
                  <a:pt x="851383" y="55525"/>
                  <a:pt x="849859" y="54890"/>
                </a:cubicBezTo>
                <a:cubicBezTo>
                  <a:pt x="848462" y="54242"/>
                  <a:pt x="847319" y="53239"/>
                  <a:pt x="846557" y="51867"/>
                </a:cubicBezTo>
                <a:cubicBezTo>
                  <a:pt x="845922" y="50509"/>
                  <a:pt x="845541" y="48743"/>
                  <a:pt x="845541" y="46584"/>
                </a:cubicBezTo>
                <a:lnTo>
                  <a:pt x="845541" y="20651"/>
                </a:lnTo>
                <a:lnTo>
                  <a:pt x="839572" y="20651"/>
                </a:lnTo>
                <a:lnTo>
                  <a:pt x="839572" y="17158"/>
                </a:lnTo>
                <a:lnTo>
                  <a:pt x="851383" y="5283"/>
                </a:lnTo>
                <a:lnTo>
                  <a:pt x="852272" y="5283"/>
                </a:lnTo>
                <a:lnTo>
                  <a:pt x="852272" y="15037"/>
                </a:lnTo>
                <a:lnTo>
                  <a:pt x="861289" y="15037"/>
                </a:lnTo>
                <a:lnTo>
                  <a:pt x="861289" y="20651"/>
                </a:lnTo>
                <a:lnTo>
                  <a:pt x="852272" y="20651"/>
                </a:lnTo>
                <a:lnTo>
                  <a:pt x="852272" y="45212"/>
                </a:lnTo>
                <a:cubicBezTo>
                  <a:pt x="852272" y="46406"/>
                  <a:pt x="852399" y="47320"/>
                  <a:pt x="852653" y="47981"/>
                </a:cubicBezTo>
                <a:cubicBezTo>
                  <a:pt x="852907" y="48641"/>
                  <a:pt x="853415" y="49111"/>
                  <a:pt x="854050" y="49378"/>
                </a:cubicBezTo>
                <a:cubicBezTo>
                  <a:pt x="854685" y="49657"/>
                  <a:pt x="855574" y="49785"/>
                  <a:pt x="856590" y="49785"/>
                </a:cubicBezTo>
                <a:cubicBezTo>
                  <a:pt x="858114" y="49785"/>
                  <a:pt x="859638" y="49581"/>
                  <a:pt x="861289" y="49149"/>
                </a:cubicBezTo>
                <a:lnTo>
                  <a:pt x="861289" y="55258"/>
                </a:lnTo>
                <a:cubicBezTo>
                  <a:pt x="860527" y="55435"/>
                  <a:pt x="859638" y="55576"/>
                  <a:pt x="858622" y="55690"/>
                </a:cubicBezTo>
                <a:cubicBezTo>
                  <a:pt x="857606" y="55791"/>
                  <a:pt x="856590" y="55855"/>
                  <a:pt x="855701" y="55855"/>
                </a:cubicBezTo>
                <a:close/>
                <a:moveTo>
                  <a:pt x="869163" y="15037"/>
                </a:moveTo>
                <a:lnTo>
                  <a:pt x="875513" y="15037"/>
                </a:lnTo>
                <a:lnTo>
                  <a:pt x="875513" y="23406"/>
                </a:lnTo>
                <a:lnTo>
                  <a:pt x="875640" y="23406"/>
                </a:lnTo>
                <a:cubicBezTo>
                  <a:pt x="876656" y="20803"/>
                  <a:pt x="878180" y="18631"/>
                  <a:pt x="880212" y="16879"/>
                </a:cubicBezTo>
                <a:cubicBezTo>
                  <a:pt x="882244" y="15126"/>
                  <a:pt x="885038" y="14250"/>
                  <a:pt x="888721" y="14250"/>
                </a:cubicBezTo>
                <a:cubicBezTo>
                  <a:pt x="891515" y="14250"/>
                  <a:pt x="893801" y="14834"/>
                  <a:pt x="895706" y="16002"/>
                </a:cubicBezTo>
                <a:cubicBezTo>
                  <a:pt x="897611" y="17171"/>
                  <a:pt x="899008" y="18821"/>
                  <a:pt x="899897" y="20955"/>
                </a:cubicBezTo>
                <a:cubicBezTo>
                  <a:pt x="900786" y="23089"/>
                  <a:pt x="901294" y="25578"/>
                  <a:pt x="901294" y="28435"/>
                </a:cubicBezTo>
                <a:lnTo>
                  <a:pt x="901294" y="55258"/>
                </a:lnTo>
                <a:lnTo>
                  <a:pt x="894563" y="55258"/>
                </a:lnTo>
                <a:lnTo>
                  <a:pt x="894563" y="29731"/>
                </a:lnTo>
                <a:cubicBezTo>
                  <a:pt x="894563" y="26632"/>
                  <a:pt x="893928" y="24270"/>
                  <a:pt x="892658" y="22644"/>
                </a:cubicBezTo>
                <a:cubicBezTo>
                  <a:pt x="891388" y="21019"/>
                  <a:pt x="889229" y="20206"/>
                  <a:pt x="886308" y="20206"/>
                </a:cubicBezTo>
                <a:cubicBezTo>
                  <a:pt x="884149" y="20206"/>
                  <a:pt x="882371" y="20663"/>
                  <a:pt x="880720" y="21590"/>
                </a:cubicBezTo>
                <a:cubicBezTo>
                  <a:pt x="879196" y="22505"/>
                  <a:pt x="877926" y="23838"/>
                  <a:pt x="877164" y="25603"/>
                </a:cubicBezTo>
                <a:cubicBezTo>
                  <a:pt x="876275" y="27369"/>
                  <a:pt x="875767" y="29477"/>
                  <a:pt x="875767" y="31928"/>
                </a:cubicBezTo>
                <a:lnTo>
                  <a:pt x="875767" y="55258"/>
                </a:lnTo>
                <a:lnTo>
                  <a:pt x="869163" y="55258"/>
                </a:lnTo>
                <a:lnTo>
                  <a:pt x="869163" y="15037"/>
                </a:lnTo>
                <a:close/>
                <a:moveTo>
                  <a:pt x="929615" y="56007"/>
                </a:moveTo>
                <a:cubicBezTo>
                  <a:pt x="925551" y="56007"/>
                  <a:pt x="921995" y="55207"/>
                  <a:pt x="918947" y="53607"/>
                </a:cubicBezTo>
                <a:cubicBezTo>
                  <a:pt x="915899" y="52007"/>
                  <a:pt x="913486" y="49632"/>
                  <a:pt x="911835" y="46495"/>
                </a:cubicBezTo>
                <a:cubicBezTo>
                  <a:pt x="910184" y="43358"/>
                  <a:pt x="909422" y="39574"/>
                  <a:pt x="909422" y="35128"/>
                </a:cubicBezTo>
                <a:cubicBezTo>
                  <a:pt x="909422" y="30633"/>
                  <a:pt x="910311" y="26822"/>
                  <a:pt x="911962" y="23685"/>
                </a:cubicBezTo>
                <a:cubicBezTo>
                  <a:pt x="913740" y="20549"/>
                  <a:pt x="916153" y="18186"/>
                  <a:pt x="919074" y="16612"/>
                </a:cubicBezTo>
                <a:cubicBezTo>
                  <a:pt x="921995" y="15037"/>
                  <a:pt x="925297" y="14250"/>
                  <a:pt x="928853" y="14250"/>
                </a:cubicBezTo>
                <a:cubicBezTo>
                  <a:pt x="932917" y="14250"/>
                  <a:pt x="936346" y="15202"/>
                  <a:pt x="938886" y="17107"/>
                </a:cubicBezTo>
                <a:cubicBezTo>
                  <a:pt x="941553" y="19000"/>
                  <a:pt x="943458" y="21425"/>
                  <a:pt x="944601" y="24371"/>
                </a:cubicBezTo>
                <a:cubicBezTo>
                  <a:pt x="945871" y="27331"/>
                  <a:pt x="946379" y="30429"/>
                  <a:pt x="946379" y="33681"/>
                </a:cubicBezTo>
                <a:cubicBezTo>
                  <a:pt x="946379" y="34798"/>
                  <a:pt x="946379" y="35840"/>
                  <a:pt x="946252" y="36805"/>
                </a:cubicBezTo>
                <a:lnTo>
                  <a:pt x="916407" y="36805"/>
                </a:lnTo>
                <a:cubicBezTo>
                  <a:pt x="916661" y="41199"/>
                  <a:pt x="917931" y="44539"/>
                  <a:pt x="920090" y="46851"/>
                </a:cubicBezTo>
                <a:cubicBezTo>
                  <a:pt x="922376" y="49149"/>
                  <a:pt x="925551" y="50305"/>
                  <a:pt x="929615" y="50305"/>
                </a:cubicBezTo>
                <a:cubicBezTo>
                  <a:pt x="932155" y="50305"/>
                  <a:pt x="934187" y="49936"/>
                  <a:pt x="935965" y="49188"/>
                </a:cubicBezTo>
                <a:cubicBezTo>
                  <a:pt x="937743" y="48451"/>
                  <a:pt x="939394" y="47219"/>
                  <a:pt x="940791" y="45504"/>
                </a:cubicBezTo>
                <a:lnTo>
                  <a:pt x="944982" y="49670"/>
                </a:lnTo>
                <a:cubicBezTo>
                  <a:pt x="943712" y="51168"/>
                  <a:pt x="942315" y="52375"/>
                  <a:pt x="940791" y="53302"/>
                </a:cubicBezTo>
                <a:cubicBezTo>
                  <a:pt x="939267" y="54229"/>
                  <a:pt x="937743" y="54915"/>
                  <a:pt x="935838" y="55347"/>
                </a:cubicBezTo>
                <a:cubicBezTo>
                  <a:pt x="934060" y="55779"/>
                  <a:pt x="932028" y="56007"/>
                  <a:pt x="929615" y="56007"/>
                </a:cubicBezTo>
                <a:close/>
                <a:moveTo>
                  <a:pt x="939648" y="31636"/>
                </a:moveTo>
                <a:cubicBezTo>
                  <a:pt x="939267" y="27763"/>
                  <a:pt x="938124" y="24854"/>
                  <a:pt x="936219" y="22911"/>
                </a:cubicBezTo>
                <a:cubicBezTo>
                  <a:pt x="934314" y="20955"/>
                  <a:pt x="931774" y="19990"/>
                  <a:pt x="928599" y="19990"/>
                </a:cubicBezTo>
                <a:cubicBezTo>
                  <a:pt x="926440" y="19990"/>
                  <a:pt x="924662" y="20422"/>
                  <a:pt x="922884" y="21286"/>
                </a:cubicBezTo>
                <a:cubicBezTo>
                  <a:pt x="921233" y="22149"/>
                  <a:pt x="919836" y="23457"/>
                  <a:pt x="918820" y="25197"/>
                </a:cubicBezTo>
                <a:cubicBezTo>
                  <a:pt x="917677" y="26924"/>
                  <a:pt x="916915" y="29070"/>
                  <a:pt x="916661" y="31636"/>
                </a:cubicBezTo>
                <a:lnTo>
                  <a:pt x="939648" y="31636"/>
                </a:lnTo>
                <a:close/>
                <a:moveTo>
                  <a:pt x="954507" y="15037"/>
                </a:moveTo>
                <a:lnTo>
                  <a:pt x="960857" y="15037"/>
                </a:lnTo>
                <a:lnTo>
                  <a:pt x="960857" y="23635"/>
                </a:lnTo>
                <a:lnTo>
                  <a:pt x="960984" y="23635"/>
                </a:lnTo>
                <a:cubicBezTo>
                  <a:pt x="961746" y="20333"/>
                  <a:pt x="962889" y="17945"/>
                  <a:pt x="964540" y="16472"/>
                </a:cubicBezTo>
                <a:cubicBezTo>
                  <a:pt x="966064" y="14999"/>
                  <a:pt x="968096" y="14250"/>
                  <a:pt x="970509" y="14250"/>
                </a:cubicBezTo>
                <a:cubicBezTo>
                  <a:pt x="971144" y="14250"/>
                  <a:pt x="971652" y="14288"/>
                  <a:pt x="972287" y="14364"/>
                </a:cubicBezTo>
                <a:cubicBezTo>
                  <a:pt x="972795" y="14440"/>
                  <a:pt x="973303" y="14529"/>
                  <a:pt x="973684" y="14631"/>
                </a:cubicBezTo>
                <a:lnTo>
                  <a:pt x="973684" y="21210"/>
                </a:lnTo>
                <a:cubicBezTo>
                  <a:pt x="973303" y="21095"/>
                  <a:pt x="972795" y="20993"/>
                  <a:pt x="972160" y="20917"/>
                </a:cubicBezTo>
                <a:cubicBezTo>
                  <a:pt x="971525" y="20841"/>
                  <a:pt x="970890" y="20803"/>
                  <a:pt x="970382" y="20803"/>
                </a:cubicBezTo>
                <a:cubicBezTo>
                  <a:pt x="967080" y="20803"/>
                  <a:pt x="964667" y="21946"/>
                  <a:pt x="963270" y="24244"/>
                </a:cubicBezTo>
                <a:cubicBezTo>
                  <a:pt x="961873" y="26543"/>
                  <a:pt x="961111" y="29896"/>
                  <a:pt x="961111" y="34316"/>
                </a:cubicBezTo>
                <a:lnTo>
                  <a:pt x="961111" y="55258"/>
                </a:lnTo>
                <a:lnTo>
                  <a:pt x="954507" y="55258"/>
                </a:lnTo>
                <a:lnTo>
                  <a:pt x="954507" y="15037"/>
                </a:lnTo>
                <a:close/>
                <a:moveTo>
                  <a:pt x="992988" y="56007"/>
                </a:moveTo>
                <a:cubicBezTo>
                  <a:pt x="986130" y="56007"/>
                  <a:pt x="980669" y="53899"/>
                  <a:pt x="976859" y="49670"/>
                </a:cubicBezTo>
                <a:lnTo>
                  <a:pt x="981177" y="45403"/>
                </a:lnTo>
                <a:cubicBezTo>
                  <a:pt x="982955" y="47257"/>
                  <a:pt x="984733" y="48565"/>
                  <a:pt x="986638" y="49327"/>
                </a:cubicBezTo>
                <a:cubicBezTo>
                  <a:pt x="988416" y="50076"/>
                  <a:pt x="990575" y="50457"/>
                  <a:pt x="992988" y="50457"/>
                </a:cubicBezTo>
                <a:cubicBezTo>
                  <a:pt x="995401" y="50457"/>
                  <a:pt x="997433" y="50000"/>
                  <a:pt x="999084" y="49099"/>
                </a:cubicBezTo>
                <a:cubicBezTo>
                  <a:pt x="1000735" y="48197"/>
                  <a:pt x="1001624" y="46711"/>
                  <a:pt x="1001624" y="44653"/>
                </a:cubicBezTo>
                <a:cubicBezTo>
                  <a:pt x="1001624" y="43193"/>
                  <a:pt x="1001243" y="41999"/>
                  <a:pt x="1000354" y="41097"/>
                </a:cubicBezTo>
                <a:cubicBezTo>
                  <a:pt x="999592" y="40196"/>
                  <a:pt x="998449" y="39484"/>
                  <a:pt x="997179" y="38964"/>
                </a:cubicBezTo>
                <a:cubicBezTo>
                  <a:pt x="995909" y="38443"/>
                  <a:pt x="993877" y="37833"/>
                  <a:pt x="991464" y="37135"/>
                </a:cubicBezTo>
                <a:cubicBezTo>
                  <a:pt x="988924" y="36424"/>
                  <a:pt x="986765" y="35649"/>
                  <a:pt x="984987" y="34837"/>
                </a:cubicBezTo>
                <a:cubicBezTo>
                  <a:pt x="983209" y="34011"/>
                  <a:pt x="981685" y="32842"/>
                  <a:pt x="980542" y="31318"/>
                </a:cubicBezTo>
                <a:cubicBezTo>
                  <a:pt x="979272" y="29794"/>
                  <a:pt x="978764" y="27839"/>
                  <a:pt x="978764" y="25451"/>
                </a:cubicBezTo>
                <a:cubicBezTo>
                  <a:pt x="978764" y="23076"/>
                  <a:pt x="979272" y="21044"/>
                  <a:pt x="980415" y="19355"/>
                </a:cubicBezTo>
                <a:cubicBezTo>
                  <a:pt x="981685" y="17666"/>
                  <a:pt x="983336" y="16396"/>
                  <a:pt x="985495" y="15532"/>
                </a:cubicBezTo>
                <a:cubicBezTo>
                  <a:pt x="987527" y="14681"/>
                  <a:pt x="990067" y="14250"/>
                  <a:pt x="992861" y="14250"/>
                </a:cubicBezTo>
                <a:cubicBezTo>
                  <a:pt x="995655" y="14250"/>
                  <a:pt x="998195" y="14707"/>
                  <a:pt x="1000735" y="15608"/>
                </a:cubicBezTo>
                <a:cubicBezTo>
                  <a:pt x="1003275" y="16523"/>
                  <a:pt x="1005307" y="17844"/>
                  <a:pt x="1006958" y="19571"/>
                </a:cubicBezTo>
                <a:lnTo>
                  <a:pt x="1002767" y="23851"/>
                </a:lnTo>
                <a:cubicBezTo>
                  <a:pt x="1000100" y="21222"/>
                  <a:pt x="996798" y="19914"/>
                  <a:pt x="992861" y="19914"/>
                </a:cubicBezTo>
                <a:cubicBezTo>
                  <a:pt x="990448" y="19914"/>
                  <a:pt x="988670" y="20346"/>
                  <a:pt x="987273" y="21210"/>
                </a:cubicBezTo>
                <a:cubicBezTo>
                  <a:pt x="985876" y="22085"/>
                  <a:pt x="985241" y="23394"/>
                  <a:pt x="985241" y="25159"/>
                </a:cubicBezTo>
                <a:cubicBezTo>
                  <a:pt x="985241" y="26327"/>
                  <a:pt x="985622" y="27293"/>
                  <a:pt x="986384" y="28055"/>
                </a:cubicBezTo>
                <a:cubicBezTo>
                  <a:pt x="987273" y="28829"/>
                  <a:pt x="988289" y="29464"/>
                  <a:pt x="989686" y="29973"/>
                </a:cubicBezTo>
                <a:cubicBezTo>
                  <a:pt x="990956" y="30480"/>
                  <a:pt x="992861" y="31090"/>
                  <a:pt x="995401" y="31776"/>
                </a:cubicBezTo>
                <a:cubicBezTo>
                  <a:pt x="997941" y="32500"/>
                  <a:pt x="1000100" y="33262"/>
                  <a:pt x="1001878" y="34049"/>
                </a:cubicBezTo>
                <a:cubicBezTo>
                  <a:pt x="1003529" y="34849"/>
                  <a:pt x="1005053" y="36055"/>
                  <a:pt x="1006323" y="37681"/>
                </a:cubicBezTo>
                <a:cubicBezTo>
                  <a:pt x="1007466" y="39307"/>
                  <a:pt x="1008101" y="41453"/>
                  <a:pt x="1008101" y="44133"/>
                </a:cubicBezTo>
                <a:cubicBezTo>
                  <a:pt x="1008101" y="46610"/>
                  <a:pt x="1007466" y="48743"/>
                  <a:pt x="1006196" y="50533"/>
                </a:cubicBezTo>
                <a:cubicBezTo>
                  <a:pt x="1004926" y="52312"/>
                  <a:pt x="1003148" y="53670"/>
                  <a:pt x="1000862" y="54611"/>
                </a:cubicBezTo>
                <a:cubicBezTo>
                  <a:pt x="998576" y="55538"/>
                  <a:pt x="995909" y="56007"/>
                  <a:pt x="992988" y="56007"/>
                </a:cubicBezTo>
                <a:close/>
                <a:moveTo>
                  <a:pt x="1057250" y="56007"/>
                </a:moveTo>
                <a:cubicBezTo>
                  <a:pt x="1052170" y="56007"/>
                  <a:pt x="1047725" y="54902"/>
                  <a:pt x="1043915" y="52693"/>
                </a:cubicBezTo>
                <a:cubicBezTo>
                  <a:pt x="1039978" y="50483"/>
                  <a:pt x="1037057" y="47334"/>
                  <a:pt x="1034898" y="43256"/>
                </a:cubicBezTo>
                <a:cubicBezTo>
                  <a:pt x="1032739" y="39180"/>
                  <a:pt x="1031596" y="34430"/>
                  <a:pt x="1031596" y="29032"/>
                </a:cubicBezTo>
                <a:cubicBezTo>
                  <a:pt x="1031596" y="23623"/>
                  <a:pt x="1032739" y="18885"/>
                  <a:pt x="1034898" y="14808"/>
                </a:cubicBezTo>
                <a:cubicBezTo>
                  <a:pt x="1037057" y="10744"/>
                  <a:pt x="1039978" y="7595"/>
                  <a:pt x="1043915" y="5385"/>
                </a:cubicBezTo>
                <a:cubicBezTo>
                  <a:pt x="1047725" y="3163"/>
                  <a:pt x="1052170" y="2045"/>
                  <a:pt x="1057250" y="2045"/>
                </a:cubicBezTo>
                <a:cubicBezTo>
                  <a:pt x="1062203" y="2045"/>
                  <a:pt x="1066648" y="3163"/>
                  <a:pt x="1070458" y="5385"/>
                </a:cubicBezTo>
                <a:cubicBezTo>
                  <a:pt x="1074395" y="7595"/>
                  <a:pt x="1077443" y="10744"/>
                  <a:pt x="1079602" y="14808"/>
                </a:cubicBezTo>
                <a:cubicBezTo>
                  <a:pt x="1081761" y="18885"/>
                  <a:pt x="1082777" y="23623"/>
                  <a:pt x="1082777" y="29032"/>
                </a:cubicBezTo>
                <a:cubicBezTo>
                  <a:pt x="1082777" y="34430"/>
                  <a:pt x="1081761" y="39180"/>
                  <a:pt x="1079602" y="43256"/>
                </a:cubicBezTo>
                <a:cubicBezTo>
                  <a:pt x="1077443" y="47334"/>
                  <a:pt x="1074395" y="50483"/>
                  <a:pt x="1070458" y="52693"/>
                </a:cubicBezTo>
                <a:cubicBezTo>
                  <a:pt x="1066648" y="54902"/>
                  <a:pt x="1062203" y="56007"/>
                  <a:pt x="1057250" y="56007"/>
                </a:cubicBezTo>
                <a:close/>
                <a:moveTo>
                  <a:pt x="1038835" y="29032"/>
                </a:moveTo>
                <a:cubicBezTo>
                  <a:pt x="1038835" y="33198"/>
                  <a:pt x="1039597" y="36818"/>
                  <a:pt x="1040994" y="39891"/>
                </a:cubicBezTo>
                <a:cubicBezTo>
                  <a:pt x="1042518" y="42964"/>
                  <a:pt x="1044677" y="45327"/>
                  <a:pt x="1047471" y="46978"/>
                </a:cubicBezTo>
                <a:cubicBezTo>
                  <a:pt x="1050138" y="48629"/>
                  <a:pt x="1053440" y="49454"/>
                  <a:pt x="1057250" y="49454"/>
                </a:cubicBezTo>
                <a:cubicBezTo>
                  <a:pt x="1060933" y="49454"/>
                  <a:pt x="1064235" y="48629"/>
                  <a:pt x="1066902" y="46978"/>
                </a:cubicBezTo>
                <a:cubicBezTo>
                  <a:pt x="1069696" y="45327"/>
                  <a:pt x="1071855" y="42964"/>
                  <a:pt x="1073379" y="39891"/>
                </a:cubicBezTo>
                <a:cubicBezTo>
                  <a:pt x="1074776" y="36818"/>
                  <a:pt x="1075538" y="33198"/>
                  <a:pt x="1075538" y="29032"/>
                </a:cubicBezTo>
                <a:cubicBezTo>
                  <a:pt x="1075538" y="24854"/>
                  <a:pt x="1074776" y="21248"/>
                  <a:pt x="1073379" y="18174"/>
                </a:cubicBezTo>
                <a:cubicBezTo>
                  <a:pt x="1071855" y="15113"/>
                  <a:pt x="1069696" y="12764"/>
                  <a:pt x="1066902" y="11112"/>
                </a:cubicBezTo>
                <a:cubicBezTo>
                  <a:pt x="1064235" y="9461"/>
                  <a:pt x="1060933" y="8636"/>
                  <a:pt x="1057250" y="8636"/>
                </a:cubicBezTo>
                <a:cubicBezTo>
                  <a:pt x="1053440" y="8636"/>
                  <a:pt x="1050138" y="9461"/>
                  <a:pt x="1047471" y="11112"/>
                </a:cubicBezTo>
                <a:cubicBezTo>
                  <a:pt x="1044677" y="12764"/>
                  <a:pt x="1042518" y="15113"/>
                  <a:pt x="1040994" y="18174"/>
                </a:cubicBezTo>
                <a:cubicBezTo>
                  <a:pt x="1039597" y="21248"/>
                  <a:pt x="1038835" y="24854"/>
                  <a:pt x="1038835" y="29032"/>
                </a:cubicBezTo>
                <a:close/>
                <a:moveTo>
                  <a:pt x="1091667" y="15037"/>
                </a:moveTo>
                <a:lnTo>
                  <a:pt x="1098017" y="15037"/>
                </a:lnTo>
                <a:lnTo>
                  <a:pt x="1098017" y="23406"/>
                </a:lnTo>
                <a:lnTo>
                  <a:pt x="1098144" y="23406"/>
                </a:lnTo>
                <a:cubicBezTo>
                  <a:pt x="1099160" y="20803"/>
                  <a:pt x="1100684" y="18631"/>
                  <a:pt x="1102716" y="16879"/>
                </a:cubicBezTo>
                <a:cubicBezTo>
                  <a:pt x="1104748" y="15126"/>
                  <a:pt x="1107542" y="14250"/>
                  <a:pt x="1111225" y="14250"/>
                </a:cubicBezTo>
                <a:cubicBezTo>
                  <a:pt x="1114019" y="14250"/>
                  <a:pt x="1116305" y="14834"/>
                  <a:pt x="1118210" y="16002"/>
                </a:cubicBezTo>
                <a:cubicBezTo>
                  <a:pt x="1120115" y="17171"/>
                  <a:pt x="1121512" y="18821"/>
                  <a:pt x="1122401" y="20955"/>
                </a:cubicBezTo>
                <a:cubicBezTo>
                  <a:pt x="1123290" y="23089"/>
                  <a:pt x="1123798" y="25578"/>
                  <a:pt x="1123798" y="28435"/>
                </a:cubicBezTo>
                <a:lnTo>
                  <a:pt x="1123798" y="55258"/>
                </a:lnTo>
                <a:lnTo>
                  <a:pt x="1117067" y="55258"/>
                </a:lnTo>
                <a:lnTo>
                  <a:pt x="1117067" y="29731"/>
                </a:lnTo>
                <a:cubicBezTo>
                  <a:pt x="1117067" y="26632"/>
                  <a:pt x="1116432" y="24270"/>
                  <a:pt x="1115162" y="22644"/>
                </a:cubicBezTo>
                <a:cubicBezTo>
                  <a:pt x="1113892" y="21019"/>
                  <a:pt x="1111733" y="20206"/>
                  <a:pt x="1108812" y="20206"/>
                </a:cubicBezTo>
                <a:cubicBezTo>
                  <a:pt x="1106653" y="20206"/>
                  <a:pt x="1104875" y="20663"/>
                  <a:pt x="1103224" y="21590"/>
                </a:cubicBezTo>
                <a:cubicBezTo>
                  <a:pt x="1101700" y="22505"/>
                  <a:pt x="1100430" y="23838"/>
                  <a:pt x="1099668" y="25603"/>
                </a:cubicBezTo>
                <a:cubicBezTo>
                  <a:pt x="1098779" y="27369"/>
                  <a:pt x="1098271" y="29477"/>
                  <a:pt x="1098271" y="31928"/>
                </a:cubicBezTo>
                <a:lnTo>
                  <a:pt x="1098271" y="55258"/>
                </a:lnTo>
                <a:lnTo>
                  <a:pt x="1091667" y="55258"/>
                </a:lnTo>
                <a:lnTo>
                  <a:pt x="1091667" y="15037"/>
                </a:lnTo>
                <a:close/>
                <a:moveTo>
                  <a:pt x="1143229" y="55855"/>
                </a:moveTo>
                <a:cubicBezTo>
                  <a:pt x="1141070" y="55855"/>
                  <a:pt x="1139292" y="55487"/>
                  <a:pt x="1137895" y="54776"/>
                </a:cubicBezTo>
                <a:cubicBezTo>
                  <a:pt x="1136498" y="54052"/>
                  <a:pt x="1135609" y="52984"/>
                  <a:pt x="1134974" y="51550"/>
                </a:cubicBezTo>
                <a:cubicBezTo>
                  <a:pt x="1134339" y="50127"/>
                  <a:pt x="1133958" y="48311"/>
                  <a:pt x="1133958" y="46101"/>
                </a:cubicBezTo>
                <a:lnTo>
                  <a:pt x="1133958" y="0"/>
                </a:lnTo>
                <a:lnTo>
                  <a:pt x="1140689" y="0"/>
                </a:lnTo>
                <a:lnTo>
                  <a:pt x="1140689" y="45060"/>
                </a:lnTo>
                <a:cubicBezTo>
                  <a:pt x="1140689" y="46304"/>
                  <a:pt x="1140816" y="47257"/>
                  <a:pt x="1141070" y="47930"/>
                </a:cubicBezTo>
                <a:cubicBezTo>
                  <a:pt x="1141324" y="48603"/>
                  <a:pt x="1141705" y="49073"/>
                  <a:pt x="1142213" y="49365"/>
                </a:cubicBezTo>
                <a:cubicBezTo>
                  <a:pt x="1142721" y="49644"/>
                  <a:pt x="1143483" y="49785"/>
                  <a:pt x="1144499" y="49785"/>
                </a:cubicBezTo>
                <a:cubicBezTo>
                  <a:pt x="1145134" y="49785"/>
                  <a:pt x="1145769" y="49733"/>
                  <a:pt x="1146404" y="49644"/>
                </a:cubicBezTo>
                <a:cubicBezTo>
                  <a:pt x="1147039" y="49543"/>
                  <a:pt x="1147547" y="49429"/>
                  <a:pt x="1148055" y="49302"/>
                </a:cubicBezTo>
                <a:lnTo>
                  <a:pt x="1148055" y="55258"/>
                </a:lnTo>
                <a:cubicBezTo>
                  <a:pt x="1147420" y="55461"/>
                  <a:pt x="1146658" y="55601"/>
                  <a:pt x="1145896" y="55703"/>
                </a:cubicBezTo>
                <a:cubicBezTo>
                  <a:pt x="1145007" y="55804"/>
                  <a:pt x="1144118" y="55855"/>
                  <a:pt x="1143229" y="55855"/>
                </a:cubicBezTo>
                <a:close/>
                <a:moveTo>
                  <a:pt x="1155294" y="71857"/>
                </a:moveTo>
                <a:cubicBezTo>
                  <a:pt x="1153897" y="71857"/>
                  <a:pt x="1152373" y="71755"/>
                  <a:pt x="1150976" y="71552"/>
                </a:cubicBezTo>
                <a:lnTo>
                  <a:pt x="1150976" y="65786"/>
                </a:lnTo>
                <a:cubicBezTo>
                  <a:pt x="1151992" y="66078"/>
                  <a:pt x="1153135" y="66231"/>
                  <a:pt x="1154786" y="66231"/>
                </a:cubicBezTo>
                <a:cubicBezTo>
                  <a:pt x="1156310" y="66231"/>
                  <a:pt x="1157580" y="66040"/>
                  <a:pt x="1158469" y="65660"/>
                </a:cubicBezTo>
                <a:cubicBezTo>
                  <a:pt x="1159485" y="65278"/>
                  <a:pt x="1160374" y="64694"/>
                  <a:pt x="1160882" y="63932"/>
                </a:cubicBezTo>
                <a:cubicBezTo>
                  <a:pt x="1161517" y="63157"/>
                  <a:pt x="1162152" y="62129"/>
                  <a:pt x="1162660" y="60833"/>
                </a:cubicBezTo>
                <a:lnTo>
                  <a:pt x="1164819" y="55144"/>
                </a:lnTo>
                <a:lnTo>
                  <a:pt x="1148690" y="15037"/>
                </a:lnTo>
                <a:lnTo>
                  <a:pt x="1155802" y="15037"/>
                </a:lnTo>
                <a:lnTo>
                  <a:pt x="1164438" y="37288"/>
                </a:lnTo>
                <a:cubicBezTo>
                  <a:pt x="1165073" y="39142"/>
                  <a:pt x="1165835" y="41237"/>
                  <a:pt x="1166597" y="43574"/>
                </a:cubicBezTo>
                <a:cubicBezTo>
                  <a:pt x="1167359" y="45910"/>
                  <a:pt x="1167867" y="47282"/>
                  <a:pt x="1167994" y="47702"/>
                </a:cubicBezTo>
                <a:cubicBezTo>
                  <a:pt x="1168121" y="47358"/>
                  <a:pt x="1168629" y="46038"/>
                  <a:pt x="1169391" y="43765"/>
                </a:cubicBezTo>
                <a:cubicBezTo>
                  <a:pt x="1170534" y="40932"/>
                  <a:pt x="1171169" y="39002"/>
                  <a:pt x="1171550" y="37960"/>
                </a:cubicBezTo>
                <a:lnTo>
                  <a:pt x="1179424" y="15037"/>
                </a:lnTo>
                <a:lnTo>
                  <a:pt x="1186536" y="15037"/>
                </a:lnTo>
                <a:lnTo>
                  <a:pt x="1167994" y="63030"/>
                </a:lnTo>
                <a:cubicBezTo>
                  <a:pt x="1167232" y="65088"/>
                  <a:pt x="1166343" y="66752"/>
                  <a:pt x="1165327" y="67996"/>
                </a:cubicBezTo>
                <a:cubicBezTo>
                  <a:pt x="1164438" y="69253"/>
                  <a:pt x="1163041" y="70206"/>
                  <a:pt x="1161517" y="70866"/>
                </a:cubicBezTo>
                <a:cubicBezTo>
                  <a:pt x="1159866" y="71527"/>
                  <a:pt x="1157834" y="71857"/>
                  <a:pt x="1155294" y="71857"/>
                </a:cubicBezTo>
                <a:close/>
              </a:path>
            </a:pathLst>
          </a:custGeom>
          <a:solidFill>
            <a:srgbClr val="000000">
              <a:alpha val="50196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5175" cy="6858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095" y="664473"/>
            <a:ext cx="3925823" cy="6312408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6111" y="792483"/>
            <a:ext cx="3725418" cy="6108953"/>
          </a:xfrm>
          <a:prstGeom prst="rect">
            <a:avLst/>
          </a:prstGeom>
        </p:spPr>
      </p:pic>
      <p:sp>
        <p:nvSpPr>
          <p:cNvPr id="12" name="Editable vector"/>
          <p:cNvSpPr/>
          <p:nvPr/>
        </p:nvSpPr>
        <p:spPr>
          <a:xfrm>
            <a:off x="9155048" y="1431163"/>
            <a:ext cx="2468626" cy="4852161"/>
          </a:xfrm>
          <a:custGeom>
            <a:avLst/>
            <a:gdLst/>
            <a:ahLst/>
            <a:cxnLst/>
            <a:rect l="0" t="0" r="r" b="b"/>
            <a:pathLst>
              <a:path w="2468626" h="4852162" fill="norm" stroke="0" extrusionOk="0">
                <a:moveTo>
                  <a:pt x="0" y="282321"/>
                </a:moveTo>
                <a:cubicBezTo>
                  <a:pt x="0" y="126365"/>
                  <a:pt x="126365" y="0"/>
                  <a:pt x="282321" y="0"/>
                </a:cubicBezTo>
                <a:lnTo>
                  <a:pt x="2186305" y="0"/>
                </a:lnTo>
                <a:cubicBezTo>
                  <a:pt x="2342261" y="0"/>
                  <a:pt x="2468626" y="126365"/>
                  <a:pt x="2468626" y="282321"/>
                </a:cubicBezTo>
                <a:lnTo>
                  <a:pt x="2468626" y="4569803"/>
                </a:lnTo>
                <a:cubicBezTo>
                  <a:pt x="2468626" y="4725746"/>
                  <a:pt x="2342261" y="4852162"/>
                  <a:pt x="2186305" y="4852162"/>
                </a:cubicBezTo>
                <a:lnTo>
                  <a:pt x="282321" y="4852162"/>
                </a:lnTo>
                <a:cubicBezTo>
                  <a:pt x="126365" y="4852162"/>
                  <a:pt x="0" y="4725746"/>
                  <a:pt x="0" y="4569803"/>
                </a:cubicBezTo>
                <a:lnTo>
                  <a:pt x="0" y="282321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4103878"/>
            <a:ext cx="1149095" cy="12801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7200" y="4470400"/>
            <a:ext cx="2095500" cy="25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7200" y="4470400"/>
            <a:ext cx="2095500" cy="25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47200" y="2705100"/>
            <a:ext cx="2095500" cy="25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47200" y="2705100"/>
            <a:ext cx="2095500" cy="25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05897" y="5781281"/>
            <a:ext cx="566928" cy="239267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66715" y="3314700"/>
            <a:ext cx="4001262" cy="2173858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00700" y="3949700"/>
            <a:ext cx="2755900" cy="9271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66715" y="4366259"/>
            <a:ext cx="4001262" cy="2173858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00700" y="5003800"/>
            <a:ext cx="2755900" cy="9271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66715" y="2263139"/>
            <a:ext cx="4001262" cy="2173858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00700" y="2895600"/>
            <a:ext cx="2755900" cy="9271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64007" y="745235"/>
            <a:ext cx="8937498" cy="242379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1371600"/>
            <a:ext cx="7683500" cy="11811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1371600"/>
            <a:ext cx="7683500" cy="11811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0400" y="2540000"/>
            <a:ext cx="8178800" cy="254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0400" y="2540000"/>
            <a:ext cx="8178800" cy="254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72811" y="1025651"/>
            <a:ext cx="3995293" cy="1841626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600700" y="1663700"/>
            <a:ext cx="2755900" cy="5969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600700" y="1663700"/>
            <a:ext cx="2755900" cy="596900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52651" y="1499704"/>
            <a:ext cx="3312033" cy="4893055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1500" y="2540000"/>
            <a:ext cx="6985000" cy="3746500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1500" y="2540000"/>
            <a:ext cx="6985000" cy="3746500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652651" y="1495615"/>
            <a:ext cx="3313048" cy="4893055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800098" y="1431163"/>
            <a:ext cx="3180207" cy="1287907"/>
          </a:xfrm>
          <a:prstGeom prst="rect">
            <a:avLst/>
          </a:prstGeom>
        </p:spPr>
      </p:pic>
      <p:sp>
        <p:nvSpPr>
          <p:cNvPr id="3" name="Editable text — 8"/>
          <p:cNvSpPr txBox="1"/>
          <p:nvPr/>
        </p:nvSpPr>
        <p:spPr>
          <a:xfrm>
            <a:off x="11564746" y="6546075"/>
            <a:ext cx="127051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4" name="Editable text — 8"/>
          <p:cNvSpPr txBox="1"/>
          <p:nvPr/>
        </p:nvSpPr>
        <p:spPr>
          <a:xfrm>
            <a:off x="11564746" y="6546075"/>
            <a:ext cx="127051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5" name="Editable text — PUBLIC"/>
          <p:cNvSpPr txBox="1"/>
          <p:nvPr/>
        </p:nvSpPr>
        <p:spPr>
          <a:xfrm>
            <a:off x="281940" y="6590857"/>
            <a:ext cx="381711" cy="170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6" b="0" i="0" spc="-2">
                <a:solidFill>
                  <a:srgbClr val="000000"/>
                </a:solidFill>
                <a:latin typeface="Arial"/>
              </a:rPr>
              <a:t>PUBLIC</a:t>
            </a:r>
          </a:p>
        </p:txBody>
      </p:sp>
      <p:sp>
        <p:nvSpPr>
          <p:cNvPr id="8" name="Editable text — PUBLIC"/>
          <p:cNvSpPr txBox="1"/>
          <p:nvPr/>
        </p:nvSpPr>
        <p:spPr>
          <a:xfrm>
            <a:off x="224942" y="6544223"/>
            <a:ext cx="381711" cy="170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6" b="0" i="0" spc="-2">
                <a:solidFill>
                  <a:srgbClr val="000000"/>
                </a:solidFill>
                <a:latin typeface="Arial"/>
              </a:rPr>
              <a:t>PUBLIC</a:t>
            </a:r>
          </a:p>
        </p:txBody>
      </p:sp>
      <p:sp>
        <p:nvSpPr>
          <p:cNvPr id="9" name="Editable text — AI is everywhere, but results aren't"/>
          <p:cNvSpPr txBox="1"/>
          <p:nvPr/>
        </p:nvSpPr>
        <p:spPr>
          <a:xfrm>
            <a:off x="3301619" y="610059"/>
            <a:ext cx="5654068" cy="57073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795" b="1" i="0" spc="-62">
                <a:solidFill>
                  <a:srgbClr val="002A86"/>
                </a:solidFill>
                <a:latin typeface="Arial"/>
              </a:rPr>
              <a:t>AI is everywhere, but results aren't</a:t>
            </a:r>
          </a:p>
        </p:txBody>
      </p:sp>
      <p:sp>
        <p:nvSpPr>
          <p:cNvPr id="13" name="Editable text — 42%"/>
          <p:cNvSpPr txBox="1"/>
          <p:nvPr/>
        </p:nvSpPr>
        <p:spPr>
          <a:xfrm>
            <a:off x="9897744" y="3000248"/>
            <a:ext cx="1048918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3600" b="1" i="0" spc="277">
                <a:solidFill>
                  <a:srgbClr val="1C0C6E"/>
                </a:solidFill>
                <a:latin typeface="Arial"/>
              </a:rPr>
              <a:t>42%</a:t>
            </a:r>
          </a:p>
        </p:txBody>
      </p:sp>
      <p:sp>
        <p:nvSpPr>
          <p:cNvPr id="14" name="Editable text — report data access &amp; quality "/>
          <p:cNvSpPr txBox="1"/>
          <p:nvPr/>
        </p:nvSpPr>
        <p:spPr>
          <a:xfrm>
            <a:off x="9471914" y="3603244"/>
            <a:ext cx="1934516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0" spc="-15">
                <a:solidFill>
                  <a:srgbClr val="1C0C6E"/>
                </a:solidFill>
                <a:latin typeface="Arial"/>
              </a:rPr>
              <a:t>report data access &amp; quality </a:t>
            </a:r>
          </a:p>
        </p:txBody>
      </p:sp>
      <p:sp>
        <p:nvSpPr>
          <p:cNvPr id="15" name="Editable text — issues as leading barrier"/>
          <p:cNvSpPr txBox="1"/>
          <p:nvPr/>
        </p:nvSpPr>
        <p:spPr>
          <a:xfrm>
            <a:off x="9599930" y="3786123"/>
            <a:ext cx="1644041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0" spc="-23">
                <a:solidFill>
                  <a:srgbClr val="1C0C6E"/>
                </a:solidFill>
                <a:latin typeface="Arial"/>
              </a:rPr>
              <a:t>issues as leading barrier</a:t>
            </a:r>
          </a:p>
        </p:txBody>
      </p:sp>
      <p:sp>
        <p:nvSpPr>
          <p:cNvPr id="21" name="Editable text — 74%"/>
          <p:cNvSpPr txBox="1"/>
          <p:nvPr/>
        </p:nvSpPr>
        <p:spPr>
          <a:xfrm>
            <a:off x="9897744" y="4686786"/>
            <a:ext cx="1049224" cy="72435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3602" b="1" i="0" spc="276">
                <a:solidFill>
                  <a:srgbClr val="1C0C6E"/>
                </a:solidFill>
                <a:latin typeface="Arial"/>
              </a:rPr>
              <a:t>74%</a:t>
            </a:r>
          </a:p>
        </p:txBody>
      </p:sp>
      <p:sp>
        <p:nvSpPr>
          <p:cNvPr id="22" name="Editable text — of orgs stuck in pilot mode"/>
          <p:cNvSpPr txBox="1"/>
          <p:nvPr/>
        </p:nvSpPr>
        <p:spPr>
          <a:xfrm>
            <a:off x="9522206" y="5249672"/>
            <a:ext cx="1798878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0" spc="-11">
                <a:solidFill>
                  <a:srgbClr val="1C0C6E"/>
                </a:solidFill>
                <a:latin typeface="Arial"/>
              </a:rPr>
              <a:t>of orgs stuck in pilot mode</a:t>
            </a:r>
          </a:p>
        </p:txBody>
      </p:sp>
      <p:sp>
        <p:nvSpPr>
          <p:cNvPr id="23" name="Editable text — with no path to scale"/>
          <p:cNvSpPr txBox="1"/>
          <p:nvPr/>
        </p:nvSpPr>
        <p:spPr>
          <a:xfrm>
            <a:off x="9709657" y="5432551"/>
            <a:ext cx="1424130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0" spc="-11">
                <a:solidFill>
                  <a:srgbClr val="1C0C6E"/>
                </a:solidFill>
                <a:latin typeface="Arial"/>
              </a:rPr>
              <a:t>with no path to scale</a:t>
            </a:r>
          </a:p>
        </p:txBody>
      </p:sp>
      <p:sp>
        <p:nvSpPr>
          <p:cNvPr id="25" name="Editable text — 80%"/>
          <p:cNvSpPr txBox="1"/>
          <p:nvPr/>
        </p:nvSpPr>
        <p:spPr>
          <a:xfrm>
            <a:off x="9897491" y="1757680"/>
            <a:ext cx="1048918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3600" b="1" i="0" spc="277">
                <a:solidFill>
                  <a:srgbClr val="1C0C6E"/>
                </a:solidFill>
                <a:latin typeface="Arial"/>
              </a:rPr>
              <a:t>80%</a:t>
            </a:r>
          </a:p>
        </p:txBody>
      </p:sp>
      <p:sp>
        <p:nvSpPr>
          <p:cNvPr id="26" name="Editable text — generic LLM accuracy"/>
          <p:cNvSpPr txBox="1"/>
          <p:nvPr/>
        </p:nvSpPr>
        <p:spPr>
          <a:xfrm>
            <a:off x="9679813" y="2329180"/>
            <a:ext cx="1483563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0" spc="-29">
                <a:solidFill>
                  <a:srgbClr val="1C0C6E"/>
                </a:solidFill>
                <a:latin typeface="Arial"/>
              </a:rPr>
              <a:t>generic LLM accuracy</a:t>
            </a:r>
          </a:p>
        </p:txBody>
      </p:sp>
      <p:sp>
        <p:nvSpPr>
          <p:cNvPr id="29" name="Editable text — Accurate and connected"/>
          <p:cNvSpPr txBox="1"/>
          <p:nvPr/>
        </p:nvSpPr>
        <p:spPr>
          <a:xfrm>
            <a:off x="6115177" y="4240275"/>
            <a:ext cx="178835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-17">
                <a:solidFill>
                  <a:srgbClr val="0E0637"/>
                </a:solidFill>
                <a:latin typeface="Arial"/>
              </a:rPr>
              <a:t>Accurate and connected</a:t>
            </a:r>
          </a:p>
        </p:txBody>
      </p:sp>
      <p:sp>
        <p:nvSpPr>
          <p:cNvPr id="30" name="Editable text — business data"/>
          <p:cNvSpPr txBox="1"/>
          <p:nvPr/>
        </p:nvSpPr>
        <p:spPr>
          <a:xfrm>
            <a:off x="6491604" y="4423156"/>
            <a:ext cx="1035506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-29">
                <a:solidFill>
                  <a:srgbClr val="0E0637"/>
                </a:solidFill>
                <a:latin typeface="Arial"/>
              </a:rPr>
              <a:t>business data</a:t>
            </a:r>
          </a:p>
        </p:txBody>
      </p:sp>
      <p:sp>
        <p:nvSpPr>
          <p:cNvPr id="33" name="Editable text — Trustworthy and secure"/>
          <p:cNvSpPr txBox="1"/>
          <p:nvPr/>
        </p:nvSpPr>
        <p:spPr>
          <a:xfrm>
            <a:off x="6147180" y="5292089"/>
            <a:ext cx="1725571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-25">
                <a:solidFill>
                  <a:srgbClr val="0E0637"/>
                </a:solidFill>
                <a:latin typeface="Arial"/>
              </a:rPr>
              <a:t>Trustworthy and secure</a:t>
            </a:r>
          </a:p>
        </p:txBody>
      </p:sp>
      <p:sp>
        <p:nvSpPr>
          <p:cNvPr id="34" name="Editable text — Governance"/>
          <p:cNvSpPr txBox="1"/>
          <p:nvPr/>
        </p:nvSpPr>
        <p:spPr>
          <a:xfrm>
            <a:off x="6546468" y="5474694"/>
            <a:ext cx="926283" cy="26715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2" b="1" i="0" spc="-17">
                <a:solidFill>
                  <a:srgbClr val="0E0637"/>
                </a:solidFill>
                <a:latin typeface="Arial"/>
              </a:rPr>
              <a:t>Governance</a:t>
            </a:r>
          </a:p>
        </p:txBody>
      </p:sp>
      <p:sp>
        <p:nvSpPr>
          <p:cNvPr id="37" name="Editable text — Process knowledge "/>
          <p:cNvSpPr txBox="1"/>
          <p:nvPr/>
        </p:nvSpPr>
        <p:spPr>
          <a:xfrm>
            <a:off x="6273672" y="3188081"/>
            <a:ext cx="1470607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-27">
                <a:solidFill>
                  <a:srgbClr val="0E0637"/>
                </a:solidFill>
                <a:latin typeface="Arial"/>
              </a:rPr>
              <a:t>Process knowledge </a:t>
            </a:r>
          </a:p>
        </p:txBody>
      </p:sp>
      <p:sp>
        <p:nvSpPr>
          <p:cNvPr id="38" name="Editable text — and business context"/>
          <p:cNvSpPr txBox="1"/>
          <p:nvPr/>
        </p:nvSpPr>
        <p:spPr>
          <a:xfrm>
            <a:off x="6227953" y="3370961"/>
            <a:ext cx="1561742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-25">
                <a:solidFill>
                  <a:srgbClr val="0E0637"/>
                </a:solidFill>
                <a:latin typeface="Arial"/>
              </a:rPr>
              <a:t>and business context</a:t>
            </a:r>
          </a:p>
        </p:txBody>
      </p:sp>
      <p:sp>
        <p:nvSpPr>
          <p:cNvPr id="47" name="Editable text — Publicly available content &amp; "/>
          <p:cNvSpPr txBox="1"/>
          <p:nvPr/>
        </p:nvSpPr>
        <p:spPr>
          <a:xfrm>
            <a:off x="6050534" y="1783842"/>
            <a:ext cx="1925373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0" spc="-10">
                <a:solidFill>
                  <a:srgbClr val="00144A"/>
                </a:solidFill>
                <a:latin typeface="Arial"/>
              </a:rPr>
              <a:t>Publicly available content &amp; </a:t>
            </a:r>
          </a:p>
        </p:txBody>
      </p:sp>
      <p:sp>
        <p:nvSpPr>
          <p:cNvPr id="48" name="Editable text — generic LLMs"/>
          <p:cNvSpPr txBox="1"/>
          <p:nvPr/>
        </p:nvSpPr>
        <p:spPr>
          <a:xfrm>
            <a:off x="6545833" y="1966722"/>
            <a:ext cx="934160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0" spc="-32">
                <a:solidFill>
                  <a:srgbClr val="00144A"/>
                </a:solidFill>
                <a:latin typeface="Arial"/>
              </a:rPr>
              <a:t>generic LLMs</a:t>
            </a:r>
          </a:p>
        </p:txBody>
      </p:sp>
      <p:sp>
        <p:nvSpPr>
          <p:cNvPr id="49" name="Editable text — What you "/>
          <p:cNvSpPr txBox="1"/>
          <p:nvPr/>
        </p:nvSpPr>
        <p:spPr>
          <a:xfrm>
            <a:off x="851306" y="1747519"/>
            <a:ext cx="717600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0" spc="-31">
                <a:solidFill>
                  <a:srgbClr val="00144A"/>
                </a:solidFill>
                <a:latin typeface="Arial"/>
              </a:rPr>
              <a:t>What you </a:t>
            </a:r>
          </a:p>
        </p:txBody>
      </p:sp>
      <p:sp>
        <p:nvSpPr>
          <p:cNvPr id="50" name="Editable text — need for an "/>
          <p:cNvSpPr txBox="1"/>
          <p:nvPr/>
        </p:nvSpPr>
        <p:spPr>
          <a:xfrm>
            <a:off x="851306" y="1902692"/>
            <a:ext cx="848860" cy="26715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2" b="0" i="0" spc="-21">
                <a:solidFill>
                  <a:srgbClr val="00144A"/>
                </a:solidFill>
                <a:latin typeface="Arial"/>
              </a:rPr>
              <a:t>need for an </a:t>
            </a:r>
          </a:p>
        </p:txBody>
      </p:sp>
      <p:sp>
        <p:nvSpPr>
          <p:cNvPr id="51" name="Editable text — AI PoC"/>
          <p:cNvSpPr txBox="1"/>
          <p:nvPr/>
        </p:nvSpPr>
        <p:spPr>
          <a:xfrm>
            <a:off x="851306" y="2058797"/>
            <a:ext cx="504240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0" spc="-66">
                <a:solidFill>
                  <a:srgbClr val="00144A"/>
                </a:solidFill>
                <a:latin typeface="Arial"/>
              </a:rPr>
              <a:t>AI PoC</a:t>
            </a:r>
          </a:p>
        </p:txBody>
      </p:sp>
      <p:sp>
        <p:nvSpPr>
          <p:cNvPr id="52" name="Editable text — What you need "/>
          <p:cNvSpPr txBox="1"/>
          <p:nvPr/>
        </p:nvSpPr>
        <p:spPr>
          <a:xfrm>
            <a:off x="849172" y="5337761"/>
            <a:ext cx="1514166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1" i="0" spc="-29">
                <a:solidFill>
                  <a:srgbClr val="1C0C6E"/>
                </a:solidFill>
                <a:latin typeface="Arial"/>
              </a:rPr>
              <a:t>What you need </a:t>
            </a:r>
          </a:p>
        </p:txBody>
      </p:sp>
      <p:sp>
        <p:nvSpPr>
          <p:cNvPr id="53" name="Editable text — for enterprise-"/>
          <p:cNvSpPr txBox="1"/>
          <p:nvPr/>
        </p:nvSpPr>
        <p:spPr>
          <a:xfrm>
            <a:off x="849172" y="5544974"/>
            <a:ext cx="1405009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1" i="0" spc="-18">
                <a:solidFill>
                  <a:srgbClr val="1C0C6E"/>
                </a:solidFill>
                <a:latin typeface="Arial"/>
              </a:rPr>
              <a:t>for enterprise-</a:t>
            </a:r>
          </a:p>
        </p:txBody>
      </p:sp>
      <p:sp>
        <p:nvSpPr>
          <p:cNvPr id="54" name="Editable text — grade AI outcomes"/>
          <p:cNvSpPr txBox="1"/>
          <p:nvPr/>
        </p:nvSpPr>
        <p:spPr>
          <a:xfrm>
            <a:off x="849172" y="5752239"/>
            <a:ext cx="1807664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1" i="0" spc="-40">
                <a:solidFill>
                  <a:srgbClr val="1C0C6E"/>
                </a:solidFill>
                <a:latin typeface="Arial"/>
              </a:rPr>
              <a:t>grade AI outcomes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"/>
          <p:cNvSpPr/>
          <p:nvPr/>
        </p:nvSpPr>
        <p:spPr>
          <a:xfrm>
            <a:off x="0" y="0"/>
            <a:ext cx="12195175" cy="6858000"/>
          </a:xfrm>
          <a:custGeom>
            <a:avLst/>
            <a:gdLst/>
            <a:ahLst/>
            <a:cxnLst/>
            <a:rect l="0" t="0" r="r" b="b"/>
            <a:pathLst>
              <a:path w="12195175" h="6858000" fill="norm" stroke="0" extrusionOk="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BF9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Editable vector"/>
          <p:cNvSpPr/>
          <p:nvPr/>
        </p:nvSpPr>
        <p:spPr>
          <a:xfrm>
            <a:off x="506628" y="6582778"/>
            <a:ext cx="1186535" cy="71856"/>
          </a:xfrm>
          <a:custGeom>
            <a:avLst/>
            <a:gdLst/>
            <a:ahLst/>
            <a:cxnLst/>
            <a:rect l="0" t="0" r="r" b="b"/>
            <a:pathLst>
              <a:path w="1186536" h="71857" fill="norm" stroke="0" extrusionOk="0">
                <a:moveTo>
                  <a:pt x="0" y="2832"/>
                </a:moveTo>
                <a:lnTo>
                  <a:pt x="0" y="55258"/>
                </a:lnTo>
                <a:lnTo>
                  <a:pt x="7074" y="55258"/>
                </a:lnTo>
                <a:lnTo>
                  <a:pt x="7074" y="2832"/>
                </a:lnTo>
                <a:close/>
                <a:moveTo>
                  <a:pt x="19812" y="2832"/>
                </a:moveTo>
                <a:lnTo>
                  <a:pt x="28181" y="2832"/>
                </a:lnTo>
                <a:lnTo>
                  <a:pt x="54712" y="47410"/>
                </a:lnTo>
                <a:cubicBezTo>
                  <a:pt x="54661" y="46266"/>
                  <a:pt x="54610" y="44717"/>
                  <a:pt x="54572" y="42761"/>
                </a:cubicBezTo>
                <a:cubicBezTo>
                  <a:pt x="54521" y="40793"/>
                  <a:pt x="54496" y="38862"/>
                  <a:pt x="54496" y="36957"/>
                </a:cubicBezTo>
                <a:lnTo>
                  <a:pt x="54496" y="2832"/>
                </a:lnTo>
                <a:lnTo>
                  <a:pt x="60820" y="2832"/>
                </a:lnTo>
                <a:lnTo>
                  <a:pt x="60820" y="55258"/>
                </a:lnTo>
                <a:lnTo>
                  <a:pt x="52108" y="55258"/>
                </a:lnTo>
                <a:lnTo>
                  <a:pt x="25921" y="11202"/>
                </a:lnTo>
                <a:cubicBezTo>
                  <a:pt x="25972" y="12345"/>
                  <a:pt x="26010" y="13894"/>
                  <a:pt x="26060" y="15837"/>
                </a:cubicBezTo>
                <a:cubicBezTo>
                  <a:pt x="26111" y="17780"/>
                  <a:pt x="26137" y="19724"/>
                  <a:pt x="26137" y="21654"/>
                </a:cubicBezTo>
                <a:lnTo>
                  <a:pt x="26137" y="55258"/>
                </a:lnTo>
                <a:lnTo>
                  <a:pt x="19812" y="55258"/>
                </a:lnTo>
                <a:lnTo>
                  <a:pt x="19812" y="2832"/>
                </a:lnTo>
                <a:close/>
                <a:moveTo>
                  <a:pt x="84125" y="9385"/>
                </a:moveTo>
                <a:lnTo>
                  <a:pt x="67653" y="9385"/>
                </a:lnTo>
                <a:lnTo>
                  <a:pt x="67653" y="2832"/>
                </a:lnTo>
                <a:lnTo>
                  <a:pt x="107683" y="2832"/>
                </a:lnTo>
                <a:lnTo>
                  <a:pt x="107683" y="9385"/>
                </a:lnTo>
                <a:lnTo>
                  <a:pt x="91199" y="9385"/>
                </a:lnTo>
                <a:lnTo>
                  <a:pt x="91199" y="55258"/>
                </a:lnTo>
                <a:lnTo>
                  <a:pt x="84125" y="55258"/>
                </a:lnTo>
                <a:lnTo>
                  <a:pt x="84125" y="9385"/>
                </a:lnTo>
                <a:close/>
                <a:moveTo>
                  <a:pt x="114300" y="2832"/>
                </a:moveTo>
                <a:lnTo>
                  <a:pt x="147980" y="2832"/>
                </a:lnTo>
                <a:lnTo>
                  <a:pt x="147980" y="9385"/>
                </a:lnTo>
                <a:lnTo>
                  <a:pt x="121374" y="9385"/>
                </a:lnTo>
                <a:lnTo>
                  <a:pt x="121374" y="25083"/>
                </a:lnTo>
                <a:lnTo>
                  <a:pt x="145783" y="25083"/>
                </a:lnTo>
                <a:lnTo>
                  <a:pt x="145783" y="31483"/>
                </a:lnTo>
                <a:lnTo>
                  <a:pt x="121374" y="31483"/>
                </a:lnTo>
                <a:lnTo>
                  <a:pt x="121374" y="48705"/>
                </a:lnTo>
                <a:lnTo>
                  <a:pt x="149504" y="48705"/>
                </a:lnTo>
                <a:lnTo>
                  <a:pt x="149504" y="55258"/>
                </a:lnTo>
                <a:lnTo>
                  <a:pt x="114300" y="55258"/>
                </a:lnTo>
                <a:lnTo>
                  <a:pt x="114300" y="2832"/>
                </a:lnTo>
                <a:close/>
                <a:moveTo>
                  <a:pt x="158496" y="2832"/>
                </a:moveTo>
                <a:lnTo>
                  <a:pt x="178626" y="2832"/>
                </a:lnTo>
                <a:cubicBezTo>
                  <a:pt x="182550" y="2832"/>
                  <a:pt x="185877" y="3442"/>
                  <a:pt x="188633" y="4674"/>
                </a:cubicBezTo>
                <a:cubicBezTo>
                  <a:pt x="191389" y="5906"/>
                  <a:pt x="193485" y="7671"/>
                  <a:pt x="194907" y="9996"/>
                </a:cubicBezTo>
                <a:cubicBezTo>
                  <a:pt x="196329" y="12319"/>
                  <a:pt x="197041" y="15088"/>
                  <a:pt x="197041" y="18314"/>
                </a:cubicBezTo>
                <a:cubicBezTo>
                  <a:pt x="197041" y="20613"/>
                  <a:pt x="196596" y="22797"/>
                  <a:pt x="195707" y="24854"/>
                </a:cubicBezTo>
                <a:cubicBezTo>
                  <a:pt x="194818" y="26912"/>
                  <a:pt x="193408" y="28702"/>
                  <a:pt x="191478" y="30214"/>
                </a:cubicBezTo>
                <a:cubicBezTo>
                  <a:pt x="189560" y="31725"/>
                  <a:pt x="187122" y="32766"/>
                  <a:pt x="184175" y="33338"/>
                </a:cubicBezTo>
                <a:lnTo>
                  <a:pt x="199200" y="55258"/>
                </a:lnTo>
                <a:lnTo>
                  <a:pt x="190944" y="55258"/>
                </a:lnTo>
                <a:lnTo>
                  <a:pt x="177254" y="34240"/>
                </a:lnTo>
                <a:lnTo>
                  <a:pt x="165570" y="34240"/>
                </a:lnTo>
                <a:lnTo>
                  <a:pt x="165570" y="55258"/>
                </a:lnTo>
                <a:lnTo>
                  <a:pt x="158496" y="55258"/>
                </a:lnTo>
                <a:lnTo>
                  <a:pt x="158496" y="2832"/>
                </a:lnTo>
                <a:close/>
                <a:moveTo>
                  <a:pt x="178143" y="27915"/>
                </a:moveTo>
                <a:cubicBezTo>
                  <a:pt x="180797" y="27915"/>
                  <a:pt x="183007" y="27496"/>
                  <a:pt x="184785" y="26657"/>
                </a:cubicBezTo>
                <a:cubicBezTo>
                  <a:pt x="186563" y="25832"/>
                  <a:pt x="187871" y="24702"/>
                  <a:pt x="188709" y="23279"/>
                </a:cubicBezTo>
                <a:cubicBezTo>
                  <a:pt x="189548" y="21857"/>
                  <a:pt x="189979" y="20219"/>
                  <a:pt x="189979" y="18390"/>
                </a:cubicBezTo>
                <a:cubicBezTo>
                  <a:pt x="189979" y="15380"/>
                  <a:pt x="188925" y="13119"/>
                  <a:pt x="186817" y="11595"/>
                </a:cubicBezTo>
                <a:cubicBezTo>
                  <a:pt x="184709" y="10071"/>
                  <a:pt x="181712" y="9310"/>
                  <a:pt x="177851" y="9310"/>
                </a:cubicBezTo>
                <a:lnTo>
                  <a:pt x="165570" y="9310"/>
                </a:lnTo>
                <a:lnTo>
                  <a:pt x="165570" y="27915"/>
                </a:lnTo>
                <a:lnTo>
                  <a:pt x="178143" y="27915"/>
                </a:lnTo>
                <a:close/>
                <a:moveTo>
                  <a:pt x="207264" y="2832"/>
                </a:moveTo>
                <a:lnTo>
                  <a:pt x="215633" y="2832"/>
                </a:lnTo>
                <a:lnTo>
                  <a:pt x="242164" y="47410"/>
                </a:lnTo>
                <a:cubicBezTo>
                  <a:pt x="242113" y="46266"/>
                  <a:pt x="242062" y="44717"/>
                  <a:pt x="242024" y="42761"/>
                </a:cubicBezTo>
                <a:cubicBezTo>
                  <a:pt x="241973" y="40793"/>
                  <a:pt x="241948" y="38862"/>
                  <a:pt x="241948" y="36957"/>
                </a:cubicBezTo>
                <a:lnTo>
                  <a:pt x="241948" y="2832"/>
                </a:lnTo>
                <a:lnTo>
                  <a:pt x="248272" y="2832"/>
                </a:lnTo>
                <a:lnTo>
                  <a:pt x="248272" y="55258"/>
                </a:lnTo>
                <a:lnTo>
                  <a:pt x="239560" y="55258"/>
                </a:lnTo>
                <a:lnTo>
                  <a:pt x="213373" y="11202"/>
                </a:lnTo>
                <a:cubicBezTo>
                  <a:pt x="213424" y="12345"/>
                  <a:pt x="213462" y="13894"/>
                  <a:pt x="213512" y="15837"/>
                </a:cubicBezTo>
                <a:cubicBezTo>
                  <a:pt x="213563" y="17780"/>
                  <a:pt x="213589" y="19724"/>
                  <a:pt x="213589" y="21654"/>
                </a:cubicBezTo>
                <a:lnTo>
                  <a:pt x="213589" y="55258"/>
                </a:lnTo>
                <a:lnTo>
                  <a:pt x="207264" y="55258"/>
                </a:lnTo>
                <a:lnTo>
                  <a:pt x="207264" y="2832"/>
                </a:lnTo>
                <a:close/>
                <a:moveTo>
                  <a:pt x="274079" y="2832"/>
                </a:moveTo>
                <a:lnTo>
                  <a:pt x="282181" y="2832"/>
                </a:lnTo>
                <a:lnTo>
                  <a:pt x="301904" y="55258"/>
                </a:lnTo>
                <a:lnTo>
                  <a:pt x="294500" y="55258"/>
                </a:lnTo>
                <a:lnTo>
                  <a:pt x="289547" y="41085"/>
                </a:lnTo>
                <a:lnTo>
                  <a:pt x="266560" y="41085"/>
                </a:lnTo>
                <a:lnTo>
                  <a:pt x="261607" y="55258"/>
                </a:lnTo>
                <a:lnTo>
                  <a:pt x="254356" y="55258"/>
                </a:lnTo>
                <a:lnTo>
                  <a:pt x="274079" y="2832"/>
                </a:lnTo>
                <a:close/>
                <a:moveTo>
                  <a:pt x="287401" y="34900"/>
                </a:moveTo>
                <a:lnTo>
                  <a:pt x="281178" y="17158"/>
                </a:lnTo>
                <a:cubicBezTo>
                  <a:pt x="280607" y="15545"/>
                  <a:pt x="280048" y="13932"/>
                  <a:pt x="279489" y="12319"/>
                </a:cubicBezTo>
                <a:cubicBezTo>
                  <a:pt x="278930" y="10706"/>
                  <a:pt x="278448" y="9322"/>
                  <a:pt x="278054" y="8154"/>
                </a:cubicBezTo>
                <a:cubicBezTo>
                  <a:pt x="277660" y="9322"/>
                  <a:pt x="277178" y="10706"/>
                  <a:pt x="276619" y="12319"/>
                </a:cubicBezTo>
                <a:cubicBezTo>
                  <a:pt x="276060" y="13932"/>
                  <a:pt x="275501" y="15545"/>
                  <a:pt x="274930" y="17158"/>
                </a:cubicBezTo>
                <a:lnTo>
                  <a:pt x="268719" y="34900"/>
                </a:lnTo>
                <a:lnTo>
                  <a:pt x="287401" y="34900"/>
                </a:lnTo>
                <a:close/>
                <a:moveTo>
                  <a:pt x="307848" y="2832"/>
                </a:moveTo>
                <a:lnTo>
                  <a:pt x="314922" y="2832"/>
                </a:lnTo>
                <a:lnTo>
                  <a:pt x="314922" y="48705"/>
                </a:lnTo>
                <a:lnTo>
                  <a:pt x="339179" y="48705"/>
                </a:lnTo>
                <a:lnTo>
                  <a:pt x="339179" y="55258"/>
                </a:lnTo>
                <a:lnTo>
                  <a:pt x="307848" y="55258"/>
                </a:lnTo>
                <a:lnTo>
                  <a:pt x="307848" y="2832"/>
                </a:lnTo>
                <a:close/>
                <a:moveTo>
                  <a:pt x="362268" y="32410"/>
                </a:moveTo>
                <a:lnTo>
                  <a:pt x="362268" y="37580"/>
                </a:lnTo>
                <a:lnTo>
                  <a:pt x="404609" y="37580"/>
                </a:lnTo>
                <a:lnTo>
                  <a:pt x="404609" y="32410"/>
                </a:lnTo>
                <a:close/>
                <a:moveTo>
                  <a:pt x="446773" y="56007"/>
                </a:moveTo>
                <a:cubicBezTo>
                  <a:pt x="442481" y="56007"/>
                  <a:pt x="438696" y="55309"/>
                  <a:pt x="435407" y="53911"/>
                </a:cubicBezTo>
                <a:cubicBezTo>
                  <a:pt x="432118" y="52528"/>
                  <a:pt x="429387" y="50432"/>
                  <a:pt x="427203" y="47625"/>
                </a:cubicBezTo>
                <a:lnTo>
                  <a:pt x="432041" y="42787"/>
                </a:lnTo>
                <a:cubicBezTo>
                  <a:pt x="433210" y="44260"/>
                  <a:pt x="434429" y="45492"/>
                  <a:pt x="435724" y="46495"/>
                </a:cubicBezTo>
                <a:cubicBezTo>
                  <a:pt x="437007" y="47498"/>
                  <a:pt x="438556" y="48299"/>
                  <a:pt x="440373" y="48895"/>
                </a:cubicBezTo>
                <a:cubicBezTo>
                  <a:pt x="442189" y="49492"/>
                  <a:pt x="444322" y="49785"/>
                  <a:pt x="446773" y="49785"/>
                </a:cubicBezTo>
                <a:cubicBezTo>
                  <a:pt x="449199" y="49785"/>
                  <a:pt x="451371" y="49479"/>
                  <a:pt x="453288" y="48870"/>
                </a:cubicBezTo>
                <a:cubicBezTo>
                  <a:pt x="455193" y="48273"/>
                  <a:pt x="456705" y="47320"/>
                  <a:pt x="457822" y="46025"/>
                </a:cubicBezTo>
                <a:cubicBezTo>
                  <a:pt x="458940" y="44742"/>
                  <a:pt x="459499" y="43117"/>
                  <a:pt x="459499" y="41161"/>
                </a:cubicBezTo>
                <a:cubicBezTo>
                  <a:pt x="459499" y="39192"/>
                  <a:pt x="458915" y="37605"/>
                  <a:pt x="457746" y="36399"/>
                </a:cubicBezTo>
                <a:cubicBezTo>
                  <a:pt x="456578" y="35179"/>
                  <a:pt x="455104" y="34227"/>
                  <a:pt x="453326" y="33541"/>
                </a:cubicBezTo>
                <a:cubicBezTo>
                  <a:pt x="451536" y="32868"/>
                  <a:pt x="449161" y="32157"/>
                  <a:pt x="446215" y="31407"/>
                </a:cubicBezTo>
                <a:cubicBezTo>
                  <a:pt x="442646" y="30518"/>
                  <a:pt x="439712" y="29579"/>
                  <a:pt x="437439" y="28601"/>
                </a:cubicBezTo>
                <a:cubicBezTo>
                  <a:pt x="435153" y="27623"/>
                  <a:pt x="433222" y="26124"/>
                  <a:pt x="431635" y="24118"/>
                </a:cubicBezTo>
                <a:cubicBezTo>
                  <a:pt x="430047" y="22111"/>
                  <a:pt x="429247" y="19431"/>
                  <a:pt x="429247" y="16078"/>
                </a:cubicBezTo>
                <a:cubicBezTo>
                  <a:pt x="429247" y="12878"/>
                  <a:pt x="430060" y="10237"/>
                  <a:pt x="431660" y="8128"/>
                </a:cubicBezTo>
                <a:cubicBezTo>
                  <a:pt x="433273" y="6033"/>
                  <a:pt x="435458" y="4496"/>
                  <a:pt x="438201" y="3518"/>
                </a:cubicBezTo>
                <a:cubicBezTo>
                  <a:pt x="440931" y="2540"/>
                  <a:pt x="444017" y="2045"/>
                  <a:pt x="447446" y="2045"/>
                </a:cubicBezTo>
                <a:cubicBezTo>
                  <a:pt x="451561" y="2045"/>
                  <a:pt x="455054" y="2718"/>
                  <a:pt x="457937" y="4039"/>
                </a:cubicBezTo>
                <a:cubicBezTo>
                  <a:pt x="460807" y="5373"/>
                  <a:pt x="463220" y="7201"/>
                  <a:pt x="465150" y="9525"/>
                </a:cubicBezTo>
                <a:lnTo>
                  <a:pt x="460426" y="14212"/>
                </a:lnTo>
                <a:cubicBezTo>
                  <a:pt x="458762" y="12306"/>
                  <a:pt x="456870" y="10833"/>
                  <a:pt x="454736" y="9792"/>
                </a:cubicBezTo>
                <a:cubicBezTo>
                  <a:pt x="452603" y="8751"/>
                  <a:pt x="450050" y="8230"/>
                  <a:pt x="447065" y="8230"/>
                </a:cubicBezTo>
                <a:cubicBezTo>
                  <a:pt x="444665" y="8230"/>
                  <a:pt x="442646" y="8560"/>
                  <a:pt x="441007" y="9208"/>
                </a:cubicBezTo>
                <a:cubicBezTo>
                  <a:pt x="439369" y="9868"/>
                  <a:pt x="438150" y="10770"/>
                  <a:pt x="437363" y="11913"/>
                </a:cubicBezTo>
                <a:cubicBezTo>
                  <a:pt x="436562" y="13056"/>
                  <a:pt x="436169" y="14364"/>
                  <a:pt x="436169" y="15850"/>
                </a:cubicBezTo>
                <a:cubicBezTo>
                  <a:pt x="436169" y="17666"/>
                  <a:pt x="436715" y="19139"/>
                  <a:pt x="437820" y="20269"/>
                </a:cubicBezTo>
                <a:cubicBezTo>
                  <a:pt x="438925" y="21387"/>
                  <a:pt x="440309" y="22276"/>
                  <a:pt x="441960" y="22911"/>
                </a:cubicBezTo>
                <a:cubicBezTo>
                  <a:pt x="443598" y="23533"/>
                  <a:pt x="445872" y="24244"/>
                  <a:pt x="448742" y="25006"/>
                </a:cubicBezTo>
                <a:cubicBezTo>
                  <a:pt x="452514" y="25946"/>
                  <a:pt x="455587" y="26912"/>
                  <a:pt x="457949" y="27915"/>
                </a:cubicBezTo>
                <a:cubicBezTo>
                  <a:pt x="460324" y="28905"/>
                  <a:pt x="462343" y="30429"/>
                  <a:pt x="463995" y="32487"/>
                </a:cubicBezTo>
                <a:cubicBezTo>
                  <a:pt x="465658" y="34544"/>
                  <a:pt x="466496" y="37313"/>
                  <a:pt x="466496" y="40780"/>
                </a:cubicBezTo>
                <a:cubicBezTo>
                  <a:pt x="466496" y="43765"/>
                  <a:pt x="465734" y="46393"/>
                  <a:pt x="464223" y="48692"/>
                </a:cubicBezTo>
                <a:cubicBezTo>
                  <a:pt x="462712" y="50991"/>
                  <a:pt x="460477" y="52781"/>
                  <a:pt x="457505" y="54064"/>
                </a:cubicBezTo>
                <a:cubicBezTo>
                  <a:pt x="454546" y="55359"/>
                  <a:pt x="450964" y="56007"/>
                  <a:pt x="446773" y="56007"/>
                </a:cubicBezTo>
                <a:close/>
                <a:moveTo>
                  <a:pt x="488963" y="2832"/>
                </a:moveTo>
                <a:lnTo>
                  <a:pt x="497065" y="2832"/>
                </a:lnTo>
                <a:lnTo>
                  <a:pt x="516788" y="55258"/>
                </a:lnTo>
                <a:lnTo>
                  <a:pt x="509384" y="55258"/>
                </a:lnTo>
                <a:lnTo>
                  <a:pt x="504431" y="41085"/>
                </a:lnTo>
                <a:lnTo>
                  <a:pt x="481444" y="41085"/>
                </a:lnTo>
                <a:lnTo>
                  <a:pt x="476491" y="55258"/>
                </a:lnTo>
                <a:lnTo>
                  <a:pt x="469240" y="55258"/>
                </a:lnTo>
                <a:lnTo>
                  <a:pt x="488963" y="2832"/>
                </a:lnTo>
                <a:close/>
                <a:moveTo>
                  <a:pt x="502285" y="34900"/>
                </a:moveTo>
                <a:lnTo>
                  <a:pt x="496062" y="17158"/>
                </a:lnTo>
                <a:cubicBezTo>
                  <a:pt x="495490" y="15545"/>
                  <a:pt x="494932" y="13932"/>
                  <a:pt x="494373" y="12319"/>
                </a:cubicBezTo>
                <a:cubicBezTo>
                  <a:pt x="493814" y="10706"/>
                  <a:pt x="493332" y="9322"/>
                  <a:pt x="492938" y="8154"/>
                </a:cubicBezTo>
                <a:cubicBezTo>
                  <a:pt x="492544" y="9322"/>
                  <a:pt x="492062" y="10706"/>
                  <a:pt x="491503" y="12319"/>
                </a:cubicBezTo>
                <a:cubicBezTo>
                  <a:pt x="490944" y="13932"/>
                  <a:pt x="490385" y="15545"/>
                  <a:pt x="489814" y="17158"/>
                </a:cubicBezTo>
                <a:lnTo>
                  <a:pt x="483603" y="34900"/>
                </a:lnTo>
                <a:lnTo>
                  <a:pt x="502285" y="34900"/>
                </a:lnTo>
                <a:close/>
                <a:moveTo>
                  <a:pt x="522732" y="2832"/>
                </a:moveTo>
                <a:lnTo>
                  <a:pt x="542531" y="2832"/>
                </a:lnTo>
                <a:cubicBezTo>
                  <a:pt x="546570" y="2832"/>
                  <a:pt x="549974" y="3493"/>
                  <a:pt x="552729" y="4801"/>
                </a:cubicBezTo>
                <a:cubicBezTo>
                  <a:pt x="555473" y="6121"/>
                  <a:pt x="557543" y="7963"/>
                  <a:pt x="558914" y="10351"/>
                </a:cubicBezTo>
                <a:cubicBezTo>
                  <a:pt x="560299" y="12726"/>
                  <a:pt x="560984" y="15532"/>
                  <a:pt x="560984" y="18759"/>
                </a:cubicBezTo>
                <a:cubicBezTo>
                  <a:pt x="560984" y="21908"/>
                  <a:pt x="560299" y="24727"/>
                  <a:pt x="558940" y="27204"/>
                </a:cubicBezTo>
                <a:cubicBezTo>
                  <a:pt x="557568" y="29680"/>
                  <a:pt x="555536" y="31636"/>
                  <a:pt x="552831" y="33058"/>
                </a:cubicBezTo>
                <a:cubicBezTo>
                  <a:pt x="550126" y="34493"/>
                  <a:pt x="546837" y="35205"/>
                  <a:pt x="542938" y="35205"/>
                </a:cubicBezTo>
                <a:lnTo>
                  <a:pt x="529806" y="35205"/>
                </a:lnTo>
                <a:lnTo>
                  <a:pt x="529806" y="55258"/>
                </a:lnTo>
                <a:lnTo>
                  <a:pt x="522732" y="55258"/>
                </a:lnTo>
                <a:lnTo>
                  <a:pt x="522732" y="2832"/>
                </a:lnTo>
                <a:close/>
                <a:moveTo>
                  <a:pt x="541934" y="28804"/>
                </a:moveTo>
                <a:cubicBezTo>
                  <a:pt x="545948" y="28804"/>
                  <a:pt x="548957" y="27953"/>
                  <a:pt x="550939" y="26251"/>
                </a:cubicBezTo>
                <a:cubicBezTo>
                  <a:pt x="552920" y="24550"/>
                  <a:pt x="553911" y="22085"/>
                  <a:pt x="553911" y="18835"/>
                </a:cubicBezTo>
                <a:cubicBezTo>
                  <a:pt x="553911" y="15710"/>
                  <a:pt x="552882" y="13336"/>
                  <a:pt x="550812" y="11723"/>
                </a:cubicBezTo>
                <a:cubicBezTo>
                  <a:pt x="548742" y="10109"/>
                  <a:pt x="545681" y="9310"/>
                  <a:pt x="541630" y="9310"/>
                </a:cubicBezTo>
                <a:lnTo>
                  <a:pt x="529806" y="9310"/>
                </a:lnTo>
                <a:lnTo>
                  <a:pt x="529806" y="28804"/>
                </a:lnTo>
                <a:lnTo>
                  <a:pt x="541934" y="28804"/>
                </a:lnTo>
                <a:close/>
                <a:moveTo>
                  <a:pt x="595973" y="56007"/>
                </a:moveTo>
                <a:cubicBezTo>
                  <a:pt x="593585" y="56007"/>
                  <a:pt x="591464" y="55538"/>
                  <a:pt x="589610" y="54623"/>
                </a:cubicBezTo>
                <a:cubicBezTo>
                  <a:pt x="587743" y="53708"/>
                  <a:pt x="586296" y="52363"/>
                  <a:pt x="585254" y="50610"/>
                </a:cubicBezTo>
                <a:cubicBezTo>
                  <a:pt x="584213" y="48844"/>
                  <a:pt x="583692" y="46736"/>
                  <a:pt x="583692" y="44285"/>
                </a:cubicBezTo>
                <a:cubicBezTo>
                  <a:pt x="583692" y="41275"/>
                  <a:pt x="584479" y="38812"/>
                  <a:pt x="586054" y="36881"/>
                </a:cubicBezTo>
                <a:cubicBezTo>
                  <a:pt x="587629" y="34938"/>
                  <a:pt x="589775" y="33528"/>
                  <a:pt x="592506" y="32652"/>
                </a:cubicBezTo>
                <a:cubicBezTo>
                  <a:pt x="595236" y="31776"/>
                  <a:pt x="598399" y="31331"/>
                  <a:pt x="601993" y="31331"/>
                </a:cubicBezTo>
                <a:lnTo>
                  <a:pt x="609143" y="31331"/>
                </a:lnTo>
                <a:lnTo>
                  <a:pt x="609143" y="28575"/>
                </a:lnTo>
                <a:cubicBezTo>
                  <a:pt x="609143" y="25756"/>
                  <a:pt x="608470" y="23597"/>
                  <a:pt x="607111" y="22123"/>
                </a:cubicBezTo>
                <a:cubicBezTo>
                  <a:pt x="605765" y="20651"/>
                  <a:pt x="603720" y="19914"/>
                  <a:pt x="600989" y="19914"/>
                </a:cubicBezTo>
                <a:cubicBezTo>
                  <a:pt x="598513" y="19914"/>
                  <a:pt x="596354" y="20409"/>
                  <a:pt x="594500" y="21413"/>
                </a:cubicBezTo>
                <a:cubicBezTo>
                  <a:pt x="592658" y="22416"/>
                  <a:pt x="591020" y="23876"/>
                  <a:pt x="589610" y="25794"/>
                </a:cubicBezTo>
                <a:lnTo>
                  <a:pt x="585292" y="21476"/>
                </a:lnTo>
                <a:cubicBezTo>
                  <a:pt x="589305" y="16663"/>
                  <a:pt x="594690" y="14250"/>
                  <a:pt x="601434" y="14250"/>
                </a:cubicBezTo>
                <a:cubicBezTo>
                  <a:pt x="604545" y="14250"/>
                  <a:pt x="607174" y="14846"/>
                  <a:pt x="609333" y="16040"/>
                </a:cubicBezTo>
                <a:cubicBezTo>
                  <a:pt x="611480" y="17234"/>
                  <a:pt x="613105" y="18898"/>
                  <a:pt x="614197" y="21044"/>
                </a:cubicBezTo>
                <a:cubicBezTo>
                  <a:pt x="615290" y="23191"/>
                  <a:pt x="615836" y="25705"/>
                  <a:pt x="615836" y="28575"/>
                </a:cubicBezTo>
                <a:lnTo>
                  <a:pt x="615836" y="55258"/>
                </a:lnTo>
                <a:lnTo>
                  <a:pt x="609435" y="55258"/>
                </a:lnTo>
                <a:lnTo>
                  <a:pt x="609435" y="47778"/>
                </a:lnTo>
                <a:lnTo>
                  <a:pt x="609295" y="47778"/>
                </a:lnTo>
                <a:cubicBezTo>
                  <a:pt x="607949" y="50635"/>
                  <a:pt x="606209" y="52718"/>
                  <a:pt x="604076" y="54026"/>
                </a:cubicBezTo>
                <a:cubicBezTo>
                  <a:pt x="601942" y="55347"/>
                  <a:pt x="599250" y="56007"/>
                  <a:pt x="595973" y="56007"/>
                </a:cubicBezTo>
                <a:close/>
                <a:moveTo>
                  <a:pt x="590614" y="44133"/>
                </a:moveTo>
                <a:cubicBezTo>
                  <a:pt x="590614" y="45403"/>
                  <a:pt x="590893" y="46495"/>
                  <a:pt x="591464" y="47447"/>
                </a:cubicBezTo>
                <a:cubicBezTo>
                  <a:pt x="592036" y="48387"/>
                  <a:pt x="592861" y="49111"/>
                  <a:pt x="593941" y="49619"/>
                </a:cubicBezTo>
                <a:cubicBezTo>
                  <a:pt x="595020" y="50127"/>
                  <a:pt x="596303" y="50381"/>
                  <a:pt x="597789" y="50381"/>
                </a:cubicBezTo>
                <a:cubicBezTo>
                  <a:pt x="600151" y="50381"/>
                  <a:pt x="602183" y="49911"/>
                  <a:pt x="603898" y="48946"/>
                </a:cubicBezTo>
                <a:cubicBezTo>
                  <a:pt x="605612" y="47993"/>
                  <a:pt x="606908" y="46749"/>
                  <a:pt x="607797" y="45187"/>
                </a:cubicBezTo>
                <a:cubicBezTo>
                  <a:pt x="608698" y="43638"/>
                  <a:pt x="609143" y="41999"/>
                  <a:pt x="609143" y="40260"/>
                </a:cubicBezTo>
                <a:lnTo>
                  <a:pt x="609143" y="36361"/>
                </a:lnTo>
                <a:lnTo>
                  <a:pt x="602894" y="36361"/>
                </a:lnTo>
                <a:cubicBezTo>
                  <a:pt x="599199" y="36361"/>
                  <a:pt x="596227" y="36919"/>
                  <a:pt x="593979" y="38050"/>
                </a:cubicBezTo>
                <a:cubicBezTo>
                  <a:pt x="591731" y="39180"/>
                  <a:pt x="590614" y="41199"/>
                  <a:pt x="590614" y="44133"/>
                </a:cubicBezTo>
                <a:close/>
                <a:moveTo>
                  <a:pt x="625285" y="15037"/>
                </a:moveTo>
                <a:lnTo>
                  <a:pt x="631685" y="15037"/>
                </a:lnTo>
                <a:lnTo>
                  <a:pt x="631685" y="23406"/>
                </a:lnTo>
                <a:lnTo>
                  <a:pt x="631838" y="23406"/>
                </a:lnTo>
                <a:cubicBezTo>
                  <a:pt x="632828" y="20803"/>
                  <a:pt x="634340" y="18631"/>
                  <a:pt x="636372" y="16879"/>
                </a:cubicBezTo>
                <a:cubicBezTo>
                  <a:pt x="638404" y="15126"/>
                  <a:pt x="641248" y="14250"/>
                  <a:pt x="644893" y="14250"/>
                </a:cubicBezTo>
                <a:cubicBezTo>
                  <a:pt x="647675" y="14250"/>
                  <a:pt x="649999" y="14834"/>
                  <a:pt x="651866" y="16002"/>
                </a:cubicBezTo>
                <a:cubicBezTo>
                  <a:pt x="653745" y="17171"/>
                  <a:pt x="655142" y="18821"/>
                  <a:pt x="656082" y="20955"/>
                </a:cubicBezTo>
                <a:cubicBezTo>
                  <a:pt x="657009" y="23089"/>
                  <a:pt x="657466" y="25578"/>
                  <a:pt x="657466" y="28435"/>
                </a:cubicBezTo>
                <a:lnTo>
                  <a:pt x="657466" y="55258"/>
                </a:lnTo>
                <a:lnTo>
                  <a:pt x="650735" y="55258"/>
                </a:lnTo>
                <a:lnTo>
                  <a:pt x="650735" y="29731"/>
                </a:lnTo>
                <a:cubicBezTo>
                  <a:pt x="650735" y="26632"/>
                  <a:pt x="650088" y="24270"/>
                  <a:pt x="648805" y="22644"/>
                </a:cubicBezTo>
                <a:cubicBezTo>
                  <a:pt x="647510" y="21019"/>
                  <a:pt x="645389" y="20206"/>
                  <a:pt x="642442" y="20206"/>
                </a:cubicBezTo>
                <a:cubicBezTo>
                  <a:pt x="640334" y="20206"/>
                  <a:pt x="638493" y="20663"/>
                  <a:pt x="636918" y="21590"/>
                </a:cubicBezTo>
                <a:cubicBezTo>
                  <a:pt x="635343" y="22505"/>
                  <a:pt x="634124" y="23838"/>
                  <a:pt x="633273" y="25603"/>
                </a:cubicBezTo>
                <a:cubicBezTo>
                  <a:pt x="632409" y="27369"/>
                  <a:pt x="631990" y="29477"/>
                  <a:pt x="631990" y="31928"/>
                </a:cubicBezTo>
                <a:lnTo>
                  <a:pt x="631990" y="55258"/>
                </a:lnTo>
                <a:lnTo>
                  <a:pt x="625285" y="55258"/>
                </a:lnTo>
                <a:lnTo>
                  <a:pt x="625285" y="15037"/>
                </a:lnTo>
                <a:close/>
                <a:moveTo>
                  <a:pt x="683209" y="56007"/>
                </a:moveTo>
                <a:cubicBezTo>
                  <a:pt x="679691" y="56007"/>
                  <a:pt x="676593" y="55118"/>
                  <a:pt x="673926" y="53366"/>
                </a:cubicBezTo>
                <a:cubicBezTo>
                  <a:pt x="671259" y="51601"/>
                  <a:pt x="669201" y="49137"/>
                  <a:pt x="667741" y="45987"/>
                </a:cubicBezTo>
                <a:cubicBezTo>
                  <a:pt x="666267" y="42838"/>
                  <a:pt x="665543" y="39218"/>
                  <a:pt x="665543" y="35128"/>
                </a:cubicBezTo>
                <a:cubicBezTo>
                  <a:pt x="665543" y="31039"/>
                  <a:pt x="666255" y="27419"/>
                  <a:pt x="667677" y="24270"/>
                </a:cubicBezTo>
                <a:cubicBezTo>
                  <a:pt x="669112" y="21108"/>
                  <a:pt x="671144" y="18656"/>
                  <a:pt x="673786" y="16891"/>
                </a:cubicBezTo>
                <a:cubicBezTo>
                  <a:pt x="676427" y="15139"/>
                  <a:pt x="679488" y="14250"/>
                  <a:pt x="682993" y="14250"/>
                </a:cubicBezTo>
                <a:cubicBezTo>
                  <a:pt x="685571" y="14250"/>
                  <a:pt x="687857" y="14656"/>
                  <a:pt x="689839" y="15443"/>
                </a:cubicBezTo>
                <a:cubicBezTo>
                  <a:pt x="691820" y="16243"/>
                  <a:pt x="693471" y="17297"/>
                  <a:pt x="694792" y="18631"/>
                </a:cubicBezTo>
                <a:cubicBezTo>
                  <a:pt x="696100" y="19952"/>
                  <a:pt x="697116" y="21451"/>
                  <a:pt x="697840" y="23114"/>
                </a:cubicBezTo>
                <a:lnTo>
                  <a:pt x="697979" y="23114"/>
                </a:lnTo>
                <a:lnTo>
                  <a:pt x="697979" y="0"/>
                </a:lnTo>
                <a:lnTo>
                  <a:pt x="704685" y="0"/>
                </a:lnTo>
                <a:lnTo>
                  <a:pt x="704685" y="55258"/>
                </a:lnTo>
                <a:lnTo>
                  <a:pt x="698284" y="55258"/>
                </a:lnTo>
                <a:lnTo>
                  <a:pt x="698284" y="46736"/>
                </a:lnTo>
                <a:lnTo>
                  <a:pt x="698208" y="46736"/>
                </a:lnTo>
                <a:cubicBezTo>
                  <a:pt x="697090" y="49492"/>
                  <a:pt x="695363" y="51727"/>
                  <a:pt x="693014" y="53429"/>
                </a:cubicBezTo>
                <a:cubicBezTo>
                  <a:pt x="690677" y="55144"/>
                  <a:pt x="687400" y="56007"/>
                  <a:pt x="683209" y="56007"/>
                </a:cubicBezTo>
                <a:close/>
                <a:moveTo>
                  <a:pt x="672541" y="35128"/>
                </a:moveTo>
                <a:cubicBezTo>
                  <a:pt x="672541" y="38380"/>
                  <a:pt x="673087" y="41148"/>
                  <a:pt x="674192" y="43421"/>
                </a:cubicBezTo>
                <a:cubicBezTo>
                  <a:pt x="675297" y="45707"/>
                  <a:pt x="676808" y="47422"/>
                  <a:pt x="678726" y="48578"/>
                </a:cubicBezTo>
                <a:cubicBezTo>
                  <a:pt x="680657" y="49733"/>
                  <a:pt x="682828" y="50305"/>
                  <a:pt x="685267" y="50305"/>
                </a:cubicBezTo>
                <a:cubicBezTo>
                  <a:pt x="687692" y="50305"/>
                  <a:pt x="689864" y="49733"/>
                  <a:pt x="691794" y="48578"/>
                </a:cubicBezTo>
                <a:cubicBezTo>
                  <a:pt x="693712" y="47422"/>
                  <a:pt x="695223" y="45707"/>
                  <a:pt x="696328" y="43447"/>
                </a:cubicBezTo>
                <a:cubicBezTo>
                  <a:pt x="697433" y="41173"/>
                  <a:pt x="697979" y="38405"/>
                  <a:pt x="697979" y="35128"/>
                </a:cubicBezTo>
                <a:cubicBezTo>
                  <a:pt x="697979" y="31877"/>
                  <a:pt x="697433" y="29121"/>
                  <a:pt x="696328" y="26848"/>
                </a:cubicBezTo>
                <a:cubicBezTo>
                  <a:pt x="695223" y="24574"/>
                  <a:pt x="693712" y="22873"/>
                  <a:pt x="691794" y="21717"/>
                </a:cubicBezTo>
                <a:cubicBezTo>
                  <a:pt x="689864" y="20562"/>
                  <a:pt x="687692" y="19990"/>
                  <a:pt x="685267" y="19990"/>
                </a:cubicBezTo>
                <a:cubicBezTo>
                  <a:pt x="682828" y="19990"/>
                  <a:pt x="680657" y="20562"/>
                  <a:pt x="678726" y="21717"/>
                </a:cubicBezTo>
                <a:cubicBezTo>
                  <a:pt x="676808" y="22873"/>
                  <a:pt x="675297" y="24574"/>
                  <a:pt x="674192" y="26848"/>
                </a:cubicBezTo>
                <a:cubicBezTo>
                  <a:pt x="673087" y="29121"/>
                  <a:pt x="672541" y="31877"/>
                  <a:pt x="672541" y="35128"/>
                </a:cubicBezTo>
                <a:close/>
                <a:moveTo>
                  <a:pt x="734568" y="2832"/>
                </a:moveTo>
                <a:lnTo>
                  <a:pt x="754367" y="2832"/>
                </a:lnTo>
                <a:cubicBezTo>
                  <a:pt x="758406" y="2832"/>
                  <a:pt x="761810" y="3493"/>
                  <a:pt x="764515" y="4801"/>
                </a:cubicBezTo>
                <a:cubicBezTo>
                  <a:pt x="767309" y="6121"/>
                  <a:pt x="769341" y="7963"/>
                  <a:pt x="770738" y="10351"/>
                </a:cubicBezTo>
                <a:cubicBezTo>
                  <a:pt x="772135" y="12726"/>
                  <a:pt x="772770" y="15532"/>
                  <a:pt x="772770" y="18759"/>
                </a:cubicBezTo>
                <a:cubicBezTo>
                  <a:pt x="772770" y="21908"/>
                  <a:pt x="772135" y="24727"/>
                  <a:pt x="770738" y="27204"/>
                </a:cubicBezTo>
                <a:cubicBezTo>
                  <a:pt x="769468" y="29680"/>
                  <a:pt x="767436" y="31636"/>
                  <a:pt x="764642" y="33058"/>
                </a:cubicBezTo>
                <a:cubicBezTo>
                  <a:pt x="761962" y="34493"/>
                  <a:pt x="758673" y="35205"/>
                  <a:pt x="754774" y="35205"/>
                </a:cubicBezTo>
                <a:lnTo>
                  <a:pt x="741642" y="35205"/>
                </a:lnTo>
                <a:lnTo>
                  <a:pt x="741642" y="55258"/>
                </a:lnTo>
                <a:lnTo>
                  <a:pt x="734568" y="55258"/>
                </a:lnTo>
                <a:lnTo>
                  <a:pt x="734568" y="2832"/>
                </a:lnTo>
                <a:close/>
                <a:moveTo>
                  <a:pt x="753770" y="28804"/>
                </a:moveTo>
                <a:cubicBezTo>
                  <a:pt x="757784" y="28804"/>
                  <a:pt x="760793" y="27953"/>
                  <a:pt x="762775" y="26251"/>
                </a:cubicBezTo>
                <a:cubicBezTo>
                  <a:pt x="764769" y="24550"/>
                  <a:pt x="765785" y="22085"/>
                  <a:pt x="765785" y="18835"/>
                </a:cubicBezTo>
                <a:cubicBezTo>
                  <a:pt x="765785" y="15710"/>
                  <a:pt x="764769" y="13336"/>
                  <a:pt x="762648" y="11723"/>
                </a:cubicBezTo>
                <a:cubicBezTo>
                  <a:pt x="760578" y="10109"/>
                  <a:pt x="757517" y="9310"/>
                  <a:pt x="753466" y="9310"/>
                </a:cubicBezTo>
                <a:lnTo>
                  <a:pt x="741642" y="9310"/>
                </a:lnTo>
                <a:lnTo>
                  <a:pt x="741642" y="28804"/>
                </a:lnTo>
                <a:lnTo>
                  <a:pt x="753770" y="28804"/>
                </a:lnTo>
                <a:close/>
                <a:moveTo>
                  <a:pt x="789534" y="56007"/>
                </a:moveTo>
                <a:cubicBezTo>
                  <a:pt x="787121" y="56007"/>
                  <a:pt x="784962" y="55538"/>
                  <a:pt x="783184" y="54623"/>
                </a:cubicBezTo>
                <a:cubicBezTo>
                  <a:pt x="781279" y="53708"/>
                  <a:pt x="779882" y="52363"/>
                  <a:pt x="778739" y="50610"/>
                </a:cubicBezTo>
                <a:cubicBezTo>
                  <a:pt x="777723" y="48844"/>
                  <a:pt x="777215" y="46736"/>
                  <a:pt x="777215" y="44285"/>
                </a:cubicBezTo>
                <a:cubicBezTo>
                  <a:pt x="777215" y="41275"/>
                  <a:pt x="777977" y="38812"/>
                  <a:pt x="779628" y="36881"/>
                </a:cubicBezTo>
                <a:cubicBezTo>
                  <a:pt x="781152" y="34938"/>
                  <a:pt x="783311" y="33528"/>
                  <a:pt x="786105" y="32652"/>
                </a:cubicBezTo>
                <a:cubicBezTo>
                  <a:pt x="788772" y="31776"/>
                  <a:pt x="791947" y="31331"/>
                  <a:pt x="795503" y="31331"/>
                </a:cubicBezTo>
                <a:lnTo>
                  <a:pt x="802742" y="31331"/>
                </a:lnTo>
                <a:lnTo>
                  <a:pt x="802742" y="28575"/>
                </a:lnTo>
                <a:cubicBezTo>
                  <a:pt x="802742" y="25756"/>
                  <a:pt x="801980" y="23597"/>
                  <a:pt x="800710" y="22123"/>
                </a:cubicBezTo>
                <a:cubicBezTo>
                  <a:pt x="799313" y="20651"/>
                  <a:pt x="797281" y="19914"/>
                  <a:pt x="794487" y="19914"/>
                </a:cubicBezTo>
                <a:cubicBezTo>
                  <a:pt x="792074" y="19914"/>
                  <a:pt x="789915" y="20409"/>
                  <a:pt x="788010" y="21413"/>
                </a:cubicBezTo>
                <a:cubicBezTo>
                  <a:pt x="786232" y="22416"/>
                  <a:pt x="784581" y="23876"/>
                  <a:pt x="783184" y="25794"/>
                </a:cubicBezTo>
                <a:lnTo>
                  <a:pt x="778866" y="21476"/>
                </a:lnTo>
                <a:cubicBezTo>
                  <a:pt x="782803" y="16663"/>
                  <a:pt x="788264" y="14250"/>
                  <a:pt x="794995" y="14250"/>
                </a:cubicBezTo>
                <a:cubicBezTo>
                  <a:pt x="798043" y="14250"/>
                  <a:pt x="800710" y="14846"/>
                  <a:pt x="802869" y="16040"/>
                </a:cubicBezTo>
                <a:cubicBezTo>
                  <a:pt x="805028" y="17234"/>
                  <a:pt x="806679" y="18898"/>
                  <a:pt x="807695" y="21044"/>
                </a:cubicBezTo>
                <a:cubicBezTo>
                  <a:pt x="808838" y="23191"/>
                  <a:pt x="809346" y="25705"/>
                  <a:pt x="809346" y="28575"/>
                </a:cubicBezTo>
                <a:lnTo>
                  <a:pt x="809346" y="55258"/>
                </a:lnTo>
                <a:lnTo>
                  <a:pt x="802996" y="55258"/>
                </a:lnTo>
                <a:lnTo>
                  <a:pt x="802996" y="47778"/>
                </a:lnTo>
                <a:lnTo>
                  <a:pt x="802869" y="47778"/>
                </a:lnTo>
                <a:cubicBezTo>
                  <a:pt x="801472" y="50635"/>
                  <a:pt x="799821" y="52718"/>
                  <a:pt x="797662" y="54026"/>
                </a:cubicBezTo>
                <a:cubicBezTo>
                  <a:pt x="795503" y="55347"/>
                  <a:pt x="792836" y="56007"/>
                  <a:pt x="789534" y="56007"/>
                </a:cubicBezTo>
                <a:close/>
                <a:moveTo>
                  <a:pt x="784200" y="44133"/>
                </a:moveTo>
                <a:cubicBezTo>
                  <a:pt x="784200" y="45403"/>
                  <a:pt x="784454" y="46495"/>
                  <a:pt x="784962" y="47447"/>
                </a:cubicBezTo>
                <a:cubicBezTo>
                  <a:pt x="785597" y="48387"/>
                  <a:pt x="786359" y="49111"/>
                  <a:pt x="787502" y="49619"/>
                </a:cubicBezTo>
                <a:cubicBezTo>
                  <a:pt x="788518" y="50127"/>
                  <a:pt x="789915" y="50381"/>
                  <a:pt x="791312" y="50381"/>
                </a:cubicBezTo>
                <a:cubicBezTo>
                  <a:pt x="793725" y="50381"/>
                  <a:pt x="795757" y="49911"/>
                  <a:pt x="797408" y="48946"/>
                </a:cubicBezTo>
                <a:cubicBezTo>
                  <a:pt x="799186" y="47993"/>
                  <a:pt x="800456" y="46749"/>
                  <a:pt x="801345" y="45187"/>
                </a:cubicBezTo>
                <a:cubicBezTo>
                  <a:pt x="802234" y="43638"/>
                  <a:pt x="802742" y="41999"/>
                  <a:pt x="802742" y="40260"/>
                </a:cubicBezTo>
                <a:lnTo>
                  <a:pt x="802742" y="36361"/>
                </a:lnTo>
                <a:lnTo>
                  <a:pt x="796392" y="36361"/>
                </a:lnTo>
                <a:cubicBezTo>
                  <a:pt x="792709" y="36361"/>
                  <a:pt x="789788" y="36919"/>
                  <a:pt x="787502" y="38050"/>
                </a:cubicBezTo>
                <a:cubicBezTo>
                  <a:pt x="785343" y="39180"/>
                  <a:pt x="784200" y="41199"/>
                  <a:pt x="784200" y="44133"/>
                </a:cubicBezTo>
                <a:close/>
                <a:moveTo>
                  <a:pt x="818871" y="15037"/>
                </a:moveTo>
                <a:lnTo>
                  <a:pt x="825221" y="15037"/>
                </a:lnTo>
                <a:lnTo>
                  <a:pt x="825221" y="23635"/>
                </a:lnTo>
                <a:lnTo>
                  <a:pt x="825348" y="23635"/>
                </a:lnTo>
                <a:cubicBezTo>
                  <a:pt x="826110" y="20333"/>
                  <a:pt x="827253" y="17945"/>
                  <a:pt x="828904" y="16472"/>
                </a:cubicBezTo>
                <a:cubicBezTo>
                  <a:pt x="830428" y="14999"/>
                  <a:pt x="832460" y="14250"/>
                  <a:pt x="834873" y="14250"/>
                </a:cubicBezTo>
                <a:cubicBezTo>
                  <a:pt x="835508" y="14250"/>
                  <a:pt x="836016" y="14288"/>
                  <a:pt x="836651" y="14364"/>
                </a:cubicBezTo>
                <a:cubicBezTo>
                  <a:pt x="837159" y="14440"/>
                  <a:pt x="837667" y="14529"/>
                  <a:pt x="838048" y="14631"/>
                </a:cubicBezTo>
                <a:lnTo>
                  <a:pt x="838048" y="21210"/>
                </a:lnTo>
                <a:cubicBezTo>
                  <a:pt x="837667" y="21095"/>
                  <a:pt x="837159" y="20993"/>
                  <a:pt x="836524" y="20917"/>
                </a:cubicBezTo>
                <a:cubicBezTo>
                  <a:pt x="835889" y="20841"/>
                  <a:pt x="835254" y="20803"/>
                  <a:pt x="834746" y="20803"/>
                </a:cubicBezTo>
                <a:cubicBezTo>
                  <a:pt x="831444" y="20803"/>
                  <a:pt x="829031" y="21946"/>
                  <a:pt x="827634" y="24244"/>
                </a:cubicBezTo>
                <a:cubicBezTo>
                  <a:pt x="826237" y="26543"/>
                  <a:pt x="825475" y="29896"/>
                  <a:pt x="825475" y="34316"/>
                </a:cubicBezTo>
                <a:lnTo>
                  <a:pt x="825475" y="55258"/>
                </a:lnTo>
                <a:lnTo>
                  <a:pt x="818871" y="55258"/>
                </a:lnTo>
                <a:lnTo>
                  <a:pt x="818871" y="15037"/>
                </a:lnTo>
                <a:close/>
                <a:moveTo>
                  <a:pt x="855701" y="55855"/>
                </a:moveTo>
                <a:cubicBezTo>
                  <a:pt x="853288" y="55855"/>
                  <a:pt x="851383" y="55525"/>
                  <a:pt x="849859" y="54890"/>
                </a:cubicBezTo>
                <a:cubicBezTo>
                  <a:pt x="848462" y="54242"/>
                  <a:pt x="847319" y="53239"/>
                  <a:pt x="846557" y="51867"/>
                </a:cubicBezTo>
                <a:cubicBezTo>
                  <a:pt x="845922" y="50509"/>
                  <a:pt x="845541" y="48743"/>
                  <a:pt x="845541" y="46584"/>
                </a:cubicBezTo>
                <a:lnTo>
                  <a:pt x="845541" y="20651"/>
                </a:lnTo>
                <a:lnTo>
                  <a:pt x="839572" y="20651"/>
                </a:lnTo>
                <a:lnTo>
                  <a:pt x="839572" y="17158"/>
                </a:lnTo>
                <a:lnTo>
                  <a:pt x="851383" y="5283"/>
                </a:lnTo>
                <a:lnTo>
                  <a:pt x="852272" y="5283"/>
                </a:lnTo>
                <a:lnTo>
                  <a:pt x="852272" y="15037"/>
                </a:lnTo>
                <a:lnTo>
                  <a:pt x="861289" y="15037"/>
                </a:lnTo>
                <a:lnTo>
                  <a:pt x="861289" y="20651"/>
                </a:lnTo>
                <a:lnTo>
                  <a:pt x="852272" y="20651"/>
                </a:lnTo>
                <a:lnTo>
                  <a:pt x="852272" y="45212"/>
                </a:lnTo>
                <a:cubicBezTo>
                  <a:pt x="852272" y="46406"/>
                  <a:pt x="852399" y="47320"/>
                  <a:pt x="852653" y="47981"/>
                </a:cubicBezTo>
                <a:cubicBezTo>
                  <a:pt x="852907" y="48641"/>
                  <a:pt x="853415" y="49111"/>
                  <a:pt x="854050" y="49378"/>
                </a:cubicBezTo>
                <a:cubicBezTo>
                  <a:pt x="854685" y="49657"/>
                  <a:pt x="855574" y="49785"/>
                  <a:pt x="856590" y="49785"/>
                </a:cubicBezTo>
                <a:cubicBezTo>
                  <a:pt x="858114" y="49785"/>
                  <a:pt x="859638" y="49581"/>
                  <a:pt x="861289" y="49149"/>
                </a:cubicBezTo>
                <a:lnTo>
                  <a:pt x="861289" y="55258"/>
                </a:lnTo>
                <a:cubicBezTo>
                  <a:pt x="860527" y="55435"/>
                  <a:pt x="859638" y="55576"/>
                  <a:pt x="858622" y="55690"/>
                </a:cubicBezTo>
                <a:cubicBezTo>
                  <a:pt x="857606" y="55791"/>
                  <a:pt x="856590" y="55855"/>
                  <a:pt x="855701" y="55855"/>
                </a:cubicBezTo>
                <a:close/>
                <a:moveTo>
                  <a:pt x="869163" y="15037"/>
                </a:moveTo>
                <a:lnTo>
                  <a:pt x="875513" y="15037"/>
                </a:lnTo>
                <a:lnTo>
                  <a:pt x="875513" y="23406"/>
                </a:lnTo>
                <a:lnTo>
                  <a:pt x="875640" y="23406"/>
                </a:lnTo>
                <a:cubicBezTo>
                  <a:pt x="876656" y="20803"/>
                  <a:pt x="878180" y="18631"/>
                  <a:pt x="880212" y="16879"/>
                </a:cubicBezTo>
                <a:cubicBezTo>
                  <a:pt x="882244" y="15126"/>
                  <a:pt x="885038" y="14250"/>
                  <a:pt x="888721" y="14250"/>
                </a:cubicBezTo>
                <a:cubicBezTo>
                  <a:pt x="891515" y="14250"/>
                  <a:pt x="893801" y="14834"/>
                  <a:pt x="895706" y="16002"/>
                </a:cubicBezTo>
                <a:cubicBezTo>
                  <a:pt x="897611" y="17171"/>
                  <a:pt x="899008" y="18821"/>
                  <a:pt x="899897" y="20955"/>
                </a:cubicBezTo>
                <a:cubicBezTo>
                  <a:pt x="900786" y="23089"/>
                  <a:pt x="901294" y="25578"/>
                  <a:pt x="901294" y="28435"/>
                </a:cubicBezTo>
                <a:lnTo>
                  <a:pt x="901294" y="55258"/>
                </a:lnTo>
                <a:lnTo>
                  <a:pt x="894563" y="55258"/>
                </a:lnTo>
                <a:lnTo>
                  <a:pt x="894563" y="29731"/>
                </a:lnTo>
                <a:cubicBezTo>
                  <a:pt x="894563" y="26632"/>
                  <a:pt x="893928" y="24270"/>
                  <a:pt x="892658" y="22644"/>
                </a:cubicBezTo>
                <a:cubicBezTo>
                  <a:pt x="891388" y="21019"/>
                  <a:pt x="889229" y="20206"/>
                  <a:pt x="886308" y="20206"/>
                </a:cubicBezTo>
                <a:cubicBezTo>
                  <a:pt x="884149" y="20206"/>
                  <a:pt x="882371" y="20663"/>
                  <a:pt x="880720" y="21590"/>
                </a:cubicBezTo>
                <a:cubicBezTo>
                  <a:pt x="879196" y="22505"/>
                  <a:pt x="877926" y="23838"/>
                  <a:pt x="877164" y="25603"/>
                </a:cubicBezTo>
                <a:cubicBezTo>
                  <a:pt x="876275" y="27369"/>
                  <a:pt x="875767" y="29477"/>
                  <a:pt x="875767" y="31928"/>
                </a:cubicBezTo>
                <a:lnTo>
                  <a:pt x="875767" y="55258"/>
                </a:lnTo>
                <a:lnTo>
                  <a:pt x="869163" y="55258"/>
                </a:lnTo>
                <a:lnTo>
                  <a:pt x="869163" y="15037"/>
                </a:lnTo>
                <a:close/>
                <a:moveTo>
                  <a:pt x="929615" y="56007"/>
                </a:moveTo>
                <a:cubicBezTo>
                  <a:pt x="925551" y="56007"/>
                  <a:pt x="921995" y="55207"/>
                  <a:pt x="918947" y="53607"/>
                </a:cubicBezTo>
                <a:cubicBezTo>
                  <a:pt x="915899" y="52007"/>
                  <a:pt x="913486" y="49632"/>
                  <a:pt x="911835" y="46495"/>
                </a:cubicBezTo>
                <a:cubicBezTo>
                  <a:pt x="910184" y="43358"/>
                  <a:pt x="909422" y="39574"/>
                  <a:pt x="909422" y="35128"/>
                </a:cubicBezTo>
                <a:cubicBezTo>
                  <a:pt x="909422" y="30633"/>
                  <a:pt x="910311" y="26822"/>
                  <a:pt x="911962" y="23685"/>
                </a:cubicBezTo>
                <a:cubicBezTo>
                  <a:pt x="913740" y="20549"/>
                  <a:pt x="916153" y="18186"/>
                  <a:pt x="919074" y="16612"/>
                </a:cubicBezTo>
                <a:cubicBezTo>
                  <a:pt x="921995" y="15037"/>
                  <a:pt x="925297" y="14250"/>
                  <a:pt x="928853" y="14250"/>
                </a:cubicBezTo>
                <a:cubicBezTo>
                  <a:pt x="932917" y="14250"/>
                  <a:pt x="936346" y="15202"/>
                  <a:pt x="938886" y="17107"/>
                </a:cubicBezTo>
                <a:cubicBezTo>
                  <a:pt x="941553" y="19000"/>
                  <a:pt x="943458" y="21425"/>
                  <a:pt x="944601" y="24371"/>
                </a:cubicBezTo>
                <a:cubicBezTo>
                  <a:pt x="945871" y="27331"/>
                  <a:pt x="946379" y="30429"/>
                  <a:pt x="946379" y="33681"/>
                </a:cubicBezTo>
                <a:cubicBezTo>
                  <a:pt x="946379" y="34798"/>
                  <a:pt x="946379" y="35840"/>
                  <a:pt x="946252" y="36805"/>
                </a:cubicBezTo>
                <a:lnTo>
                  <a:pt x="916407" y="36805"/>
                </a:lnTo>
                <a:cubicBezTo>
                  <a:pt x="916661" y="41199"/>
                  <a:pt x="917931" y="44539"/>
                  <a:pt x="920090" y="46851"/>
                </a:cubicBezTo>
                <a:cubicBezTo>
                  <a:pt x="922376" y="49149"/>
                  <a:pt x="925551" y="50305"/>
                  <a:pt x="929615" y="50305"/>
                </a:cubicBezTo>
                <a:cubicBezTo>
                  <a:pt x="932155" y="50305"/>
                  <a:pt x="934187" y="49936"/>
                  <a:pt x="935965" y="49188"/>
                </a:cubicBezTo>
                <a:cubicBezTo>
                  <a:pt x="937743" y="48451"/>
                  <a:pt x="939394" y="47219"/>
                  <a:pt x="940791" y="45504"/>
                </a:cubicBezTo>
                <a:lnTo>
                  <a:pt x="944982" y="49670"/>
                </a:lnTo>
                <a:cubicBezTo>
                  <a:pt x="943712" y="51168"/>
                  <a:pt x="942315" y="52375"/>
                  <a:pt x="940791" y="53302"/>
                </a:cubicBezTo>
                <a:cubicBezTo>
                  <a:pt x="939267" y="54229"/>
                  <a:pt x="937743" y="54915"/>
                  <a:pt x="935838" y="55347"/>
                </a:cubicBezTo>
                <a:cubicBezTo>
                  <a:pt x="934060" y="55779"/>
                  <a:pt x="932028" y="56007"/>
                  <a:pt x="929615" y="56007"/>
                </a:cubicBezTo>
                <a:close/>
                <a:moveTo>
                  <a:pt x="939648" y="31636"/>
                </a:moveTo>
                <a:cubicBezTo>
                  <a:pt x="939267" y="27763"/>
                  <a:pt x="938124" y="24854"/>
                  <a:pt x="936219" y="22911"/>
                </a:cubicBezTo>
                <a:cubicBezTo>
                  <a:pt x="934314" y="20955"/>
                  <a:pt x="931774" y="19990"/>
                  <a:pt x="928599" y="19990"/>
                </a:cubicBezTo>
                <a:cubicBezTo>
                  <a:pt x="926440" y="19990"/>
                  <a:pt x="924662" y="20422"/>
                  <a:pt x="922884" y="21286"/>
                </a:cubicBezTo>
                <a:cubicBezTo>
                  <a:pt x="921233" y="22149"/>
                  <a:pt x="919836" y="23457"/>
                  <a:pt x="918820" y="25197"/>
                </a:cubicBezTo>
                <a:cubicBezTo>
                  <a:pt x="917677" y="26924"/>
                  <a:pt x="916915" y="29070"/>
                  <a:pt x="916661" y="31636"/>
                </a:cubicBezTo>
                <a:lnTo>
                  <a:pt x="939648" y="31636"/>
                </a:lnTo>
                <a:close/>
                <a:moveTo>
                  <a:pt x="954507" y="15037"/>
                </a:moveTo>
                <a:lnTo>
                  <a:pt x="960857" y="15037"/>
                </a:lnTo>
                <a:lnTo>
                  <a:pt x="960857" y="23635"/>
                </a:lnTo>
                <a:lnTo>
                  <a:pt x="960984" y="23635"/>
                </a:lnTo>
                <a:cubicBezTo>
                  <a:pt x="961746" y="20333"/>
                  <a:pt x="962889" y="17945"/>
                  <a:pt x="964540" y="16472"/>
                </a:cubicBezTo>
                <a:cubicBezTo>
                  <a:pt x="966064" y="14999"/>
                  <a:pt x="968096" y="14250"/>
                  <a:pt x="970509" y="14250"/>
                </a:cubicBezTo>
                <a:cubicBezTo>
                  <a:pt x="971144" y="14250"/>
                  <a:pt x="971652" y="14288"/>
                  <a:pt x="972287" y="14364"/>
                </a:cubicBezTo>
                <a:cubicBezTo>
                  <a:pt x="972795" y="14440"/>
                  <a:pt x="973303" y="14529"/>
                  <a:pt x="973684" y="14631"/>
                </a:cubicBezTo>
                <a:lnTo>
                  <a:pt x="973684" y="21210"/>
                </a:lnTo>
                <a:cubicBezTo>
                  <a:pt x="973303" y="21095"/>
                  <a:pt x="972795" y="20993"/>
                  <a:pt x="972160" y="20917"/>
                </a:cubicBezTo>
                <a:cubicBezTo>
                  <a:pt x="971525" y="20841"/>
                  <a:pt x="970890" y="20803"/>
                  <a:pt x="970382" y="20803"/>
                </a:cubicBezTo>
                <a:cubicBezTo>
                  <a:pt x="967080" y="20803"/>
                  <a:pt x="964667" y="21946"/>
                  <a:pt x="963270" y="24244"/>
                </a:cubicBezTo>
                <a:cubicBezTo>
                  <a:pt x="961873" y="26543"/>
                  <a:pt x="961111" y="29896"/>
                  <a:pt x="961111" y="34316"/>
                </a:cubicBezTo>
                <a:lnTo>
                  <a:pt x="961111" y="55258"/>
                </a:lnTo>
                <a:lnTo>
                  <a:pt x="954507" y="55258"/>
                </a:lnTo>
                <a:lnTo>
                  <a:pt x="954507" y="15037"/>
                </a:lnTo>
                <a:close/>
                <a:moveTo>
                  <a:pt x="992988" y="56007"/>
                </a:moveTo>
                <a:cubicBezTo>
                  <a:pt x="986130" y="56007"/>
                  <a:pt x="980669" y="53899"/>
                  <a:pt x="976859" y="49670"/>
                </a:cubicBezTo>
                <a:lnTo>
                  <a:pt x="981177" y="45403"/>
                </a:lnTo>
                <a:cubicBezTo>
                  <a:pt x="982955" y="47257"/>
                  <a:pt x="984733" y="48565"/>
                  <a:pt x="986638" y="49327"/>
                </a:cubicBezTo>
                <a:cubicBezTo>
                  <a:pt x="988416" y="50076"/>
                  <a:pt x="990575" y="50457"/>
                  <a:pt x="992988" y="50457"/>
                </a:cubicBezTo>
                <a:cubicBezTo>
                  <a:pt x="995401" y="50457"/>
                  <a:pt x="997433" y="50000"/>
                  <a:pt x="999084" y="49099"/>
                </a:cubicBezTo>
                <a:cubicBezTo>
                  <a:pt x="1000735" y="48197"/>
                  <a:pt x="1001624" y="46711"/>
                  <a:pt x="1001624" y="44653"/>
                </a:cubicBezTo>
                <a:cubicBezTo>
                  <a:pt x="1001624" y="43193"/>
                  <a:pt x="1001243" y="41999"/>
                  <a:pt x="1000354" y="41097"/>
                </a:cubicBezTo>
                <a:cubicBezTo>
                  <a:pt x="999592" y="40196"/>
                  <a:pt x="998449" y="39484"/>
                  <a:pt x="997179" y="38964"/>
                </a:cubicBezTo>
                <a:cubicBezTo>
                  <a:pt x="995909" y="38443"/>
                  <a:pt x="993877" y="37833"/>
                  <a:pt x="991464" y="37135"/>
                </a:cubicBezTo>
                <a:cubicBezTo>
                  <a:pt x="988924" y="36424"/>
                  <a:pt x="986765" y="35649"/>
                  <a:pt x="984987" y="34837"/>
                </a:cubicBezTo>
                <a:cubicBezTo>
                  <a:pt x="983209" y="34011"/>
                  <a:pt x="981685" y="32842"/>
                  <a:pt x="980542" y="31318"/>
                </a:cubicBezTo>
                <a:cubicBezTo>
                  <a:pt x="979272" y="29794"/>
                  <a:pt x="978764" y="27839"/>
                  <a:pt x="978764" y="25451"/>
                </a:cubicBezTo>
                <a:cubicBezTo>
                  <a:pt x="978764" y="23076"/>
                  <a:pt x="979272" y="21044"/>
                  <a:pt x="980415" y="19355"/>
                </a:cubicBezTo>
                <a:cubicBezTo>
                  <a:pt x="981685" y="17666"/>
                  <a:pt x="983336" y="16396"/>
                  <a:pt x="985495" y="15532"/>
                </a:cubicBezTo>
                <a:cubicBezTo>
                  <a:pt x="987527" y="14681"/>
                  <a:pt x="990067" y="14250"/>
                  <a:pt x="992861" y="14250"/>
                </a:cubicBezTo>
                <a:cubicBezTo>
                  <a:pt x="995655" y="14250"/>
                  <a:pt x="998195" y="14707"/>
                  <a:pt x="1000735" y="15608"/>
                </a:cubicBezTo>
                <a:cubicBezTo>
                  <a:pt x="1003275" y="16523"/>
                  <a:pt x="1005307" y="17844"/>
                  <a:pt x="1006958" y="19571"/>
                </a:cubicBezTo>
                <a:lnTo>
                  <a:pt x="1002767" y="23851"/>
                </a:lnTo>
                <a:cubicBezTo>
                  <a:pt x="1000100" y="21222"/>
                  <a:pt x="996798" y="19914"/>
                  <a:pt x="992861" y="19914"/>
                </a:cubicBezTo>
                <a:cubicBezTo>
                  <a:pt x="990448" y="19914"/>
                  <a:pt x="988670" y="20346"/>
                  <a:pt x="987273" y="21210"/>
                </a:cubicBezTo>
                <a:cubicBezTo>
                  <a:pt x="985876" y="22085"/>
                  <a:pt x="985241" y="23394"/>
                  <a:pt x="985241" y="25159"/>
                </a:cubicBezTo>
                <a:cubicBezTo>
                  <a:pt x="985241" y="26327"/>
                  <a:pt x="985622" y="27293"/>
                  <a:pt x="986384" y="28055"/>
                </a:cubicBezTo>
                <a:cubicBezTo>
                  <a:pt x="987273" y="28829"/>
                  <a:pt x="988289" y="29464"/>
                  <a:pt x="989686" y="29973"/>
                </a:cubicBezTo>
                <a:cubicBezTo>
                  <a:pt x="990956" y="30480"/>
                  <a:pt x="992861" y="31090"/>
                  <a:pt x="995401" y="31776"/>
                </a:cubicBezTo>
                <a:cubicBezTo>
                  <a:pt x="997941" y="32500"/>
                  <a:pt x="1000100" y="33262"/>
                  <a:pt x="1001878" y="34049"/>
                </a:cubicBezTo>
                <a:cubicBezTo>
                  <a:pt x="1003529" y="34849"/>
                  <a:pt x="1005053" y="36055"/>
                  <a:pt x="1006323" y="37681"/>
                </a:cubicBezTo>
                <a:cubicBezTo>
                  <a:pt x="1007466" y="39307"/>
                  <a:pt x="1008101" y="41453"/>
                  <a:pt x="1008101" y="44133"/>
                </a:cubicBezTo>
                <a:cubicBezTo>
                  <a:pt x="1008101" y="46610"/>
                  <a:pt x="1007466" y="48743"/>
                  <a:pt x="1006196" y="50533"/>
                </a:cubicBezTo>
                <a:cubicBezTo>
                  <a:pt x="1004926" y="52312"/>
                  <a:pt x="1003148" y="53670"/>
                  <a:pt x="1000862" y="54611"/>
                </a:cubicBezTo>
                <a:cubicBezTo>
                  <a:pt x="998576" y="55538"/>
                  <a:pt x="995909" y="56007"/>
                  <a:pt x="992988" y="56007"/>
                </a:cubicBezTo>
                <a:close/>
                <a:moveTo>
                  <a:pt x="1057250" y="56007"/>
                </a:moveTo>
                <a:cubicBezTo>
                  <a:pt x="1052170" y="56007"/>
                  <a:pt x="1047725" y="54902"/>
                  <a:pt x="1043915" y="52693"/>
                </a:cubicBezTo>
                <a:cubicBezTo>
                  <a:pt x="1039978" y="50483"/>
                  <a:pt x="1037057" y="47334"/>
                  <a:pt x="1034898" y="43256"/>
                </a:cubicBezTo>
                <a:cubicBezTo>
                  <a:pt x="1032739" y="39180"/>
                  <a:pt x="1031596" y="34430"/>
                  <a:pt x="1031596" y="29032"/>
                </a:cubicBezTo>
                <a:cubicBezTo>
                  <a:pt x="1031596" y="23623"/>
                  <a:pt x="1032739" y="18885"/>
                  <a:pt x="1034898" y="14808"/>
                </a:cubicBezTo>
                <a:cubicBezTo>
                  <a:pt x="1037057" y="10744"/>
                  <a:pt x="1039978" y="7595"/>
                  <a:pt x="1043915" y="5385"/>
                </a:cubicBezTo>
                <a:cubicBezTo>
                  <a:pt x="1047725" y="3163"/>
                  <a:pt x="1052170" y="2045"/>
                  <a:pt x="1057250" y="2045"/>
                </a:cubicBezTo>
                <a:cubicBezTo>
                  <a:pt x="1062203" y="2045"/>
                  <a:pt x="1066648" y="3163"/>
                  <a:pt x="1070458" y="5385"/>
                </a:cubicBezTo>
                <a:cubicBezTo>
                  <a:pt x="1074395" y="7595"/>
                  <a:pt x="1077443" y="10744"/>
                  <a:pt x="1079602" y="14808"/>
                </a:cubicBezTo>
                <a:cubicBezTo>
                  <a:pt x="1081761" y="18885"/>
                  <a:pt x="1082777" y="23623"/>
                  <a:pt x="1082777" y="29032"/>
                </a:cubicBezTo>
                <a:cubicBezTo>
                  <a:pt x="1082777" y="34430"/>
                  <a:pt x="1081761" y="39180"/>
                  <a:pt x="1079602" y="43256"/>
                </a:cubicBezTo>
                <a:cubicBezTo>
                  <a:pt x="1077443" y="47334"/>
                  <a:pt x="1074395" y="50483"/>
                  <a:pt x="1070458" y="52693"/>
                </a:cubicBezTo>
                <a:cubicBezTo>
                  <a:pt x="1066648" y="54902"/>
                  <a:pt x="1062203" y="56007"/>
                  <a:pt x="1057250" y="56007"/>
                </a:cubicBezTo>
                <a:close/>
                <a:moveTo>
                  <a:pt x="1038835" y="29032"/>
                </a:moveTo>
                <a:cubicBezTo>
                  <a:pt x="1038835" y="33198"/>
                  <a:pt x="1039597" y="36818"/>
                  <a:pt x="1040994" y="39891"/>
                </a:cubicBezTo>
                <a:cubicBezTo>
                  <a:pt x="1042518" y="42964"/>
                  <a:pt x="1044677" y="45327"/>
                  <a:pt x="1047471" y="46978"/>
                </a:cubicBezTo>
                <a:cubicBezTo>
                  <a:pt x="1050138" y="48629"/>
                  <a:pt x="1053440" y="49454"/>
                  <a:pt x="1057250" y="49454"/>
                </a:cubicBezTo>
                <a:cubicBezTo>
                  <a:pt x="1060933" y="49454"/>
                  <a:pt x="1064235" y="48629"/>
                  <a:pt x="1066902" y="46978"/>
                </a:cubicBezTo>
                <a:cubicBezTo>
                  <a:pt x="1069696" y="45327"/>
                  <a:pt x="1071855" y="42964"/>
                  <a:pt x="1073379" y="39891"/>
                </a:cubicBezTo>
                <a:cubicBezTo>
                  <a:pt x="1074776" y="36818"/>
                  <a:pt x="1075538" y="33198"/>
                  <a:pt x="1075538" y="29032"/>
                </a:cubicBezTo>
                <a:cubicBezTo>
                  <a:pt x="1075538" y="24854"/>
                  <a:pt x="1074776" y="21248"/>
                  <a:pt x="1073379" y="18174"/>
                </a:cubicBezTo>
                <a:cubicBezTo>
                  <a:pt x="1071855" y="15113"/>
                  <a:pt x="1069696" y="12764"/>
                  <a:pt x="1066902" y="11112"/>
                </a:cubicBezTo>
                <a:cubicBezTo>
                  <a:pt x="1064235" y="9461"/>
                  <a:pt x="1060933" y="8636"/>
                  <a:pt x="1057250" y="8636"/>
                </a:cubicBezTo>
                <a:cubicBezTo>
                  <a:pt x="1053440" y="8636"/>
                  <a:pt x="1050138" y="9461"/>
                  <a:pt x="1047471" y="11112"/>
                </a:cubicBezTo>
                <a:cubicBezTo>
                  <a:pt x="1044677" y="12764"/>
                  <a:pt x="1042518" y="15113"/>
                  <a:pt x="1040994" y="18174"/>
                </a:cubicBezTo>
                <a:cubicBezTo>
                  <a:pt x="1039597" y="21248"/>
                  <a:pt x="1038835" y="24854"/>
                  <a:pt x="1038835" y="29032"/>
                </a:cubicBezTo>
                <a:close/>
                <a:moveTo>
                  <a:pt x="1091667" y="15037"/>
                </a:moveTo>
                <a:lnTo>
                  <a:pt x="1098017" y="15037"/>
                </a:lnTo>
                <a:lnTo>
                  <a:pt x="1098017" y="23406"/>
                </a:lnTo>
                <a:lnTo>
                  <a:pt x="1098144" y="23406"/>
                </a:lnTo>
                <a:cubicBezTo>
                  <a:pt x="1099160" y="20803"/>
                  <a:pt x="1100684" y="18631"/>
                  <a:pt x="1102716" y="16879"/>
                </a:cubicBezTo>
                <a:cubicBezTo>
                  <a:pt x="1104748" y="15126"/>
                  <a:pt x="1107542" y="14250"/>
                  <a:pt x="1111225" y="14250"/>
                </a:cubicBezTo>
                <a:cubicBezTo>
                  <a:pt x="1114019" y="14250"/>
                  <a:pt x="1116305" y="14834"/>
                  <a:pt x="1118210" y="16002"/>
                </a:cubicBezTo>
                <a:cubicBezTo>
                  <a:pt x="1120115" y="17171"/>
                  <a:pt x="1121512" y="18821"/>
                  <a:pt x="1122401" y="20955"/>
                </a:cubicBezTo>
                <a:cubicBezTo>
                  <a:pt x="1123290" y="23089"/>
                  <a:pt x="1123798" y="25578"/>
                  <a:pt x="1123798" y="28435"/>
                </a:cubicBezTo>
                <a:lnTo>
                  <a:pt x="1123798" y="55258"/>
                </a:lnTo>
                <a:lnTo>
                  <a:pt x="1117067" y="55258"/>
                </a:lnTo>
                <a:lnTo>
                  <a:pt x="1117067" y="29731"/>
                </a:lnTo>
                <a:cubicBezTo>
                  <a:pt x="1117067" y="26632"/>
                  <a:pt x="1116432" y="24270"/>
                  <a:pt x="1115162" y="22644"/>
                </a:cubicBezTo>
                <a:cubicBezTo>
                  <a:pt x="1113892" y="21019"/>
                  <a:pt x="1111733" y="20206"/>
                  <a:pt x="1108812" y="20206"/>
                </a:cubicBezTo>
                <a:cubicBezTo>
                  <a:pt x="1106653" y="20206"/>
                  <a:pt x="1104875" y="20663"/>
                  <a:pt x="1103224" y="21590"/>
                </a:cubicBezTo>
                <a:cubicBezTo>
                  <a:pt x="1101700" y="22505"/>
                  <a:pt x="1100430" y="23838"/>
                  <a:pt x="1099668" y="25603"/>
                </a:cubicBezTo>
                <a:cubicBezTo>
                  <a:pt x="1098779" y="27369"/>
                  <a:pt x="1098271" y="29477"/>
                  <a:pt x="1098271" y="31928"/>
                </a:cubicBezTo>
                <a:lnTo>
                  <a:pt x="1098271" y="55258"/>
                </a:lnTo>
                <a:lnTo>
                  <a:pt x="1091667" y="55258"/>
                </a:lnTo>
                <a:lnTo>
                  <a:pt x="1091667" y="15037"/>
                </a:lnTo>
                <a:close/>
                <a:moveTo>
                  <a:pt x="1143229" y="55855"/>
                </a:moveTo>
                <a:cubicBezTo>
                  <a:pt x="1141070" y="55855"/>
                  <a:pt x="1139292" y="55487"/>
                  <a:pt x="1137895" y="54776"/>
                </a:cubicBezTo>
                <a:cubicBezTo>
                  <a:pt x="1136498" y="54052"/>
                  <a:pt x="1135609" y="52984"/>
                  <a:pt x="1134974" y="51550"/>
                </a:cubicBezTo>
                <a:cubicBezTo>
                  <a:pt x="1134339" y="50127"/>
                  <a:pt x="1133958" y="48311"/>
                  <a:pt x="1133958" y="46101"/>
                </a:cubicBezTo>
                <a:lnTo>
                  <a:pt x="1133958" y="0"/>
                </a:lnTo>
                <a:lnTo>
                  <a:pt x="1140689" y="0"/>
                </a:lnTo>
                <a:lnTo>
                  <a:pt x="1140689" y="45060"/>
                </a:lnTo>
                <a:cubicBezTo>
                  <a:pt x="1140689" y="46304"/>
                  <a:pt x="1140816" y="47257"/>
                  <a:pt x="1141070" y="47930"/>
                </a:cubicBezTo>
                <a:cubicBezTo>
                  <a:pt x="1141324" y="48603"/>
                  <a:pt x="1141705" y="49073"/>
                  <a:pt x="1142213" y="49365"/>
                </a:cubicBezTo>
                <a:cubicBezTo>
                  <a:pt x="1142721" y="49644"/>
                  <a:pt x="1143483" y="49785"/>
                  <a:pt x="1144499" y="49785"/>
                </a:cubicBezTo>
                <a:cubicBezTo>
                  <a:pt x="1145134" y="49785"/>
                  <a:pt x="1145769" y="49733"/>
                  <a:pt x="1146404" y="49644"/>
                </a:cubicBezTo>
                <a:cubicBezTo>
                  <a:pt x="1147039" y="49543"/>
                  <a:pt x="1147547" y="49429"/>
                  <a:pt x="1148055" y="49302"/>
                </a:cubicBezTo>
                <a:lnTo>
                  <a:pt x="1148055" y="55258"/>
                </a:lnTo>
                <a:cubicBezTo>
                  <a:pt x="1147420" y="55461"/>
                  <a:pt x="1146658" y="55601"/>
                  <a:pt x="1145896" y="55703"/>
                </a:cubicBezTo>
                <a:cubicBezTo>
                  <a:pt x="1145007" y="55804"/>
                  <a:pt x="1144118" y="55855"/>
                  <a:pt x="1143229" y="55855"/>
                </a:cubicBezTo>
                <a:close/>
                <a:moveTo>
                  <a:pt x="1155294" y="71857"/>
                </a:moveTo>
                <a:cubicBezTo>
                  <a:pt x="1153897" y="71857"/>
                  <a:pt x="1152373" y="71755"/>
                  <a:pt x="1150976" y="71552"/>
                </a:cubicBezTo>
                <a:lnTo>
                  <a:pt x="1150976" y="65786"/>
                </a:lnTo>
                <a:cubicBezTo>
                  <a:pt x="1151992" y="66078"/>
                  <a:pt x="1153135" y="66231"/>
                  <a:pt x="1154786" y="66231"/>
                </a:cubicBezTo>
                <a:cubicBezTo>
                  <a:pt x="1156310" y="66231"/>
                  <a:pt x="1157580" y="66040"/>
                  <a:pt x="1158469" y="65660"/>
                </a:cubicBezTo>
                <a:cubicBezTo>
                  <a:pt x="1159485" y="65278"/>
                  <a:pt x="1160374" y="64694"/>
                  <a:pt x="1160882" y="63932"/>
                </a:cubicBezTo>
                <a:cubicBezTo>
                  <a:pt x="1161517" y="63157"/>
                  <a:pt x="1162152" y="62129"/>
                  <a:pt x="1162660" y="60833"/>
                </a:cubicBezTo>
                <a:lnTo>
                  <a:pt x="1164819" y="55144"/>
                </a:lnTo>
                <a:lnTo>
                  <a:pt x="1148690" y="15037"/>
                </a:lnTo>
                <a:lnTo>
                  <a:pt x="1155802" y="15037"/>
                </a:lnTo>
                <a:lnTo>
                  <a:pt x="1164438" y="37288"/>
                </a:lnTo>
                <a:cubicBezTo>
                  <a:pt x="1165073" y="39142"/>
                  <a:pt x="1165835" y="41237"/>
                  <a:pt x="1166597" y="43574"/>
                </a:cubicBezTo>
                <a:cubicBezTo>
                  <a:pt x="1167359" y="45910"/>
                  <a:pt x="1167867" y="47282"/>
                  <a:pt x="1167994" y="47702"/>
                </a:cubicBezTo>
                <a:cubicBezTo>
                  <a:pt x="1168121" y="47358"/>
                  <a:pt x="1168629" y="46038"/>
                  <a:pt x="1169391" y="43765"/>
                </a:cubicBezTo>
                <a:cubicBezTo>
                  <a:pt x="1170534" y="40932"/>
                  <a:pt x="1171169" y="39002"/>
                  <a:pt x="1171550" y="37960"/>
                </a:cubicBezTo>
                <a:lnTo>
                  <a:pt x="1179424" y="15037"/>
                </a:lnTo>
                <a:lnTo>
                  <a:pt x="1186536" y="15037"/>
                </a:lnTo>
                <a:lnTo>
                  <a:pt x="1167994" y="63030"/>
                </a:lnTo>
                <a:cubicBezTo>
                  <a:pt x="1167232" y="65088"/>
                  <a:pt x="1166343" y="66752"/>
                  <a:pt x="1165327" y="67996"/>
                </a:cubicBezTo>
                <a:cubicBezTo>
                  <a:pt x="1164438" y="69253"/>
                  <a:pt x="1163041" y="70206"/>
                  <a:pt x="1161517" y="70866"/>
                </a:cubicBezTo>
                <a:cubicBezTo>
                  <a:pt x="1159866" y="71527"/>
                  <a:pt x="1157834" y="71857"/>
                  <a:pt x="1155294" y="71857"/>
                </a:cubicBezTo>
                <a:close/>
              </a:path>
            </a:pathLst>
          </a:custGeom>
          <a:solidFill>
            <a:srgbClr val="000000">
              <a:alpha val="50196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5175" cy="6858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666" y="1191414"/>
            <a:ext cx="10223500" cy="5754370"/>
          </a:xfrm>
          <a:prstGeom prst="rect">
            <a:avLst/>
          </a:prstGeom>
        </p:spPr>
      </p:pic>
      <p:sp>
        <p:nvSpPr>
          <p:cNvPr id="3" name="Editable text — 9"/>
          <p:cNvSpPr txBox="1"/>
          <p:nvPr/>
        </p:nvSpPr>
        <p:spPr>
          <a:xfrm>
            <a:off x="11564746" y="6546075"/>
            <a:ext cx="127051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>
                <a:solidFill>
                  <a:srgbClr val="000000"/>
                </a:solidFill>
                <a:latin typeface="Arial"/>
              </a:rPr>
              <a:t>9</a:t>
            </a:r>
          </a:p>
        </p:txBody>
      </p:sp>
      <p:sp>
        <p:nvSpPr>
          <p:cNvPr id="4" name="Editable text — 9"/>
          <p:cNvSpPr txBox="1"/>
          <p:nvPr/>
        </p:nvSpPr>
        <p:spPr>
          <a:xfrm>
            <a:off x="11564746" y="6546075"/>
            <a:ext cx="127051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>
                <a:solidFill>
                  <a:srgbClr val="000000"/>
                </a:solidFill>
                <a:latin typeface="Arial"/>
              </a:rPr>
              <a:t>9</a:t>
            </a:r>
          </a:p>
        </p:txBody>
      </p:sp>
      <p:sp>
        <p:nvSpPr>
          <p:cNvPr id="5" name="Editable text — PUBLIC"/>
          <p:cNvSpPr txBox="1"/>
          <p:nvPr/>
        </p:nvSpPr>
        <p:spPr>
          <a:xfrm>
            <a:off x="281940" y="6590857"/>
            <a:ext cx="381711" cy="170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6" b="0" i="0" spc="-2">
                <a:solidFill>
                  <a:srgbClr val="000000"/>
                </a:solidFill>
                <a:latin typeface="Arial"/>
              </a:rPr>
              <a:t>PUBLIC</a:t>
            </a:r>
          </a:p>
        </p:txBody>
      </p:sp>
      <p:sp>
        <p:nvSpPr>
          <p:cNvPr id="8" name="Editable text — PUBLIC"/>
          <p:cNvSpPr txBox="1"/>
          <p:nvPr/>
        </p:nvSpPr>
        <p:spPr>
          <a:xfrm>
            <a:off x="224942" y="6544223"/>
            <a:ext cx="381711" cy="170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6" b="0" i="0" spc="-2">
                <a:solidFill>
                  <a:srgbClr val="000000"/>
                </a:solidFill>
                <a:latin typeface="Arial"/>
              </a:rPr>
              <a:t>PUBLIC</a:t>
            </a:r>
          </a:p>
        </p:txBody>
      </p:sp>
      <p:sp>
        <p:nvSpPr>
          <p:cNvPr id="10" name="Editable text — SAP’s Autonomous Enterprise Vision and Strategic Partnership"/>
          <p:cNvSpPr txBox="1"/>
          <p:nvPr/>
        </p:nvSpPr>
        <p:spPr>
          <a:xfrm>
            <a:off x="919276" y="610059"/>
            <a:ext cx="10417269" cy="57073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795" b="1" i="0" spc="-78">
                <a:solidFill>
                  <a:srgbClr val="002A86"/>
                </a:solidFill>
                <a:latin typeface="Arial"/>
              </a:rPr>
              <a:t>SAP’s Autonomous Enterprise Vision and Strategic Partnerships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5175" cy="6858000"/>
          </a:xfrm>
          <a:prstGeom prst="rect">
            <a:avLst/>
          </a:prstGeom>
        </p:spPr>
      </p:pic>
      <p:sp>
        <p:nvSpPr>
          <p:cNvPr id="5" name="Editable vector"/>
          <p:cNvSpPr/>
          <p:nvPr/>
        </p:nvSpPr>
        <p:spPr>
          <a:xfrm>
            <a:off x="506628" y="6582778"/>
            <a:ext cx="1186535" cy="71856"/>
          </a:xfrm>
          <a:custGeom>
            <a:avLst/>
            <a:gdLst/>
            <a:ahLst/>
            <a:cxnLst/>
            <a:rect l="0" t="0" r="r" b="b"/>
            <a:pathLst>
              <a:path w="1186536" h="71857" fill="norm" stroke="0" extrusionOk="0">
                <a:moveTo>
                  <a:pt x="0" y="2832"/>
                </a:moveTo>
                <a:lnTo>
                  <a:pt x="0" y="55258"/>
                </a:lnTo>
                <a:lnTo>
                  <a:pt x="7074" y="55258"/>
                </a:lnTo>
                <a:lnTo>
                  <a:pt x="7074" y="2832"/>
                </a:lnTo>
                <a:close/>
                <a:moveTo>
                  <a:pt x="19812" y="2832"/>
                </a:moveTo>
                <a:lnTo>
                  <a:pt x="28181" y="2832"/>
                </a:lnTo>
                <a:lnTo>
                  <a:pt x="54712" y="47410"/>
                </a:lnTo>
                <a:cubicBezTo>
                  <a:pt x="54661" y="46266"/>
                  <a:pt x="54610" y="44717"/>
                  <a:pt x="54572" y="42761"/>
                </a:cubicBezTo>
                <a:cubicBezTo>
                  <a:pt x="54521" y="40793"/>
                  <a:pt x="54496" y="38862"/>
                  <a:pt x="54496" y="36957"/>
                </a:cubicBezTo>
                <a:lnTo>
                  <a:pt x="54496" y="2832"/>
                </a:lnTo>
                <a:lnTo>
                  <a:pt x="60820" y="2832"/>
                </a:lnTo>
                <a:lnTo>
                  <a:pt x="60820" y="55258"/>
                </a:lnTo>
                <a:lnTo>
                  <a:pt x="52108" y="55258"/>
                </a:lnTo>
                <a:lnTo>
                  <a:pt x="25921" y="11202"/>
                </a:lnTo>
                <a:cubicBezTo>
                  <a:pt x="25972" y="12345"/>
                  <a:pt x="26010" y="13894"/>
                  <a:pt x="26060" y="15837"/>
                </a:cubicBezTo>
                <a:cubicBezTo>
                  <a:pt x="26111" y="17780"/>
                  <a:pt x="26137" y="19724"/>
                  <a:pt x="26137" y="21654"/>
                </a:cubicBezTo>
                <a:lnTo>
                  <a:pt x="26137" y="55258"/>
                </a:lnTo>
                <a:lnTo>
                  <a:pt x="19812" y="55258"/>
                </a:lnTo>
                <a:lnTo>
                  <a:pt x="19812" y="2832"/>
                </a:lnTo>
                <a:close/>
                <a:moveTo>
                  <a:pt x="84125" y="9385"/>
                </a:moveTo>
                <a:lnTo>
                  <a:pt x="67653" y="9385"/>
                </a:lnTo>
                <a:lnTo>
                  <a:pt x="67653" y="2832"/>
                </a:lnTo>
                <a:lnTo>
                  <a:pt x="107683" y="2832"/>
                </a:lnTo>
                <a:lnTo>
                  <a:pt x="107683" y="9385"/>
                </a:lnTo>
                <a:lnTo>
                  <a:pt x="91199" y="9385"/>
                </a:lnTo>
                <a:lnTo>
                  <a:pt x="91199" y="55258"/>
                </a:lnTo>
                <a:lnTo>
                  <a:pt x="84125" y="55258"/>
                </a:lnTo>
                <a:lnTo>
                  <a:pt x="84125" y="9385"/>
                </a:lnTo>
                <a:close/>
                <a:moveTo>
                  <a:pt x="114300" y="2832"/>
                </a:moveTo>
                <a:lnTo>
                  <a:pt x="147980" y="2832"/>
                </a:lnTo>
                <a:lnTo>
                  <a:pt x="147980" y="9385"/>
                </a:lnTo>
                <a:lnTo>
                  <a:pt x="121374" y="9385"/>
                </a:lnTo>
                <a:lnTo>
                  <a:pt x="121374" y="25083"/>
                </a:lnTo>
                <a:lnTo>
                  <a:pt x="145783" y="25083"/>
                </a:lnTo>
                <a:lnTo>
                  <a:pt x="145783" y="31483"/>
                </a:lnTo>
                <a:lnTo>
                  <a:pt x="121374" y="31483"/>
                </a:lnTo>
                <a:lnTo>
                  <a:pt x="121374" y="48705"/>
                </a:lnTo>
                <a:lnTo>
                  <a:pt x="149504" y="48705"/>
                </a:lnTo>
                <a:lnTo>
                  <a:pt x="149504" y="55258"/>
                </a:lnTo>
                <a:lnTo>
                  <a:pt x="114300" y="55258"/>
                </a:lnTo>
                <a:lnTo>
                  <a:pt x="114300" y="2832"/>
                </a:lnTo>
                <a:close/>
                <a:moveTo>
                  <a:pt x="158496" y="2832"/>
                </a:moveTo>
                <a:lnTo>
                  <a:pt x="178626" y="2832"/>
                </a:lnTo>
                <a:cubicBezTo>
                  <a:pt x="182550" y="2832"/>
                  <a:pt x="185877" y="3442"/>
                  <a:pt x="188633" y="4674"/>
                </a:cubicBezTo>
                <a:cubicBezTo>
                  <a:pt x="191389" y="5906"/>
                  <a:pt x="193485" y="7671"/>
                  <a:pt x="194907" y="9996"/>
                </a:cubicBezTo>
                <a:cubicBezTo>
                  <a:pt x="196329" y="12319"/>
                  <a:pt x="197041" y="15088"/>
                  <a:pt x="197041" y="18314"/>
                </a:cubicBezTo>
                <a:cubicBezTo>
                  <a:pt x="197041" y="20613"/>
                  <a:pt x="196596" y="22797"/>
                  <a:pt x="195707" y="24854"/>
                </a:cubicBezTo>
                <a:cubicBezTo>
                  <a:pt x="194818" y="26912"/>
                  <a:pt x="193408" y="28702"/>
                  <a:pt x="191478" y="30214"/>
                </a:cubicBezTo>
                <a:cubicBezTo>
                  <a:pt x="189560" y="31725"/>
                  <a:pt x="187122" y="32766"/>
                  <a:pt x="184175" y="33338"/>
                </a:cubicBezTo>
                <a:lnTo>
                  <a:pt x="199200" y="55258"/>
                </a:lnTo>
                <a:lnTo>
                  <a:pt x="190944" y="55258"/>
                </a:lnTo>
                <a:lnTo>
                  <a:pt x="177254" y="34240"/>
                </a:lnTo>
                <a:lnTo>
                  <a:pt x="165570" y="34240"/>
                </a:lnTo>
                <a:lnTo>
                  <a:pt x="165570" y="55258"/>
                </a:lnTo>
                <a:lnTo>
                  <a:pt x="158496" y="55258"/>
                </a:lnTo>
                <a:lnTo>
                  <a:pt x="158496" y="2832"/>
                </a:lnTo>
                <a:close/>
                <a:moveTo>
                  <a:pt x="178143" y="27915"/>
                </a:moveTo>
                <a:cubicBezTo>
                  <a:pt x="180797" y="27915"/>
                  <a:pt x="183007" y="27496"/>
                  <a:pt x="184785" y="26657"/>
                </a:cubicBezTo>
                <a:cubicBezTo>
                  <a:pt x="186563" y="25832"/>
                  <a:pt x="187871" y="24702"/>
                  <a:pt x="188709" y="23279"/>
                </a:cubicBezTo>
                <a:cubicBezTo>
                  <a:pt x="189548" y="21857"/>
                  <a:pt x="189979" y="20219"/>
                  <a:pt x="189979" y="18390"/>
                </a:cubicBezTo>
                <a:cubicBezTo>
                  <a:pt x="189979" y="15380"/>
                  <a:pt x="188925" y="13119"/>
                  <a:pt x="186817" y="11595"/>
                </a:cubicBezTo>
                <a:cubicBezTo>
                  <a:pt x="184709" y="10071"/>
                  <a:pt x="181712" y="9310"/>
                  <a:pt x="177851" y="9310"/>
                </a:cubicBezTo>
                <a:lnTo>
                  <a:pt x="165570" y="9310"/>
                </a:lnTo>
                <a:lnTo>
                  <a:pt x="165570" y="27915"/>
                </a:lnTo>
                <a:lnTo>
                  <a:pt x="178143" y="27915"/>
                </a:lnTo>
                <a:close/>
                <a:moveTo>
                  <a:pt x="207264" y="2832"/>
                </a:moveTo>
                <a:lnTo>
                  <a:pt x="215633" y="2832"/>
                </a:lnTo>
                <a:lnTo>
                  <a:pt x="242164" y="47410"/>
                </a:lnTo>
                <a:cubicBezTo>
                  <a:pt x="242113" y="46266"/>
                  <a:pt x="242062" y="44717"/>
                  <a:pt x="242024" y="42761"/>
                </a:cubicBezTo>
                <a:cubicBezTo>
                  <a:pt x="241973" y="40793"/>
                  <a:pt x="241948" y="38862"/>
                  <a:pt x="241948" y="36957"/>
                </a:cubicBezTo>
                <a:lnTo>
                  <a:pt x="241948" y="2832"/>
                </a:lnTo>
                <a:lnTo>
                  <a:pt x="248272" y="2832"/>
                </a:lnTo>
                <a:lnTo>
                  <a:pt x="248272" y="55258"/>
                </a:lnTo>
                <a:lnTo>
                  <a:pt x="239560" y="55258"/>
                </a:lnTo>
                <a:lnTo>
                  <a:pt x="213373" y="11202"/>
                </a:lnTo>
                <a:cubicBezTo>
                  <a:pt x="213424" y="12345"/>
                  <a:pt x="213462" y="13894"/>
                  <a:pt x="213512" y="15837"/>
                </a:cubicBezTo>
                <a:cubicBezTo>
                  <a:pt x="213563" y="17780"/>
                  <a:pt x="213589" y="19724"/>
                  <a:pt x="213589" y="21654"/>
                </a:cubicBezTo>
                <a:lnTo>
                  <a:pt x="213589" y="55258"/>
                </a:lnTo>
                <a:lnTo>
                  <a:pt x="207264" y="55258"/>
                </a:lnTo>
                <a:lnTo>
                  <a:pt x="207264" y="2832"/>
                </a:lnTo>
                <a:close/>
                <a:moveTo>
                  <a:pt x="274079" y="2832"/>
                </a:moveTo>
                <a:lnTo>
                  <a:pt x="282181" y="2832"/>
                </a:lnTo>
                <a:lnTo>
                  <a:pt x="301904" y="55258"/>
                </a:lnTo>
                <a:lnTo>
                  <a:pt x="294500" y="55258"/>
                </a:lnTo>
                <a:lnTo>
                  <a:pt x="289547" y="41085"/>
                </a:lnTo>
                <a:lnTo>
                  <a:pt x="266560" y="41085"/>
                </a:lnTo>
                <a:lnTo>
                  <a:pt x="261607" y="55258"/>
                </a:lnTo>
                <a:lnTo>
                  <a:pt x="254356" y="55258"/>
                </a:lnTo>
                <a:lnTo>
                  <a:pt x="274079" y="2832"/>
                </a:lnTo>
                <a:close/>
                <a:moveTo>
                  <a:pt x="287401" y="34900"/>
                </a:moveTo>
                <a:lnTo>
                  <a:pt x="281178" y="17158"/>
                </a:lnTo>
                <a:cubicBezTo>
                  <a:pt x="280607" y="15545"/>
                  <a:pt x="280048" y="13932"/>
                  <a:pt x="279489" y="12319"/>
                </a:cubicBezTo>
                <a:cubicBezTo>
                  <a:pt x="278930" y="10706"/>
                  <a:pt x="278448" y="9322"/>
                  <a:pt x="278054" y="8154"/>
                </a:cubicBezTo>
                <a:cubicBezTo>
                  <a:pt x="277660" y="9322"/>
                  <a:pt x="277178" y="10706"/>
                  <a:pt x="276619" y="12319"/>
                </a:cubicBezTo>
                <a:cubicBezTo>
                  <a:pt x="276060" y="13932"/>
                  <a:pt x="275501" y="15545"/>
                  <a:pt x="274930" y="17158"/>
                </a:cubicBezTo>
                <a:lnTo>
                  <a:pt x="268719" y="34900"/>
                </a:lnTo>
                <a:lnTo>
                  <a:pt x="287401" y="34900"/>
                </a:lnTo>
                <a:close/>
                <a:moveTo>
                  <a:pt x="307848" y="2832"/>
                </a:moveTo>
                <a:lnTo>
                  <a:pt x="314922" y="2832"/>
                </a:lnTo>
                <a:lnTo>
                  <a:pt x="314922" y="48705"/>
                </a:lnTo>
                <a:lnTo>
                  <a:pt x="339179" y="48705"/>
                </a:lnTo>
                <a:lnTo>
                  <a:pt x="339179" y="55258"/>
                </a:lnTo>
                <a:lnTo>
                  <a:pt x="307848" y="55258"/>
                </a:lnTo>
                <a:lnTo>
                  <a:pt x="307848" y="2832"/>
                </a:lnTo>
                <a:close/>
                <a:moveTo>
                  <a:pt x="362268" y="32410"/>
                </a:moveTo>
                <a:lnTo>
                  <a:pt x="362268" y="37580"/>
                </a:lnTo>
                <a:lnTo>
                  <a:pt x="404609" y="37580"/>
                </a:lnTo>
                <a:lnTo>
                  <a:pt x="404609" y="32410"/>
                </a:lnTo>
                <a:close/>
                <a:moveTo>
                  <a:pt x="446773" y="56007"/>
                </a:moveTo>
                <a:cubicBezTo>
                  <a:pt x="442481" y="56007"/>
                  <a:pt x="438696" y="55309"/>
                  <a:pt x="435407" y="53911"/>
                </a:cubicBezTo>
                <a:cubicBezTo>
                  <a:pt x="432118" y="52528"/>
                  <a:pt x="429387" y="50432"/>
                  <a:pt x="427203" y="47625"/>
                </a:cubicBezTo>
                <a:lnTo>
                  <a:pt x="432041" y="42787"/>
                </a:lnTo>
                <a:cubicBezTo>
                  <a:pt x="433210" y="44260"/>
                  <a:pt x="434429" y="45492"/>
                  <a:pt x="435724" y="46495"/>
                </a:cubicBezTo>
                <a:cubicBezTo>
                  <a:pt x="437007" y="47498"/>
                  <a:pt x="438556" y="48299"/>
                  <a:pt x="440373" y="48895"/>
                </a:cubicBezTo>
                <a:cubicBezTo>
                  <a:pt x="442189" y="49492"/>
                  <a:pt x="444322" y="49785"/>
                  <a:pt x="446773" y="49785"/>
                </a:cubicBezTo>
                <a:cubicBezTo>
                  <a:pt x="449199" y="49785"/>
                  <a:pt x="451371" y="49479"/>
                  <a:pt x="453288" y="48870"/>
                </a:cubicBezTo>
                <a:cubicBezTo>
                  <a:pt x="455193" y="48273"/>
                  <a:pt x="456705" y="47320"/>
                  <a:pt x="457822" y="46025"/>
                </a:cubicBezTo>
                <a:cubicBezTo>
                  <a:pt x="458940" y="44742"/>
                  <a:pt x="459499" y="43117"/>
                  <a:pt x="459499" y="41161"/>
                </a:cubicBezTo>
                <a:cubicBezTo>
                  <a:pt x="459499" y="39192"/>
                  <a:pt x="458915" y="37605"/>
                  <a:pt x="457746" y="36399"/>
                </a:cubicBezTo>
                <a:cubicBezTo>
                  <a:pt x="456578" y="35179"/>
                  <a:pt x="455104" y="34227"/>
                  <a:pt x="453326" y="33541"/>
                </a:cubicBezTo>
                <a:cubicBezTo>
                  <a:pt x="451536" y="32868"/>
                  <a:pt x="449161" y="32157"/>
                  <a:pt x="446215" y="31407"/>
                </a:cubicBezTo>
                <a:cubicBezTo>
                  <a:pt x="442646" y="30518"/>
                  <a:pt x="439712" y="29579"/>
                  <a:pt x="437439" y="28601"/>
                </a:cubicBezTo>
                <a:cubicBezTo>
                  <a:pt x="435153" y="27623"/>
                  <a:pt x="433222" y="26124"/>
                  <a:pt x="431635" y="24118"/>
                </a:cubicBezTo>
                <a:cubicBezTo>
                  <a:pt x="430047" y="22111"/>
                  <a:pt x="429247" y="19431"/>
                  <a:pt x="429247" y="16078"/>
                </a:cubicBezTo>
                <a:cubicBezTo>
                  <a:pt x="429247" y="12878"/>
                  <a:pt x="430060" y="10237"/>
                  <a:pt x="431660" y="8128"/>
                </a:cubicBezTo>
                <a:cubicBezTo>
                  <a:pt x="433273" y="6033"/>
                  <a:pt x="435458" y="4496"/>
                  <a:pt x="438201" y="3518"/>
                </a:cubicBezTo>
                <a:cubicBezTo>
                  <a:pt x="440931" y="2540"/>
                  <a:pt x="444017" y="2045"/>
                  <a:pt x="447446" y="2045"/>
                </a:cubicBezTo>
                <a:cubicBezTo>
                  <a:pt x="451561" y="2045"/>
                  <a:pt x="455054" y="2718"/>
                  <a:pt x="457937" y="4039"/>
                </a:cubicBezTo>
                <a:cubicBezTo>
                  <a:pt x="460807" y="5373"/>
                  <a:pt x="463220" y="7201"/>
                  <a:pt x="465150" y="9525"/>
                </a:cubicBezTo>
                <a:lnTo>
                  <a:pt x="460426" y="14212"/>
                </a:lnTo>
                <a:cubicBezTo>
                  <a:pt x="458762" y="12306"/>
                  <a:pt x="456870" y="10833"/>
                  <a:pt x="454736" y="9792"/>
                </a:cubicBezTo>
                <a:cubicBezTo>
                  <a:pt x="452603" y="8751"/>
                  <a:pt x="450050" y="8230"/>
                  <a:pt x="447065" y="8230"/>
                </a:cubicBezTo>
                <a:cubicBezTo>
                  <a:pt x="444665" y="8230"/>
                  <a:pt x="442646" y="8560"/>
                  <a:pt x="441007" y="9208"/>
                </a:cubicBezTo>
                <a:cubicBezTo>
                  <a:pt x="439369" y="9868"/>
                  <a:pt x="438150" y="10770"/>
                  <a:pt x="437363" y="11913"/>
                </a:cubicBezTo>
                <a:cubicBezTo>
                  <a:pt x="436562" y="13056"/>
                  <a:pt x="436169" y="14364"/>
                  <a:pt x="436169" y="15850"/>
                </a:cubicBezTo>
                <a:cubicBezTo>
                  <a:pt x="436169" y="17666"/>
                  <a:pt x="436715" y="19139"/>
                  <a:pt x="437820" y="20269"/>
                </a:cubicBezTo>
                <a:cubicBezTo>
                  <a:pt x="438925" y="21387"/>
                  <a:pt x="440309" y="22276"/>
                  <a:pt x="441960" y="22911"/>
                </a:cubicBezTo>
                <a:cubicBezTo>
                  <a:pt x="443598" y="23533"/>
                  <a:pt x="445872" y="24244"/>
                  <a:pt x="448742" y="25006"/>
                </a:cubicBezTo>
                <a:cubicBezTo>
                  <a:pt x="452514" y="25946"/>
                  <a:pt x="455587" y="26912"/>
                  <a:pt x="457949" y="27915"/>
                </a:cubicBezTo>
                <a:cubicBezTo>
                  <a:pt x="460324" y="28905"/>
                  <a:pt x="462343" y="30429"/>
                  <a:pt x="463995" y="32487"/>
                </a:cubicBezTo>
                <a:cubicBezTo>
                  <a:pt x="465658" y="34544"/>
                  <a:pt x="466496" y="37313"/>
                  <a:pt x="466496" y="40780"/>
                </a:cubicBezTo>
                <a:cubicBezTo>
                  <a:pt x="466496" y="43765"/>
                  <a:pt x="465734" y="46393"/>
                  <a:pt x="464223" y="48692"/>
                </a:cubicBezTo>
                <a:cubicBezTo>
                  <a:pt x="462712" y="50991"/>
                  <a:pt x="460477" y="52781"/>
                  <a:pt x="457505" y="54064"/>
                </a:cubicBezTo>
                <a:cubicBezTo>
                  <a:pt x="454546" y="55359"/>
                  <a:pt x="450964" y="56007"/>
                  <a:pt x="446773" y="56007"/>
                </a:cubicBezTo>
                <a:close/>
                <a:moveTo>
                  <a:pt x="488963" y="2832"/>
                </a:moveTo>
                <a:lnTo>
                  <a:pt x="497065" y="2832"/>
                </a:lnTo>
                <a:lnTo>
                  <a:pt x="516788" y="55258"/>
                </a:lnTo>
                <a:lnTo>
                  <a:pt x="509384" y="55258"/>
                </a:lnTo>
                <a:lnTo>
                  <a:pt x="504431" y="41085"/>
                </a:lnTo>
                <a:lnTo>
                  <a:pt x="481444" y="41085"/>
                </a:lnTo>
                <a:lnTo>
                  <a:pt x="476491" y="55258"/>
                </a:lnTo>
                <a:lnTo>
                  <a:pt x="469240" y="55258"/>
                </a:lnTo>
                <a:lnTo>
                  <a:pt x="488963" y="2832"/>
                </a:lnTo>
                <a:close/>
                <a:moveTo>
                  <a:pt x="502285" y="34900"/>
                </a:moveTo>
                <a:lnTo>
                  <a:pt x="496062" y="17158"/>
                </a:lnTo>
                <a:cubicBezTo>
                  <a:pt x="495490" y="15545"/>
                  <a:pt x="494932" y="13932"/>
                  <a:pt x="494373" y="12319"/>
                </a:cubicBezTo>
                <a:cubicBezTo>
                  <a:pt x="493814" y="10706"/>
                  <a:pt x="493332" y="9322"/>
                  <a:pt x="492938" y="8154"/>
                </a:cubicBezTo>
                <a:cubicBezTo>
                  <a:pt x="492544" y="9322"/>
                  <a:pt x="492062" y="10706"/>
                  <a:pt x="491503" y="12319"/>
                </a:cubicBezTo>
                <a:cubicBezTo>
                  <a:pt x="490944" y="13932"/>
                  <a:pt x="490385" y="15545"/>
                  <a:pt x="489814" y="17158"/>
                </a:cubicBezTo>
                <a:lnTo>
                  <a:pt x="483603" y="34900"/>
                </a:lnTo>
                <a:lnTo>
                  <a:pt x="502285" y="34900"/>
                </a:lnTo>
                <a:close/>
                <a:moveTo>
                  <a:pt x="522732" y="2832"/>
                </a:moveTo>
                <a:lnTo>
                  <a:pt x="542531" y="2832"/>
                </a:lnTo>
                <a:cubicBezTo>
                  <a:pt x="546570" y="2832"/>
                  <a:pt x="549974" y="3493"/>
                  <a:pt x="552729" y="4801"/>
                </a:cubicBezTo>
                <a:cubicBezTo>
                  <a:pt x="555473" y="6121"/>
                  <a:pt x="557543" y="7963"/>
                  <a:pt x="558914" y="10351"/>
                </a:cubicBezTo>
                <a:cubicBezTo>
                  <a:pt x="560299" y="12726"/>
                  <a:pt x="560984" y="15532"/>
                  <a:pt x="560984" y="18759"/>
                </a:cubicBezTo>
                <a:cubicBezTo>
                  <a:pt x="560984" y="21908"/>
                  <a:pt x="560299" y="24727"/>
                  <a:pt x="558940" y="27204"/>
                </a:cubicBezTo>
                <a:cubicBezTo>
                  <a:pt x="557568" y="29680"/>
                  <a:pt x="555536" y="31636"/>
                  <a:pt x="552831" y="33058"/>
                </a:cubicBezTo>
                <a:cubicBezTo>
                  <a:pt x="550126" y="34493"/>
                  <a:pt x="546837" y="35205"/>
                  <a:pt x="542938" y="35205"/>
                </a:cubicBezTo>
                <a:lnTo>
                  <a:pt x="529806" y="35205"/>
                </a:lnTo>
                <a:lnTo>
                  <a:pt x="529806" y="55258"/>
                </a:lnTo>
                <a:lnTo>
                  <a:pt x="522732" y="55258"/>
                </a:lnTo>
                <a:lnTo>
                  <a:pt x="522732" y="2832"/>
                </a:lnTo>
                <a:close/>
                <a:moveTo>
                  <a:pt x="541934" y="28804"/>
                </a:moveTo>
                <a:cubicBezTo>
                  <a:pt x="545948" y="28804"/>
                  <a:pt x="548957" y="27953"/>
                  <a:pt x="550939" y="26251"/>
                </a:cubicBezTo>
                <a:cubicBezTo>
                  <a:pt x="552920" y="24550"/>
                  <a:pt x="553911" y="22085"/>
                  <a:pt x="553911" y="18835"/>
                </a:cubicBezTo>
                <a:cubicBezTo>
                  <a:pt x="553911" y="15710"/>
                  <a:pt x="552882" y="13336"/>
                  <a:pt x="550812" y="11723"/>
                </a:cubicBezTo>
                <a:cubicBezTo>
                  <a:pt x="548742" y="10109"/>
                  <a:pt x="545681" y="9310"/>
                  <a:pt x="541630" y="9310"/>
                </a:cubicBezTo>
                <a:lnTo>
                  <a:pt x="529806" y="9310"/>
                </a:lnTo>
                <a:lnTo>
                  <a:pt x="529806" y="28804"/>
                </a:lnTo>
                <a:lnTo>
                  <a:pt x="541934" y="28804"/>
                </a:lnTo>
                <a:close/>
                <a:moveTo>
                  <a:pt x="595973" y="56007"/>
                </a:moveTo>
                <a:cubicBezTo>
                  <a:pt x="593585" y="56007"/>
                  <a:pt x="591464" y="55538"/>
                  <a:pt x="589610" y="54623"/>
                </a:cubicBezTo>
                <a:cubicBezTo>
                  <a:pt x="587743" y="53708"/>
                  <a:pt x="586296" y="52363"/>
                  <a:pt x="585254" y="50610"/>
                </a:cubicBezTo>
                <a:cubicBezTo>
                  <a:pt x="584213" y="48844"/>
                  <a:pt x="583692" y="46736"/>
                  <a:pt x="583692" y="44285"/>
                </a:cubicBezTo>
                <a:cubicBezTo>
                  <a:pt x="583692" y="41275"/>
                  <a:pt x="584479" y="38812"/>
                  <a:pt x="586054" y="36881"/>
                </a:cubicBezTo>
                <a:cubicBezTo>
                  <a:pt x="587629" y="34938"/>
                  <a:pt x="589775" y="33528"/>
                  <a:pt x="592506" y="32652"/>
                </a:cubicBezTo>
                <a:cubicBezTo>
                  <a:pt x="595236" y="31776"/>
                  <a:pt x="598399" y="31331"/>
                  <a:pt x="601993" y="31331"/>
                </a:cubicBezTo>
                <a:lnTo>
                  <a:pt x="609143" y="31331"/>
                </a:lnTo>
                <a:lnTo>
                  <a:pt x="609143" y="28575"/>
                </a:lnTo>
                <a:cubicBezTo>
                  <a:pt x="609143" y="25756"/>
                  <a:pt x="608470" y="23597"/>
                  <a:pt x="607111" y="22123"/>
                </a:cubicBezTo>
                <a:cubicBezTo>
                  <a:pt x="605765" y="20651"/>
                  <a:pt x="603720" y="19914"/>
                  <a:pt x="600989" y="19914"/>
                </a:cubicBezTo>
                <a:cubicBezTo>
                  <a:pt x="598513" y="19914"/>
                  <a:pt x="596354" y="20409"/>
                  <a:pt x="594500" y="21413"/>
                </a:cubicBezTo>
                <a:cubicBezTo>
                  <a:pt x="592658" y="22416"/>
                  <a:pt x="591020" y="23876"/>
                  <a:pt x="589610" y="25794"/>
                </a:cubicBezTo>
                <a:lnTo>
                  <a:pt x="585292" y="21476"/>
                </a:lnTo>
                <a:cubicBezTo>
                  <a:pt x="589305" y="16663"/>
                  <a:pt x="594690" y="14250"/>
                  <a:pt x="601434" y="14250"/>
                </a:cubicBezTo>
                <a:cubicBezTo>
                  <a:pt x="604545" y="14250"/>
                  <a:pt x="607174" y="14846"/>
                  <a:pt x="609333" y="16040"/>
                </a:cubicBezTo>
                <a:cubicBezTo>
                  <a:pt x="611480" y="17234"/>
                  <a:pt x="613105" y="18898"/>
                  <a:pt x="614197" y="21044"/>
                </a:cubicBezTo>
                <a:cubicBezTo>
                  <a:pt x="615290" y="23191"/>
                  <a:pt x="615836" y="25705"/>
                  <a:pt x="615836" y="28575"/>
                </a:cubicBezTo>
                <a:lnTo>
                  <a:pt x="615836" y="55258"/>
                </a:lnTo>
                <a:lnTo>
                  <a:pt x="609435" y="55258"/>
                </a:lnTo>
                <a:lnTo>
                  <a:pt x="609435" y="47778"/>
                </a:lnTo>
                <a:lnTo>
                  <a:pt x="609295" y="47778"/>
                </a:lnTo>
                <a:cubicBezTo>
                  <a:pt x="607949" y="50635"/>
                  <a:pt x="606209" y="52718"/>
                  <a:pt x="604076" y="54026"/>
                </a:cubicBezTo>
                <a:cubicBezTo>
                  <a:pt x="601942" y="55347"/>
                  <a:pt x="599250" y="56007"/>
                  <a:pt x="595973" y="56007"/>
                </a:cubicBezTo>
                <a:close/>
                <a:moveTo>
                  <a:pt x="590614" y="44133"/>
                </a:moveTo>
                <a:cubicBezTo>
                  <a:pt x="590614" y="45403"/>
                  <a:pt x="590893" y="46495"/>
                  <a:pt x="591464" y="47447"/>
                </a:cubicBezTo>
                <a:cubicBezTo>
                  <a:pt x="592036" y="48387"/>
                  <a:pt x="592861" y="49111"/>
                  <a:pt x="593941" y="49619"/>
                </a:cubicBezTo>
                <a:cubicBezTo>
                  <a:pt x="595020" y="50127"/>
                  <a:pt x="596303" y="50381"/>
                  <a:pt x="597789" y="50381"/>
                </a:cubicBezTo>
                <a:cubicBezTo>
                  <a:pt x="600151" y="50381"/>
                  <a:pt x="602183" y="49911"/>
                  <a:pt x="603898" y="48946"/>
                </a:cubicBezTo>
                <a:cubicBezTo>
                  <a:pt x="605612" y="47993"/>
                  <a:pt x="606908" y="46749"/>
                  <a:pt x="607797" y="45187"/>
                </a:cubicBezTo>
                <a:cubicBezTo>
                  <a:pt x="608698" y="43638"/>
                  <a:pt x="609143" y="41999"/>
                  <a:pt x="609143" y="40260"/>
                </a:cubicBezTo>
                <a:lnTo>
                  <a:pt x="609143" y="36361"/>
                </a:lnTo>
                <a:lnTo>
                  <a:pt x="602894" y="36361"/>
                </a:lnTo>
                <a:cubicBezTo>
                  <a:pt x="599199" y="36361"/>
                  <a:pt x="596227" y="36919"/>
                  <a:pt x="593979" y="38050"/>
                </a:cubicBezTo>
                <a:cubicBezTo>
                  <a:pt x="591731" y="39180"/>
                  <a:pt x="590614" y="41199"/>
                  <a:pt x="590614" y="44133"/>
                </a:cubicBezTo>
                <a:close/>
                <a:moveTo>
                  <a:pt x="625285" y="15037"/>
                </a:moveTo>
                <a:lnTo>
                  <a:pt x="631685" y="15037"/>
                </a:lnTo>
                <a:lnTo>
                  <a:pt x="631685" y="23406"/>
                </a:lnTo>
                <a:lnTo>
                  <a:pt x="631838" y="23406"/>
                </a:lnTo>
                <a:cubicBezTo>
                  <a:pt x="632828" y="20803"/>
                  <a:pt x="634340" y="18631"/>
                  <a:pt x="636372" y="16879"/>
                </a:cubicBezTo>
                <a:cubicBezTo>
                  <a:pt x="638404" y="15126"/>
                  <a:pt x="641248" y="14250"/>
                  <a:pt x="644893" y="14250"/>
                </a:cubicBezTo>
                <a:cubicBezTo>
                  <a:pt x="647675" y="14250"/>
                  <a:pt x="649999" y="14834"/>
                  <a:pt x="651866" y="16002"/>
                </a:cubicBezTo>
                <a:cubicBezTo>
                  <a:pt x="653745" y="17171"/>
                  <a:pt x="655142" y="18821"/>
                  <a:pt x="656082" y="20955"/>
                </a:cubicBezTo>
                <a:cubicBezTo>
                  <a:pt x="657009" y="23089"/>
                  <a:pt x="657466" y="25578"/>
                  <a:pt x="657466" y="28435"/>
                </a:cubicBezTo>
                <a:lnTo>
                  <a:pt x="657466" y="55258"/>
                </a:lnTo>
                <a:lnTo>
                  <a:pt x="650735" y="55258"/>
                </a:lnTo>
                <a:lnTo>
                  <a:pt x="650735" y="29731"/>
                </a:lnTo>
                <a:cubicBezTo>
                  <a:pt x="650735" y="26632"/>
                  <a:pt x="650088" y="24270"/>
                  <a:pt x="648805" y="22644"/>
                </a:cubicBezTo>
                <a:cubicBezTo>
                  <a:pt x="647510" y="21019"/>
                  <a:pt x="645389" y="20206"/>
                  <a:pt x="642442" y="20206"/>
                </a:cubicBezTo>
                <a:cubicBezTo>
                  <a:pt x="640334" y="20206"/>
                  <a:pt x="638493" y="20663"/>
                  <a:pt x="636918" y="21590"/>
                </a:cubicBezTo>
                <a:cubicBezTo>
                  <a:pt x="635343" y="22505"/>
                  <a:pt x="634124" y="23838"/>
                  <a:pt x="633273" y="25603"/>
                </a:cubicBezTo>
                <a:cubicBezTo>
                  <a:pt x="632409" y="27369"/>
                  <a:pt x="631990" y="29477"/>
                  <a:pt x="631990" y="31928"/>
                </a:cubicBezTo>
                <a:lnTo>
                  <a:pt x="631990" y="55258"/>
                </a:lnTo>
                <a:lnTo>
                  <a:pt x="625285" y="55258"/>
                </a:lnTo>
                <a:lnTo>
                  <a:pt x="625285" y="15037"/>
                </a:lnTo>
                <a:close/>
                <a:moveTo>
                  <a:pt x="683209" y="56007"/>
                </a:moveTo>
                <a:cubicBezTo>
                  <a:pt x="679691" y="56007"/>
                  <a:pt x="676593" y="55118"/>
                  <a:pt x="673926" y="53366"/>
                </a:cubicBezTo>
                <a:cubicBezTo>
                  <a:pt x="671259" y="51601"/>
                  <a:pt x="669201" y="49137"/>
                  <a:pt x="667741" y="45987"/>
                </a:cubicBezTo>
                <a:cubicBezTo>
                  <a:pt x="666267" y="42838"/>
                  <a:pt x="665543" y="39218"/>
                  <a:pt x="665543" y="35128"/>
                </a:cubicBezTo>
                <a:cubicBezTo>
                  <a:pt x="665543" y="31039"/>
                  <a:pt x="666255" y="27419"/>
                  <a:pt x="667677" y="24270"/>
                </a:cubicBezTo>
                <a:cubicBezTo>
                  <a:pt x="669112" y="21108"/>
                  <a:pt x="671144" y="18656"/>
                  <a:pt x="673786" y="16891"/>
                </a:cubicBezTo>
                <a:cubicBezTo>
                  <a:pt x="676427" y="15139"/>
                  <a:pt x="679488" y="14250"/>
                  <a:pt x="682993" y="14250"/>
                </a:cubicBezTo>
                <a:cubicBezTo>
                  <a:pt x="685571" y="14250"/>
                  <a:pt x="687857" y="14656"/>
                  <a:pt x="689839" y="15443"/>
                </a:cubicBezTo>
                <a:cubicBezTo>
                  <a:pt x="691820" y="16243"/>
                  <a:pt x="693471" y="17297"/>
                  <a:pt x="694792" y="18631"/>
                </a:cubicBezTo>
                <a:cubicBezTo>
                  <a:pt x="696100" y="19952"/>
                  <a:pt x="697116" y="21451"/>
                  <a:pt x="697840" y="23114"/>
                </a:cubicBezTo>
                <a:lnTo>
                  <a:pt x="697979" y="23114"/>
                </a:lnTo>
                <a:lnTo>
                  <a:pt x="697979" y="0"/>
                </a:lnTo>
                <a:lnTo>
                  <a:pt x="704685" y="0"/>
                </a:lnTo>
                <a:lnTo>
                  <a:pt x="704685" y="55258"/>
                </a:lnTo>
                <a:lnTo>
                  <a:pt x="698284" y="55258"/>
                </a:lnTo>
                <a:lnTo>
                  <a:pt x="698284" y="46736"/>
                </a:lnTo>
                <a:lnTo>
                  <a:pt x="698208" y="46736"/>
                </a:lnTo>
                <a:cubicBezTo>
                  <a:pt x="697090" y="49492"/>
                  <a:pt x="695363" y="51727"/>
                  <a:pt x="693014" y="53429"/>
                </a:cubicBezTo>
                <a:cubicBezTo>
                  <a:pt x="690677" y="55144"/>
                  <a:pt x="687400" y="56007"/>
                  <a:pt x="683209" y="56007"/>
                </a:cubicBezTo>
                <a:close/>
                <a:moveTo>
                  <a:pt x="672541" y="35128"/>
                </a:moveTo>
                <a:cubicBezTo>
                  <a:pt x="672541" y="38380"/>
                  <a:pt x="673087" y="41148"/>
                  <a:pt x="674192" y="43421"/>
                </a:cubicBezTo>
                <a:cubicBezTo>
                  <a:pt x="675297" y="45707"/>
                  <a:pt x="676808" y="47422"/>
                  <a:pt x="678726" y="48578"/>
                </a:cubicBezTo>
                <a:cubicBezTo>
                  <a:pt x="680657" y="49733"/>
                  <a:pt x="682828" y="50305"/>
                  <a:pt x="685267" y="50305"/>
                </a:cubicBezTo>
                <a:cubicBezTo>
                  <a:pt x="687692" y="50305"/>
                  <a:pt x="689864" y="49733"/>
                  <a:pt x="691794" y="48578"/>
                </a:cubicBezTo>
                <a:cubicBezTo>
                  <a:pt x="693712" y="47422"/>
                  <a:pt x="695223" y="45707"/>
                  <a:pt x="696328" y="43447"/>
                </a:cubicBezTo>
                <a:cubicBezTo>
                  <a:pt x="697433" y="41173"/>
                  <a:pt x="697979" y="38405"/>
                  <a:pt x="697979" y="35128"/>
                </a:cubicBezTo>
                <a:cubicBezTo>
                  <a:pt x="697979" y="31877"/>
                  <a:pt x="697433" y="29121"/>
                  <a:pt x="696328" y="26848"/>
                </a:cubicBezTo>
                <a:cubicBezTo>
                  <a:pt x="695223" y="24574"/>
                  <a:pt x="693712" y="22873"/>
                  <a:pt x="691794" y="21717"/>
                </a:cubicBezTo>
                <a:cubicBezTo>
                  <a:pt x="689864" y="20562"/>
                  <a:pt x="687692" y="19990"/>
                  <a:pt x="685267" y="19990"/>
                </a:cubicBezTo>
                <a:cubicBezTo>
                  <a:pt x="682828" y="19990"/>
                  <a:pt x="680657" y="20562"/>
                  <a:pt x="678726" y="21717"/>
                </a:cubicBezTo>
                <a:cubicBezTo>
                  <a:pt x="676808" y="22873"/>
                  <a:pt x="675297" y="24574"/>
                  <a:pt x="674192" y="26848"/>
                </a:cubicBezTo>
                <a:cubicBezTo>
                  <a:pt x="673087" y="29121"/>
                  <a:pt x="672541" y="31877"/>
                  <a:pt x="672541" y="35128"/>
                </a:cubicBezTo>
                <a:close/>
                <a:moveTo>
                  <a:pt x="734568" y="2832"/>
                </a:moveTo>
                <a:lnTo>
                  <a:pt x="754367" y="2832"/>
                </a:lnTo>
                <a:cubicBezTo>
                  <a:pt x="758406" y="2832"/>
                  <a:pt x="761810" y="3493"/>
                  <a:pt x="764515" y="4801"/>
                </a:cubicBezTo>
                <a:cubicBezTo>
                  <a:pt x="767309" y="6121"/>
                  <a:pt x="769341" y="7963"/>
                  <a:pt x="770738" y="10351"/>
                </a:cubicBezTo>
                <a:cubicBezTo>
                  <a:pt x="772135" y="12726"/>
                  <a:pt x="772770" y="15532"/>
                  <a:pt x="772770" y="18759"/>
                </a:cubicBezTo>
                <a:cubicBezTo>
                  <a:pt x="772770" y="21908"/>
                  <a:pt x="772135" y="24727"/>
                  <a:pt x="770738" y="27204"/>
                </a:cubicBezTo>
                <a:cubicBezTo>
                  <a:pt x="769468" y="29680"/>
                  <a:pt x="767436" y="31636"/>
                  <a:pt x="764642" y="33058"/>
                </a:cubicBezTo>
                <a:cubicBezTo>
                  <a:pt x="761962" y="34493"/>
                  <a:pt x="758673" y="35205"/>
                  <a:pt x="754774" y="35205"/>
                </a:cubicBezTo>
                <a:lnTo>
                  <a:pt x="741642" y="35205"/>
                </a:lnTo>
                <a:lnTo>
                  <a:pt x="741642" y="55258"/>
                </a:lnTo>
                <a:lnTo>
                  <a:pt x="734568" y="55258"/>
                </a:lnTo>
                <a:lnTo>
                  <a:pt x="734568" y="2832"/>
                </a:lnTo>
                <a:close/>
                <a:moveTo>
                  <a:pt x="753770" y="28804"/>
                </a:moveTo>
                <a:cubicBezTo>
                  <a:pt x="757784" y="28804"/>
                  <a:pt x="760793" y="27953"/>
                  <a:pt x="762775" y="26251"/>
                </a:cubicBezTo>
                <a:cubicBezTo>
                  <a:pt x="764769" y="24550"/>
                  <a:pt x="765785" y="22085"/>
                  <a:pt x="765785" y="18835"/>
                </a:cubicBezTo>
                <a:cubicBezTo>
                  <a:pt x="765785" y="15710"/>
                  <a:pt x="764769" y="13336"/>
                  <a:pt x="762648" y="11723"/>
                </a:cubicBezTo>
                <a:cubicBezTo>
                  <a:pt x="760578" y="10109"/>
                  <a:pt x="757517" y="9310"/>
                  <a:pt x="753466" y="9310"/>
                </a:cubicBezTo>
                <a:lnTo>
                  <a:pt x="741642" y="9310"/>
                </a:lnTo>
                <a:lnTo>
                  <a:pt x="741642" y="28804"/>
                </a:lnTo>
                <a:lnTo>
                  <a:pt x="753770" y="28804"/>
                </a:lnTo>
                <a:close/>
                <a:moveTo>
                  <a:pt x="789534" y="56007"/>
                </a:moveTo>
                <a:cubicBezTo>
                  <a:pt x="787121" y="56007"/>
                  <a:pt x="784962" y="55538"/>
                  <a:pt x="783184" y="54623"/>
                </a:cubicBezTo>
                <a:cubicBezTo>
                  <a:pt x="781279" y="53708"/>
                  <a:pt x="779882" y="52363"/>
                  <a:pt x="778739" y="50610"/>
                </a:cubicBezTo>
                <a:cubicBezTo>
                  <a:pt x="777723" y="48844"/>
                  <a:pt x="777215" y="46736"/>
                  <a:pt x="777215" y="44285"/>
                </a:cubicBezTo>
                <a:cubicBezTo>
                  <a:pt x="777215" y="41275"/>
                  <a:pt x="777977" y="38812"/>
                  <a:pt x="779628" y="36881"/>
                </a:cubicBezTo>
                <a:cubicBezTo>
                  <a:pt x="781152" y="34938"/>
                  <a:pt x="783311" y="33528"/>
                  <a:pt x="786105" y="32652"/>
                </a:cubicBezTo>
                <a:cubicBezTo>
                  <a:pt x="788772" y="31776"/>
                  <a:pt x="791947" y="31331"/>
                  <a:pt x="795503" y="31331"/>
                </a:cubicBezTo>
                <a:lnTo>
                  <a:pt x="802742" y="31331"/>
                </a:lnTo>
                <a:lnTo>
                  <a:pt x="802742" y="28575"/>
                </a:lnTo>
                <a:cubicBezTo>
                  <a:pt x="802742" y="25756"/>
                  <a:pt x="801980" y="23597"/>
                  <a:pt x="800710" y="22123"/>
                </a:cubicBezTo>
                <a:cubicBezTo>
                  <a:pt x="799313" y="20651"/>
                  <a:pt x="797281" y="19914"/>
                  <a:pt x="794487" y="19914"/>
                </a:cubicBezTo>
                <a:cubicBezTo>
                  <a:pt x="792074" y="19914"/>
                  <a:pt x="789915" y="20409"/>
                  <a:pt x="788010" y="21413"/>
                </a:cubicBezTo>
                <a:cubicBezTo>
                  <a:pt x="786232" y="22416"/>
                  <a:pt x="784581" y="23876"/>
                  <a:pt x="783184" y="25794"/>
                </a:cubicBezTo>
                <a:lnTo>
                  <a:pt x="778866" y="21476"/>
                </a:lnTo>
                <a:cubicBezTo>
                  <a:pt x="782803" y="16663"/>
                  <a:pt x="788264" y="14250"/>
                  <a:pt x="794995" y="14250"/>
                </a:cubicBezTo>
                <a:cubicBezTo>
                  <a:pt x="798043" y="14250"/>
                  <a:pt x="800710" y="14846"/>
                  <a:pt x="802869" y="16040"/>
                </a:cubicBezTo>
                <a:cubicBezTo>
                  <a:pt x="805028" y="17234"/>
                  <a:pt x="806679" y="18898"/>
                  <a:pt x="807695" y="21044"/>
                </a:cubicBezTo>
                <a:cubicBezTo>
                  <a:pt x="808838" y="23191"/>
                  <a:pt x="809346" y="25705"/>
                  <a:pt x="809346" y="28575"/>
                </a:cubicBezTo>
                <a:lnTo>
                  <a:pt x="809346" y="55258"/>
                </a:lnTo>
                <a:lnTo>
                  <a:pt x="802996" y="55258"/>
                </a:lnTo>
                <a:lnTo>
                  <a:pt x="802996" y="47778"/>
                </a:lnTo>
                <a:lnTo>
                  <a:pt x="802869" y="47778"/>
                </a:lnTo>
                <a:cubicBezTo>
                  <a:pt x="801472" y="50635"/>
                  <a:pt x="799821" y="52718"/>
                  <a:pt x="797662" y="54026"/>
                </a:cubicBezTo>
                <a:cubicBezTo>
                  <a:pt x="795503" y="55347"/>
                  <a:pt x="792836" y="56007"/>
                  <a:pt x="789534" y="56007"/>
                </a:cubicBezTo>
                <a:close/>
                <a:moveTo>
                  <a:pt x="784200" y="44133"/>
                </a:moveTo>
                <a:cubicBezTo>
                  <a:pt x="784200" y="45403"/>
                  <a:pt x="784454" y="46495"/>
                  <a:pt x="784962" y="47447"/>
                </a:cubicBezTo>
                <a:cubicBezTo>
                  <a:pt x="785597" y="48387"/>
                  <a:pt x="786359" y="49111"/>
                  <a:pt x="787502" y="49619"/>
                </a:cubicBezTo>
                <a:cubicBezTo>
                  <a:pt x="788518" y="50127"/>
                  <a:pt x="789915" y="50381"/>
                  <a:pt x="791312" y="50381"/>
                </a:cubicBezTo>
                <a:cubicBezTo>
                  <a:pt x="793725" y="50381"/>
                  <a:pt x="795757" y="49911"/>
                  <a:pt x="797408" y="48946"/>
                </a:cubicBezTo>
                <a:cubicBezTo>
                  <a:pt x="799186" y="47993"/>
                  <a:pt x="800456" y="46749"/>
                  <a:pt x="801345" y="45187"/>
                </a:cubicBezTo>
                <a:cubicBezTo>
                  <a:pt x="802234" y="43638"/>
                  <a:pt x="802742" y="41999"/>
                  <a:pt x="802742" y="40260"/>
                </a:cubicBezTo>
                <a:lnTo>
                  <a:pt x="802742" y="36361"/>
                </a:lnTo>
                <a:lnTo>
                  <a:pt x="796392" y="36361"/>
                </a:lnTo>
                <a:cubicBezTo>
                  <a:pt x="792709" y="36361"/>
                  <a:pt x="789788" y="36919"/>
                  <a:pt x="787502" y="38050"/>
                </a:cubicBezTo>
                <a:cubicBezTo>
                  <a:pt x="785343" y="39180"/>
                  <a:pt x="784200" y="41199"/>
                  <a:pt x="784200" y="44133"/>
                </a:cubicBezTo>
                <a:close/>
                <a:moveTo>
                  <a:pt x="818871" y="15037"/>
                </a:moveTo>
                <a:lnTo>
                  <a:pt x="825221" y="15037"/>
                </a:lnTo>
                <a:lnTo>
                  <a:pt x="825221" y="23635"/>
                </a:lnTo>
                <a:lnTo>
                  <a:pt x="825348" y="23635"/>
                </a:lnTo>
                <a:cubicBezTo>
                  <a:pt x="826110" y="20333"/>
                  <a:pt x="827253" y="17945"/>
                  <a:pt x="828904" y="16472"/>
                </a:cubicBezTo>
                <a:cubicBezTo>
                  <a:pt x="830428" y="14999"/>
                  <a:pt x="832460" y="14250"/>
                  <a:pt x="834873" y="14250"/>
                </a:cubicBezTo>
                <a:cubicBezTo>
                  <a:pt x="835508" y="14250"/>
                  <a:pt x="836016" y="14288"/>
                  <a:pt x="836651" y="14364"/>
                </a:cubicBezTo>
                <a:cubicBezTo>
                  <a:pt x="837159" y="14440"/>
                  <a:pt x="837667" y="14529"/>
                  <a:pt x="838048" y="14631"/>
                </a:cubicBezTo>
                <a:lnTo>
                  <a:pt x="838048" y="21210"/>
                </a:lnTo>
                <a:cubicBezTo>
                  <a:pt x="837667" y="21095"/>
                  <a:pt x="837159" y="20993"/>
                  <a:pt x="836524" y="20917"/>
                </a:cubicBezTo>
                <a:cubicBezTo>
                  <a:pt x="835889" y="20841"/>
                  <a:pt x="835254" y="20803"/>
                  <a:pt x="834746" y="20803"/>
                </a:cubicBezTo>
                <a:cubicBezTo>
                  <a:pt x="831444" y="20803"/>
                  <a:pt x="829031" y="21946"/>
                  <a:pt x="827634" y="24244"/>
                </a:cubicBezTo>
                <a:cubicBezTo>
                  <a:pt x="826237" y="26543"/>
                  <a:pt x="825475" y="29896"/>
                  <a:pt x="825475" y="34316"/>
                </a:cubicBezTo>
                <a:lnTo>
                  <a:pt x="825475" y="55258"/>
                </a:lnTo>
                <a:lnTo>
                  <a:pt x="818871" y="55258"/>
                </a:lnTo>
                <a:lnTo>
                  <a:pt x="818871" y="15037"/>
                </a:lnTo>
                <a:close/>
                <a:moveTo>
                  <a:pt x="855701" y="55855"/>
                </a:moveTo>
                <a:cubicBezTo>
                  <a:pt x="853288" y="55855"/>
                  <a:pt x="851383" y="55525"/>
                  <a:pt x="849859" y="54890"/>
                </a:cubicBezTo>
                <a:cubicBezTo>
                  <a:pt x="848462" y="54242"/>
                  <a:pt x="847319" y="53239"/>
                  <a:pt x="846557" y="51867"/>
                </a:cubicBezTo>
                <a:cubicBezTo>
                  <a:pt x="845922" y="50509"/>
                  <a:pt x="845541" y="48743"/>
                  <a:pt x="845541" y="46584"/>
                </a:cubicBezTo>
                <a:lnTo>
                  <a:pt x="845541" y="20651"/>
                </a:lnTo>
                <a:lnTo>
                  <a:pt x="839572" y="20651"/>
                </a:lnTo>
                <a:lnTo>
                  <a:pt x="839572" y="17158"/>
                </a:lnTo>
                <a:lnTo>
                  <a:pt x="851383" y="5283"/>
                </a:lnTo>
                <a:lnTo>
                  <a:pt x="852272" y="5283"/>
                </a:lnTo>
                <a:lnTo>
                  <a:pt x="852272" y="15037"/>
                </a:lnTo>
                <a:lnTo>
                  <a:pt x="861289" y="15037"/>
                </a:lnTo>
                <a:lnTo>
                  <a:pt x="861289" y="20651"/>
                </a:lnTo>
                <a:lnTo>
                  <a:pt x="852272" y="20651"/>
                </a:lnTo>
                <a:lnTo>
                  <a:pt x="852272" y="45212"/>
                </a:lnTo>
                <a:cubicBezTo>
                  <a:pt x="852272" y="46406"/>
                  <a:pt x="852399" y="47320"/>
                  <a:pt x="852653" y="47981"/>
                </a:cubicBezTo>
                <a:cubicBezTo>
                  <a:pt x="852907" y="48641"/>
                  <a:pt x="853415" y="49111"/>
                  <a:pt x="854050" y="49378"/>
                </a:cubicBezTo>
                <a:cubicBezTo>
                  <a:pt x="854685" y="49657"/>
                  <a:pt x="855574" y="49785"/>
                  <a:pt x="856590" y="49785"/>
                </a:cubicBezTo>
                <a:cubicBezTo>
                  <a:pt x="858114" y="49785"/>
                  <a:pt x="859638" y="49581"/>
                  <a:pt x="861289" y="49149"/>
                </a:cubicBezTo>
                <a:lnTo>
                  <a:pt x="861289" y="55258"/>
                </a:lnTo>
                <a:cubicBezTo>
                  <a:pt x="860527" y="55435"/>
                  <a:pt x="859638" y="55576"/>
                  <a:pt x="858622" y="55690"/>
                </a:cubicBezTo>
                <a:cubicBezTo>
                  <a:pt x="857606" y="55791"/>
                  <a:pt x="856590" y="55855"/>
                  <a:pt x="855701" y="55855"/>
                </a:cubicBezTo>
                <a:close/>
                <a:moveTo>
                  <a:pt x="869163" y="15037"/>
                </a:moveTo>
                <a:lnTo>
                  <a:pt x="875513" y="15037"/>
                </a:lnTo>
                <a:lnTo>
                  <a:pt x="875513" y="23406"/>
                </a:lnTo>
                <a:lnTo>
                  <a:pt x="875640" y="23406"/>
                </a:lnTo>
                <a:cubicBezTo>
                  <a:pt x="876656" y="20803"/>
                  <a:pt x="878180" y="18631"/>
                  <a:pt x="880212" y="16879"/>
                </a:cubicBezTo>
                <a:cubicBezTo>
                  <a:pt x="882244" y="15126"/>
                  <a:pt x="885038" y="14250"/>
                  <a:pt x="888721" y="14250"/>
                </a:cubicBezTo>
                <a:cubicBezTo>
                  <a:pt x="891515" y="14250"/>
                  <a:pt x="893801" y="14834"/>
                  <a:pt x="895706" y="16002"/>
                </a:cubicBezTo>
                <a:cubicBezTo>
                  <a:pt x="897611" y="17171"/>
                  <a:pt x="899008" y="18821"/>
                  <a:pt x="899897" y="20955"/>
                </a:cubicBezTo>
                <a:cubicBezTo>
                  <a:pt x="900786" y="23089"/>
                  <a:pt x="901294" y="25578"/>
                  <a:pt x="901294" y="28435"/>
                </a:cubicBezTo>
                <a:lnTo>
                  <a:pt x="901294" y="55258"/>
                </a:lnTo>
                <a:lnTo>
                  <a:pt x="894563" y="55258"/>
                </a:lnTo>
                <a:lnTo>
                  <a:pt x="894563" y="29731"/>
                </a:lnTo>
                <a:cubicBezTo>
                  <a:pt x="894563" y="26632"/>
                  <a:pt x="893928" y="24270"/>
                  <a:pt x="892658" y="22644"/>
                </a:cubicBezTo>
                <a:cubicBezTo>
                  <a:pt x="891388" y="21019"/>
                  <a:pt x="889229" y="20206"/>
                  <a:pt x="886308" y="20206"/>
                </a:cubicBezTo>
                <a:cubicBezTo>
                  <a:pt x="884149" y="20206"/>
                  <a:pt x="882371" y="20663"/>
                  <a:pt x="880720" y="21590"/>
                </a:cubicBezTo>
                <a:cubicBezTo>
                  <a:pt x="879196" y="22505"/>
                  <a:pt x="877926" y="23838"/>
                  <a:pt x="877164" y="25603"/>
                </a:cubicBezTo>
                <a:cubicBezTo>
                  <a:pt x="876275" y="27369"/>
                  <a:pt x="875767" y="29477"/>
                  <a:pt x="875767" y="31928"/>
                </a:cubicBezTo>
                <a:lnTo>
                  <a:pt x="875767" y="55258"/>
                </a:lnTo>
                <a:lnTo>
                  <a:pt x="869163" y="55258"/>
                </a:lnTo>
                <a:lnTo>
                  <a:pt x="869163" y="15037"/>
                </a:lnTo>
                <a:close/>
                <a:moveTo>
                  <a:pt x="929615" y="56007"/>
                </a:moveTo>
                <a:cubicBezTo>
                  <a:pt x="925551" y="56007"/>
                  <a:pt x="921995" y="55207"/>
                  <a:pt x="918947" y="53607"/>
                </a:cubicBezTo>
                <a:cubicBezTo>
                  <a:pt x="915899" y="52007"/>
                  <a:pt x="913486" y="49632"/>
                  <a:pt x="911835" y="46495"/>
                </a:cubicBezTo>
                <a:cubicBezTo>
                  <a:pt x="910184" y="43358"/>
                  <a:pt x="909422" y="39574"/>
                  <a:pt x="909422" y="35128"/>
                </a:cubicBezTo>
                <a:cubicBezTo>
                  <a:pt x="909422" y="30633"/>
                  <a:pt x="910311" y="26822"/>
                  <a:pt x="911962" y="23685"/>
                </a:cubicBezTo>
                <a:cubicBezTo>
                  <a:pt x="913740" y="20549"/>
                  <a:pt x="916153" y="18186"/>
                  <a:pt x="919074" y="16612"/>
                </a:cubicBezTo>
                <a:cubicBezTo>
                  <a:pt x="921995" y="15037"/>
                  <a:pt x="925297" y="14250"/>
                  <a:pt x="928853" y="14250"/>
                </a:cubicBezTo>
                <a:cubicBezTo>
                  <a:pt x="932917" y="14250"/>
                  <a:pt x="936346" y="15202"/>
                  <a:pt x="938886" y="17107"/>
                </a:cubicBezTo>
                <a:cubicBezTo>
                  <a:pt x="941553" y="19000"/>
                  <a:pt x="943458" y="21425"/>
                  <a:pt x="944601" y="24371"/>
                </a:cubicBezTo>
                <a:cubicBezTo>
                  <a:pt x="945871" y="27331"/>
                  <a:pt x="946379" y="30429"/>
                  <a:pt x="946379" y="33681"/>
                </a:cubicBezTo>
                <a:cubicBezTo>
                  <a:pt x="946379" y="34798"/>
                  <a:pt x="946379" y="35840"/>
                  <a:pt x="946252" y="36805"/>
                </a:cubicBezTo>
                <a:lnTo>
                  <a:pt x="916407" y="36805"/>
                </a:lnTo>
                <a:cubicBezTo>
                  <a:pt x="916661" y="41199"/>
                  <a:pt x="917931" y="44539"/>
                  <a:pt x="920090" y="46851"/>
                </a:cubicBezTo>
                <a:cubicBezTo>
                  <a:pt x="922376" y="49149"/>
                  <a:pt x="925551" y="50305"/>
                  <a:pt x="929615" y="50305"/>
                </a:cubicBezTo>
                <a:cubicBezTo>
                  <a:pt x="932155" y="50305"/>
                  <a:pt x="934187" y="49936"/>
                  <a:pt x="935965" y="49188"/>
                </a:cubicBezTo>
                <a:cubicBezTo>
                  <a:pt x="937743" y="48451"/>
                  <a:pt x="939394" y="47219"/>
                  <a:pt x="940791" y="45504"/>
                </a:cubicBezTo>
                <a:lnTo>
                  <a:pt x="944982" y="49670"/>
                </a:lnTo>
                <a:cubicBezTo>
                  <a:pt x="943712" y="51168"/>
                  <a:pt x="942315" y="52375"/>
                  <a:pt x="940791" y="53302"/>
                </a:cubicBezTo>
                <a:cubicBezTo>
                  <a:pt x="939267" y="54229"/>
                  <a:pt x="937743" y="54915"/>
                  <a:pt x="935838" y="55347"/>
                </a:cubicBezTo>
                <a:cubicBezTo>
                  <a:pt x="934060" y="55779"/>
                  <a:pt x="932028" y="56007"/>
                  <a:pt x="929615" y="56007"/>
                </a:cubicBezTo>
                <a:close/>
                <a:moveTo>
                  <a:pt x="939648" y="31636"/>
                </a:moveTo>
                <a:cubicBezTo>
                  <a:pt x="939267" y="27763"/>
                  <a:pt x="938124" y="24854"/>
                  <a:pt x="936219" y="22911"/>
                </a:cubicBezTo>
                <a:cubicBezTo>
                  <a:pt x="934314" y="20955"/>
                  <a:pt x="931774" y="19990"/>
                  <a:pt x="928599" y="19990"/>
                </a:cubicBezTo>
                <a:cubicBezTo>
                  <a:pt x="926440" y="19990"/>
                  <a:pt x="924662" y="20422"/>
                  <a:pt x="922884" y="21286"/>
                </a:cubicBezTo>
                <a:cubicBezTo>
                  <a:pt x="921233" y="22149"/>
                  <a:pt x="919836" y="23457"/>
                  <a:pt x="918820" y="25197"/>
                </a:cubicBezTo>
                <a:cubicBezTo>
                  <a:pt x="917677" y="26924"/>
                  <a:pt x="916915" y="29070"/>
                  <a:pt x="916661" y="31636"/>
                </a:cubicBezTo>
                <a:lnTo>
                  <a:pt x="939648" y="31636"/>
                </a:lnTo>
                <a:close/>
                <a:moveTo>
                  <a:pt x="954507" y="15037"/>
                </a:moveTo>
                <a:lnTo>
                  <a:pt x="960857" y="15037"/>
                </a:lnTo>
                <a:lnTo>
                  <a:pt x="960857" y="23635"/>
                </a:lnTo>
                <a:lnTo>
                  <a:pt x="960984" y="23635"/>
                </a:lnTo>
                <a:cubicBezTo>
                  <a:pt x="961746" y="20333"/>
                  <a:pt x="962889" y="17945"/>
                  <a:pt x="964540" y="16472"/>
                </a:cubicBezTo>
                <a:cubicBezTo>
                  <a:pt x="966064" y="14999"/>
                  <a:pt x="968096" y="14250"/>
                  <a:pt x="970509" y="14250"/>
                </a:cubicBezTo>
                <a:cubicBezTo>
                  <a:pt x="971144" y="14250"/>
                  <a:pt x="971652" y="14288"/>
                  <a:pt x="972287" y="14364"/>
                </a:cubicBezTo>
                <a:cubicBezTo>
                  <a:pt x="972795" y="14440"/>
                  <a:pt x="973303" y="14529"/>
                  <a:pt x="973684" y="14631"/>
                </a:cubicBezTo>
                <a:lnTo>
                  <a:pt x="973684" y="21210"/>
                </a:lnTo>
                <a:cubicBezTo>
                  <a:pt x="973303" y="21095"/>
                  <a:pt x="972795" y="20993"/>
                  <a:pt x="972160" y="20917"/>
                </a:cubicBezTo>
                <a:cubicBezTo>
                  <a:pt x="971525" y="20841"/>
                  <a:pt x="970890" y="20803"/>
                  <a:pt x="970382" y="20803"/>
                </a:cubicBezTo>
                <a:cubicBezTo>
                  <a:pt x="967080" y="20803"/>
                  <a:pt x="964667" y="21946"/>
                  <a:pt x="963270" y="24244"/>
                </a:cubicBezTo>
                <a:cubicBezTo>
                  <a:pt x="961873" y="26543"/>
                  <a:pt x="961111" y="29896"/>
                  <a:pt x="961111" y="34316"/>
                </a:cubicBezTo>
                <a:lnTo>
                  <a:pt x="961111" y="55258"/>
                </a:lnTo>
                <a:lnTo>
                  <a:pt x="954507" y="55258"/>
                </a:lnTo>
                <a:lnTo>
                  <a:pt x="954507" y="15037"/>
                </a:lnTo>
                <a:close/>
                <a:moveTo>
                  <a:pt x="992988" y="56007"/>
                </a:moveTo>
                <a:cubicBezTo>
                  <a:pt x="986130" y="56007"/>
                  <a:pt x="980669" y="53899"/>
                  <a:pt x="976859" y="49670"/>
                </a:cubicBezTo>
                <a:lnTo>
                  <a:pt x="981177" y="45403"/>
                </a:lnTo>
                <a:cubicBezTo>
                  <a:pt x="982955" y="47257"/>
                  <a:pt x="984733" y="48565"/>
                  <a:pt x="986638" y="49327"/>
                </a:cubicBezTo>
                <a:cubicBezTo>
                  <a:pt x="988416" y="50076"/>
                  <a:pt x="990575" y="50457"/>
                  <a:pt x="992988" y="50457"/>
                </a:cubicBezTo>
                <a:cubicBezTo>
                  <a:pt x="995401" y="50457"/>
                  <a:pt x="997433" y="50000"/>
                  <a:pt x="999084" y="49099"/>
                </a:cubicBezTo>
                <a:cubicBezTo>
                  <a:pt x="1000735" y="48197"/>
                  <a:pt x="1001624" y="46711"/>
                  <a:pt x="1001624" y="44653"/>
                </a:cubicBezTo>
                <a:cubicBezTo>
                  <a:pt x="1001624" y="43193"/>
                  <a:pt x="1001243" y="41999"/>
                  <a:pt x="1000354" y="41097"/>
                </a:cubicBezTo>
                <a:cubicBezTo>
                  <a:pt x="999592" y="40196"/>
                  <a:pt x="998449" y="39484"/>
                  <a:pt x="997179" y="38964"/>
                </a:cubicBezTo>
                <a:cubicBezTo>
                  <a:pt x="995909" y="38443"/>
                  <a:pt x="993877" y="37833"/>
                  <a:pt x="991464" y="37135"/>
                </a:cubicBezTo>
                <a:cubicBezTo>
                  <a:pt x="988924" y="36424"/>
                  <a:pt x="986765" y="35649"/>
                  <a:pt x="984987" y="34837"/>
                </a:cubicBezTo>
                <a:cubicBezTo>
                  <a:pt x="983209" y="34011"/>
                  <a:pt x="981685" y="32842"/>
                  <a:pt x="980542" y="31318"/>
                </a:cubicBezTo>
                <a:cubicBezTo>
                  <a:pt x="979272" y="29794"/>
                  <a:pt x="978764" y="27839"/>
                  <a:pt x="978764" y="25451"/>
                </a:cubicBezTo>
                <a:cubicBezTo>
                  <a:pt x="978764" y="23076"/>
                  <a:pt x="979272" y="21044"/>
                  <a:pt x="980415" y="19355"/>
                </a:cubicBezTo>
                <a:cubicBezTo>
                  <a:pt x="981685" y="17666"/>
                  <a:pt x="983336" y="16396"/>
                  <a:pt x="985495" y="15532"/>
                </a:cubicBezTo>
                <a:cubicBezTo>
                  <a:pt x="987527" y="14681"/>
                  <a:pt x="990067" y="14250"/>
                  <a:pt x="992861" y="14250"/>
                </a:cubicBezTo>
                <a:cubicBezTo>
                  <a:pt x="995655" y="14250"/>
                  <a:pt x="998195" y="14707"/>
                  <a:pt x="1000735" y="15608"/>
                </a:cubicBezTo>
                <a:cubicBezTo>
                  <a:pt x="1003275" y="16523"/>
                  <a:pt x="1005307" y="17844"/>
                  <a:pt x="1006958" y="19571"/>
                </a:cubicBezTo>
                <a:lnTo>
                  <a:pt x="1002767" y="23851"/>
                </a:lnTo>
                <a:cubicBezTo>
                  <a:pt x="1000100" y="21222"/>
                  <a:pt x="996798" y="19914"/>
                  <a:pt x="992861" y="19914"/>
                </a:cubicBezTo>
                <a:cubicBezTo>
                  <a:pt x="990448" y="19914"/>
                  <a:pt x="988670" y="20346"/>
                  <a:pt x="987273" y="21210"/>
                </a:cubicBezTo>
                <a:cubicBezTo>
                  <a:pt x="985876" y="22085"/>
                  <a:pt x="985241" y="23394"/>
                  <a:pt x="985241" y="25159"/>
                </a:cubicBezTo>
                <a:cubicBezTo>
                  <a:pt x="985241" y="26327"/>
                  <a:pt x="985622" y="27293"/>
                  <a:pt x="986384" y="28055"/>
                </a:cubicBezTo>
                <a:cubicBezTo>
                  <a:pt x="987273" y="28829"/>
                  <a:pt x="988289" y="29464"/>
                  <a:pt x="989686" y="29973"/>
                </a:cubicBezTo>
                <a:cubicBezTo>
                  <a:pt x="990956" y="30480"/>
                  <a:pt x="992861" y="31090"/>
                  <a:pt x="995401" y="31776"/>
                </a:cubicBezTo>
                <a:cubicBezTo>
                  <a:pt x="997941" y="32500"/>
                  <a:pt x="1000100" y="33262"/>
                  <a:pt x="1001878" y="34049"/>
                </a:cubicBezTo>
                <a:cubicBezTo>
                  <a:pt x="1003529" y="34849"/>
                  <a:pt x="1005053" y="36055"/>
                  <a:pt x="1006323" y="37681"/>
                </a:cubicBezTo>
                <a:cubicBezTo>
                  <a:pt x="1007466" y="39307"/>
                  <a:pt x="1008101" y="41453"/>
                  <a:pt x="1008101" y="44133"/>
                </a:cubicBezTo>
                <a:cubicBezTo>
                  <a:pt x="1008101" y="46610"/>
                  <a:pt x="1007466" y="48743"/>
                  <a:pt x="1006196" y="50533"/>
                </a:cubicBezTo>
                <a:cubicBezTo>
                  <a:pt x="1004926" y="52312"/>
                  <a:pt x="1003148" y="53670"/>
                  <a:pt x="1000862" y="54611"/>
                </a:cubicBezTo>
                <a:cubicBezTo>
                  <a:pt x="998576" y="55538"/>
                  <a:pt x="995909" y="56007"/>
                  <a:pt x="992988" y="56007"/>
                </a:cubicBezTo>
                <a:close/>
                <a:moveTo>
                  <a:pt x="1057250" y="56007"/>
                </a:moveTo>
                <a:cubicBezTo>
                  <a:pt x="1052170" y="56007"/>
                  <a:pt x="1047725" y="54902"/>
                  <a:pt x="1043915" y="52693"/>
                </a:cubicBezTo>
                <a:cubicBezTo>
                  <a:pt x="1039978" y="50483"/>
                  <a:pt x="1037057" y="47334"/>
                  <a:pt x="1034898" y="43256"/>
                </a:cubicBezTo>
                <a:cubicBezTo>
                  <a:pt x="1032739" y="39180"/>
                  <a:pt x="1031596" y="34430"/>
                  <a:pt x="1031596" y="29032"/>
                </a:cubicBezTo>
                <a:cubicBezTo>
                  <a:pt x="1031596" y="23623"/>
                  <a:pt x="1032739" y="18885"/>
                  <a:pt x="1034898" y="14808"/>
                </a:cubicBezTo>
                <a:cubicBezTo>
                  <a:pt x="1037057" y="10744"/>
                  <a:pt x="1039978" y="7595"/>
                  <a:pt x="1043915" y="5385"/>
                </a:cubicBezTo>
                <a:cubicBezTo>
                  <a:pt x="1047725" y="3163"/>
                  <a:pt x="1052170" y="2045"/>
                  <a:pt x="1057250" y="2045"/>
                </a:cubicBezTo>
                <a:cubicBezTo>
                  <a:pt x="1062203" y="2045"/>
                  <a:pt x="1066648" y="3163"/>
                  <a:pt x="1070458" y="5385"/>
                </a:cubicBezTo>
                <a:cubicBezTo>
                  <a:pt x="1074395" y="7595"/>
                  <a:pt x="1077443" y="10744"/>
                  <a:pt x="1079602" y="14808"/>
                </a:cubicBezTo>
                <a:cubicBezTo>
                  <a:pt x="1081761" y="18885"/>
                  <a:pt x="1082777" y="23623"/>
                  <a:pt x="1082777" y="29032"/>
                </a:cubicBezTo>
                <a:cubicBezTo>
                  <a:pt x="1082777" y="34430"/>
                  <a:pt x="1081761" y="39180"/>
                  <a:pt x="1079602" y="43256"/>
                </a:cubicBezTo>
                <a:cubicBezTo>
                  <a:pt x="1077443" y="47334"/>
                  <a:pt x="1074395" y="50483"/>
                  <a:pt x="1070458" y="52693"/>
                </a:cubicBezTo>
                <a:cubicBezTo>
                  <a:pt x="1066648" y="54902"/>
                  <a:pt x="1062203" y="56007"/>
                  <a:pt x="1057250" y="56007"/>
                </a:cubicBezTo>
                <a:close/>
                <a:moveTo>
                  <a:pt x="1038835" y="29032"/>
                </a:moveTo>
                <a:cubicBezTo>
                  <a:pt x="1038835" y="33198"/>
                  <a:pt x="1039597" y="36818"/>
                  <a:pt x="1040994" y="39891"/>
                </a:cubicBezTo>
                <a:cubicBezTo>
                  <a:pt x="1042518" y="42964"/>
                  <a:pt x="1044677" y="45327"/>
                  <a:pt x="1047471" y="46978"/>
                </a:cubicBezTo>
                <a:cubicBezTo>
                  <a:pt x="1050138" y="48629"/>
                  <a:pt x="1053440" y="49454"/>
                  <a:pt x="1057250" y="49454"/>
                </a:cubicBezTo>
                <a:cubicBezTo>
                  <a:pt x="1060933" y="49454"/>
                  <a:pt x="1064235" y="48629"/>
                  <a:pt x="1066902" y="46978"/>
                </a:cubicBezTo>
                <a:cubicBezTo>
                  <a:pt x="1069696" y="45327"/>
                  <a:pt x="1071855" y="42964"/>
                  <a:pt x="1073379" y="39891"/>
                </a:cubicBezTo>
                <a:cubicBezTo>
                  <a:pt x="1074776" y="36818"/>
                  <a:pt x="1075538" y="33198"/>
                  <a:pt x="1075538" y="29032"/>
                </a:cubicBezTo>
                <a:cubicBezTo>
                  <a:pt x="1075538" y="24854"/>
                  <a:pt x="1074776" y="21248"/>
                  <a:pt x="1073379" y="18174"/>
                </a:cubicBezTo>
                <a:cubicBezTo>
                  <a:pt x="1071855" y="15113"/>
                  <a:pt x="1069696" y="12764"/>
                  <a:pt x="1066902" y="11112"/>
                </a:cubicBezTo>
                <a:cubicBezTo>
                  <a:pt x="1064235" y="9461"/>
                  <a:pt x="1060933" y="8636"/>
                  <a:pt x="1057250" y="8636"/>
                </a:cubicBezTo>
                <a:cubicBezTo>
                  <a:pt x="1053440" y="8636"/>
                  <a:pt x="1050138" y="9461"/>
                  <a:pt x="1047471" y="11112"/>
                </a:cubicBezTo>
                <a:cubicBezTo>
                  <a:pt x="1044677" y="12764"/>
                  <a:pt x="1042518" y="15113"/>
                  <a:pt x="1040994" y="18174"/>
                </a:cubicBezTo>
                <a:cubicBezTo>
                  <a:pt x="1039597" y="21248"/>
                  <a:pt x="1038835" y="24854"/>
                  <a:pt x="1038835" y="29032"/>
                </a:cubicBezTo>
                <a:close/>
                <a:moveTo>
                  <a:pt x="1091667" y="15037"/>
                </a:moveTo>
                <a:lnTo>
                  <a:pt x="1098017" y="15037"/>
                </a:lnTo>
                <a:lnTo>
                  <a:pt x="1098017" y="23406"/>
                </a:lnTo>
                <a:lnTo>
                  <a:pt x="1098144" y="23406"/>
                </a:lnTo>
                <a:cubicBezTo>
                  <a:pt x="1099160" y="20803"/>
                  <a:pt x="1100684" y="18631"/>
                  <a:pt x="1102716" y="16879"/>
                </a:cubicBezTo>
                <a:cubicBezTo>
                  <a:pt x="1104748" y="15126"/>
                  <a:pt x="1107542" y="14250"/>
                  <a:pt x="1111225" y="14250"/>
                </a:cubicBezTo>
                <a:cubicBezTo>
                  <a:pt x="1114019" y="14250"/>
                  <a:pt x="1116305" y="14834"/>
                  <a:pt x="1118210" y="16002"/>
                </a:cubicBezTo>
                <a:cubicBezTo>
                  <a:pt x="1120115" y="17171"/>
                  <a:pt x="1121512" y="18821"/>
                  <a:pt x="1122401" y="20955"/>
                </a:cubicBezTo>
                <a:cubicBezTo>
                  <a:pt x="1123290" y="23089"/>
                  <a:pt x="1123798" y="25578"/>
                  <a:pt x="1123798" y="28435"/>
                </a:cubicBezTo>
                <a:lnTo>
                  <a:pt x="1123798" y="55258"/>
                </a:lnTo>
                <a:lnTo>
                  <a:pt x="1117067" y="55258"/>
                </a:lnTo>
                <a:lnTo>
                  <a:pt x="1117067" y="29731"/>
                </a:lnTo>
                <a:cubicBezTo>
                  <a:pt x="1117067" y="26632"/>
                  <a:pt x="1116432" y="24270"/>
                  <a:pt x="1115162" y="22644"/>
                </a:cubicBezTo>
                <a:cubicBezTo>
                  <a:pt x="1113892" y="21019"/>
                  <a:pt x="1111733" y="20206"/>
                  <a:pt x="1108812" y="20206"/>
                </a:cubicBezTo>
                <a:cubicBezTo>
                  <a:pt x="1106653" y="20206"/>
                  <a:pt x="1104875" y="20663"/>
                  <a:pt x="1103224" y="21590"/>
                </a:cubicBezTo>
                <a:cubicBezTo>
                  <a:pt x="1101700" y="22505"/>
                  <a:pt x="1100430" y="23838"/>
                  <a:pt x="1099668" y="25603"/>
                </a:cubicBezTo>
                <a:cubicBezTo>
                  <a:pt x="1098779" y="27369"/>
                  <a:pt x="1098271" y="29477"/>
                  <a:pt x="1098271" y="31928"/>
                </a:cubicBezTo>
                <a:lnTo>
                  <a:pt x="1098271" y="55258"/>
                </a:lnTo>
                <a:lnTo>
                  <a:pt x="1091667" y="55258"/>
                </a:lnTo>
                <a:lnTo>
                  <a:pt x="1091667" y="15037"/>
                </a:lnTo>
                <a:close/>
                <a:moveTo>
                  <a:pt x="1143229" y="55855"/>
                </a:moveTo>
                <a:cubicBezTo>
                  <a:pt x="1141070" y="55855"/>
                  <a:pt x="1139292" y="55487"/>
                  <a:pt x="1137895" y="54776"/>
                </a:cubicBezTo>
                <a:cubicBezTo>
                  <a:pt x="1136498" y="54052"/>
                  <a:pt x="1135609" y="52984"/>
                  <a:pt x="1134974" y="51550"/>
                </a:cubicBezTo>
                <a:cubicBezTo>
                  <a:pt x="1134339" y="50127"/>
                  <a:pt x="1133958" y="48311"/>
                  <a:pt x="1133958" y="46101"/>
                </a:cubicBezTo>
                <a:lnTo>
                  <a:pt x="1133958" y="0"/>
                </a:lnTo>
                <a:lnTo>
                  <a:pt x="1140689" y="0"/>
                </a:lnTo>
                <a:lnTo>
                  <a:pt x="1140689" y="45060"/>
                </a:lnTo>
                <a:cubicBezTo>
                  <a:pt x="1140689" y="46304"/>
                  <a:pt x="1140816" y="47257"/>
                  <a:pt x="1141070" y="47930"/>
                </a:cubicBezTo>
                <a:cubicBezTo>
                  <a:pt x="1141324" y="48603"/>
                  <a:pt x="1141705" y="49073"/>
                  <a:pt x="1142213" y="49365"/>
                </a:cubicBezTo>
                <a:cubicBezTo>
                  <a:pt x="1142721" y="49644"/>
                  <a:pt x="1143483" y="49785"/>
                  <a:pt x="1144499" y="49785"/>
                </a:cubicBezTo>
                <a:cubicBezTo>
                  <a:pt x="1145134" y="49785"/>
                  <a:pt x="1145769" y="49733"/>
                  <a:pt x="1146404" y="49644"/>
                </a:cubicBezTo>
                <a:cubicBezTo>
                  <a:pt x="1147039" y="49543"/>
                  <a:pt x="1147547" y="49429"/>
                  <a:pt x="1148055" y="49302"/>
                </a:cubicBezTo>
                <a:lnTo>
                  <a:pt x="1148055" y="55258"/>
                </a:lnTo>
                <a:cubicBezTo>
                  <a:pt x="1147420" y="55461"/>
                  <a:pt x="1146658" y="55601"/>
                  <a:pt x="1145896" y="55703"/>
                </a:cubicBezTo>
                <a:cubicBezTo>
                  <a:pt x="1145007" y="55804"/>
                  <a:pt x="1144118" y="55855"/>
                  <a:pt x="1143229" y="55855"/>
                </a:cubicBezTo>
                <a:close/>
                <a:moveTo>
                  <a:pt x="1155294" y="71857"/>
                </a:moveTo>
                <a:cubicBezTo>
                  <a:pt x="1153897" y="71857"/>
                  <a:pt x="1152373" y="71755"/>
                  <a:pt x="1150976" y="71552"/>
                </a:cubicBezTo>
                <a:lnTo>
                  <a:pt x="1150976" y="65786"/>
                </a:lnTo>
                <a:cubicBezTo>
                  <a:pt x="1151992" y="66078"/>
                  <a:pt x="1153135" y="66231"/>
                  <a:pt x="1154786" y="66231"/>
                </a:cubicBezTo>
                <a:cubicBezTo>
                  <a:pt x="1156310" y="66231"/>
                  <a:pt x="1157580" y="66040"/>
                  <a:pt x="1158469" y="65660"/>
                </a:cubicBezTo>
                <a:cubicBezTo>
                  <a:pt x="1159485" y="65278"/>
                  <a:pt x="1160374" y="64694"/>
                  <a:pt x="1160882" y="63932"/>
                </a:cubicBezTo>
                <a:cubicBezTo>
                  <a:pt x="1161517" y="63157"/>
                  <a:pt x="1162152" y="62129"/>
                  <a:pt x="1162660" y="60833"/>
                </a:cubicBezTo>
                <a:lnTo>
                  <a:pt x="1164819" y="55144"/>
                </a:lnTo>
                <a:lnTo>
                  <a:pt x="1148690" y="15037"/>
                </a:lnTo>
                <a:lnTo>
                  <a:pt x="1155802" y="15037"/>
                </a:lnTo>
                <a:lnTo>
                  <a:pt x="1164438" y="37288"/>
                </a:lnTo>
                <a:cubicBezTo>
                  <a:pt x="1165073" y="39142"/>
                  <a:pt x="1165835" y="41237"/>
                  <a:pt x="1166597" y="43574"/>
                </a:cubicBezTo>
                <a:cubicBezTo>
                  <a:pt x="1167359" y="45910"/>
                  <a:pt x="1167867" y="47282"/>
                  <a:pt x="1167994" y="47702"/>
                </a:cubicBezTo>
                <a:cubicBezTo>
                  <a:pt x="1168121" y="47358"/>
                  <a:pt x="1168629" y="46038"/>
                  <a:pt x="1169391" y="43765"/>
                </a:cubicBezTo>
                <a:cubicBezTo>
                  <a:pt x="1170534" y="40932"/>
                  <a:pt x="1171169" y="39002"/>
                  <a:pt x="1171550" y="37960"/>
                </a:cubicBezTo>
                <a:lnTo>
                  <a:pt x="1179424" y="15037"/>
                </a:lnTo>
                <a:lnTo>
                  <a:pt x="1186536" y="15037"/>
                </a:lnTo>
                <a:lnTo>
                  <a:pt x="1167994" y="63030"/>
                </a:lnTo>
                <a:cubicBezTo>
                  <a:pt x="1167232" y="65088"/>
                  <a:pt x="1166343" y="66752"/>
                  <a:pt x="1165327" y="67996"/>
                </a:cubicBezTo>
                <a:cubicBezTo>
                  <a:pt x="1164438" y="69253"/>
                  <a:pt x="1163041" y="70206"/>
                  <a:pt x="1161517" y="70866"/>
                </a:cubicBezTo>
                <a:cubicBezTo>
                  <a:pt x="1159866" y="71527"/>
                  <a:pt x="1157834" y="71857"/>
                  <a:pt x="1155294" y="71857"/>
                </a:cubicBezTo>
                <a:close/>
              </a:path>
            </a:pathLst>
          </a:custGeom>
          <a:solidFill>
            <a:srgbClr val="000000">
              <a:alpha val="50196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5175" cy="6858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6" y="1665096"/>
            <a:ext cx="1629791" cy="3386328"/>
          </a:xfrm>
          <a:prstGeom prst="rect">
            <a:avLst/>
          </a:prstGeom>
        </p:spPr>
      </p:pic>
      <p:sp>
        <p:nvSpPr>
          <p:cNvPr id="13" name="Editable vector"/>
          <p:cNvSpPr/>
          <p:nvPr/>
        </p:nvSpPr>
        <p:spPr>
          <a:xfrm>
            <a:off x="2029586" y="1997583"/>
            <a:ext cx="4141851" cy="655192"/>
          </a:xfrm>
          <a:custGeom>
            <a:avLst/>
            <a:gdLst/>
            <a:ahLst/>
            <a:cxnLst/>
            <a:rect l="0" t="0" r="r" b="b"/>
            <a:pathLst>
              <a:path w="4141851" h="655193" fill="norm" stroke="1" extrusionOk="0">
                <a:moveTo>
                  <a:pt x="0" y="295656"/>
                </a:moveTo>
                <a:cubicBezTo>
                  <a:pt x="0" y="132334"/>
                  <a:pt x="132334" y="0"/>
                  <a:pt x="295656" y="0"/>
                </a:cubicBezTo>
                <a:lnTo>
                  <a:pt x="3846195" y="0"/>
                </a:lnTo>
                <a:cubicBezTo>
                  <a:pt x="4009517" y="0"/>
                  <a:pt x="4141851" y="132334"/>
                  <a:pt x="4141851" y="295656"/>
                </a:cubicBezTo>
                <a:lnTo>
                  <a:pt x="4141851" y="359664"/>
                </a:lnTo>
                <a:cubicBezTo>
                  <a:pt x="4141851" y="522859"/>
                  <a:pt x="4009517" y="655193"/>
                  <a:pt x="3846195" y="655193"/>
                </a:cubicBezTo>
                <a:lnTo>
                  <a:pt x="295656" y="655193"/>
                </a:lnTo>
                <a:cubicBezTo>
                  <a:pt x="132334" y="655193"/>
                  <a:pt x="0" y="522859"/>
                  <a:pt x="0" y="359664"/>
                </a:cubicBezTo>
                <a:lnTo>
                  <a:pt x="0" y="295656"/>
                </a:lnTo>
                <a:close/>
              </a:path>
            </a:pathLst>
          </a:custGeom>
          <a:solidFill>
            <a:srgbClr val="FFFFFF"/>
          </a:solidFill>
          <a:ln w="25400" cap="flat">
            <a:solidFill>
              <a:srgbClr val="5D3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Editable vector"/>
          <p:cNvSpPr/>
          <p:nvPr/>
        </p:nvSpPr>
        <p:spPr>
          <a:xfrm>
            <a:off x="5844921" y="2243328"/>
            <a:ext cx="187451" cy="187451"/>
          </a:xfrm>
          <a:custGeom>
            <a:avLst/>
            <a:gdLst/>
            <a:ahLst/>
            <a:cxnLst/>
            <a:rect l="0" t="0" r="r" b="b"/>
            <a:pathLst>
              <a:path w="187452" h="187452" fill="norm" stroke="0" extrusionOk="0">
                <a:moveTo>
                  <a:pt x="0" y="93726"/>
                </a:moveTo>
                <a:cubicBezTo>
                  <a:pt x="0" y="41910"/>
                  <a:pt x="41910" y="0"/>
                  <a:pt x="93726" y="0"/>
                </a:cubicBezTo>
                <a:cubicBezTo>
                  <a:pt x="145542" y="0"/>
                  <a:pt x="187452" y="41910"/>
                  <a:pt x="187452" y="93726"/>
                </a:cubicBezTo>
                <a:cubicBezTo>
                  <a:pt x="187452" y="145415"/>
                  <a:pt x="145542" y="187452"/>
                  <a:pt x="93726" y="187452"/>
                </a:cubicBezTo>
                <a:cubicBezTo>
                  <a:pt x="41910" y="187452"/>
                  <a:pt x="0" y="145415"/>
                  <a:pt x="0" y="93726"/>
                </a:cubicBezTo>
                <a:close/>
              </a:path>
            </a:pathLst>
          </a:custGeom>
          <a:solidFill>
            <a:srgbClr val="5739F5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Editable vector"/>
          <p:cNvSpPr/>
          <p:nvPr/>
        </p:nvSpPr>
        <p:spPr>
          <a:xfrm>
            <a:off x="5897117" y="2297684"/>
            <a:ext cx="83058" cy="78612"/>
          </a:xfrm>
          <a:custGeom>
            <a:avLst/>
            <a:gdLst/>
            <a:ahLst/>
            <a:cxnLst/>
            <a:rect l="0" t="0" r="r" b="b"/>
            <a:pathLst>
              <a:path w="83058" h="78613" fill="none" stroke="1" extrusionOk="0">
                <a:moveTo>
                  <a:pt x="36195" y="43815"/>
                </a:moveTo>
                <a:lnTo>
                  <a:pt x="0" y="28702"/>
                </a:lnTo>
                <a:lnTo>
                  <a:pt x="83058" y="0"/>
                </a:lnTo>
                <a:moveTo>
                  <a:pt x="36195" y="43815"/>
                </a:moveTo>
                <a:lnTo>
                  <a:pt x="51308" y="78613"/>
                </a:lnTo>
                <a:lnTo>
                  <a:pt x="83058" y="0"/>
                </a:lnTo>
                <a:moveTo>
                  <a:pt x="36195" y="43815"/>
                </a:moveTo>
                <a:lnTo>
                  <a:pt x="83058" y="0"/>
                </a:lnTo>
              </a:path>
            </a:pathLst>
          </a:custGeom>
          <a:noFill/>
          <a:ln w="17976" cap="rnd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8730" y="3209239"/>
            <a:ext cx="142786" cy="149021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9586" y="3955363"/>
            <a:ext cx="142786" cy="149021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29586" y="4615763"/>
            <a:ext cx="142786" cy="149021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29586" y="5064455"/>
            <a:ext cx="142786" cy="149021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29586" y="5567705"/>
            <a:ext cx="142786" cy="149021"/>
          </a:xfrm>
          <a:prstGeom prst="rect">
            <a:avLst/>
          </a:prstGeom>
        </p:spPr>
      </p:pic>
      <p:sp>
        <p:nvSpPr>
          <p:cNvPr id="31" name="Editable vector"/>
          <p:cNvSpPr/>
          <p:nvPr/>
        </p:nvSpPr>
        <p:spPr>
          <a:xfrm>
            <a:off x="6954519" y="1997583"/>
            <a:ext cx="4141851" cy="655192"/>
          </a:xfrm>
          <a:custGeom>
            <a:avLst/>
            <a:gdLst/>
            <a:ahLst/>
            <a:cxnLst/>
            <a:rect l="0" t="0" r="r" b="b"/>
            <a:pathLst>
              <a:path w="4141851" h="655193" fill="norm" stroke="1" extrusionOk="0">
                <a:moveTo>
                  <a:pt x="0" y="295656"/>
                </a:moveTo>
                <a:cubicBezTo>
                  <a:pt x="0" y="132334"/>
                  <a:pt x="132335" y="0"/>
                  <a:pt x="295656" y="0"/>
                </a:cubicBezTo>
                <a:lnTo>
                  <a:pt x="3846195" y="0"/>
                </a:lnTo>
                <a:cubicBezTo>
                  <a:pt x="4009517" y="0"/>
                  <a:pt x="4141851" y="132334"/>
                  <a:pt x="4141851" y="295656"/>
                </a:cubicBezTo>
                <a:lnTo>
                  <a:pt x="4141851" y="359664"/>
                </a:lnTo>
                <a:cubicBezTo>
                  <a:pt x="4141851" y="522859"/>
                  <a:pt x="4009517" y="655193"/>
                  <a:pt x="3846195" y="655193"/>
                </a:cubicBezTo>
                <a:lnTo>
                  <a:pt x="295656" y="655193"/>
                </a:lnTo>
                <a:cubicBezTo>
                  <a:pt x="132335" y="655193"/>
                  <a:pt x="0" y="522859"/>
                  <a:pt x="0" y="359664"/>
                </a:cubicBezTo>
                <a:lnTo>
                  <a:pt x="0" y="295656"/>
                </a:lnTo>
                <a:close/>
              </a:path>
            </a:pathLst>
          </a:custGeom>
          <a:solidFill>
            <a:srgbClr val="FFFFFF"/>
          </a:solidFill>
          <a:ln w="25400" cap="flat">
            <a:solidFill>
              <a:srgbClr val="5D3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Editable vector"/>
          <p:cNvSpPr/>
          <p:nvPr/>
        </p:nvSpPr>
        <p:spPr>
          <a:xfrm>
            <a:off x="10769854" y="2243328"/>
            <a:ext cx="187452" cy="187451"/>
          </a:xfrm>
          <a:custGeom>
            <a:avLst/>
            <a:gdLst/>
            <a:ahLst/>
            <a:cxnLst/>
            <a:rect l="0" t="0" r="r" b="b"/>
            <a:pathLst>
              <a:path w="187452" h="187452" fill="norm" stroke="0" extrusionOk="0">
                <a:moveTo>
                  <a:pt x="0" y="93726"/>
                </a:moveTo>
                <a:cubicBezTo>
                  <a:pt x="0" y="41910"/>
                  <a:pt x="42037" y="0"/>
                  <a:pt x="93726" y="0"/>
                </a:cubicBezTo>
                <a:cubicBezTo>
                  <a:pt x="145542" y="0"/>
                  <a:pt x="187452" y="41910"/>
                  <a:pt x="187452" y="93726"/>
                </a:cubicBezTo>
                <a:cubicBezTo>
                  <a:pt x="187452" y="145415"/>
                  <a:pt x="145542" y="187452"/>
                  <a:pt x="93726" y="187452"/>
                </a:cubicBezTo>
                <a:cubicBezTo>
                  <a:pt x="42037" y="187452"/>
                  <a:pt x="0" y="145415"/>
                  <a:pt x="0" y="93726"/>
                </a:cubicBezTo>
                <a:close/>
              </a:path>
            </a:pathLst>
          </a:custGeom>
          <a:solidFill>
            <a:srgbClr val="5739F5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Editable vector"/>
          <p:cNvSpPr/>
          <p:nvPr/>
        </p:nvSpPr>
        <p:spPr>
          <a:xfrm>
            <a:off x="10822051" y="2297684"/>
            <a:ext cx="83184" cy="78612"/>
          </a:xfrm>
          <a:custGeom>
            <a:avLst/>
            <a:gdLst/>
            <a:ahLst/>
            <a:cxnLst/>
            <a:rect l="0" t="0" r="r" b="b"/>
            <a:pathLst>
              <a:path w="83185" h="78613" fill="none" stroke="1" extrusionOk="0">
                <a:moveTo>
                  <a:pt x="36322" y="43815"/>
                </a:moveTo>
                <a:lnTo>
                  <a:pt x="0" y="28702"/>
                </a:lnTo>
                <a:lnTo>
                  <a:pt x="83185" y="0"/>
                </a:lnTo>
                <a:moveTo>
                  <a:pt x="36322" y="43815"/>
                </a:moveTo>
                <a:lnTo>
                  <a:pt x="51435" y="78613"/>
                </a:lnTo>
                <a:lnTo>
                  <a:pt x="83185" y="0"/>
                </a:lnTo>
                <a:moveTo>
                  <a:pt x="36322" y="43815"/>
                </a:moveTo>
                <a:lnTo>
                  <a:pt x="83185" y="0"/>
                </a:lnTo>
              </a:path>
            </a:pathLst>
          </a:custGeom>
          <a:noFill/>
          <a:ln w="17976" cap="rnd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75300" y="812800"/>
            <a:ext cx="101600" cy="508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57441" y="3162122"/>
            <a:ext cx="142785" cy="149021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48296" y="3908120"/>
            <a:ext cx="142785" cy="149021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48296" y="4576521"/>
            <a:ext cx="142785" cy="149021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48296" y="5242509"/>
            <a:ext cx="142785" cy="149021"/>
          </a:xfrm>
          <a:prstGeom prst="rect">
            <a:avLst/>
          </a:prstGeom>
        </p:spPr>
      </p:pic>
      <p:sp>
        <p:nvSpPr>
          <p:cNvPr id="3" name="Editable text — 10"/>
          <p:cNvSpPr txBox="1"/>
          <p:nvPr/>
        </p:nvSpPr>
        <p:spPr>
          <a:xfrm>
            <a:off x="11500739" y="6546075"/>
            <a:ext cx="191058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3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4" name="Editable text — PUBLIC"/>
          <p:cNvSpPr txBox="1"/>
          <p:nvPr/>
        </p:nvSpPr>
        <p:spPr>
          <a:xfrm>
            <a:off x="281940" y="6590857"/>
            <a:ext cx="381711" cy="170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6" b="0" i="0" spc="-2">
                <a:solidFill>
                  <a:srgbClr val="000000"/>
                </a:solidFill>
                <a:latin typeface="Arial"/>
              </a:rPr>
              <a:t>PUBLIC</a:t>
            </a:r>
          </a:p>
        </p:txBody>
      </p:sp>
      <p:sp>
        <p:nvSpPr>
          <p:cNvPr id="7" name="Editable text — 10"/>
          <p:cNvSpPr txBox="1"/>
          <p:nvPr/>
        </p:nvSpPr>
        <p:spPr>
          <a:xfrm>
            <a:off x="11627484" y="6542097"/>
            <a:ext cx="126855" cy="12268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444" b="0" i="0" spc="5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8" name="Editable text — © SAP SE"/>
          <p:cNvSpPr txBox="1"/>
          <p:nvPr/>
        </p:nvSpPr>
        <p:spPr>
          <a:xfrm>
            <a:off x="665987" y="6570840"/>
            <a:ext cx="222072" cy="95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300" b="0" i="0" spc="-20">
                <a:solidFill>
                  <a:srgbClr val="00144A"/>
                </a:solidFill>
                <a:latin typeface="Arial"/>
              </a:rPr>
              <a:t>© SAP SE</a:t>
            </a:r>
          </a:p>
        </p:txBody>
      </p:sp>
      <p:sp>
        <p:nvSpPr>
          <p:cNvPr id="9" name="Editable text — Autonomous Enterprise"/>
          <p:cNvSpPr txBox="1"/>
          <p:nvPr/>
        </p:nvSpPr>
        <p:spPr>
          <a:xfrm>
            <a:off x="1596516" y="610059"/>
            <a:ext cx="3951403" cy="57073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795" b="1" i="0" spc="-62">
                <a:solidFill>
                  <a:srgbClr val="002A86"/>
                </a:solidFill>
                <a:latin typeface="Arial"/>
              </a:rPr>
              <a:t>Autonomous Enterprise</a:t>
            </a:r>
          </a:p>
        </p:txBody>
      </p:sp>
      <p:sp>
        <p:nvSpPr>
          <p:cNvPr id="10" name="Editable text — -"/>
          <p:cNvSpPr txBox="1"/>
          <p:nvPr/>
        </p:nvSpPr>
        <p:spPr>
          <a:xfrm>
            <a:off x="5567171" y="610059"/>
            <a:ext cx="181745" cy="57073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795" b="1" i="0">
                <a:solidFill>
                  <a:srgbClr val="000000">
                    <a:alpha val="0"/>
                  </a:srgbClr>
                </a:solidFill>
                <a:latin typeface="Arial"/>
              </a:rPr>
              <a:t>-</a:t>
            </a:r>
          </a:p>
        </p:txBody>
      </p:sp>
      <p:sp>
        <p:nvSpPr>
          <p:cNvPr id="11" name="Editable text — PARTNER ECOSYSTEM VALUE"/>
          <p:cNvSpPr txBox="1"/>
          <p:nvPr/>
        </p:nvSpPr>
        <p:spPr>
          <a:xfrm>
            <a:off x="5766815" y="610059"/>
            <a:ext cx="4893462" cy="57073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795" b="1" i="0" spc="-185">
                <a:solidFill>
                  <a:srgbClr val="002A86"/>
                </a:solidFill>
                <a:latin typeface="Arial"/>
              </a:rPr>
              <a:t>PARTNER ECOSYSTEM VALUE</a:t>
            </a:r>
          </a:p>
        </p:txBody>
      </p:sp>
      <p:sp>
        <p:nvSpPr>
          <p:cNvPr id="14" name="Editable text — What is the vision for partners in the "/>
          <p:cNvSpPr txBox="1"/>
          <p:nvPr/>
        </p:nvSpPr>
        <p:spPr>
          <a:xfrm>
            <a:off x="2205227" y="2148712"/>
            <a:ext cx="2573681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1" spc="8">
                <a:solidFill>
                  <a:srgbClr val="4D647C"/>
                </a:solidFill>
                <a:latin typeface="Arial"/>
              </a:rPr>
              <a:t>What is the vision for partners in the </a:t>
            </a:r>
          </a:p>
        </p:txBody>
      </p:sp>
      <p:sp>
        <p:nvSpPr>
          <p:cNvPr id="15" name="Editable text — Autonomous Enterprise? "/>
          <p:cNvSpPr txBox="1"/>
          <p:nvPr/>
        </p:nvSpPr>
        <p:spPr>
          <a:xfrm>
            <a:off x="2205227" y="2331593"/>
            <a:ext cx="1804213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1" spc="8">
                <a:solidFill>
                  <a:srgbClr val="4D647C"/>
                </a:solidFill>
                <a:latin typeface="Arial"/>
              </a:rPr>
              <a:t>Autonomous Enterprise? </a:t>
            </a:r>
          </a:p>
        </p:txBody>
      </p:sp>
      <p:sp>
        <p:nvSpPr>
          <p:cNvPr id="18" name="Editable text — Partners are our force multiplier to land "/>
          <p:cNvSpPr txBox="1"/>
          <p:nvPr/>
        </p:nvSpPr>
        <p:spPr>
          <a:xfrm>
            <a:off x="2376551" y="3244087"/>
            <a:ext cx="3004820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7">
                <a:solidFill>
                  <a:srgbClr val="000000"/>
                </a:solidFill>
                <a:latin typeface="Arial"/>
              </a:rPr>
              <a:t>Partners are our force multiplier to land </a:t>
            </a:r>
          </a:p>
        </p:txBody>
      </p:sp>
      <p:sp>
        <p:nvSpPr>
          <p:cNvPr id="19" name="Editable text — Autonomous Enterprise vision"/>
          <p:cNvSpPr txBox="1"/>
          <p:nvPr/>
        </p:nvSpPr>
        <p:spPr>
          <a:xfrm>
            <a:off x="2376551" y="3472687"/>
            <a:ext cx="2275281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-2">
                <a:solidFill>
                  <a:srgbClr val="000000"/>
                </a:solidFill>
                <a:latin typeface="Arial"/>
              </a:rPr>
              <a:t>Autonomous Enterprise vision</a:t>
            </a:r>
          </a:p>
        </p:txBody>
      </p:sp>
      <p:sp>
        <p:nvSpPr>
          <p:cNvPr id="20" name="Editable text — SAP Business AI Platform as partner’s platform of "/>
          <p:cNvSpPr txBox="1"/>
          <p:nvPr/>
        </p:nvSpPr>
        <p:spPr>
          <a:xfrm>
            <a:off x="2376551" y="3929887"/>
            <a:ext cx="368939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-8">
                <a:solidFill>
                  <a:srgbClr val="000000"/>
                </a:solidFill>
                <a:latin typeface="Arial"/>
              </a:rPr>
              <a:t>SAP Business AI Platform as partner’s platform of </a:t>
            </a:r>
          </a:p>
        </p:txBody>
      </p:sp>
      <p:sp>
        <p:nvSpPr>
          <p:cNvPr id="21" name="Editable text — choice for co-innovation"/>
          <p:cNvSpPr txBox="1"/>
          <p:nvPr/>
        </p:nvSpPr>
        <p:spPr>
          <a:xfrm>
            <a:off x="2376551" y="4158211"/>
            <a:ext cx="1833919" cy="26715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2" b="1" i="0" spc="-1">
                <a:solidFill>
                  <a:srgbClr val="000000"/>
                </a:solidFill>
                <a:latin typeface="Arial"/>
              </a:rPr>
              <a:t>choice for co-innovation</a:t>
            </a:r>
          </a:p>
        </p:txBody>
      </p:sp>
      <p:sp>
        <p:nvSpPr>
          <p:cNvPr id="22" name="Editable text — Turn Partner Agent Innovation Into Revenue"/>
          <p:cNvSpPr txBox="1"/>
          <p:nvPr/>
        </p:nvSpPr>
        <p:spPr>
          <a:xfrm>
            <a:off x="2376551" y="4616069"/>
            <a:ext cx="3276041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2">
                <a:solidFill>
                  <a:srgbClr val="000000"/>
                </a:solidFill>
                <a:latin typeface="Arial"/>
              </a:rPr>
              <a:t>Turn Partner Agent Innovation Into Revenue</a:t>
            </a:r>
          </a:p>
        </p:txBody>
      </p:sp>
      <p:sp>
        <p:nvSpPr>
          <p:cNvPr id="23" name="Editable text — Accelerate the Autonomous Enterprise"/>
          <p:cNvSpPr txBox="1"/>
          <p:nvPr/>
        </p:nvSpPr>
        <p:spPr>
          <a:xfrm>
            <a:off x="2376551" y="5073269"/>
            <a:ext cx="2894482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2">
                <a:solidFill>
                  <a:srgbClr val="000000"/>
                </a:solidFill>
                <a:latin typeface="Arial"/>
              </a:rPr>
              <a:t>Accelerate the Autonomous Enterprise</a:t>
            </a:r>
          </a:p>
        </p:txBody>
      </p:sp>
      <p:sp>
        <p:nvSpPr>
          <p:cNvPr id="24" name="Editable text — Scale Channel Growth - win in the Corporate "/>
          <p:cNvSpPr txBox="1"/>
          <p:nvPr/>
        </p:nvSpPr>
        <p:spPr>
          <a:xfrm>
            <a:off x="2376551" y="5530748"/>
            <a:ext cx="3334257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0">
                <a:solidFill>
                  <a:srgbClr val="000000"/>
                </a:solidFill>
                <a:latin typeface="Arial"/>
              </a:rPr>
              <a:t>Scale Channel Growth - win in the Corporate </a:t>
            </a:r>
          </a:p>
        </p:txBody>
      </p:sp>
      <p:sp>
        <p:nvSpPr>
          <p:cNvPr id="25" name="Editable text — market segment"/>
          <p:cNvSpPr txBox="1"/>
          <p:nvPr/>
        </p:nvSpPr>
        <p:spPr>
          <a:xfrm>
            <a:off x="2376551" y="5759348"/>
            <a:ext cx="1250238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11">
                <a:solidFill>
                  <a:srgbClr val="000000"/>
                </a:solidFill>
                <a:latin typeface="Arial"/>
              </a:rPr>
              <a:t>market segment</a:t>
            </a:r>
          </a:p>
        </p:txBody>
      </p:sp>
      <p:sp>
        <p:nvSpPr>
          <p:cNvPr id="32" name="Editable text — How will SAP help partners achieve success within "/>
          <p:cNvSpPr txBox="1"/>
          <p:nvPr/>
        </p:nvSpPr>
        <p:spPr>
          <a:xfrm>
            <a:off x="7131050" y="2148712"/>
            <a:ext cx="3564742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1" spc="5">
                <a:solidFill>
                  <a:srgbClr val="4D647C"/>
                </a:solidFill>
                <a:latin typeface="Arial"/>
              </a:rPr>
              <a:t>How will SAP help partners achieve success within </a:t>
            </a:r>
          </a:p>
        </p:txBody>
      </p:sp>
      <p:sp>
        <p:nvSpPr>
          <p:cNvPr id="33" name="Editable text — Autonomous Enterprise?"/>
          <p:cNvSpPr txBox="1"/>
          <p:nvPr/>
        </p:nvSpPr>
        <p:spPr>
          <a:xfrm>
            <a:off x="7131050" y="2331593"/>
            <a:ext cx="1762454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1" spc="8">
                <a:solidFill>
                  <a:srgbClr val="4D647C"/>
                </a:solidFill>
                <a:latin typeface="Arial"/>
              </a:rPr>
              <a:t>Autonomous Enterprise?</a:t>
            </a:r>
          </a:p>
        </p:txBody>
      </p:sp>
      <p:sp>
        <p:nvSpPr>
          <p:cNvPr id="38" name="Editable text — NEW - SAP announced EUR 100m invest in "/>
          <p:cNvSpPr txBox="1"/>
          <p:nvPr/>
        </p:nvSpPr>
        <p:spPr>
          <a:xfrm>
            <a:off x="7296022" y="3196843"/>
            <a:ext cx="3155237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1" spc="-22">
                <a:solidFill>
                  <a:srgbClr val="CC00DC"/>
                </a:solidFill>
                <a:latin typeface="Arial"/>
              </a:rPr>
              <a:t>NEW -</a:t>
            </a:r>
            <a:r>
              <a:rPr sz="1200" b="1" i="0" spc="-13">
                <a:solidFill>
                  <a:srgbClr val="000000"/>
                </a:solidFill>
                <a:latin typeface="Arial"/>
              </a:rPr>
              <a:t> SAP announced EUR 100m invest in </a:t>
            </a:r>
          </a:p>
        </p:txBody>
      </p:sp>
      <p:sp>
        <p:nvSpPr>
          <p:cNvPr id="39" name="Editable text — ecosystem"/>
          <p:cNvSpPr txBox="1"/>
          <p:nvPr/>
        </p:nvSpPr>
        <p:spPr>
          <a:xfrm>
            <a:off x="7296022" y="3425443"/>
            <a:ext cx="845005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-6">
                <a:solidFill>
                  <a:srgbClr val="000000"/>
                </a:solidFill>
                <a:latin typeface="Arial"/>
              </a:rPr>
              <a:t>ecosystem</a:t>
            </a:r>
          </a:p>
        </p:txBody>
      </p:sp>
      <p:sp>
        <p:nvSpPr>
          <p:cNvPr id="40" name="Editable text — NEW - Training curriculum for Sales, Presales, "/>
          <p:cNvSpPr txBox="1"/>
          <p:nvPr/>
        </p:nvSpPr>
        <p:spPr>
          <a:xfrm>
            <a:off x="7296022" y="3882644"/>
            <a:ext cx="3398624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1" spc="-24">
                <a:solidFill>
                  <a:srgbClr val="CC00DC"/>
                </a:solidFill>
                <a:latin typeface="Arial"/>
              </a:rPr>
              <a:t>NEW</a:t>
            </a:r>
            <a:r>
              <a:rPr sz="1200" b="0" i="0" spc="-68">
                <a:solidFill>
                  <a:srgbClr val="CC00DC"/>
                </a:solidFill>
                <a:latin typeface="Arial"/>
              </a:rPr>
              <a:t> -</a:t>
            </a:r>
            <a:r>
              <a:rPr sz="1200" b="1" i="0" spc="-11">
                <a:solidFill>
                  <a:srgbClr val="000000"/>
                </a:solidFill>
                <a:latin typeface="Arial"/>
              </a:rPr>
              <a:t> Training curriculum for Sales, Presales, </a:t>
            </a:r>
          </a:p>
        </p:txBody>
      </p:sp>
      <p:sp>
        <p:nvSpPr>
          <p:cNvPr id="41" name="Editable text — Consultants &amp; Developers"/>
          <p:cNvSpPr txBox="1"/>
          <p:nvPr/>
        </p:nvSpPr>
        <p:spPr>
          <a:xfrm>
            <a:off x="7296022" y="4110968"/>
            <a:ext cx="1961164" cy="26715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2" b="1" i="0" spc="-1">
                <a:solidFill>
                  <a:srgbClr val="000000"/>
                </a:solidFill>
                <a:latin typeface="Arial"/>
              </a:rPr>
              <a:t>Consultants &amp; Developers</a:t>
            </a:r>
          </a:p>
        </p:txBody>
      </p:sp>
      <p:sp>
        <p:nvSpPr>
          <p:cNvPr id="42" name="Editable text — NEW - Competitive commercial constructs and "/>
          <p:cNvSpPr txBox="1"/>
          <p:nvPr/>
        </p:nvSpPr>
        <p:spPr>
          <a:xfrm>
            <a:off x="7296022" y="4568824"/>
            <a:ext cx="3489755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1" spc="-22">
                <a:solidFill>
                  <a:srgbClr val="CC00DC"/>
                </a:solidFill>
                <a:latin typeface="Arial"/>
              </a:rPr>
              <a:t>NEW -</a:t>
            </a:r>
            <a:r>
              <a:rPr sz="1200" b="1" i="1" spc="2">
                <a:solidFill>
                  <a:srgbClr val="000000"/>
                </a:solidFill>
                <a:latin typeface="Arial"/>
              </a:rPr>
              <a:t> Competitive commercial constructs and </a:t>
            </a:r>
          </a:p>
        </p:txBody>
      </p:sp>
      <p:sp>
        <p:nvSpPr>
          <p:cNvPr id="43" name="Editable text — incentives"/>
          <p:cNvSpPr txBox="1"/>
          <p:nvPr/>
        </p:nvSpPr>
        <p:spPr>
          <a:xfrm>
            <a:off x="7296022" y="4797424"/>
            <a:ext cx="814678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1" spc="5">
                <a:solidFill>
                  <a:srgbClr val="000000"/>
                </a:solidFill>
                <a:latin typeface="Arial"/>
              </a:rPr>
              <a:t>incentives</a:t>
            </a:r>
          </a:p>
        </p:txBody>
      </p:sp>
      <p:sp>
        <p:nvSpPr>
          <p:cNvPr id="44" name="Editable text — NEW - Business AI Partner Programs"/>
          <p:cNvSpPr txBox="1"/>
          <p:nvPr/>
        </p:nvSpPr>
        <p:spPr>
          <a:xfrm>
            <a:off x="7296022" y="5254624"/>
            <a:ext cx="268599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1" spc="-22">
                <a:solidFill>
                  <a:srgbClr val="CC00DC"/>
                </a:solidFill>
                <a:latin typeface="Arial"/>
              </a:rPr>
              <a:t>NEW -</a:t>
            </a:r>
            <a:r>
              <a:rPr sz="1200" b="1" i="0" spc="-17">
                <a:solidFill>
                  <a:srgbClr val="000000"/>
                </a:solidFill>
                <a:latin typeface="Arial"/>
              </a:rPr>
              <a:t> Business AI Partner Programs</a:t>
            </a:r>
          </a:p>
        </p:txBody>
      </p:sp>
      <p:sp>
        <p:nvSpPr>
          <p:cNvPr id="48" name="Editable text — INTERNAL – SAP and Partners Only"/>
          <p:cNvSpPr txBox="1"/>
          <p:nvPr/>
        </p:nvSpPr>
        <p:spPr>
          <a:xfrm>
            <a:off x="224942" y="6544223"/>
            <a:ext cx="1516838" cy="170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6" b="0" i="0" spc="1">
                <a:solidFill>
                  <a:srgbClr val="000000"/>
                </a:solidFill>
                <a:latin typeface="Arial"/>
              </a:rPr>
              <a:t>INTERNAL – SAP and Partners Only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"/>
          <p:cNvSpPr/>
          <p:nvPr/>
        </p:nvSpPr>
        <p:spPr>
          <a:xfrm>
            <a:off x="0" y="0"/>
            <a:ext cx="12195175" cy="6858000"/>
          </a:xfrm>
          <a:custGeom>
            <a:avLst/>
            <a:gdLst/>
            <a:ahLst/>
            <a:cxnLst/>
            <a:rect l="0" t="0" r="r" b="b"/>
            <a:pathLst>
              <a:path w="12195175" h="6858000" fill="norm" stroke="0" extrusionOk="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5175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" y="5397500"/>
            <a:ext cx="4546600" cy="444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" y="5397500"/>
            <a:ext cx="4546600" cy="444500"/>
          </a:xfrm>
          <a:prstGeom prst="rect">
            <a:avLst/>
          </a:prstGeom>
        </p:spPr>
      </p:pic>
      <p:sp>
        <p:nvSpPr>
          <p:cNvPr id="7" name="Editable vector"/>
          <p:cNvSpPr/>
          <p:nvPr/>
        </p:nvSpPr>
        <p:spPr>
          <a:xfrm>
            <a:off x="506628" y="6582778"/>
            <a:ext cx="1186535" cy="71856"/>
          </a:xfrm>
          <a:custGeom>
            <a:avLst/>
            <a:gdLst/>
            <a:ahLst/>
            <a:cxnLst/>
            <a:rect l="0" t="0" r="r" b="b"/>
            <a:pathLst>
              <a:path w="1186536" h="71857" fill="norm" stroke="0" extrusionOk="0">
                <a:moveTo>
                  <a:pt x="0" y="2832"/>
                </a:moveTo>
                <a:lnTo>
                  <a:pt x="0" y="55258"/>
                </a:lnTo>
                <a:lnTo>
                  <a:pt x="7074" y="55258"/>
                </a:lnTo>
                <a:lnTo>
                  <a:pt x="7074" y="2832"/>
                </a:lnTo>
                <a:close/>
                <a:moveTo>
                  <a:pt x="19812" y="2832"/>
                </a:moveTo>
                <a:lnTo>
                  <a:pt x="28181" y="2832"/>
                </a:lnTo>
                <a:lnTo>
                  <a:pt x="54712" y="47410"/>
                </a:lnTo>
                <a:cubicBezTo>
                  <a:pt x="54661" y="46266"/>
                  <a:pt x="54610" y="44717"/>
                  <a:pt x="54572" y="42761"/>
                </a:cubicBezTo>
                <a:cubicBezTo>
                  <a:pt x="54521" y="40793"/>
                  <a:pt x="54496" y="38862"/>
                  <a:pt x="54496" y="36957"/>
                </a:cubicBezTo>
                <a:lnTo>
                  <a:pt x="54496" y="2832"/>
                </a:lnTo>
                <a:lnTo>
                  <a:pt x="60820" y="2832"/>
                </a:lnTo>
                <a:lnTo>
                  <a:pt x="60820" y="55258"/>
                </a:lnTo>
                <a:lnTo>
                  <a:pt x="52108" y="55258"/>
                </a:lnTo>
                <a:lnTo>
                  <a:pt x="25921" y="11202"/>
                </a:lnTo>
                <a:cubicBezTo>
                  <a:pt x="25972" y="12345"/>
                  <a:pt x="26010" y="13894"/>
                  <a:pt x="26060" y="15837"/>
                </a:cubicBezTo>
                <a:cubicBezTo>
                  <a:pt x="26111" y="17780"/>
                  <a:pt x="26137" y="19724"/>
                  <a:pt x="26137" y="21654"/>
                </a:cubicBezTo>
                <a:lnTo>
                  <a:pt x="26137" y="55258"/>
                </a:lnTo>
                <a:lnTo>
                  <a:pt x="19812" y="55258"/>
                </a:lnTo>
                <a:lnTo>
                  <a:pt x="19812" y="2832"/>
                </a:lnTo>
                <a:close/>
                <a:moveTo>
                  <a:pt x="84125" y="9385"/>
                </a:moveTo>
                <a:lnTo>
                  <a:pt x="67653" y="9385"/>
                </a:lnTo>
                <a:lnTo>
                  <a:pt x="67653" y="2832"/>
                </a:lnTo>
                <a:lnTo>
                  <a:pt x="107683" y="2832"/>
                </a:lnTo>
                <a:lnTo>
                  <a:pt x="107683" y="9385"/>
                </a:lnTo>
                <a:lnTo>
                  <a:pt x="91199" y="9385"/>
                </a:lnTo>
                <a:lnTo>
                  <a:pt x="91199" y="55258"/>
                </a:lnTo>
                <a:lnTo>
                  <a:pt x="84125" y="55258"/>
                </a:lnTo>
                <a:lnTo>
                  <a:pt x="84125" y="9385"/>
                </a:lnTo>
                <a:close/>
                <a:moveTo>
                  <a:pt x="114300" y="2832"/>
                </a:moveTo>
                <a:lnTo>
                  <a:pt x="147980" y="2832"/>
                </a:lnTo>
                <a:lnTo>
                  <a:pt x="147980" y="9385"/>
                </a:lnTo>
                <a:lnTo>
                  <a:pt x="121374" y="9385"/>
                </a:lnTo>
                <a:lnTo>
                  <a:pt x="121374" y="25083"/>
                </a:lnTo>
                <a:lnTo>
                  <a:pt x="145783" y="25083"/>
                </a:lnTo>
                <a:lnTo>
                  <a:pt x="145783" y="31483"/>
                </a:lnTo>
                <a:lnTo>
                  <a:pt x="121374" y="31483"/>
                </a:lnTo>
                <a:lnTo>
                  <a:pt x="121374" y="48705"/>
                </a:lnTo>
                <a:lnTo>
                  <a:pt x="149504" y="48705"/>
                </a:lnTo>
                <a:lnTo>
                  <a:pt x="149504" y="55258"/>
                </a:lnTo>
                <a:lnTo>
                  <a:pt x="114300" y="55258"/>
                </a:lnTo>
                <a:lnTo>
                  <a:pt x="114300" y="2832"/>
                </a:lnTo>
                <a:close/>
                <a:moveTo>
                  <a:pt x="158496" y="2832"/>
                </a:moveTo>
                <a:lnTo>
                  <a:pt x="178626" y="2832"/>
                </a:lnTo>
                <a:cubicBezTo>
                  <a:pt x="182550" y="2832"/>
                  <a:pt x="185877" y="3442"/>
                  <a:pt x="188633" y="4674"/>
                </a:cubicBezTo>
                <a:cubicBezTo>
                  <a:pt x="191389" y="5906"/>
                  <a:pt x="193485" y="7671"/>
                  <a:pt x="194907" y="9996"/>
                </a:cubicBezTo>
                <a:cubicBezTo>
                  <a:pt x="196329" y="12319"/>
                  <a:pt x="197041" y="15088"/>
                  <a:pt x="197041" y="18314"/>
                </a:cubicBezTo>
                <a:cubicBezTo>
                  <a:pt x="197041" y="20613"/>
                  <a:pt x="196596" y="22797"/>
                  <a:pt x="195707" y="24854"/>
                </a:cubicBezTo>
                <a:cubicBezTo>
                  <a:pt x="194818" y="26912"/>
                  <a:pt x="193408" y="28702"/>
                  <a:pt x="191478" y="30214"/>
                </a:cubicBezTo>
                <a:cubicBezTo>
                  <a:pt x="189560" y="31725"/>
                  <a:pt x="187122" y="32766"/>
                  <a:pt x="184175" y="33338"/>
                </a:cubicBezTo>
                <a:lnTo>
                  <a:pt x="199200" y="55258"/>
                </a:lnTo>
                <a:lnTo>
                  <a:pt x="190944" y="55258"/>
                </a:lnTo>
                <a:lnTo>
                  <a:pt x="177254" y="34240"/>
                </a:lnTo>
                <a:lnTo>
                  <a:pt x="165570" y="34240"/>
                </a:lnTo>
                <a:lnTo>
                  <a:pt x="165570" y="55258"/>
                </a:lnTo>
                <a:lnTo>
                  <a:pt x="158496" y="55258"/>
                </a:lnTo>
                <a:lnTo>
                  <a:pt x="158496" y="2832"/>
                </a:lnTo>
                <a:close/>
                <a:moveTo>
                  <a:pt x="178143" y="27915"/>
                </a:moveTo>
                <a:cubicBezTo>
                  <a:pt x="180797" y="27915"/>
                  <a:pt x="183007" y="27496"/>
                  <a:pt x="184785" y="26657"/>
                </a:cubicBezTo>
                <a:cubicBezTo>
                  <a:pt x="186563" y="25832"/>
                  <a:pt x="187871" y="24702"/>
                  <a:pt x="188709" y="23279"/>
                </a:cubicBezTo>
                <a:cubicBezTo>
                  <a:pt x="189548" y="21857"/>
                  <a:pt x="189979" y="20219"/>
                  <a:pt x="189979" y="18390"/>
                </a:cubicBezTo>
                <a:cubicBezTo>
                  <a:pt x="189979" y="15380"/>
                  <a:pt x="188925" y="13119"/>
                  <a:pt x="186817" y="11595"/>
                </a:cubicBezTo>
                <a:cubicBezTo>
                  <a:pt x="184709" y="10071"/>
                  <a:pt x="181712" y="9310"/>
                  <a:pt x="177851" y="9310"/>
                </a:cubicBezTo>
                <a:lnTo>
                  <a:pt x="165570" y="9310"/>
                </a:lnTo>
                <a:lnTo>
                  <a:pt x="165570" y="27915"/>
                </a:lnTo>
                <a:lnTo>
                  <a:pt x="178143" y="27915"/>
                </a:lnTo>
                <a:close/>
                <a:moveTo>
                  <a:pt x="207264" y="2832"/>
                </a:moveTo>
                <a:lnTo>
                  <a:pt x="215633" y="2832"/>
                </a:lnTo>
                <a:lnTo>
                  <a:pt x="242164" y="47410"/>
                </a:lnTo>
                <a:cubicBezTo>
                  <a:pt x="242113" y="46266"/>
                  <a:pt x="242062" y="44717"/>
                  <a:pt x="242024" y="42761"/>
                </a:cubicBezTo>
                <a:cubicBezTo>
                  <a:pt x="241973" y="40793"/>
                  <a:pt x="241948" y="38862"/>
                  <a:pt x="241948" y="36957"/>
                </a:cubicBezTo>
                <a:lnTo>
                  <a:pt x="241948" y="2832"/>
                </a:lnTo>
                <a:lnTo>
                  <a:pt x="248272" y="2832"/>
                </a:lnTo>
                <a:lnTo>
                  <a:pt x="248272" y="55258"/>
                </a:lnTo>
                <a:lnTo>
                  <a:pt x="239560" y="55258"/>
                </a:lnTo>
                <a:lnTo>
                  <a:pt x="213373" y="11202"/>
                </a:lnTo>
                <a:cubicBezTo>
                  <a:pt x="213424" y="12345"/>
                  <a:pt x="213462" y="13894"/>
                  <a:pt x="213512" y="15837"/>
                </a:cubicBezTo>
                <a:cubicBezTo>
                  <a:pt x="213563" y="17780"/>
                  <a:pt x="213589" y="19724"/>
                  <a:pt x="213589" y="21654"/>
                </a:cubicBezTo>
                <a:lnTo>
                  <a:pt x="213589" y="55258"/>
                </a:lnTo>
                <a:lnTo>
                  <a:pt x="207264" y="55258"/>
                </a:lnTo>
                <a:lnTo>
                  <a:pt x="207264" y="2832"/>
                </a:lnTo>
                <a:close/>
                <a:moveTo>
                  <a:pt x="274079" y="2832"/>
                </a:moveTo>
                <a:lnTo>
                  <a:pt x="282181" y="2832"/>
                </a:lnTo>
                <a:lnTo>
                  <a:pt x="301904" y="55258"/>
                </a:lnTo>
                <a:lnTo>
                  <a:pt x="294500" y="55258"/>
                </a:lnTo>
                <a:lnTo>
                  <a:pt x="289547" y="41085"/>
                </a:lnTo>
                <a:lnTo>
                  <a:pt x="266560" y="41085"/>
                </a:lnTo>
                <a:lnTo>
                  <a:pt x="261607" y="55258"/>
                </a:lnTo>
                <a:lnTo>
                  <a:pt x="254356" y="55258"/>
                </a:lnTo>
                <a:lnTo>
                  <a:pt x="274079" y="2832"/>
                </a:lnTo>
                <a:close/>
                <a:moveTo>
                  <a:pt x="287401" y="34900"/>
                </a:moveTo>
                <a:lnTo>
                  <a:pt x="281178" y="17158"/>
                </a:lnTo>
                <a:cubicBezTo>
                  <a:pt x="280607" y="15545"/>
                  <a:pt x="280048" y="13932"/>
                  <a:pt x="279489" y="12319"/>
                </a:cubicBezTo>
                <a:cubicBezTo>
                  <a:pt x="278930" y="10706"/>
                  <a:pt x="278448" y="9322"/>
                  <a:pt x="278054" y="8154"/>
                </a:cubicBezTo>
                <a:cubicBezTo>
                  <a:pt x="277660" y="9322"/>
                  <a:pt x="277178" y="10706"/>
                  <a:pt x="276619" y="12319"/>
                </a:cubicBezTo>
                <a:cubicBezTo>
                  <a:pt x="276060" y="13932"/>
                  <a:pt x="275501" y="15545"/>
                  <a:pt x="274930" y="17158"/>
                </a:cubicBezTo>
                <a:lnTo>
                  <a:pt x="268719" y="34900"/>
                </a:lnTo>
                <a:lnTo>
                  <a:pt x="287401" y="34900"/>
                </a:lnTo>
                <a:close/>
                <a:moveTo>
                  <a:pt x="307848" y="2832"/>
                </a:moveTo>
                <a:lnTo>
                  <a:pt x="314922" y="2832"/>
                </a:lnTo>
                <a:lnTo>
                  <a:pt x="314922" y="48705"/>
                </a:lnTo>
                <a:lnTo>
                  <a:pt x="339179" y="48705"/>
                </a:lnTo>
                <a:lnTo>
                  <a:pt x="339179" y="55258"/>
                </a:lnTo>
                <a:lnTo>
                  <a:pt x="307848" y="55258"/>
                </a:lnTo>
                <a:lnTo>
                  <a:pt x="307848" y="2832"/>
                </a:lnTo>
                <a:close/>
                <a:moveTo>
                  <a:pt x="362268" y="32410"/>
                </a:moveTo>
                <a:lnTo>
                  <a:pt x="362268" y="37580"/>
                </a:lnTo>
                <a:lnTo>
                  <a:pt x="404609" y="37580"/>
                </a:lnTo>
                <a:lnTo>
                  <a:pt x="404609" y="32410"/>
                </a:lnTo>
                <a:close/>
                <a:moveTo>
                  <a:pt x="446773" y="56007"/>
                </a:moveTo>
                <a:cubicBezTo>
                  <a:pt x="442481" y="56007"/>
                  <a:pt x="438696" y="55309"/>
                  <a:pt x="435407" y="53911"/>
                </a:cubicBezTo>
                <a:cubicBezTo>
                  <a:pt x="432118" y="52528"/>
                  <a:pt x="429387" y="50432"/>
                  <a:pt x="427203" y="47625"/>
                </a:cubicBezTo>
                <a:lnTo>
                  <a:pt x="432041" y="42787"/>
                </a:lnTo>
                <a:cubicBezTo>
                  <a:pt x="433210" y="44260"/>
                  <a:pt x="434429" y="45492"/>
                  <a:pt x="435724" y="46495"/>
                </a:cubicBezTo>
                <a:cubicBezTo>
                  <a:pt x="437007" y="47498"/>
                  <a:pt x="438556" y="48299"/>
                  <a:pt x="440373" y="48895"/>
                </a:cubicBezTo>
                <a:cubicBezTo>
                  <a:pt x="442189" y="49492"/>
                  <a:pt x="444322" y="49785"/>
                  <a:pt x="446773" y="49785"/>
                </a:cubicBezTo>
                <a:cubicBezTo>
                  <a:pt x="449199" y="49785"/>
                  <a:pt x="451371" y="49479"/>
                  <a:pt x="453288" y="48870"/>
                </a:cubicBezTo>
                <a:cubicBezTo>
                  <a:pt x="455193" y="48273"/>
                  <a:pt x="456705" y="47320"/>
                  <a:pt x="457822" y="46025"/>
                </a:cubicBezTo>
                <a:cubicBezTo>
                  <a:pt x="458940" y="44742"/>
                  <a:pt x="459499" y="43117"/>
                  <a:pt x="459499" y="41161"/>
                </a:cubicBezTo>
                <a:cubicBezTo>
                  <a:pt x="459499" y="39192"/>
                  <a:pt x="458915" y="37605"/>
                  <a:pt x="457746" y="36399"/>
                </a:cubicBezTo>
                <a:cubicBezTo>
                  <a:pt x="456578" y="35179"/>
                  <a:pt x="455104" y="34227"/>
                  <a:pt x="453326" y="33541"/>
                </a:cubicBezTo>
                <a:cubicBezTo>
                  <a:pt x="451536" y="32868"/>
                  <a:pt x="449161" y="32157"/>
                  <a:pt x="446215" y="31407"/>
                </a:cubicBezTo>
                <a:cubicBezTo>
                  <a:pt x="442646" y="30518"/>
                  <a:pt x="439712" y="29579"/>
                  <a:pt x="437439" y="28601"/>
                </a:cubicBezTo>
                <a:cubicBezTo>
                  <a:pt x="435153" y="27623"/>
                  <a:pt x="433222" y="26124"/>
                  <a:pt x="431635" y="24118"/>
                </a:cubicBezTo>
                <a:cubicBezTo>
                  <a:pt x="430047" y="22111"/>
                  <a:pt x="429247" y="19431"/>
                  <a:pt x="429247" y="16078"/>
                </a:cubicBezTo>
                <a:cubicBezTo>
                  <a:pt x="429247" y="12878"/>
                  <a:pt x="430060" y="10237"/>
                  <a:pt x="431660" y="8128"/>
                </a:cubicBezTo>
                <a:cubicBezTo>
                  <a:pt x="433273" y="6033"/>
                  <a:pt x="435458" y="4496"/>
                  <a:pt x="438201" y="3518"/>
                </a:cubicBezTo>
                <a:cubicBezTo>
                  <a:pt x="440931" y="2540"/>
                  <a:pt x="444017" y="2045"/>
                  <a:pt x="447446" y="2045"/>
                </a:cubicBezTo>
                <a:cubicBezTo>
                  <a:pt x="451561" y="2045"/>
                  <a:pt x="455054" y="2718"/>
                  <a:pt x="457937" y="4039"/>
                </a:cubicBezTo>
                <a:cubicBezTo>
                  <a:pt x="460807" y="5373"/>
                  <a:pt x="463220" y="7201"/>
                  <a:pt x="465150" y="9525"/>
                </a:cubicBezTo>
                <a:lnTo>
                  <a:pt x="460426" y="14212"/>
                </a:lnTo>
                <a:cubicBezTo>
                  <a:pt x="458762" y="12306"/>
                  <a:pt x="456870" y="10833"/>
                  <a:pt x="454736" y="9792"/>
                </a:cubicBezTo>
                <a:cubicBezTo>
                  <a:pt x="452603" y="8751"/>
                  <a:pt x="450050" y="8230"/>
                  <a:pt x="447065" y="8230"/>
                </a:cubicBezTo>
                <a:cubicBezTo>
                  <a:pt x="444665" y="8230"/>
                  <a:pt x="442646" y="8560"/>
                  <a:pt x="441007" y="9208"/>
                </a:cubicBezTo>
                <a:cubicBezTo>
                  <a:pt x="439369" y="9868"/>
                  <a:pt x="438150" y="10770"/>
                  <a:pt x="437363" y="11913"/>
                </a:cubicBezTo>
                <a:cubicBezTo>
                  <a:pt x="436562" y="13056"/>
                  <a:pt x="436169" y="14364"/>
                  <a:pt x="436169" y="15850"/>
                </a:cubicBezTo>
                <a:cubicBezTo>
                  <a:pt x="436169" y="17666"/>
                  <a:pt x="436715" y="19139"/>
                  <a:pt x="437820" y="20269"/>
                </a:cubicBezTo>
                <a:cubicBezTo>
                  <a:pt x="438925" y="21387"/>
                  <a:pt x="440309" y="22276"/>
                  <a:pt x="441960" y="22911"/>
                </a:cubicBezTo>
                <a:cubicBezTo>
                  <a:pt x="443598" y="23533"/>
                  <a:pt x="445872" y="24244"/>
                  <a:pt x="448742" y="25006"/>
                </a:cubicBezTo>
                <a:cubicBezTo>
                  <a:pt x="452514" y="25946"/>
                  <a:pt x="455587" y="26912"/>
                  <a:pt x="457949" y="27915"/>
                </a:cubicBezTo>
                <a:cubicBezTo>
                  <a:pt x="460324" y="28905"/>
                  <a:pt x="462343" y="30429"/>
                  <a:pt x="463995" y="32487"/>
                </a:cubicBezTo>
                <a:cubicBezTo>
                  <a:pt x="465658" y="34544"/>
                  <a:pt x="466496" y="37313"/>
                  <a:pt x="466496" y="40780"/>
                </a:cubicBezTo>
                <a:cubicBezTo>
                  <a:pt x="466496" y="43765"/>
                  <a:pt x="465734" y="46393"/>
                  <a:pt x="464223" y="48692"/>
                </a:cubicBezTo>
                <a:cubicBezTo>
                  <a:pt x="462712" y="50991"/>
                  <a:pt x="460477" y="52781"/>
                  <a:pt x="457505" y="54064"/>
                </a:cubicBezTo>
                <a:cubicBezTo>
                  <a:pt x="454546" y="55359"/>
                  <a:pt x="450964" y="56007"/>
                  <a:pt x="446773" y="56007"/>
                </a:cubicBezTo>
                <a:close/>
                <a:moveTo>
                  <a:pt x="488963" y="2832"/>
                </a:moveTo>
                <a:lnTo>
                  <a:pt x="497065" y="2832"/>
                </a:lnTo>
                <a:lnTo>
                  <a:pt x="516788" y="55258"/>
                </a:lnTo>
                <a:lnTo>
                  <a:pt x="509384" y="55258"/>
                </a:lnTo>
                <a:lnTo>
                  <a:pt x="504431" y="41085"/>
                </a:lnTo>
                <a:lnTo>
                  <a:pt x="481444" y="41085"/>
                </a:lnTo>
                <a:lnTo>
                  <a:pt x="476491" y="55258"/>
                </a:lnTo>
                <a:lnTo>
                  <a:pt x="469240" y="55258"/>
                </a:lnTo>
                <a:lnTo>
                  <a:pt x="488963" y="2832"/>
                </a:lnTo>
                <a:close/>
                <a:moveTo>
                  <a:pt x="502285" y="34900"/>
                </a:moveTo>
                <a:lnTo>
                  <a:pt x="496062" y="17158"/>
                </a:lnTo>
                <a:cubicBezTo>
                  <a:pt x="495490" y="15545"/>
                  <a:pt x="494932" y="13932"/>
                  <a:pt x="494373" y="12319"/>
                </a:cubicBezTo>
                <a:cubicBezTo>
                  <a:pt x="493814" y="10706"/>
                  <a:pt x="493332" y="9322"/>
                  <a:pt x="492938" y="8154"/>
                </a:cubicBezTo>
                <a:cubicBezTo>
                  <a:pt x="492544" y="9322"/>
                  <a:pt x="492062" y="10706"/>
                  <a:pt x="491503" y="12319"/>
                </a:cubicBezTo>
                <a:cubicBezTo>
                  <a:pt x="490944" y="13932"/>
                  <a:pt x="490385" y="15545"/>
                  <a:pt x="489814" y="17158"/>
                </a:cubicBezTo>
                <a:lnTo>
                  <a:pt x="483603" y="34900"/>
                </a:lnTo>
                <a:lnTo>
                  <a:pt x="502285" y="34900"/>
                </a:lnTo>
                <a:close/>
                <a:moveTo>
                  <a:pt x="522732" y="2832"/>
                </a:moveTo>
                <a:lnTo>
                  <a:pt x="542531" y="2832"/>
                </a:lnTo>
                <a:cubicBezTo>
                  <a:pt x="546570" y="2832"/>
                  <a:pt x="549974" y="3493"/>
                  <a:pt x="552729" y="4801"/>
                </a:cubicBezTo>
                <a:cubicBezTo>
                  <a:pt x="555473" y="6121"/>
                  <a:pt x="557543" y="7963"/>
                  <a:pt x="558914" y="10351"/>
                </a:cubicBezTo>
                <a:cubicBezTo>
                  <a:pt x="560299" y="12726"/>
                  <a:pt x="560984" y="15532"/>
                  <a:pt x="560984" y="18759"/>
                </a:cubicBezTo>
                <a:cubicBezTo>
                  <a:pt x="560984" y="21908"/>
                  <a:pt x="560299" y="24727"/>
                  <a:pt x="558940" y="27204"/>
                </a:cubicBezTo>
                <a:cubicBezTo>
                  <a:pt x="557568" y="29680"/>
                  <a:pt x="555536" y="31636"/>
                  <a:pt x="552831" y="33058"/>
                </a:cubicBezTo>
                <a:cubicBezTo>
                  <a:pt x="550126" y="34493"/>
                  <a:pt x="546837" y="35205"/>
                  <a:pt x="542938" y="35205"/>
                </a:cubicBezTo>
                <a:lnTo>
                  <a:pt x="529806" y="35205"/>
                </a:lnTo>
                <a:lnTo>
                  <a:pt x="529806" y="55258"/>
                </a:lnTo>
                <a:lnTo>
                  <a:pt x="522732" y="55258"/>
                </a:lnTo>
                <a:lnTo>
                  <a:pt x="522732" y="2832"/>
                </a:lnTo>
                <a:close/>
                <a:moveTo>
                  <a:pt x="541934" y="28804"/>
                </a:moveTo>
                <a:cubicBezTo>
                  <a:pt x="545948" y="28804"/>
                  <a:pt x="548957" y="27953"/>
                  <a:pt x="550939" y="26251"/>
                </a:cubicBezTo>
                <a:cubicBezTo>
                  <a:pt x="552920" y="24550"/>
                  <a:pt x="553911" y="22085"/>
                  <a:pt x="553911" y="18835"/>
                </a:cubicBezTo>
                <a:cubicBezTo>
                  <a:pt x="553911" y="15710"/>
                  <a:pt x="552882" y="13336"/>
                  <a:pt x="550812" y="11723"/>
                </a:cubicBezTo>
                <a:cubicBezTo>
                  <a:pt x="548742" y="10109"/>
                  <a:pt x="545681" y="9310"/>
                  <a:pt x="541630" y="9310"/>
                </a:cubicBezTo>
                <a:lnTo>
                  <a:pt x="529806" y="9310"/>
                </a:lnTo>
                <a:lnTo>
                  <a:pt x="529806" y="28804"/>
                </a:lnTo>
                <a:lnTo>
                  <a:pt x="541934" y="28804"/>
                </a:lnTo>
                <a:close/>
                <a:moveTo>
                  <a:pt x="595973" y="56007"/>
                </a:moveTo>
                <a:cubicBezTo>
                  <a:pt x="593585" y="56007"/>
                  <a:pt x="591464" y="55538"/>
                  <a:pt x="589610" y="54623"/>
                </a:cubicBezTo>
                <a:cubicBezTo>
                  <a:pt x="587743" y="53708"/>
                  <a:pt x="586296" y="52363"/>
                  <a:pt x="585254" y="50610"/>
                </a:cubicBezTo>
                <a:cubicBezTo>
                  <a:pt x="584213" y="48844"/>
                  <a:pt x="583692" y="46736"/>
                  <a:pt x="583692" y="44285"/>
                </a:cubicBezTo>
                <a:cubicBezTo>
                  <a:pt x="583692" y="41275"/>
                  <a:pt x="584479" y="38812"/>
                  <a:pt x="586054" y="36881"/>
                </a:cubicBezTo>
                <a:cubicBezTo>
                  <a:pt x="587629" y="34938"/>
                  <a:pt x="589775" y="33528"/>
                  <a:pt x="592506" y="32652"/>
                </a:cubicBezTo>
                <a:cubicBezTo>
                  <a:pt x="595236" y="31776"/>
                  <a:pt x="598399" y="31331"/>
                  <a:pt x="601993" y="31331"/>
                </a:cubicBezTo>
                <a:lnTo>
                  <a:pt x="609143" y="31331"/>
                </a:lnTo>
                <a:lnTo>
                  <a:pt x="609143" y="28575"/>
                </a:lnTo>
                <a:cubicBezTo>
                  <a:pt x="609143" y="25756"/>
                  <a:pt x="608470" y="23597"/>
                  <a:pt x="607111" y="22123"/>
                </a:cubicBezTo>
                <a:cubicBezTo>
                  <a:pt x="605765" y="20651"/>
                  <a:pt x="603720" y="19914"/>
                  <a:pt x="600989" y="19914"/>
                </a:cubicBezTo>
                <a:cubicBezTo>
                  <a:pt x="598513" y="19914"/>
                  <a:pt x="596354" y="20409"/>
                  <a:pt x="594500" y="21413"/>
                </a:cubicBezTo>
                <a:cubicBezTo>
                  <a:pt x="592658" y="22416"/>
                  <a:pt x="591020" y="23876"/>
                  <a:pt x="589610" y="25794"/>
                </a:cubicBezTo>
                <a:lnTo>
                  <a:pt x="585292" y="21476"/>
                </a:lnTo>
                <a:cubicBezTo>
                  <a:pt x="589305" y="16663"/>
                  <a:pt x="594690" y="14250"/>
                  <a:pt x="601434" y="14250"/>
                </a:cubicBezTo>
                <a:cubicBezTo>
                  <a:pt x="604545" y="14250"/>
                  <a:pt x="607174" y="14846"/>
                  <a:pt x="609333" y="16040"/>
                </a:cubicBezTo>
                <a:cubicBezTo>
                  <a:pt x="611480" y="17234"/>
                  <a:pt x="613105" y="18898"/>
                  <a:pt x="614197" y="21044"/>
                </a:cubicBezTo>
                <a:cubicBezTo>
                  <a:pt x="615290" y="23191"/>
                  <a:pt x="615836" y="25705"/>
                  <a:pt x="615836" y="28575"/>
                </a:cubicBezTo>
                <a:lnTo>
                  <a:pt x="615836" y="55258"/>
                </a:lnTo>
                <a:lnTo>
                  <a:pt x="609435" y="55258"/>
                </a:lnTo>
                <a:lnTo>
                  <a:pt x="609435" y="47778"/>
                </a:lnTo>
                <a:lnTo>
                  <a:pt x="609295" y="47778"/>
                </a:lnTo>
                <a:cubicBezTo>
                  <a:pt x="607949" y="50635"/>
                  <a:pt x="606209" y="52718"/>
                  <a:pt x="604076" y="54026"/>
                </a:cubicBezTo>
                <a:cubicBezTo>
                  <a:pt x="601942" y="55347"/>
                  <a:pt x="599250" y="56007"/>
                  <a:pt x="595973" y="56007"/>
                </a:cubicBezTo>
                <a:close/>
                <a:moveTo>
                  <a:pt x="590614" y="44133"/>
                </a:moveTo>
                <a:cubicBezTo>
                  <a:pt x="590614" y="45403"/>
                  <a:pt x="590893" y="46495"/>
                  <a:pt x="591464" y="47447"/>
                </a:cubicBezTo>
                <a:cubicBezTo>
                  <a:pt x="592036" y="48387"/>
                  <a:pt x="592861" y="49111"/>
                  <a:pt x="593941" y="49619"/>
                </a:cubicBezTo>
                <a:cubicBezTo>
                  <a:pt x="595020" y="50127"/>
                  <a:pt x="596303" y="50381"/>
                  <a:pt x="597789" y="50381"/>
                </a:cubicBezTo>
                <a:cubicBezTo>
                  <a:pt x="600151" y="50381"/>
                  <a:pt x="602183" y="49911"/>
                  <a:pt x="603898" y="48946"/>
                </a:cubicBezTo>
                <a:cubicBezTo>
                  <a:pt x="605612" y="47993"/>
                  <a:pt x="606908" y="46749"/>
                  <a:pt x="607797" y="45187"/>
                </a:cubicBezTo>
                <a:cubicBezTo>
                  <a:pt x="608698" y="43638"/>
                  <a:pt x="609143" y="41999"/>
                  <a:pt x="609143" y="40260"/>
                </a:cubicBezTo>
                <a:lnTo>
                  <a:pt x="609143" y="36361"/>
                </a:lnTo>
                <a:lnTo>
                  <a:pt x="602894" y="36361"/>
                </a:lnTo>
                <a:cubicBezTo>
                  <a:pt x="599199" y="36361"/>
                  <a:pt x="596227" y="36919"/>
                  <a:pt x="593979" y="38050"/>
                </a:cubicBezTo>
                <a:cubicBezTo>
                  <a:pt x="591731" y="39180"/>
                  <a:pt x="590614" y="41199"/>
                  <a:pt x="590614" y="44133"/>
                </a:cubicBezTo>
                <a:close/>
                <a:moveTo>
                  <a:pt x="625285" y="15037"/>
                </a:moveTo>
                <a:lnTo>
                  <a:pt x="631685" y="15037"/>
                </a:lnTo>
                <a:lnTo>
                  <a:pt x="631685" y="23406"/>
                </a:lnTo>
                <a:lnTo>
                  <a:pt x="631838" y="23406"/>
                </a:lnTo>
                <a:cubicBezTo>
                  <a:pt x="632828" y="20803"/>
                  <a:pt x="634340" y="18631"/>
                  <a:pt x="636372" y="16879"/>
                </a:cubicBezTo>
                <a:cubicBezTo>
                  <a:pt x="638404" y="15126"/>
                  <a:pt x="641248" y="14250"/>
                  <a:pt x="644893" y="14250"/>
                </a:cubicBezTo>
                <a:cubicBezTo>
                  <a:pt x="647675" y="14250"/>
                  <a:pt x="649999" y="14834"/>
                  <a:pt x="651866" y="16002"/>
                </a:cubicBezTo>
                <a:cubicBezTo>
                  <a:pt x="653745" y="17171"/>
                  <a:pt x="655142" y="18821"/>
                  <a:pt x="656082" y="20955"/>
                </a:cubicBezTo>
                <a:cubicBezTo>
                  <a:pt x="657009" y="23089"/>
                  <a:pt x="657466" y="25578"/>
                  <a:pt x="657466" y="28435"/>
                </a:cubicBezTo>
                <a:lnTo>
                  <a:pt x="657466" y="55258"/>
                </a:lnTo>
                <a:lnTo>
                  <a:pt x="650735" y="55258"/>
                </a:lnTo>
                <a:lnTo>
                  <a:pt x="650735" y="29731"/>
                </a:lnTo>
                <a:cubicBezTo>
                  <a:pt x="650735" y="26632"/>
                  <a:pt x="650088" y="24270"/>
                  <a:pt x="648805" y="22644"/>
                </a:cubicBezTo>
                <a:cubicBezTo>
                  <a:pt x="647510" y="21019"/>
                  <a:pt x="645389" y="20206"/>
                  <a:pt x="642442" y="20206"/>
                </a:cubicBezTo>
                <a:cubicBezTo>
                  <a:pt x="640334" y="20206"/>
                  <a:pt x="638493" y="20663"/>
                  <a:pt x="636918" y="21590"/>
                </a:cubicBezTo>
                <a:cubicBezTo>
                  <a:pt x="635343" y="22505"/>
                  <a:pt x="634124" y="23838"/>
                  <a:pt x="633273" y="25603"/>
                </a:cubicBezTo>
                <a:cubicBezTo>
                  <a:pt x="632409" y="27369"/>
                  <a:pt x="631990" y="29477"/>
                  <a:pt x="631990" y="31928"/>
                </a:cubicBezTo>
                <a:lnTo>
                  <a:pt x="631990" y="55258"/>
                </a:lnTo>
                <a:lnTo>
                  <a:pt x="625285" y="55258"/>
                </a:lnTo>
                <a:lnTo>
                  <a:pt x="625285" y="15037"/>
                </a:lnTo>
                <a:close/>
                <a:moveTo>
                  <a:pt x="683209" y="56007"/>
                </a:moveTo>
                <a:cubicBezTo>
                  <a:pt x="679691" y="56007"/>
                  <a:pt x="676593" y="55118"/>
                  <a:pt x="673926" y="53366"/>
                </a:cubicBezTo>
                <a:cubicBezTo>
                  <a:pt x="671259" y="51601"/>
                  <a:pt x="669201" y="49137"/>
                  <a:pt x="667741" y="45987"/>
                </a:cubicBezTo>
                <a:cubicBezTo>
                  <a:pt x="666267" y="42838"/>
                  <a:pt x="665543" y="39218"/>
                  <a:pt x="665543" y="35128"/>
                </a:cubicBezTo>
                <a:cubicBezTo>
                  <a:pt x="665543" y="31039"/>
                  <a:pt x="666255" y="27419"/>
                  <a:pt x="667677" y="24270"/>
                </a:cubicBezTo>
                <a:cubicBezTo>
                  <a:pt x="669112" y="21108"/>
                  <a:pt x="671144" y="18656"/>
                  <a:pt x="673786" y="16891"/>
                </a:cubicBezTo>
                <a:cubicBezTo>
                  <a:pt x="676427" y="15139"/>
                  <a:pt x="679488" y="14250"/>
                  <a:pt x="682993" y="14250"/>
                </a:cubicBezTo>
                <a:cubicBezTo>
                  <a:pt x="685571" y="14250"/>
                  <a:pt x="687857" y="14656"/>
                  <a:pt x="689839" y="15443"/>
                </a:cubicBezTo>
                <a:cubicBezTo>
                  <a:pt x="691820" y="16243"/>
                  <a:pt x="693471" y="17297"/>
                  <a:pt x="694792" y="18631"/>
                </a:cubicBezTo>
                <a:cubicBezTo>
                  <a:pt x="696100" y="19952"/>
                  <a:pt x="697116" y="21451"/>
                  <a:pt x="697840" y="23114"/>
                </a:cubicBezTo>
                <a:lnTo>
                  <a:pt x="697979" y="23114"/>
                </a:lnTo>
                <a:lnTo>
                  <a:pt x="697979" y="0"/>
                </a:lnTo>
                <a:lnTo>
                  <a:pt x="704685" y="0"/>
                </a:lnTo>
                <a:lnTo>
                  <a:pt x="704685" y="55258"/>
                </a:lnTo>
                <a:lnTo>
                  <a:pt x="698284" y="55258"/>
                </a:lnTo>
                <a:lnTo>
                  <a:pt x="698284" y="46736"/>
                </a:lnTo>
                <a:lnTo>
                  <a:pt x="698208" y="46736"/>
                </a:lnTo>
                <a:cubicBezTo>
                  <a:pt x="697090" y="49492"/>
                  <a:pt x="695363" y="51727"/>
                  <a:pt x="693014" y="53429"/>
                </a:cubicBezTo>
                <a:cubicBezTo>
                  <a:pt x="690677" y="55144"/>
                  <a:pt x="687400" y="56007"/>
                  <a:pt x="683209" y="56007"/>
                </a:cubicBezTo>
                <a:close/>
                <a:moveTo>
                  <a:pt x="672541" y="35128"/>
                </a:moveTo>
                <a:cubicBezTo>
                  <a:pt x="672541" y="38380"/>
                  <a:pt x="673087" y="41148"/>
                  <a:pt x="674192" y="43421"/>
                </a:cubicBezTo>
                <a:cubicBezTo>
                  <a:pt x="675297" y="45707"/>
                  <a:pt x="676808" y="47422"/>
                  <a:pt x="678726" y="48578"/>
                </a:cubicBezTo>
                <a:cubicBezTo>
                  <a:pt x="680657" y="49733"/>
                  <a:pt x="682828" y="50305"/>
                  <a:pt x="685267" y="50305"/>
                </a:cubicBezTo>
                <a:cubicBezTo>
                  <a:pt x="687692" y="50305"/>
                  <a:pt x="689864" y="49733"/>
                  <a:pt x="691794" y="48578"/>
                </a:cubicBezTo>
                <a:cubicBezTo>
                  <a:pt x="693712" y="47422"/>
                  <a:pt x="695223" y="45707"/>
                  <a:pt x="696328" y="43447"/>
                </a:cubicBezTo>
                <a:cubicBezTo>
                  <a:pt x="697433" y="41173"/>
                  <a:pt x="697979" y="38405"/>
                  <a:pt x="697979" y="35128"/>
                </a:cubicBezTo>
                <a:cubicBezTo>
                  <a:pt x="697979" y="31877"/>
                  <a:pt x="697433" y="29121"/>
                  <a:pt x="696328" y="26848"/>
                </a:cubicBezTo>
                <a:cubicBezTo>
                  <a:pt x="695223" y="24574"/>
                  <a:pt x="693712" y="22873"/>
                  <a:pt x="691794" y="21717"/>
                </a:cubicBezTo>
                <a:cubicBezTo>
                  <a:pt x="689864" y="20562"/>
                  <a:pt x="687692" y="19990"/>
                  <a:pt x="685267" y="19990"/>
                </a:cubicBezTo>
                <a:cubicBezTo>
                  <a:pt x="682828" y="19990"/>
                  <a:pt x="680657" y="20562"/>
                  <a:pt x="678726" y="21717"/>
                </a:cubicBezTo>
                <a:cubicBezTo>
                  <a:pt x="676808" y="22873"/>
                  <a:pt x="675297" y="24574"/>
                  <a:pt x="674192" y="26848"/>
                </a:cubicBezTo>
                <a:cubicBezTo>
                  <a:pt x="673087" y="29121"/>
                  <a:pt x="672541" y="31877"/>
                  <a:pt x="672541" y="35128"/>
                </a:cubicBezTo>
                <a:close/>
                <a:moveTo>
                  <a:pt x="734568" y="2832"/>
                </a:moveTo>
                <a:lnTo>
                  <a:pt x="754367" y="2832"/>
                </a:lnTo>
                <a:cubicBezTo>
                  <a:pt x="758406" y="2832"/>
                  <a:pt x="761810" y="3493"/>
                  <a:pt x="764515" y="4801"/>
                </a:cubicBezTo>
                <a:cubicBezTo>
                  <a:pt x="767309" y="6121"/>
                  <a:pt x="769341" y="7963"/>
                  <a:pt x="770738" y="10351"/>
                </a:cubicBezTo>
                <a:cubicBezTo>
                  <a:pt x="772135" y="12726"/>
                  <a:pt x="772770" y="15532"/>
                  <a:pt x="772770" y="18759"/>
                </a:cubicBezTo>
                <a:cubicBezTo>
                  <a:pt x="772770" y="21908"/>
                  <a:pt x="772135" y="24727"/>
                  <a:pt x="770738" y="27204"/>
                </a:cubicBezTo>
                <a:cubicBezTo>
                  <a:pt x="769468" y="29680"/>
                  <a:pt x="767436" y="31636"/>
                  <a:pt x="764642" y="33058"/>
                </a:cubicBezTo>
                <a:cubicBezTo>
                  <a:pt x="761962" y="34493"/>
                  <a:pt x="758673" y="35205"/>
                  <a:pt x="754774" y="35205"/>
                </a:cubicBezTo>
                <a:lnTo>
                  <a:pt x="741642" y="35205"/>
                </a:lnTo>
                <a:lnTo>
                  <a:pt x="741642" y="55258"/>
                </a:lnTo>
                <a:lnTo>
                  <a:pt x="734568" y="55258"/>
                </a:lnTo>
                <a:lnTo>
                  <a:pt x="734568" y="2832"/>
                </a:lnTo>
                <a:close/>
                <a:moveTo>
                  <a:pt x="753770" y="28804"/>
                </a:moveTo>
                <a:cubicBezTo>
                  <a:pt x="757784" y="28804"/>
                  <a:pt x="760793" y="27953"/>
                  <a:pt x="762775" y="26251"/>
                </a:cubicBezTo>
                <a:cubicBezTo>
                  <a:pt x="764769" y="24550"/>
                  <a:pt x="765785" y="22085"/>
                  <a:pt x="765785" y="18835"/>
                </a:cubicBezTo>
                <a:cubicBezTo>
                  <a:pt x="765785" y="15710"/>
                  <a:pt x="764769" y="13336"/>
                  <a:pt x="762648" y="11723"/>
                </a:cubicBezTo>
                <a:cubicBezTo>
                  <a:pt x="760578" y="10109"/>
                  <a:pt x="757517" y="9310"/>
                  <a:pt x="753466" y="9310"/>
                </a:cubicBezTo>
                <a:lnTo>
                  <a:pt x="741642" y="9310"/>
                </a:lnTo>
                <a:lnTo>
                  <a:pt x="741642" y="28804"/>
                </a:lnTo>
                <a:lnTo>
                  <a:pt x="753770" y="28804"/>
                </a:lnTo>
                <a:close/>
                <a:moveTo>
                  <a:pt x="789534" y="56007"/>
                </a:moveTo>
                <a:cubicBezTo>
                  <a:pt x="787121" y="56007"/>
                  <a:pt x="784962" y="55538"/>
                  <a:pt x="783184" y="54623"/>
                </a:cubicBezTo>
                <a:cubicBezTo>
                  <a:pt x="781279" y="53708"/>
                  <a:pt x="779882" y="52363"/>
                  <a:pt x="778739" y="50610"/>
                </a:cubicBezTo>
                <a:cubicBezTo>
                  <a:pt x="777723" y="48844"/>
                  <a:pt x="777215" y="46736"/>
                  <a:pt x="777215" y="44285"/>
                </a:cubicBezTo>
                <a:cubicBezTo>
                  <a:pt x="777215" y="41275"/>
                  <a:pt x="777977" y="38812"/>
                  <a:pt x="779628" y="36881"/>
                </a:cubicBezTo>
                <a:cubicBezTo>
                  <a:pt x="781152" y="34938"/>
                  <a:pt x="783311" y="33528"/>
                  <a:pt x="786105" y="32652"/>
                </a:cubicBezTo>
                <a:cubicBezTo>
                  <a:pt x="788772" y="31776"/>
                  <a:pt x="791947" y="31331"/>
                  <a:pt x="795503" y="31331"/>
                </a:cubicBezTo>
                <a:lnTo>
                  <a:pt x="802742" y="31331"/>
                </a:lnTo>
                <a:lnTo>
                  <a:pt x="802742" y="28575"/>
                </a:lnTo>
                <a:cubicBezTo>
                  <a:pt x="802742" y="25756"/>
                  <a:pt x="801980" y="23597"/>
                  <a:pt x="800710" y="22123"/>
                </a:cubicBezTo>
                <a:cubicBezTo>
                  <a:pt x="799313" y="20651"/>
                  <a:pt x="797281" y="19914"/>
                  <a:pt x="794487" y="19914"/>
                </a:cubicBezTo>
                <a:cubicBezTo>
                  <a:pt x="792074" y="19914"/>
                  <a:pt x="789915" y="20409"/>
                  <a:pt x="788010" y="21413"/>
                </a:cubicBezTo>
                <a:cubicBezTo>
                  <a:pt x="786232" y="22416"/>
                  <a:pt x="784581" y="23876"/>
                  <a:pt x="783184" y="25794"/>
                </a:cubicBezTo>
                <a:lnTo>
                  <a:pt x="778866" y="21476"/>
                </a:lnTo>
                <a:cubicBezTo>
                  <a:pt x="782803" y="16663"/>
                  <a:pt x="788264" y="14250"/>
                  <a:pt x="794995" y="14250"/>
                </a:cubicBezTo>
                <a:cubicBezTo>
                  <a:pt x="798043" y="14250"/>
                  <a:pt x="800710" y="14846"/>
                  <a:pt x="802869" y="16040"/>
                </a:cubicBezTo>
                <a:cubicBezTo>
                  <a:pt x="805028" y="17234"/>
                  <a:pt x="806679" y="18898"/>
                  <a:pt x="807695" y="21044"/>
                </a:cubicBezTo>
                <a:cubicBezTo>
                  <a:pt x="808838" y="23191"/>
                  <a:pt x="809346" y="25705"/>
                  <a:pt x="809346" y="28575"/>
                </a:cubicBezTo>
                <a:lnTo>
                  <a:pt x="809346" y="55258"/>
                </a:lnTo>
                <a:lnTo>
                  <a:pt x="802996" y="55258"/>
                </a:lnTo>
                <a:lnTo>
                  <a:pt x="802996" y="47778"/>
                </a:lnTo>
                <a:lnTo>
                  <a:pt x="802869" y="47778"/>
                </a:lnTo>
                <a:cubicBezTo>
                  <a:pt x="801472" y="50635"/>
                  <a:pt x="799821" y="52718"/>
                  <a:pt x="797662" y="54026"/>
                </a:cubicBezTo>
                <a:cubicBezTo>
                  <a:pt x="795503" y="55347"/>
                  <a:pt x="792836" y="56007"/>
                  <a:pt x="789534" y="56007"/>
                </a:cubicBezTo>
                <a:close/>
                <a:moveTo>
                  <a:pt x="784200" y="44133"/>
                </a:moveTo>
                <a:cubicBezTo>
                  <a:pt x="784200" y="45403"/>
                  <a:pt x="784454" y="46495"/>
                  <a:pt x="784962" y="47447"/>
                </a:cubicBezTo>
                <a:cubicBezTo>
                  <a:pt x="785597" y="48387"/>
                  <a:pt x="786359" y="49111"/>
                  <a:pt x="787502" y="49619"/>
                </a:cubicBezTo>
                <a:cubicBezTo>
                  <a:pt x="788518" y="50127"/>
                  <a:pt x="789915" y="50381"/>
                  <a:pt x="791312" y="50381"/>
                </a:cubicBezTo>
                <a:cubicBezTo>
                  <a:pt x="793725" y="50381"/>
                  <a:pt x="795757" y="49911"/>
                  <a:pt x="797408" y="48946"/>
                </a:cubicBezTo>
                <a:cubicBezTo>
                  <a:pt x="799186" y="47993"/>
                  <a:pt x="800456" y="46749"/>
                  <a:pt x="801345" y="45187"/>
                </a:cubicBezTo>
                <a:cubicBezTo>
                  <a:pt x="802234" y="43638"/>
                  <a:pt x="802742" y="41999"/>
                  <a:pt x="802742" y="40260"/>
                </a:cubicBezTo>
                <a:lnTo>
                  <a:pt x="802742" y="36361"/>
                </a:lnTo>
                <a:lnTo>
                  <a:pt x="796392" y="36361"/>
                </a:lnTo>
                <a:cubicBezTo>
                  <a:pt x="792709" y="36361"/>
                  <a:pt x="789788" y="36919"/>
                  <a:pt x="787502" y="38050"/>
                </a:cubicBezTo>
                <a:cubicBezTo>
                  <a:pt x="785343" y="39180"/>
                  <a:pt x="784200" y="41199"/>
                  <a:pt x="784200" y="44133"/>
                </a:cubicBezTo>
                <a:close/>
                <a:moveTo>
                  <a:pt x="818871" y="15037"/>
                </a:moveTo>
                <a:lnTo>
                  <a:pt x="825221" y="15037"/>
                </a:lnTo>
                <a:lnTo>
                  <a:pt x="825221" y="23635"/>
                </a:lnTo>
                <a:lnTo>
                  <a:pt x="825348" y="23635"/>
                </a:lnTo>
                <a:cubicBezTo>
                  <a:pt x="826110" y="20333"/>
                  <a:pt x="827253" y="17945"/>
                  <a:pt x="828904" y="16472"/>
                </a:cubicBezTo>
                <a:cubicBezTo>
                  <a:pt x="830428" y="14999"/>
                  <a:pt x="832460" y="14250"/>
                  <a:pt x="834873" y="14250"/>
                </a:cubicBezTo>
                <a:cubicBezTo>
                  <a:pt x="835508" y="14250"/>
                  <a:pt x="836016" y="14288"/>
                  <a:pt x="836651" y="14364"/>
                </a:cubicBezTo>
                <a:cubicBezTo>
                  <a:pt x="837159" y="14440"/>
                  <a:pt x="837667" y="14529"/>
                  <a:pt x="838048" y="14631"/>
                </a:cubicBezTo>
                <a:lnTo>
                  <a:pt x="838048" y="21210"/>
                </a:lnTo>
                <a:cubicBezTo>
                  <a:pt x="837667" y="21095"/>
                  <a:pt x="837159" y="20993"/>
                  <a:pt x="836524" y="20917"/>
                </a:cubicBezTo>
                <a:cubicBezTo>
                  <a:pt x="835889" y="20841"/>
                  <a:pt x="835254" y="20803"/>
                  <a:pt x="834746" y="20803"/>
                </a:cubicBezTo>
                <a:cubicBezTo>
                  <a:pt x="831444" y="20803"/>
                  <a:pt x="829031" y="21946"/>
                  <a:pt x="827634" y="24244"/>
                </a:cubicBezTo>
                <a:cubicBezTo>
                  <a:pt x="826237" y="26543"/>
                  <a:pt x="825475" y="29896"/>
                  <a:pt x="825475" y="34316"/>
                </a:cubicBezTo>
                <a:lnTo>
                  <a:pt x="825475" y="55258"/>
                </a:lnTo>
                <a:lnTo>
                  <a:pt x="818871" y="55258"/>
                </a:lnTo>
                <a:lnTo>
                  <a:pt x="818871" y="15037"/>
                </a:lnTo>
                <a:close/>
                <a:moveTo>
                  <a:pt x="855701" y="55855"/>
                </a:moveTo>
                <a:cubicBezTo>
                  <a:pt x="853288" y="55855"/>
                  <a:pt x="851383" y="55525"/>
                  <a:pt x="849859" y="54890"/>
                </a:cubicBezTo>
                <a:cubicBezTo>
                  <a:pt x="848462" y="54242"/>
                  <a:pt x="847319" y="53239"/>
                  <a:pt x="846557" y="51867"/>
                </a:cubicBezTo>
                <a:cubicBezTo>
                  <a:pt x="845922" y="50509"/>
                  <a:pt x="845541" y="48743"/>
                  <a:pt x="845541" y="46584"/>
                </a:cubicBezTo>
                <a:lnTo>
                  <a:pt x="845541" y="20651"/>
                </a:lnTo>
                <a:lnTo>
                  <a:pt x="839572" y="20651"/>
                </a:lnTo>
                <a:lnTo>
                  <a:pt x="839572" y="17158"/>
                </a:lnTo>
                <a:lnTo>
                  <a:pt x="851383" y="5283"/>
                </a:lnTo>
                <a:lnTo>
                  <a:pt x="852272" y="5283"/>
                </a:lnTo>
                <a:lnTo>
                  <a:pt x="852272" y="15037"/>
                </a:lnTo>
                <a:lnTo>
                  <a:pt x="861289" y="15037"/>
                </a:lnTo>
                <a:lnTo>
                  <a:pt x="861289" y="20651"/>
                </a:lnTo>
                <a:lnTo>
                  <a:pt x="852272" y="20651"/>
                </a:lnTo>
                <a:lnTo>
                  <a:pt x="852272" y="45212"/>
                </a:lnTo>
                <a:cubicBezTo>
                  <a:pt x="852272" y="46406"/>
                  <a:pt x="852399" y="47320"/>
                  <a:pt x="852653" y="47981"/>
                </a:cubicBezTo>
                <a:cubicBezTo>
                  <a:pt x="852907" y="48641"/>
                  <a:pt x="853415" y="49111"/>
                  <a:pt x="854050" y="49378"/>
                </a:cubicBezTo>
                <a:cubicBezTo>
                  <a:pt x="854685" y="49657"/>
                  <a:pt x="855574" y="49785"/>
                  <a:pt x="856590" y="49785"/>
                </a:cubicBezTo>
                <a:cubicBezTo>
                  <a:pt x="858114" y="49785"/>
                  <a:pt x="859638" y="49581"/>
                  <a:pt x="861289" y="49149"/>
                </a:cubicBezTo>
                <a:lnTo>
                  <a:pt x="861289" y="55258"/>
                </a:lnTo>
                <a:cubicBezTo>
                  <a:pt x="860527" y="55435"/>
                  <a:pt x="859638" y="55576"/>
                  <a:pt x="858622" y="55690"/>
                </a:cubicBezTo>
                <a:cubicBezTo>
                  <a:pt x="857606" y="55791"/>
                  <a:pt x="856590" y="55855"/>
                  <a:pt x="855701" y="55855"/>
                </a:cubicBezTo>
                <a:close/>
                <a:moveTo>
                  <a:pt x="869163" y="15037"/>
                </a:moveTo>
                <a:lnTo>
                  <a:pt x="875513" y="15037"/>
                </a:lnTo>
                <a:lnTo>
                  <a:pt x="875513" y="23406"/>
                </a:lnTo>
                <a:lnTo>
                  <a:pt x="875640" y="23406"/>
                </a:lnTo>
                <a:cubicBezTo>
                  <a:pt x="876656" y="20803"/>
                  <a:pt x="878180" y="18631"/>
                  <a:pt x="880212" y="16879"/>
                </a:cubicBezTo>
                <a:cubicBezTo>
                  <a:pt x="882244" y="15126"/>
                  <a:pt x="885038" y="14250"/>
                  <a:pt x="888721" y="14250"/>
                </a:cubicBezTo>
                <a:cubicBezTo>
                  <a:pt x="891515" y="14250"/>
                  <a:pt x="893801" y="14834"/>
                  <a:pt x="895706" y="16002"/>
                </a:cubicBezTo>
                <a:cubicBezTo>
                  <a:pt x="897611" y="17171"/>
                  <a:pt x="899008" y="18821"/>
                  <a:pt x="899897" y="20955"/>
                </a:cubicBezTo>
                <a:cubicBezTo>
                  <a:pt x="900786" y="23089"/>
                  <a:pt x="901294" y="25578"/>
                  <a:pt x="901294" y="28435"/>
                </a:cubicBezTo>
                <a:lnTo>
                  <a:pt x="901294" y="55258"/>
                </a:lnTo>
                <a:lnTo>
                  <a:pt x="894563" y="55258"/>
                </a:lnTo>
                <a:lnTo>
                  <a:pt x="894563" y="29731"/>
                </a:lnTo>
                <a:cubicBezTo>
                  <a:pt x="894563" y="26632"/>
                  <a:pt x="893928" y="24270"/>
                  <a:pt x="892658" y="22644"/>
                </a:cubicBezTo>
                <a:cubicBezTo>
                  <a:pt x="891388" y="21019"/>
                  <a:pt x="889229" y="20206"/>
                  <a:pt x="886308" y="20206"/>
                </a:cubicBezTo>
                <a:cubicBezTo>
                  <a:pt x="884149" y="20206"/>
                  <a:pt x="882371" y="20663"/>
                  <a:pt x="880720" y="21590"/>
                </a:cubicBezTo>
                <a:cubicBezTo>
                  <a:pt x="879196" y="22505"/>
                  <a:pt x="877926" y="23838"/>
                  <a:pt x="877164" y="25603"/>
                </a:cubicBezTo>
                <a:cubicBezTo>
                  <a:pt x="876275" y="27369"/>
                  <a:pt x="875767" y="29477"/>
                  <a:pt x="875767" y="31928"/>
                </a:cubicBezTo>
                <a:lnTo>
                  <a:pt x="875767" y="55258"/>
                </a:lnTo>
                <a:lnTo>
                  <a:pt x="869163" y="55258"/>
                </a:lnTo>
                <a:lnTo>
                  <a:pt x="869163" y="15037"/>
                </a:lnTo>
                <a:close/>
                <a:moveTo>
                  <a:pt x="929615" y="56007"/>
                </a:moveTo>
                <a:cubicBezTo>
                  <a:pt x="925551" y="56007"/>
                  <a:pt x="921995" y="55207"/>
                  <a:pt x="918947" y="53607"/>
                </a:cubicBezTo>
                <a:cubicBezTo>
                  <a:pt x="915899" y="52007"/>
                  <a:pt x="913486" y="49632"/>
                  <a:pt x="911835" y="46495"/>
                </a:cubicBezTo>
                <a:cubicBezTo>
                  <a:pt x="910184" y="43358"/>
                  <a:pt x="909422" y="39574"/>
                  <a:pt x="909422" y="35128"/>
                </a:cubicBezTo>
                <a:cubicBezTo>
                  <a:pt x="909422" y="30633"/>
                  <a:pt x="910311" y="26822"/>
                  <a:pt x="911962" y="23685"/>
                </a:cubicBezTo>
                <a:cubicBezTo>
                  <a:pt x="913740" y="20549"/>
                  <a:pt x="916153" y="18186"/>
                  <a:pt x="919074" y="16612"/>
                </a:cubicBezTo>
                <a:cubicBezTo>
                  <a:pt x="921995" y="15037"/>
                  <a:pt x="925297" y="14250"/>
                  <a:pt x="928853" y="14250"/>
                </a:cubicBezTo>
                <a:cubicBezTo>
                  <a:pt x="932917" y="14250"/>
                  <a:pt x="936346" y="15202"/>
                  <a:pt x="938886" y="17107"/>
                </a:cubicBezTo>
                <a:cubicBezTo>
                  <a:pt x="941553" y="19000"/>
                  <a:pt x="943458" y="21425"/>
                  <a:pt x="944601" y="24371"/>
                </a:cubicBezTo>
                <a:cubicBezTo>
                  <a:pt x="945871" y="27331"/>
                  <a:pt x="946379" y="30429"/>
                  <a:pt x="946379" y="33681"/>
                </a:cubicBezTo>
                <a:cubicBezTo>
                  <a:pt x="946379" y="34798"/>
                  <a:pt x="946379" y="35840"/>
                  <a:pt x="946252" y="36805"/>
                </a:cubicBezTo>
                <a:lnTo>
                  <a:pt x="916407" y="36805"/>
                </a:lnTo>
                <a:cubicBezTo>
                  <a:pt x="916661" y="41199"/>
                  <a:pt x="917931" y="44539"/>
                  <a:pt x="920090" y="46851"/>
                </a:cubicBezTo>
                <a:cubicBezTo>
                  <a:pt x="922376" y="49149"/>
                  <a:pt x="925551" y="50305"/>
                  <a:pt x="929615" y="50305"/>
                </a:cubicBezTo>
                <a:cubicBezTo>
                  <a:pt x="932155" y="50305"/>
                  <a:pt x="934187" y="49936"/>
                  <a:pt x="935965" y="49188"/>
                </a:cubicBezTo>
                <a:cubicBezTo>
                  <a:pt x="937743" y="48451"/>
                  <a:pt x="939394" y="47219"/>
                  <a:pt x="940791" y="45504"/>
                </a:cubicBezTo>
                <a:lnTo>
                  <a:pt x="944982" y="49670"/>
                </a:lnTo>
                <a:cubicBezTo>
                  <a:pt x="943712" y="51168"/>
                  <a:pt x="942315" y="52375"/>
                  <a:pt x="940791" y="53302"/>
                </a:cubicBezTo>
                <a:cubicBezTo>
                  <a:pt x="939267" y="54229"/>
                  <a:pt x="937743" y="54915"/>
                  <a:pt x="935838" y="55347"/>
                </a:cubicBezTo>
                <a:cubicBezTo>
                  <a:pt x="934060" y="55779"/>
                  <a:pt x="932028" y="56007"/>
                  <a:pt x="929615" y="56007"/>
                </a:cubicBezTo>
                <a:close/>
                <a:moveTo>
                  <a:pt x="939648" y="31636"/>
                </a:moveTo>
                <a:cubicBezTo>
                  <a:pt x="939267" y="27763"/>
                  <a:pt x="938124" y="24854"/>
                  <a:pt x="936219" y="22911"/>
                </a:cubicBezTo>
                <a:cubicBezTo>
                  <a:pt x="934314" y="20955"/>
                  <a:pt x="931774" y="19990"/>
                  <a:pt x="928599" y="19990"/>
                </a:cubicBezTo>
                <a:cubicBezTo>
                  <a:pt x="926440" y="19990"/>
                  <a:pt x="924662" y="20422"/>
                  <a:pt x="922884" y="21286"/>
                </a:cubicBezTo>
                <a:cubicBezTo>
                  <a:pt x="921233" y="22149"/>
                  <a:pt x="919836" y="23457"/>
                  <a:pt x="918820" y="25197"/>
                </a:cubicBezTo>
                <a:cubicBezTo>
                  <a:pt x="917677" y="26924"/>
                  <a:pt x="916915" y="29070"/>
                  <a:pt x="916661" y="31636"/>
                </a:cubicBezTo>
                <a:lnTo>
                  <a:pt x="939648" y="31636"/>
                </a:lnTo>
                <a:close/>
                <a:moveTo>
                  <a:pt x="954507" y="15037"/>
                </a:moveTo>
                <a:lnTo>
                  <a:pt x="960857" y="15037"/>
                </a:lnTo>
                <a:lnTo>
                  <a:pt x="960857" y="23635"/>
                </a:lnTo>
                <a:lnTo>
                  <a:pt x="960984" y="23635"/>
                </a:lnTo>
                <a:cubicBezTo>
                  <a:pt x="961746" y="20333"/>
                  <a:pt x="962889" y="17945"/>
                  <a:pt x="964540" y="16472"/>
                </a:cubicBezTo>
                <a:cubicBezTo>
                  <a:pt x="966064" y="14999"/>
                  <a:pt x="968096" y="14250"/>
                  <a:pt x="970509" y="14250"/>
                </a:cubicBezTo>
                <a:cubicBezTo>
                  <a:pt x="971144" y="14250"/>
                  <a:pt x="971652" y="14288"/>
                  <a:pt x="972287" y="14364"/>
                </a:cubicBezTo>
                <a:cubicBezTo>
                  <a:pt x="972795" y="14440"/>
                  <a:pt x="973303" y="14529"/>
                  <a:pt x="973684" y="14631"/>
                </a:cubicBezTo>
                <a:lnTo>
                  <a:pt x="973684" y="21210"/>
                </a:lnTo>
                <a:cubicBezTo>
                  <a:pt x="973303" y="21095"/>
                  <a:pt x="972795" y="20993"/>
                  <a:pt x="972160" y="20917"/>
                </a:cubicBezTo>
                <a:cubicBezTo>
                  <a:pt x="971525" y="20841"/>
                  <a:pt x="970890" y="20803"/>
                  <a:pt x="970382" y="20803"/>
                </a:cubicBezTo>
                <a:cubicBezTo>
                  <a:pt x="967080" y="20803"/>
                  <a:pt x="964667" y="21946"/>
                  <a:pt x="963270" y="24244"/>
                </a:cubicBezTo>
                <a:cubicBezTo>
                  <a:pt x="961873" y="26543"/>
                  <a:pt x="961111" y="29896"/>
                  <a:pt x="961111" y="34316"/>
                </a:cubicBezTo>
                <a:lnTo>
                  <a:pt x="961111" y="55258"/>
                </a:lnTo>
                <a:lnTo>
                  <a:pt x="954507" y="55258"/>
                </a:lnTo>
                <a:lnTo>
                  <a:pt x="954507" y="15037"/>
                </a:lnTo>
                <a:close/>
                <a:moveTo>
                  <a:pt x="992988" y="56007"/>
                </a:moveTo>
                <a:cubicBezTo>
                  <a:pt x="986130" y="56007"/>
                  <a:pt x="980669" y="53899"/>
                  <a:pt x="976859" y="49670"/>
                </a:cubicBezTo>
                <a:lnTo>
                  <a:pt x="981177" y="45403"/>
                </a:lnTo>
                <a:cubicBezTo>
                  <a:pt x="982955" y="47257"/>
                  <a:pt x="984733" y="48565"/>
                  <a:pt x="986638" y="49327"/>
                </a:cubicBezTo>
                <a:cubicBezTo>
                  <a:pt x="988416" y="50076"/>
                  <a:pt x="990575" y="50457"/>
                  <a:pt x="992988" y="50457"/>
                </a:cubicBezTo>
                <a:cubicBezTo>
                  <a:pt x="995401" y="50457"/>
                  <a:pt x="997433" y="50000"/>
                  <a:pt x="999084" y="49099"/>
                </a:cubicBezTo>
                <a:cubicBezTo>
                  <a:pt x="1000735" y="48197"/>
                  <a:pt x="1001624" y="46711"/>
                  <a:pt x="1001624" y="44653"/>
                </a:cubicBezTo>
                <a:cubicBezTo>
                  <a:pt x="1001624" y="43193"/>
                  <a:pt x="1001243" y="41999"/>
                  <a:pt x="1000354" y="41097"/>
                </a:cubicBezTo>
                <a:cubicBezTo>
                  <a:pt x="999592" y="40196"/>
                  <a:pt x="998449" y="39484"/>
                  <a:pt x="997179" y="38964"/>
                </a:cubicBezTo>
                <a:cubicBezTo>
                  <a:pt x="995909" y="38443"/>
                  <a:pt x="993877" y="37833"/>
                  <a:pt x="991464" y="37135"/>
                </a:cubicBezTo>
                <a:cubicBezTo>
                  <a:pt x="988924" y="36424"/>
                  <a:pt x="986765" y="35649"/>
                  <a:pt x="984987" y="34837"/>
                </a:cubicBezTo>
                <a:cubicBezTo>
                  <a:pt x="983209" y="34011"/>
                  <a:pt x="981685" y="32842"/>
                  <a:pt x="980542" y="31318"/>
                </a:cubicBezTo>
                <a:cubicBezTo>
                  <a:pt x="979272" y="29794"/>
                  <a:pt x="978764" y="27839"/>
                  <a:pt x="978764" y="25451"/>
                </a:cubicBezTo>
                <a:cubicBezTo>
                  <a:pt x="978764" y="23076"/>
                  <a:pt x="979272" y="21044"/>
                  <a:pt x="980415" y="19355"/>
                </a:cubicBezTo>
                <a:cubicBezTo>
                  <a:pt x="981685" y="17666"/>
                  <a:pt x="983336" y="16396"/>
                  <a:pt x="985495" y="15532"/>
                </a:cubicBezTo>
                <a:cubicBezTo>
                  <a:pt x="987527" y="14681"/>
                  <a:pt x="990067" y="14250"/>
                  <a:pt x="992861" y="14250"/>
                </a:cubicBezTo>
                <a:cubicBezTo>
                  <a:pt x="995655" y="14250"/>
                  <a:pt x="998195" y="14707"/>
                  <a:pt x="1000735" y="15608"/>
                </a:cubicBezTo>
                <a:cubicBezTo>
                  <a:pt x="1003275" y="16523"/>
                  <a:pt x="1005307" y="17844"/>
                  <a:pt x="1006958" y="19571"/>
                </a:cubicBezTo>
                <a:lnTo>
                  <a:pt x="1002767" y="23851"/>
                </a:lnTo>
                <a:cubicBezTo>
                  <a:pt x="1000100" y="21222"/>
                  <a:pt x="996798" y="19914"/>
                  <a:pt x="992861" y="19914"/>
                </a:cubicBezTo>
                <a:cubicBezTo>
                  <a:pt x="990448" y="19914"/>
                  <a:pt x="988670" y="20346"/>
                  <a:pt x="987273" y="21210"/>
                </a:cubicBezTo>
                <a:cubicBezTo>
                  <a:pt x="985876" y="22085"/>
                  <a:pt x="985241" y="23394"/>
                  <a:pt x="985241" y="25159"/>
                </a:cubicBezTo>
                <a:cubicBezTo>
                  <a:pt x="985241" y="26327"/>
                  <a:pt x="985622" y="27293"/>
                  <a:pt x="986384" y="28055"/>
                </a:cubicBezTo>
                <a:cubicBezTo>
                  <a:pt x="987273" y="28829"/>
                  <a:pt x="988289" y="29464"/>
                  <a:pt x="989686" y="29973"/>
                </a:cubicBezTo>
                <a:cubicBezTo>
                  <a:pt x="990956" y="30480"/>
                  <a:pt x="992861" y="31090"/>
                  <a:pt x="995401" y="31776"/>
                </a:cubicBezTo>
                <a:cubicBezTo>
                  <a:pt x="997941" y="32500"/>
                  <a:pt x="1000100" y="33262"/>
                  <a:pt x="1001878" y="34049"/>
                </a:cubicBezTo>
                <a:cubicBezTo>
                  <a:pt x="1003529" y="34849"/>
                  <a:pt x="1005053" y="36055"/>
                  <a:pt x="1006323" y="37681"/>
                </a:cubicBezTo>
                <a:cubicBezTo>
                  <a:pt x="1007466" y="39307"/>
                  <a:pt x="1008101" y="41453"/>
                  <a:pt x="1008101" y="44133"/>
                </a:cubicBezTo>
                <a:cubicBezTo>
                  <a:pt x="1008101" y="46610"/>
                  <a:pt x="1007466" y="48743"/>
                  <a:pt x="1006196" y="50533"/>
                </a:cubicBezTo>
                <a:cubicBezTo>
                  <a:pt x="1004926" y="52312"/>
                  <a:pt x="1003148" y="53670"/>
                  <a:pt x="1000862" y="54611"/>
                </a:cubicBezTo>
                <a:cubicBezTo>
                  <a:pt x="998576" y="55538"/>
                  <a:pt x="995909" y="56007"/>
                  <a:pt x="992988" y="56007"/>
                </a:cubicBezTo>
                <a:close/>
                <a:moveTo>
                  <a:pt x="1057250" y="56007"/>
                </a:moveTo>
                <a:cubicBezTo>
                  <a:pt x="1052170" y="56007"/>
                  <a:pt x="1047725" y="54902"/>
                  <a:pt x="1043915" y="52693"/>
                </a:cubicBezTo>
                <a:cubicBezTo>
                  <a:pt x="1039978" y="50483"/>
                  <a:pt x="1037057" y="47334"/>
                  <a:pt x="1034898" y="43256"/>
                </a:cubicBezTo>
                <a:cubicBezTo>
                  <a:pt x="1032739" y="39180"/>
                  <a:pt x="1031596" y="34430"/>
                  <a:pt x="1031596" y="29032"/>
                </a:cubicBezTo>
                <a:cubicBezTo>
                  <a:pt x="1031596" y="23623"/>
                  <a:pt x="1032739" y="18885"/>
                  <a:pt x="1034898" y="14808"/>
                </a:cubicBezTo>
                <a:cubicBezTo>
                  <a:pt x="1037057" y="10744"/>
                  <a:pt x="1039978" y="7595"/>
                  <a:pt x="1043915" y="5385"/>
                </a:cubicBezTo>
                <a:cubicBezTo>
                  <a:pt x="1047725" y="3163"/>
                  <a:pt x="1052170" y="2045"/>
                  <a:pt x="1057250" y="2045"/>
                </a:cubicBezTo>
                <a:cubicBezTo>
                  <a:pt x="1062203" y="2045"/>
                  <a:pt x="1066648" y="3163"/>
                  <a:pt x="1070458" y="5385"/>
                </a:cubicBezTo>
                <a:cubicBezTo>
                  <a:pt x="1074395" y="7595"/>
                  <a:pt x="1077443" y="10744"/>
                  <a:pt x="1079602" y="14808"/>
                </a:cubicBezTo>
                <a:cubicBezTo>
                  <a:pt x="1081761" y="18885"/>
                  <a:pt x="1082777" y="23623"/>
                  <a:pt x="1082777" y="29032"/>
                </a:cubicBezTo>
                <a:cubicBezTo>
                  <a:pt x="1082777" y="34430"/>
                  <a:pt x="1081761" y="39180"/>
                  <a:pt x="1079602" y="43256"/>
                </a:cubicBezTo>
                <a:cubicBezTo>
                  <a:pt x="1077443" y="47334"/>
                  <a:pt x="1074395" y="50483"/>
                  <a:pt x="1070458" y="52693"/>
                </a:cubicBezTo>
                <a:cubicBezTo>
                  <a:pt x="1066648" y="54902"/>
                  <a:pt x="1062203" y="56007"/>
                  <a:pt x="1057250" y="56007"/>
                </a:cubicBezTo>
                <a:close/>
                <a:moveTo>
                  <a:pt x="1038835" y="29032"/>
                </a:moveTo>
                <a:cubicBezTo>
                  <a:pt x="1038835" y="33198"/>
                  <a:pt x="1039597" y="36818"/>
                  <a:pt x="1040994" y="39891"/>
                </a:cubicBezTo>
                <a:cubicBezTo>
                  <a:pt x="1042518" y="42964"/>
                  <a:pt x="1044677" y="45327"/>
                  <a:pt x="1047471" y="46978"/>
                </a:cubicBezTo>
                <a:cubicBezTo>
                  <a:pt x="1050138" y="48629"/>
                  <a:pt x="1053440" y="49454"/>
                  <a:pt x="1057250" y="49454"/>
                </a:cubicBezTo>
                <a:cubicBezTo>
                  <a:pt x="1060933" y="49454"/>
                  <a:pt x="1064235" y="48629"/>
                  <a:pt x="1066902" y="46978"/>
                </a:cubicBezTo>
                <a:cubicBezTo>
                  <a:pt x="1069696" y="45327"/>
                  <a:pt x="1071855" y="42964"/>
                  <a:pt x="1073379" y="39891"/>
                </a:cubicBezTo>
                <a:cubicBezTo>
                  <a:pt x="1074776" y="36818"/>
                  <a:pt x="1075538" y="33198"/>
                  <a:pt x="1075538" y="29032"/>
                </a:cubicBezTo>
                <a:cubicBezTo>
                  <a:pt x="1075538" y="24854"/>
                  <a:pt x="1074776" y="21248"/>
                  <a:pt x="1073379" y="18174"/>
                </a:cubicBezTo>
                <a:cubicBezTo>
                  <a:pt x="1071855" y="15113"/>
                  <a:pt x="1069696" y="12764"/>
                  <a:pt x="1066902" y="11112"/>
                </a:cubicBezTo>
                <a:cubicBezTo>
                  <a:pt x="1064235" y="9461"/>
                  <a:pt x="1060933" y="8636"/>
                  <a:pt x="1057250" y="8636"/>
                </a:cubicBezTo>
                <a:cubicBezTo>
                  <a:pt x="1053440" y="8636"/>
                  <a:pt x="1050138" y="9461"/>
                  <a:pt x="1047471" y="11112"/>
                </a:cubicBezTo>
                <a:cubicBezTo>
                  <a:pt x="1044677" y="12764"/>
                  <a:pt x="1042518" y="15113"/>
                  <a:pt x="1040994" y="18174"/>
                </a:cubicBezTo>
                <a:cubicBezTo>
                  <a:pt x="1039597" y="21248"/>
                  <a:pt x="1038835" y="24854"/>
                  <a:pt x="1038835" y="29032"/>
                </a:cubicBezTo>
                <a:close/>
                <a:moveTo>
                  <a:pt x="1091667" y="15037"/>
                </a:moveTo>
                <a:lnTo>
                  <a:pt x="1098017" y="15037"/>
                </a:lnTo>
                <a:lnTo>
                  <a:pt x="1098017" y="23406"/>
                </a:lnTo>
                <a:lnTo>
                  <a:pt x="1098144" y="23406"/>
                </a:lnTo>
                <a:cubicBezTo>
                  <a:pt x="1099160" y="20803"/>
                  <a:pt x="1100684" y="18631"/>
                  <a:pt x="1102716" y="16879"/>
                </a:cubicBezTo>
                <a:cubicBezTo>
                  <a:pt x="1104748" y="15126"/>
                  <a:pt x="1107542" y="14250"/>
                  <a:pt x="1111225" y="14250"/>
                </a:cubicBezTo>
                <a:cubicBezTo>
                  <a:pt x="1114019" y="14250"/>
                  <a:pt x="1116305" y="14834"/>
                  <a:pt x="1118210" y="16002"/>
                </a:cubicBezTo>
                <a:cubicBezTo>
                  <a:pt x="1120115" y="17171"/>
                  <a:pt x="1121512" y="18821"/>
                  <a:pt x="1122401" y="20955"/>
                </a:cubicBezTo>
                <a:cubicBezTo>
                  <a:pt x="1123290" y="23089"/>
                  <a:pt x="1123798" y="25578"/>
                  <a:pt x="1123798" y="28435"/>
                </a:cubicBezTo>
                <a:lnTo>
                  <a:pt x="1123798" y="55258"/>
                </a:lnTo>
                <a:lnTo>
                  <a:pt x="1117067" y="55258"/>
                </a:lnTo>
                <a:lnTo>
                  <a:pt x="1117067" y="29731"/>
                </a:lnTo>
                <a:cubicBezTo>
                  <a:pt x="1117067" y="26632"/>
                  <a:pt x="1116432" y="24270"/>
                  <a:pt x="1115162" y="22644"/>
                </a:cubicBezTo>
                <a:cubicBezTo>
                  <a:pt x="1113892" y="21019"/>
                  <a:pt x="1111733" y="20206"/>
                  <a:pt x="1108812" y="20206"/>
                </a:cubicBezTo>
                <a:cubicBezTo>
                  <a:pt x="1106653" y="20206"/>
                  <a:pt x="1104875" y="20663"/>
                  <a:pt x="1103224" y="21590"/>
                </a:cubicBezTo>
                <a:cubicBezTo>
                  <a:pt x="1101700" y="22505"/>
                  <a:pt x="1100430" y="23838"/>
                  <a:pt x="1099668" y="25603"/>
                </a:cubicBezTo>
                <a:cubicBezTo>
                  <a:pt x="1098779" y="27369"/>
                  <a:pt x="1098271" y="29477"/>
                  <a:pt x="1098271" y="31928"/>
                </a:cubicBezTo>
                <a:lnTo>
                  <a:pt x="1098271" y="55258"/>
                </a:lnTo>
                <a:lnTo>
                  <a:pt x="1091667" y="55258"/>
                </a:lnTo>
                <a:lnTo>
                  <a:pt x="1091667" y="15037"/>
                </a:lnTo>
                <a:close/>
                <a:moveTo>
                  <a:pt x="1143229" y="55855"/>
                </a:moveTo>
                <a:cubicBezTo>
                  <a:pt x="1141070" y="55855"/>
                  <a:pt x="1139292" y="55487"/>
                  <a:pt x="1137895" y="54776"/>
                </a:cubicBezTo>
                <a:cubicBezTo>
                  <a:pt x="1136498" y="54052"/>
                  <a:pt x="1135609" y="52984"/>
                  <a:pt x="1134974" y="51550"/>
                </a:cubicBezTo>
                <a:cubicBezTo>
                  <a:pt x="1134339" y="50127"/>
                  <a:pt x="1133958" y="48311"/>
                  <a:pt x="1133958" y="46101"/>
                </a:cubicBezTo>
                <a:lnTo>
                  <a:pt x="1133958" y="0"/>
                </a:lnTo>
                <a:lnTo>
                  <a:pt x="1140689" y="0"/>
                </a:lnTo>
                <a:lnTo>
                  <a:pt x="1140689" y="45060"/>
                </a:lnTo>
                <a:cubicBezTo>
                  <a:pt x="1140689" y="46304"/>
                  <a:pt x="1140816" y="47257"/>
                  <a:pt x="1141070" y="47930"/>
                </a:cubicBezTo>
                <a:cubicBezTo>
                  <a:pt x="1141324" y="48603"/>
                  <a:pt x="1141705" y="49073"/>
                  <a:pt x="1142213" y="49365"/>
                </a:cubicBezTo>
                <a:cubicBezTo>
                  <a:pt x="1142721" y="49644"/>
                  <a:pt x="1143483" y="49785"/>
                  <a:pt x="1144499" y="49785"/>
                </a:cubicBezTo>
                <a:cubicBezTo>
                  <a:pt x="1145134" y="49785"/>
                  <a:pt x="1145769" y="49733"/>
                  <a:pt x="1146404" y="49644"/>
                </a:cubicBezTo>
                <a:cubicBezTo>
                  <a:pt x="1147039" y="49543"/>
                  <a:pt x="1147547" y="49429"/>
                  <a:pt x="1148055" y="49302"/>
                </a:cubicBezTo>
                <a:lnTo>
                  <a:pt x="1148055" y="55258"/>
                </a:lnTo>
                <a:cubicBezTo>
                  <a:pt x="1147420" y="55461"/>
                  <a:pt x="1146658" y="55601"/>
                  <a:pt x="1145896" y="55703"/>
                </a:cubicBezTo>
                <a:cubicBezTo>
                  <a:pt x="1145007" y="55804"/>
                  <a:pt x="1144118" y="55855"/>
                  <a:pt x="1143229" y="55855"/>
                </a:cubicBezTo>
                <a:close/>
                <a:moveTo>
                  <a:pt x="1155294" y="71857"/>
                </a:moveTo>
                <a:cubicBezTo>
                  <a:pt x="1153897" y="71857"/>
                  <a:pt x="1152373" y="71755"/>
                  <a:pt x="1150976" y="71552"/>
                </a:cubicBezTo>
                <a:lnTo>
                  <a:pt x="1150976" y="65786"/>
                </a:lnTo>
                <a:cubicBezTo>
                  <a:pt x="1151992" y="66078"/>
                  <a:pt x="1153135" y="66231"/>
                  <a:pt x="1154786" y="66231"/>
                </a:cubicBezTo>
                <a:cubicBezTo>
                  <a:pt x="1156310" y="66231"/>
                  <a:pt x="1157580" y="66040"/>
                  <a:pt x="1158469" y="65660"/>
                </a:cubicBezTo>
                <a:cubicBezTo>
                  <a:pt x="1159485" y="65278"/>
                  <a:pt x="1160374" y="64694"/>
                  <a:pt x="1160882" y="63932"/>
                </a:cubicBezTo>
                <a:cubicBezTo>
                  <a:pt x="1161517" y="63157"/>
                  <a:pt x="1162152" y="62129"/>
                  <a:pt x="1162660" y="60833"/>
                </a:cubicBezTo>
                <a:lnTo>
                  <a:pt x="1164819" y="55144"/>
                </a:lnTo>
                <a:lnTo>
                  <a:pt x="1148690" y="15037"/>
                </a:lnTo>
                <a:lnTo>
                  <a:pt x="1155802" y="15037"/>
                </a:lnTo>
                <a:lnTo>
                  <a:pt x="1164438" y="37288"/>
                </a:lnTo>
                <a:cubicBezTo>
                  <a:pt x="1165073" y="39142"/>
                  <a:pt x="1165835" y="41237"/>
                  <a:pt x="1166597" y="43574"/>
                </a:cubicBezTo>
                <a:cubicBezTo>
                  <a:pt x="1167359" y="45910"/>
                  <a:pt x="1167867" y="47282"/>
                  <a:pt x="1167994" y="47702"/>
                </a:cubicBezTo>
                <a:cubicBezTo>
                  <a:pt x="1168121" y="47358"/>
                  <a:pt x="1168629" y="46038"/>
                  <a:pt x="1169391" y="43765"/>
                </a:cubicBezTo>
                <a:cubicBezTo>
                  <a:pt x="1170534" y="40932"/>
                  <a:pt x="1171169" y="39002"/>
                  <a:pt x="1171550" y="37960"/>
                </a:cubicBezTo>
                <a:lnTo>
                  <a:pt x="1179424" y="15037"/>
                </a:lnTo>
                <a:lnTo>
                  <a:pt x="1186536" y="15037"/>
                </a:lnTo>
                <a:lnTo>
                  <a:pt x="1167994" y="63030"/>
                </a:lnTo>
                <a:cubicBezTo>
                  <a:pt x="1167232" y="65088"/>
                  <a:pt x="1166343" y="66752"/>
                  <a:pt x="1165327" y="67996"/>
                </a:cubicBezTo>
                <a:cubicBezTo>
                  <a:pt x="1164438" y="69253"/>
                  <a:pt x="1163041" y="70206"/>
                  <a:pt x="1161517" y="70866"/>
                </a:cubicBezTo>
                <a:cubicBezTo>
                  <a:pt x="1159866" y="71527"/>
                  <a:pt x="1157834" y="71857"/>
                  <a:pt x="1155294" y="71857"/>
                </a:cubicBezTo>
                <a:close/>
              </a:path>
            </a:pathLst>
          </a:custGeom>
          <a:solidFill>
            <a:srgbClr val="000000">
              <a:alpha val="50196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6552" y="537565"/>
            <a:ext cx="5777738" cy="6510908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79" y="153911"/>
            <a:ext cx="368820" cy="36882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600" y="3149600"/>
            <a:ext cx="4546600" cy="4445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600" y="3149600"/>
            <a:ext cx="4546600" cy="4445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600" y="4203700"/>
            <a:ext cx="4546600" cy="4445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600" y="4203700"/>
            <a:ext cx="4546600" cy="4445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600" y="2095500"/>
            <a:ext cx="4546600" cy="4445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600" y="2095500"/>
            <a:ext cx="4546600" cy="4445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1911" y="105181"/>
            <a:ext cx="463283" cy="528802"/>
          </a:xfrm>
          <a:prstGeom prst="rect">
            <a:avLst/>
          </a:prstGeom>
        </p:spPr>
      </p:pic>
      <p:sp>
        <p:nvSpPr>
          <p:cNvPr id="35" name="Editable vector"/>
          <p:cNvSpPr/>
          <p:nvPr/>
        </p:nvSpPr>
        <p:spPr>
          <a:xfrm>
            <a:off x="5498846" y="212725"/>
            <a:ext cx="257175" cy="256159"/>
          </a:xfrm>
          <a:custGeom>
            <a:avLst/>
            <a:gdLst/>
            <a:ahLst/>
            <a:cxnLst/>
            <a:rect l="0" t="0" r="r" b="b"/>
            <a:pathLst>
              <a:path w="257175" h="256159" fill="norm" stroke="1" extrusionOk="0">
                <a:moveTo>
                  <a:pt x="0" y="42672"/>
                </a:moveTo>
                <a:cubicBezTo>
                  <a:pt x="0" y="19050"/>
                  <a:pt x="19050" y="0"/>
                  <a:pt x="42672" y="0"/>
                </a:cubicBezTo>
                <a:lnTo>
                  <a:pt x="214503" y="0"/>
                </a:lnTo>
                <a:cubicBezTo>
                  <a:pt x="238125" y="0"/>
                  <a:pt x="257175" y="19050"/>
                  <a:pt x="257175" y="42672"/>
                </a:cubicBezTo>
                <a:lnTo>
                  <a:pt x="257175" y="213487"/>
                </a:lnTo>
                <a:cubicBezTo>
                  <a:pt x="257175" y="237109"/>
                  <a:pt x="238125" y="256159"/>
                  <a:pt x="214503" y="256159"/>
                </a:cubicBezTo>
                <a:lnTo>
                  <a:pt x="42672" y="256159"/>
                </a:lnTo>
                <a:cubicBezTo>
                  <a:pt x="19050" y="256159"/>
                  <a:pt x="0" y="237109"/>
                  <a:pt x="0" y="213487"/>
                </a:cubicBezTo>
                <a:lnTo>
                  <a:pt x="0" y="42672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Editable text — PUBLIC"/>
          <p:cNvSpPr txBox="1"/>
          <p:nvPr/>
        </p:nvSpPr>
        <p:spPr>
          <a:xfrm>
            <a:off x="281940" y="6590857"/>
            <a:ext cx="381711" cy="170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6" b="0" i="0" spc="-2">
                <a:solidFill>
                  <a:srgbClr val="000000"/>
                </a:solidFill>
                <a:latin typeface="Arial"/>
              </a:rPr>
              <a:t>PUBLIC</a:t>
            </a:r>
          </a:p>
        </p:txBody>
      </p:sp>
      <p:sp>
        <p:nvSpPr>
          <p:cNvPr id="8" name="Editable text — Joule"/>
          <p:cNvSpPr txBox="1"/>
          <p:nvPr/>
        </p:nvSpPr>
        <p:spPr>
          <a:xfrm>
            <a:off x="783336" y="653668"/>
            <a:ext cx="1189583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3600" b="0" i="0" spc="65">
                <a:solidFill>
                  <a:srgbClr val="1C0C6E"/>
                </a:solidFill>
                <a:latin typeface="Arial"/>
              </a:rPr>
              <a:t>Joule</a:t>
            </a:r>
          </a:p>
        </p:txBody>
      </p:sp>
      <p:sp>
        <p:nvSpPr>
          <p:cNvPr id="9" name="Editable text — A new way to engage with and execute "/>
          <p:cNvSpPr txBox="1"/>
          <p:nvPr/>
        </p:nvSpPr>
        <p:spPr>
          <a:xfrm>
            <a:off x="783336" y="1192402"/>
            <a:ext cx="5278628" cy="495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400" b="0" i="0" spc="-34">
                <a:solidFill>
                  <a:srgbClr val="1C0C6E"/>
                </a:solidFill>
                <a:latin typeface="Arial"/>
              </a:rPr>
              <a:t>A new way to engage with and execute </a:t>
            </a:r>
          </a:p>
        </p:txBody>
      </p:sp>
      <p:sp>
        <p:nvSpPr>
          <p:cNvPr id="10" name="Editable text — end-to-end business processes. "/>
          <p:cNvSpPr txBox="1"/>
          <p:nvPr/>
        </p:nvSpPr>
        <p:spPr>
          <a:xfrm>
            <a:off x="783336" y="1558163"/>
            <a:ext cx="4418482" cy="495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400" b="0" i="0" spc="-13">
                <a:solidFill>
                  <a:srgbClr val="1C0C6E"/>
                </a:solidFill>
                <a:latin typeface="Arial"/>
              </a:rPr>
              <a:t>end-to-end business processes. </a:t>
            </a:r>
          </a:p>
        </p:txBody>
      </p:sp>
      <p:sp>
        <p:nvSpPr>
          <p:cNvPr id="11" name="Editable text — What is a Joule Assistant?"/>
          <p:cNvSpPr txBox="1"/>
          <p:nvPr/>
        </p:nvSpPr>
        <p:spPr>
          <a:xfrm>
            <a:off x="918362" y="3301476"/>
            <a:ext cx="1652337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-17">
                <a:solidFill>
                  <a:srgbClr val="5D36FF"/>
                </a:solidFill>
                <a:latin typeface="Arial"/>
              </a:rPr>
              <a:t>What is a Joule Assistant?</a:t>
            </a:r>
          </a:p>
        </p:txBody>
      </p:sp>
      <p:sp>
        <p:nvSpPr>
          <p:cNvPr id="12" name="Editable text — What is a Joule Agent?"/>
          <p:cNvSpPr txBox="1"/>
          <p:nvPr/>
        </p:nvSpPr>
        <p:spPr>
          <a:xfrm>
            <a:off x="920496" y="4353417"/>
            <a:ext cx="1453101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-20">
                <a:solidFill>
                  <a:srgbClr val="5D36FF"/>
                </a:solidFill>
                <a:latin typeface="Arial"/>
              </a:rPr>
              <a:t>What is a Joule Agent?</a:t>
            </a:r>
          </a:p>
        </p:txBody>
      </p:sp>
      <p:sp>
        <p:nvSpPr>
          <p:cNvPr id="13" name="Editable text — Assistants use deep role and process context to coordinate J"/>
          <p:cNvSpPr txBox="1"/>
          <p:nvPr/>
        </p:nvSpPr>
        <p:spPr>
          <a:xfrm>
            <a:off x="740359" y="3720274"/>
            <a:ext cx="3999192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0">
                <a:solidFill>
                  <a:srgbClr val="000000"/>
                </a:solidFill>
                <a:latin typeface="Arial"/>
              </a:rPr>
              <a:t>Assistants use deep role and process context to coordinate Joule Agents and </a:t>
            </a:r>
          </a:p>
        </p:txBody>
      </p:sp>
      <p:sp>
        <p:nvSpPr>
          <p:cNvPr id="14" name="Editable text — autonomously execute complex workflows across the business, "/>
          <p:cNvSpPr txBox="1"/>
          <p:nvPr/>
        </p:nvSpPr>
        <p:spPr>
          <a:xfrm>
            <a:off x="740359" y="3857434"/>
            <a:ext cx="4394214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3">
                <a:solidFill>
                  <a:srgbClr val="000000"/>
                </a:solidFill>
                <a:latin typeface="Arial"/>
              </a:rPr>
              <a:t>autonomously execute complex workflows across the business, like smart teammates.</a:t>
            </a:r>
          </a:p>
        </p:txBody>
      </p:sp>
      <p:sp>
        <p:nvSpPr>
          <p:cNvPr id="15" name="Editable text — Joule Agents are purpose-built AI agents with deep business "/>
          <p:cNvSpPr txBox="1"/>
          <p:nvPr/>
        </p:nvSpPr>
        <p:spPr>
          <a:xfrm>
            <a:off x="751941" y="4772469"/>
            <a:ext cx="4100336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2">
                <a:solidFill>
                  <a:srgbClr val="000000"/>
                </a:solidFill>
                <a:latin typeface="Arial"/>
              </a:rPr>
              <a:t>Joule Agents are purpose-built AI agents with deep business process expertise, </a:t>
            </a:r>
          </a:p>
        </p:txBody>
      </p:sp>
      <p:sp>
        <p:nvSpPr>
          <p:cNvPr id="16" name="Editable text — accessible through Joule Assistants, that automate well-defi"/>
          <p:cNvSpPr txBox="1"/>
          <p:nvPr/>
        </p:nvSpPr>
        <p:spPr>
          <a:xfrm>
            <a:off x="751941" y="4909629"/>
            <a:ext cx="440836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0">
                <a:solidFill>
                  <a:srgbClr val="000000"/>
                </a:solidFill>
                <a:latin typeface="Arial"/>
              </a:rPr>
              <a:t>accessible through Joule Assistants, that automate well-defined, multi-step enterprise </a:t>
            </a:r>
          </a:p>
        </p:txBody>
      </p:sp>
      <p:sp>
        <p:nvSpPr>
          <p:cNvPr id="17" name="Editable text — workflows so you can get more done."/>
          <p:cNvSpPr txBox="1"/>
          <p:nvPr/>
        </p:nvSpPr>
        <p:spPr>
          <a:xfrm>
            <a:off x="751941" y="5046789"/>
            <a:ext cx="1933219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4">
                <a:solidFill>
                  <a:srgbClr val="000000"/>
                </a:solidFill>
                <a:latin typeface="Arial"/>
              </a:rPr>
              <a:t>workflows so you can get more done.</a:t>
            </a:r>
          </a:p>
        </p:txBody>
      </p:sp>
      <p:sp>
        <p:nvSpPr>
          <p:cNvPr id="18" name="Editable text — What is Joule Studio?"/>
          <p:cNvSpPr txBox="1"/>
          <p:nvPr/>
        </p:nvSpPr>
        <p:spPr>
          <a:xfrm>
            <a:off x="920496" y="5549097"/>
            <a:ext cx="1395195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-10">
                <a:solidFill>
                  <a:srgbClr val="5D36FF"/>
                </a:solidFill>
                <a:latin typeface="Arial"/>
              </a:rPr>
              <a:t>What is Joule Studio?</a:t>
            </a:r>
          </a:p>
        </p:txBody>
      </p:sp>
      <p:sp>
        <p:nvSpPr>
          <p:cNvPr id="19" name="Editable text — Joule Studio is the AI development solution for customers to"/>
          <p:cNvSpPr txBox="1"/>
          <p:nvPr/>
        </p:nvSpPr>
        <p:spPr>
          <a:xfrm>
            <a:off x="751941" y="5968174"/>
            <a:ext cx="4477424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2">
                <a:solidFill>
                  <a:srgbClr val="000000"/>
                </a:solidFill>
                <a:latin typeface="Arial"/>
              </a:rPr>
              <a:t>Joule Studio is the AI development solution for customers to build AI Agents, apps, and </a:t>
            </a:r>
          </a:p>
        </p:txBody>
      </p:sp>
      <p:sp>
        <p:nvSpPr>
          <p:cNvPr id="20" name="Editable text — workflows on an SAP-managed runtime. "/>
          <p:cNvSpPr txBox="1"/>
          <p:nvPr/>
        </p:nvSpPr>
        <p:spPr>
          <a:xfrm>
            <a:off x="751941" y="6105334"/>
            <a:ext cx="2086902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10">
                <a:solidFill>
                  <a:srgbClr val="000000"/>
                </a:solidFill>
                <a:latin typeface="Arial"/>
              </a:rPr>
              <a:t>workflows on an SAP-managed runtime. </a:t>
            </a:r>
          </a:p>
        </p:txBody>
      </p:sp>
      <p:sp>
        <p:nvSpPr>
          <p:cNvPr id="21" name="Editable text — What is Joule Work?"/>
          <p:cNvSpPr txBox="1"/>
          <p:nvPr/>
        </p:nvSpPr>
        <p:spPr>
          <a:xfrm>
            <a:off x="918362" y="2244201"/>
            <a:ext cx="1311771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-16">
                <a:solidFill>
                  <a:srgbClr val="5D36FF"/>
                </a:solidFill>
                <a:latin typeface="Arial"/>
              </a:rPr>
              <a:t>What is Joule Work?</a:t>
            </a:r>
          </a:p>
        </p:txBody>
      </p:sp>
      <p:sp>
        <p:nvSpPr>
          <p:cNvPr id="22" name="Editable text — Joule Work is a new stand-alone dynamic workspace where peop"/>
          <p:cNvSpPr txBox="1"/>
          <p:nvPr/>
        </p:nvSpPr>
        <p:spPr>
          <a:xfrm>
            <a:off x="740359" y="2663253"/>
            <a:ext cx="412827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2">
                <a:solidFill>
                  <a:srgbClr val="000000"/>
                </a:solidFill>
                <a:latin typeface="Arial"/>
              </a:rPr>
              <a:t>Joule Work is a new stand-alone dynamic workspace where people can execute </a:t>
            </a:r>
          </a:p>
        </p:txBody>
      </p:sp>
      <p:sp>
        <p:nvSpPr>
          <p:cNvPr id="23" name="Editable text — business-wide workflows across SAP and non-SAP systems. "/>
          <p:cNvSpPr txBox="1"/>
          <p:nvPr/>
        </p:nvSpPr>
        <p:spPr>
          <a:xfrm>
            <a:off x="740359" y="2800413"/>
            <a:ext cx="3091992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12">
                <a:solidFill>
                  <a:srgbClr val="000000"/>
                </a:solidFill>
                <a:latin typeface="Arial"/>
              </a:rPr>
              <a:t>business-wide workflows across SAP and non-SAP systems. </a:t>
            </a:r>
          </a:p>
        </p:txBody>
      </p:sp>
      <p:sp>
        <p:nvSpPr>
          <p:cNvPr id="25" name="Editable text — Visual represents a mix of current "/>
          <p:cNvSpPr txBox="1"/>
          <p:nvPr/>
        </p:nvSpPr>
        <p:spPr>
          <a:xfrm>
            <a:off x="7788529" y="6407444"/>
            <a:ext cx="2023952" cy="2392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056" b="0" i="1" spc="-17">
                <a:solidFill>
                  <a:srgbClr val="7F7F7F"/>
                </a:solidFill>
                <a:latin typeface="Arial"/>
              </a:rPr>
              <a:t>Visual represents a mix of current </a:t>
            </a:r>
          </a:p>
        </p:txBody>
      </p:sp>
      <p:sp>
        <p:nvSpPr>
          <p:cNvPr id="26" name="Editable text — &amp; visionary product structure"/>
          <p:cNvSpPr txBox="1"/>
          <p:nvPr/>
        </p:nvSpPr>
        <p:spPr>
          <a:xfrm>
            <a:off x="7918068" y="6567464"/>
            <a:ext cx="1733195" cy="2392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056" b="0" i="1" spc="-8">
                <a:solidFill>
                  <a:srgbClr val="7F7F7F"/>
                </a:solidFill>
                <a:latin typeface="Arial"/>
              </a:rPr>
              <a:t>&amp; visionary product structure</a:t>
            </a:r>
          </a:p>
        </p:txBody>
      </p:sp>
      <p:sp>
        <p:nvSpPr>
          <p:cNvPr id="36" name="Editable text — 1"/>
          <p:cNvSpPr txBox="1"/>
          <p:nvPr/>
        </p:nvSpPr>
        <p:spPr>
          <a:xfrm>
            <a:off x="5568696" y="233885"/>
            <a:ext cx="180047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1" i="0">
                <a:solidFill>
                  <a:srgbClr val="002986"/>
                </a:solidFill>
                <a:latin typeface="Arial"/>
              </a:rPr>
              <a:t>1</a:t>
            </a:r>
          </a:p>
        </p:txBody>
      </p:sp>
      <p:sp>
        <p:nvSpPr>
          <p:cNvPr id="37" name="Editable text — Joule"/>
          <p:cNvSpPr txBox="1"/>
          <p:nvPr/>
        </p:nvSpPr>
        <p:spPr>
          <a:xfrm>
            <a:off x="5918580" y="239600"/>
            <a:ext cx="585026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1" i="0" spc="-15">
                <a:solidFill>
                  <a:srgbClr val="002986"/>
                </a:solidFill>
                <a:latin typeface="Arial"/>
              </a:rPr>
              <a:t>Joule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"/>
          <p:cNvSpPr/>
          <p:nvPr/>
        </p:nvSpPr>
        <p:spPr>
          <a:xfrm>
            <a:off x="0" y="0"/>
            <a:ext cx="12195175" cy="6858000"/>
          </a:xfrm>
          <a:custGeom>
            <a:avLst/>
            <a:gdLst/>
            <a:ahLst/>
            <a:cxnLst/>
            <a:rect l="0" t="0" r="r" b="b"/>
            <a:pathLst>
              <a:path w="12195175" h="6858000" fill="norm" stroke="0" extrusionOk="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5175" cy="6858000"/>
          </a:xfrm>
          <a:prstGeom prst="rect">
            <a:avLst/>
          </a:prstGeom>
        </p:spPr>
      </p:pic>
      <p:sp>
        <p:nvSpPr>
          <p:cNvPr id="5" name="Editable vector"/>
          <p:cNvSpPr/>
          <p:nvPr/>
        </p:nvSpPr>
        <p:spPr>
          <a:xfrm>
            <a:off x="506628" y="6582778"/>
            <a:ext cx="1186535" cy="71856"/>
          </a:xfrm>
          <a:custGeom>
            <a:avLst/>
            <a:gdLst/>
            <a:ahLst/>
            <a:cxnLst/>
            <a:rect l="0" t="0" r="r" b="b"/>
            <a:pathLst>
              <a:path w="1186536" h="71857" fill="norm" stroke="0" extrusionOk="0">
                <a:moveTo>
                  <a:pt x="0" y="2832"/>
                </a:moveTo>
                <a:lnTo>
                  <a:pt x="0" y="55258"/>
                </a:lnTo>
                <a:lnTo>
                  <a:pt x="7074" y="55258"/>
                </a:lnTo>
                <a:lnTo>
                  <a:pt x="7074" y="2832"/>
                </a:lnTo>
                <a:close/>
                <a:moveTo>
                  <a:pt x="19812" y="2832"/>
                </a:moveTo>
                <a:lnTo>
                  <a:pt x="28181" y="2832"/>
                </a:lnTo>
                <a:lnTo>
                  <a:pt x="54712" y="47410"/>
                </a:lnTo>
                <a:cubicBezTo>
                  <a:pt x="54661" y="46266"/>
                  <a:pt x="54610" y="44717"/>
                  <a:pt x="54572" y="42761"/>
                </a:cubicBezTo>
                <a:cubicBezTo>
                  <a:pt x="54521" y="40793"/>
                  <a:pt x="54496" y="38862"/>
                  <a:pt x="54496" y="36957"/>
                </a:cubicBezTo>
                <a:lnTo>
                  <a:pt x="54496" y="2832"/>
                </a:lnTo>
                <a:lnTo>
                  <a:pt x="60820" y="2832"/>
                </a:lnTo>
                <a:lnTo>
                  <a:pt x="60820" y="55258"/>
                </a:lnTo>
                <a:lnTo>
                  <a:pt x="52108" y="55258"/>
                </a:lnTo>
                <a:lnTo>
                  <a:pt x="25921" y="11202"/>
                </a:lnTo>
                <a:cubicBezTo>
                  <a:pt x="25972" y="12345"/>
                  <a:pt x="26010" y="13894"/>
                  <a:pt x="26060" y="15837"/>
                </a:cubicBezTo>
                <a:cubicBezTo>
                  <a:pt x="26111" y="17780"/>
                  <a:pt x="26137" y="19724"/>
                  <a:pt x="26137" y="21654"/>
                </a:cubicBezTo>
                <a:lnTo>
                  <a:pt x="26137" y="55258"/>
                </a:lnTo>
                <a:lnTo>
                  <a:pt x="19812" y="55258"/>
                </a:lnTo>
                <a:lnTo>
                  <a:pt x="19812" y="2832"/>
                </a:lnTo>
                <a:close/>
                <a:moveTo>
                  <a:pt x="84125" y="9385"/>
                </a:moveTo>
                <a:lnTo>
                  <a:pt x="67653" y="9385"/>
                </a:lnTo>
                <a:lnTo>
                  <a:pt x="67653" y="2832"/>
                </a:lnTo>
                <a:lnTo>
                  <a:pt x="107683" y="2832"/>
                </a:lnTo>
                <a:lnTo>
                  <a:pt x="107683" y="9385"/>
                </a:lnTo>
                <a:lnTo>
                  <a:pt x="91199" y="9385"/>
                </a:lnTo>
                <a:lnTo>
                  <a:pt x="91199" y="55258"/>
                </a:lnTo>
                <a:lnTo>
                  <a:pt x="84125" y="55258"/>
                </a:lnTo>
                <a:lnTo>
                  <a:pt x="84125" y="9385"/>
                </a:lnTo>
                <a:close/>
                <a:moveTo>
                  <a:pt x="114300" y="2832"/>
                </a:moveTo>
                <a:lnTo>
                  <a:pt x="147980" y="2832"/>
                </a:lnTo>
                <a:lnTo>
                  <a:pt x="147980" y="9385"/>
                </a:lnTo>
                <a:lnTo>
                  <a:pt x="121374" y="9385"/>
                </a:lnTo>
                <a:lnTo>
                  <a:pt x="121374" y="25083"/>
                </a:lnTo>
                <a:lnTo>
                  <a:pt x="145783" y="25083"/>
                </a:lnTo>
                <a:lnTo>
                  <a:pt x="145783" y="31483"/>
                </a:lnTo>
                <a:lnTo>
                  <a:pt x="121374" y="31483"/>
                </a:lnTo>
                <a:lnTo>
                  <a:pt x="121374" y="48705"/>
                </a:lnTo>
                <a:lnTo>
                  <a:pt x="149504" y="48705"/>
                </a:lnTo>
                <a:lnTo>
                  <a:pt x="149504" y="55258"/>
                </a:lnTo>
                <a:lnTo>
                  <a:pt x="114300" y="55258"/>
                </a:lnTo>
                <a:lnTo>
                  <a:pt x="114300" y="2832"/>
                </a:lnTo>
                <a:close/>
                <a:moveTo>
                  <a:pt x="158496" y="2832"/>
                </a:moveTo>
                <a:lnTo>
                  <a:pt x="178626" y="2832"/>
                </a:lnTo>
                <a:cubicBezTo>
                  <a:pt x="182550" y="2832"/>
                  <a:pt x="185877" y="3442"/>
                  <a:pt x="188633" y="4674"/>
                </a:cubicBezTo>
                <a:cubicBezTo>
                  <a:pt x="191389" y="5906"/>
                  <a:pt x="193485" y="7671"/>
                  <a:pt x="194907" y="9996"/>
                </a:cubicBezTo>
                <a:cubicBezTo>
                  <a:pt x="196329" y="12319"/>
                  <a:pt x="197041" y="15088"/>
                  <a:pt x="197041" y="18314"/>
                </a:cubicBezTo>
                <a:cubicBezTo>
                  <a:pt x="197041" y="20613"/>
                  <a:pt x="196596" y="22797"/>
                  <a:pt x="195707" y="24854"/>
                </a:cubicBezTo>
                <a:cubicBezTo>
                  <a:pt x="194818" y="26912"/>
                  <a:pt x="193408" y="28702"/>
                  <a:pt x="191478" y="30214"/>
                </a:cubicBezTo>
                <a:cubicBezTo>
                  <a:pt x="189560" y="31725"/>
                  <a:pt x="187122" y="32766"/>
                  <a:pt x="184175" y="33338"/>
                </a:cubicBezTo>
                <a:lnTo>
                  <a:pt x="199200" y="55258"/>
                </a:lnTo>
                <a:lnTo>
                  <a:pt x="190944" y="55258"/>
                </a:lnTo>
                <a:lnTo>
                  <a:pt x="177254" y="34240"/>
                </a:lnTo>
                <a:lnTo>
                  <a:pt x="165570" y="34240"/>
                </a:lnTo>
                <a:lnTo>
                  <a:pt x="165570" y="55258"/>
                </a:lnTo>
                <a:lnTo>
                  <a:pt x="158496" y="55258"/>
                </a:lnTo>
                <a:lnTo>
                  <a:pt x="158496" y="2832"/>
                </a:lnTo>
                <a:close/>
                <a:moveTo>
                  <a:pt x="178143" y="27915"/>
                </a:moveTo>
                <a:cubicBezTo>
                  <a:pt x="180797" y="27915"/>
                  <a:pt x="183007" y="27496"/>
                  <a:pt x="184785" y="26657"/>
                </a:cubicBezTo>
                <a:cubicBezTo>
                  <a:pt x="186563" y="25832"/>
                  <a:pt x="187871" y="24702"/>
                  <a:pt x="188709" y="23279"/>
                </a:cubicBezTo>
                <a:cubicBezTo>
                  <a:pt x="189548" y="21857"/>
                  <a:pt x="189979" y="20219"/>
                  <a:pt x="189979" y="18390"/>
                </a:cubicBezTo>
                <a:cubicBezTo>
                  <a:pt x="189979" y="15380"/>
                  <a:pt x="188925" y="13119"/>
                  <a:pt x="186817" y="11595"/>
                </a:cubicBezTo>
                <a:cubicBezTo>
                  <a:pt x="184709" y="10071"/>
                  <a:pt x="181712" y="9310"/>
                  <a:pt x="177851" y="9310"/>
                </a:cubicBezTo>
                <a:lnTo>
                  <a:pt x="165570" y="9310"/>
                </a:lnTo>
                <a:lnTo>
                  <a:pt x="165570" y="27915"/>
                </a:lnTo>
                <a:lnTo>
                  <a:pt x="178143" y="27915"/>
                </a:lnTo>
                <a:close/>
                <a:moveTo>
                  <a:pt x="207264" y="2832"/>
                </a:moveTo>
                <a:lnTo>
                  <a:pt x="215633" y="2832"/>
                </a:lnTo>
                <a:lnTo>
                  <a:pt x="242164" y="47410"/>
                </a:lnTo>
                <a:cubicBezTo>
                  <a:pt x="242113" y="46266"/>
                  <a:pt x="242062" y="44717"/>
                  <a:pt x="242024" y="42761"/>
                </a:cubicBezTo>
                <a:cubicBezTo>
                  <a:pt x="241973" y="40793"/>
                  <a:pt x="241948" y="38862"/>
                  <a:pt x="241948" y="36957"/>
                </a:cubicBezTo>
                <a:lnTo>
                  <a:pt x="241948" y="2832"/>
                </a:lnTo>
                <a:lnTo>
                  <a:pt x="248272" y="2832"/>
                </a:lnTo>
                <a:lnTo>
                  <a:pt x="248272" y="55258"/>
                </a:lnTo>
                <a:lnTo>
                  <a:pt x="239560" y="55258"/>
                </a:lnTo>
                <a:lnTo>
                  <a:pt x="213373" y="11202"/>
                </a:lnTo>
                <a:cubicBezTo>
                  <a:pt x="213424" y="12345"/>
                  <a:pt x="213462" y="13894"/>
                  <a:pt x="213512" y="15837"/>
                </a:cubicBezTo>
                <a:cubicBezTo>
                  <a:pt x="213563" y="17780"/>
                  <a:pt x="213589" y="19724"/>
                  <a:pt x="213589" y="21654"/>
                </a:cubicBezTo>
                <a:lnTo>
                  <a:pt x="213589" y="55258"/>
                </a:lnTo>
                <a:lnTo>
                  <a:pt x="207264" y="55258"/>
                </a:lnTo>
                <a:lnTo>
                  <a:pt x="207264" y="2832"/>
                </a:lnTo>
                <a:close/>
                <a:moveTo>
                  <a:pt x="274079" y="2832"/>
                </a:moveTo>
                <a:lnTo>
                  <a:pt x="282181" y="2832"/>
                </a:lnTo>
                <a:lnTo>
                  <a:pt x="301904" y="55258"/>
                </a:lnTo>
                <a:lnTo>
                  <a:pt x="294500" y="55258"/>
                </a:lnTo>
                <a:lnTo>
                  <a:pt x="289547" y="41085"/>
                </a:lnTo>
                <a:lnTo>
                  <a:pt x="266560" y="41085"/>
                </a:lnTo>
                <a:lnTo>
                  <a:pt x="261607" y="55258"/>
                </a:lnTo>
                <a:lnTo>
                  <a:pt x="254356" y="55258"/>
                </a:lnTo>
                <a:lnTo>
                  <a:pt x="274079" y="2832"/>
                </a:lnTo>
                <a:close/>
                <a:moveTo>
                  <a:pt x="287401" y="34900"/>
                </a:moveTo>
                <a:lnTo>
                  <a:pt x="281178" y="17158"/>
                </a:lnTo>
                <a:cubicBezTo>
                  <a:pt x="280607" y="15545"/>
                  <a:pt x="280048" y="13932"/>
                  <a:pt x="279489" y="12319"/>
                </a:cubicBezTo>
                <a:cubicBezTo>
                  <a:pt x="278930" y="10706"/>
                  <a:pt x="278448" y="9322"/>
                  <a:pt x="278054" y="8154"/>
                </a:cubicBezTo>
                <a:cubicBezTo>
                  <a:pt x="277660" y="9322"/>
                  <a:pt x="277178" y="10706"/>
                  <a:pt x="276619" y="12319"/>
                </a:cubicBezTo>
                <a:cubicBezTo>
                  <a:pt x="276060" y="13932"/>
                  <a:pt x="275501" y="15545"/>
                  <a:pt x="274930" y="17158"/>
                </a:cubicBezTo>
                <a:lnTo>
                  <a:pt x="268719" y="34900"/>
                </a:lnTo>
                <a:lnTo>
                  <a:pt x="287401" y="34900"/>
                </a:lnTo>
                <a:close/>
                <a:moveTo>
                  <a:pt x="307848" y="2832"/>
                </a:moveTo>
                <a:lnTo>
                  <a:pt x="314922" y="2832"/>
                </a:lnTo>
                <a:lnTo>
                  <a:pt x="314922" y="48705"/>
                </a:lnTo>
                <a:lnTo>
                  <a:pt x="339179" y="48705"/>
                </a:lnTo>
                <a:lnTo>
                  <a:pt x="339179" y="55258"/>
                </a:lnTo>
                <a:lnTo>
                  <a:pt x="307848" y="55258"/>
                </a:lnTo>
                <a:lnTo>
                  <a:pt x="307848" y="2832"/>
                </a:lnTo>
                <a:close/>
                <a:moveTo>
                  <a:pt x="362268" y="32410"/>
                </a:moveTo>
                <a:lnTo>
                  <a:pt x="362268" y="37580"/>
                </a:lnTo>
                <a:lnTo>
                  <a:pt x="404609" y="37580"/>
                </a:lnTo>
                <a:lnTo>
                  <a:pt x="404609" y="32410"/>
                </a:lnTo>
                <a:close/>
                <a:moveTo>
                  <a:pt x="446773" y="56007"/>
                </a:moveTo>
                <a:cubicBezTo>
                  <a:pt x="442481" y="56007"/>
                  <a:pt x="438696" y="55309"/>
                  <a:pt x="435407" y="53911"/>
                </a:cubicBezTo>
                <a:cubicBezTo>
                  <a:pt x="432118" y="52528"/>
                  <a:pt x="429387" y="50432"/>
                  <a:pt x="427203" y="47625"/>
                </a:cubicBezTo>
                <a:lnTo>
                  <a:pt x="432041" y="42787"/>
                </a:lnTo>
                <a:cubicBezTo>
                  <a:pt x="433210" y="44260"/>
                  <a:pt x="434429" y="45492"/>
                  <a:pt x="435724" y="46495"/>
                </a:cubicBezTo>
                <a:cubicBezTo>
                  <a:pt x="437007" y="47498"/>
                  <a:pt x="438556" y="48299"/>
                  <a:pt x="440373" y="48895"/>
                </a:cubicBezTo>
                <a:cubicBezTo>
                  <a:pt x="442189" y="49492"/>
                  <a:pt x="444322" y="49785"/>
                  <a:pt x="446773" y="49785"/>
                </a:cubicBezTo>
                <a:cubicBezTo>
                  <a:pt x="449199" y="49785"/>
                  <a:pt x="451371" y="49479"/>
                  <a:pt x="453288" y="48870"/>
                </a:cubicBezTo>
                <a:cubicBezTo>
                  <a:pt x="455193" y="48273"/>
                  <a:pt x="456705" y="47320"/>
                  <a:pt x="457822" y="46025"/>
                </a:cubicBezTo>
                <a:cubicBezTo>
                  <a:pt x="458940" y="44742"/>
                  <a:pt x="459499" y="43117"/>
                  <a:pt x="459499" y="41161"/>
                </a:cubicBezTo>
                <a:cubicBezTo>
                  <a:pt x="459499" y="39192"/>
                  <a:pt x="458915" y="37605"/>
                  <a:pt x="457746" y="36399"/>
                </a:cubicBezTo>
                <a:cubicBezTo>
                  <a:pt x="456578" y="35179"/>
                  <a:pt x="455104" y="34227"/>
                  <a:pt x="453326" y="33541"/>
                </a:cubicBezTo>
                <a:cubicBezTo>
                  <a:pt x="451536" y="32868"/>
                  <a:pt x="449161" y="32157"/>
                  <a:pt x="446215" y="31407"/>
                </a:cubicBezTo>
                <a:cubicBezTo>
                  <a:pt x="442646" y="30518"/>
                  <a:pt x="439712" y="29579"/>
                  <a:pt x="437439" y="28601"/>
                </a:cubicBezTo>
                <a:cubicBezTo>
                  <a:pt x="435153" y="27623"/>
                  <a:pt x="433222" y="26124"/>
                  <a:pt x="431635" y="24118"/>
                </a:cubicBezTo>
                <a:cubicBezTo>
                  <a:pt x="430047" y="22111"/>
                  <a:pt x="429247" y="19431"/>
                  <a:pt x="429247" y="16078"/>
                </a:cubicBezTo>
                <a:cubicBezTo>
                  <a:pt x="429247" y="12878"/>
                  <a:pt x="430060" y="10237"/>
                  <a:pt x="431660" y="8128"/>
                </a:cubicBezTo>
                <a:cubicBezTo>
                  <a:pt x="433273" y="6033"/>
                  <a:pt x="435458" y="4496"/>
                  <a:pt x="438201" y="3518"/>
                </a:cubicBezTo>
                <a:cubicBezTo>
                  <a:pt x="440931" y="2540"/>
                  <a:pt x="444017" y="2045"/>
                  <a:pt x="447446" y="2045"/>
                </a:cubicBezTo>
                <a:cubicBezTo>
                  <a:pt x="451561" y="2045"/>
                  <a:pt x="455054" y="2718"/>
                  <a:pt x="457937" y="4039"/>
                </a:cubicBezTo>
                <a:cubicBezTo>
                  <a:pt x="460807" y="5373"/>
                  <a:pt x="463220" y="7201"/>
                  <a:pt x="465150" y="9525"/>
                </a:cubicBezTo>
                <a:lnTo>
                  <a:pt x="460426" y="14212"/>
                </a:lnTo>
                <a:cubicBezTo>
                  <a:pt x="458762" y="12306"/>
                  <a:pt x="456870" y="10833"/>
                  <a:pt x="454736" y="9792"/>
                </a:cubicBezTo>
                <a:cubicBezTo>
                  <a:pt x="452603" y="8751"/>
                  <a:pt x="450050" y="8230"/>
                  <a:pt x="447065" y="8230"/>
                </a:cubicBezTo>
                <a:cubicBezTo>
                  <a:pt x="444665" y="8230"/>
                  <a:pt x="442646" y="8560"/>
                  <a:pt x="441007" y="9208"/>
                </a:cubicBezTo>
                <a:cubicBezTo>
                  <a:pt x="439369" y="9868"/>
                  <a:pt x="438150" y="10770"/>
                  <a:pt x="437363" y="11913"/>
                </a:cubicBezTo>
                <a:cubicBezTo>
                  <a:pt x="436562" y="13056"/>
                  <a:pt x="436169" y="14364"/>
                  <a:pt x="436169" y="15850"/>
                </a:cubicBezTo>
                <a:cubicBezTo>
                  <a:pt x="436169" y="17666"/>
                  <a:pt x="436715" y="19139"/>
                  <a:pt x="437820" y="20269"/>
                </a:cubicBezTo>
                <a:cubicBezTo>
                  <a:pt x="438925" y="21387"/>
                  <a:pt x="440309" y="22276"/>
                  <a:pt x="441960" y="22911"/>
                </a:cubicBezTo>
                <a:cubicBezTo>
                  <a:pt x="443598" y="23533"/>
                  <a:pt x="445872" y="24244"/>
                  <a:pt x="448742" y="25006"/>
                </a:cubicBezTo>
                <a:cubicBezTo>
                  <a:pt x="452514" y="25946"/>
                  <a:pt x="455587" y="26912"/>
                  <a:pt x="457949" y="27915"/>
                </a:cubicBezTo>
                <a:cubicBezTo>
                  <a:pt x="460324" y="28905"/>
                  <a:pt x="462343" y="30429"/>
                  <a:pt x="463995" y="32487"/>
                </a:cubicBezTo>
                <a:cubicBezTo>
                  <a:pt x="465658" y="34544"/>
                  <a:pt x="466496" y="37313"/>
                  <a:pt x="466496" y="40780"/>
                </a:cubicBezTo>
                <a:cubicBezTo>
                  <a:pt x="466496" y="43765"/>
                  <a:pt x="465734" y="46393"/>
                  <a:pt x="464223" y="48692"/>
                </a:cubicBezTo>
                <a:cubicBezTo>
                  <a:pt x="462712" y="50991"/>
                  <a:pt x="460477" y="52781"/>
                  <a:pt x="457505" y="54064"/>
                </a:cubicBezTo>
                <a:cubicBezTo>
                  <a:pt x="454546" y="55359"/>
                  <a:pt x="450964" y="56007"/>
                  <a:pt x="446773" y="56007"/>
                </a:cubicBezTo>
                <a:close/>
                <a:moveTo>
                  <a:pt x="488963" y="2832"/>
                </a:moveTo>
                <a:lnTo>
                  <a:pt x="497065" y="2832"/>
                </a:lnTo>
                <a:lnTo>
                  <a:pt x="516788" y="55258"/>
                </a:lnTo>
                <a:lnTo>
                  <a:pt x="509384" y="55258"/>
                </a:lnTo>
                <a:lnTo>
                  <a:pt x="504431" y="41085"/>
                </a:lnTo>
                <a:lnTo>
                  <a:pt x="481444" y="41085"/>
                </a:lnTo>
                <a:lnTo>
                  <a:pt x="476491" y="55258"/>
                </a:lnTo>
                <a:lnTo>
                  <a:pt x="469240" y="55258"/>
                </a:lnTo>
                <a:lnTo>
                  <a:pt x="488963" y="2832"/>
                </a:lnTo>
                <a:close/>
                <a:moveTo>
                  <a:pt x="502285" y="34900"/>
                </a:moveTo>
                <a:lnTo>
                  <a:pt x="496062" y="17158"/>
                </a:lnTo>
                <a:cubicBezTo>
                  <a:pt x="495490" y="15545"/>
                  <a:pt x="494932" y="13932"/>
                  <a:pt x="494373" y="12319"/>
                </a:cubicBezTo>
                <a:cubicBezTo>
                  <a:pt x="493814" y="10706"/>
                  <a:pt x="493332" y="9322"/>
                  <a:pt x="492938" y="8154"/>
                </a:cubicBezTo>
                <a:cubicBezTo>
                  <a:pt x="492544" y="9322"/>
                  <a:pt x="492062" y="10706"/>
                  <a:pt x="491503" y="12319"/>
                </a:cubicBezTo>
                <a:cubicBezTo>
                  <a:pt x="490944" y="13932"/>
                  <a:pt x="490385" y="15545"/>
                  <a:pt x="489814" y="17158"/>
                </a:cubicBezTo>
                <a:lnTo>
                  <a:pt x="483603" y="34900"/>
                </a:lnTo>
                <a:lnTo>
                  <a:pt x="502285" y="34900"/>
                </a:lnTo>
                <a:close/>
                <a:moveTo>
                  <a:pt x="522732" y="2832"/>
                </a:moveTo>
                <a:lnTo>
                  <a:pt x="542531" y="2832"/>
                </a:lnTo>
                <a:cubicBezTo>
                  <a:pt x="546570" y="2832"/>
                  <a:pt x="549974" y="3493"/>
                  <a:pt x="552729" y="4801"/>
                </a:cubicBezTo>
                <a:cubicBezTo>
                  <a:pt x="555473" y="6121"/>
                  <a:pt x="557543" y="7963"/>
                  <a:pt x="558914" y="10351"/>
                </a:cubicBezTo>
                <a:cubicBezTo>
                  <a:pt x="560299" y="12726"/>
                  <a:pt x="560984" y="15532"/>
                  <a:pt x="560984" y="18759"/>
                </a:cubicBezTo>
                <a:cubicBezTo>
                  <a:pt x="560984" y="21908"/>
                  <a:pt x="560299" y="24727"/>
                  <a:pt x="558940" y="27204"/>
                </a:cubicBezTo>
                <a:cubicBezTo>
                  <a:pt x="557568" y="29680"/>
                  <a:pt x="555536" y="31636"/>
                  <a:pt x="552831" y="33058"/>
                </a:cubicBezTo>
                <a:cubicBezTo>
                  <a:pt x="550126" y="34493"/>
                  <a:pt x="546837" y="35205"/>
                  <a:pt x="542938" y="35205"/>
                </a:cubicBezTo>
                <a:lnTo>
                  <a:pt x="529806" y="35205"/>
                </a:lnTo>
                <a:lnTo>
                  <a:pt x="529806" y="55258"/>
                </a:lnTo>
                <a:lnTo>
                  <a:pt x="522732" y="55258"/>
                </a:lnTo>
                <a:lnTo>
                  <a:pt x="522732" y="2832"/>
                </a:lnTo>
                <a:close/>
                <a:moveTo>
                  <a:pt x="541934" y="28804"/>
                </a:moveTo>
                <a:cubicBezTo>
                  <a:pt x="545948" y="28804"/>
                  <a:pt x="548957" y="27953"/>
                  <a:pt x="550939" y="26251"/>
                </a:cubicBezTo>
                <a:cubicBezTo>
                  <a:pt x="552920" y="24550"/>
                  <a:pt x="553911" y="22085"/>
                  <a:pt x="553911" y="18835"/>
                </a:cubicBezTo>
                <a:cubicBezTo>
                  <a:pt x="553911" y="15710"/>
                  <a:pt x="552882" y="13336"/>
                  <a:pt x="550812" y="11723"/>
                </a:cubicBezTo>
                <a:cubicBezTo>
                  <a:pt x="548742" y="10109"/>
                  <a:pt x="545681" y="9310"/>
                  <a:pt x="541630" y="9310"/>
                </a:cubicBezTo>
                <a:lnTo>
                  <a:pt x="529806" y="9310"/>
                </a:lnTo>
                <a:lnTo>
                  <a:pt x="529806" y="28804"/>
                </a:lnTo>
                <a:lnTo>
                  <a:pt x="541934" y="28804"/>
                </a:lnTo>
                <a:close/>
                <a:moveTo>
                  <a:pt x="595973" y="56007"/>
                </a:moveTo>
                <a:cubicBezTo>
                  <a:pt x="593585" y="56007"/>
                  <a:pt x="591464" y="55538"/>
                  <a:pt x="589610" y="54623"/>
                </a:cubicBezTo>
                <a:cubicBezTo>
                  <a:pt x="587743" y="53708"/>
                  <a:pt x="586296" y="52363"/>
                  <a:pt x="585254" y="50610"/>
                </a:cubicBezTo>
                <a:cubicBezTo>
                  <a:pt x="584213" y="48844"/>
                  <a:pt x="583692" y="46736"/>
                  <a:pt x="583692" y="44285"/>
                </a:cubicBezTo>
                <a:cubicBezTo>
                  <a:pt x="583692" y="41275"/>
                  <a:pt x="584479" y="38812"/>
                  <a:pt x="586054" y="36881"/>
                </a:cubicBezTo>
                <a:cubicBezTo>
                  <a:pt x="587629" y="34938"/>
                  <a:pt x="589775" y="33528"/>
                  <a:pt x="592506" y="32652"/>
                </a:cubicBezTo>
                <a:cubicBezTo>
                  <a:pt x="595236" y="31776"/>
                  <a:pt x="598399" y="31331"/>
                  <a:pt x="601993" y="31331"/>
                </a:cubicBezTo>
                <a:lnTo>
                  <a:pt x="609143" y="31331"/>
                </a:lnTo>
                <a:lnTo>
                  <a:pt x="609143" y="28575"/>
                </a:lnTo>
                <a:cubicBezTo>
                  <a:pt x="609143" y="25756"/>
                  <a:pt x="608470" y="23597"/>
                  <a:pt x="607111" y="22123"/>
                </a:cubicBezTo>
                <a:cubicBezTo>
                  <a:pt x="605765" y="20651"/>
                  <a:pt x="603720" y="19914"/>
                  <a:pt x="600989" y="19914"/>
                </a:cubicBezTo>
                <a:cubicBezTo>
                  <a:pt x="598513" y="19914"/>
                  <a:pt x="596354" y="20409"/>
                  <a:pt x="594500" y="21413"/>
                </a:cubicBezTo>
                <a:cubicBezTo>
                  <a:pt x="592658" y="22416"/>
                  <a:pt x="591020" y="23876"/>
                  <a:pt x="589610" y="25794"/>
                </a:cubicBezTo>
                <a:lnTo>
                  <a:pt x="585292" y="21476"/>
                </a:lnTo>
                <a:cubicBezTo>
                  <a:pt x="589305" y="16663"/>
                  <a:pt x="594690" y="14250"/>
                  <a:pt x="601434" y="14250"/>
                </a:cubicBezTo>
                <a:cubicBezTo>
                  <a:pt x="604545" y="14250"/>
                  <a:pt x="607174" y="14846"/>
                  <a:pt x="609333" y="16040"/>
                </a:cubicBezTo>
                <a:cubicBezTo>
                  <a:pt x="611480" y="17234"/>
                  <a:pt x="613105" y="18898"/>
                  <a:pt x="614197" y="21044"/>
                </a:cubicBezTo>
                <a:cubicBezTo>
                  <a:pt x="615290" y="23191"/>
                  <a:pt x="615836" y="25705"/>
                  <a:pt x="615836" y="28575"/>
                </a:cubicBezTo>
                <a:lnTo>
                  <a:pt x="615836" y="55258"/>
                </a:lnTo>
                <a:lnTo>
                  <a:pt x="609435" y="55258"/>
                </a:lnTo>
                <a:lnTo>
                  <a:pt x="609435" y="47778"/>
                </a:lnTo>
                <a:lnTo>
                  <a:pt x="609295" y="47778"/>
                </a:lnTo>
                <a:cubicBezTo>
                  <a:pt x="607949" y="50635"/>
                  <a:pt x="606209" y="52718"/>
                  <a:pt x="604076" y="54026"/>
                </a:cubicBezTo>
                <a:cubicBezTo>
                  <a:pt x="601942" y="55347"/>
                  <a:pt x="599250" y="56007"/>
                  <a:pt x="595973" y="56007"/>
                </a:cubicBezTo>
                <a:close/>
                <a:moveTo>
                  <a:pt x="590614" y="44133"/>
                </a:moveTo>
                <a:cubicBezTo>
                  <a:pt x="590614" y="45403"/>
                  <a:pt x="590893" y="46495"/>
                  <a:pt x="591464" y="47447"/>
                </a:cubicBezTo>
                <a:cubicBezTo>
                  <a:pt x="592036" y="48387"/>
                  <a:pt x="592861" y="49111"/>
                  <a:pt x="593941" y="49619"/>
                </a:cubicBezTo>
                <a:cubicBezTo>
                  <a:pt x="595020" y="50127"/>
                  <a:pt x="596303" y="50381"/>
                  <a:pt x="597789" y="50381"/>
                </a:cubicBezTo>
                <a:cubicBezTo>
                  <a:pt x="600151" y="50381"/>
                  <a:pt x="602183" y="49911"/>
                  <a:pt x="603898" y="48946"/>
                </a:cubicBezTo>
                <a:cubicBezTo>
                  <a:pt x="605612" y="47993"/>
                  <a:pt x="606908" y="46749"/>
                  <a:pt x="607797" y="45187"/>
                </a:cubicBezTo>
                <a:cubicBezTo>
                  <a:pt x="608698" y="43638"/>
                  <a:pt x="609143" y="41999"/>
                  <a:pt x="609143" y="40260"/>
                </a:cubicBezTo>
                <a:lnTo>
                  <a:pt x="609143" y="36361"/>
                </a:lnTo>
                <a:lnTo>
                  <a:pt x="602894" y="36361"/>
                </a:lnTo>
                <a:cubicBezTo>
                  <a:pt x="599199" y="36361"/>
                  <a:pt x="596227" y="36919"/>
                  <a:pt x="593979" y="38050"/>
                </a:cubicBezTo>
                <a:cubicBezTo>
                  <a:pt x="591731" y="39180"/>
                  <a:pt x="590614" y="41199"/>
                  <a:pt x="590614" y="44133"/>
                </a:cubicBezTo>
                <a:close/>
                <a:moveTo>
                  <a:pt x="625285" y="15037"/>
                </a:moveTo>
                <a:lnTo>
                  <a:pt x="631685" y="15037"/>
                </a:lnTo>
                <a:lnTo>
                  <a:pt x="631685" y="23406"/>
                </a:lnTo>
                <a:lnTo>
                  <a:pt x="631838" y="23406"/>
                </a:lnTo>
                <a:cubicBezTo>
                  <a:pt x="632828" y="20803"/>
                  <a:pt x="634340" y="18631"/>
                  <a:pt x="636372" y="16879"/>
                </a:cubicBezTo>
                <a:cubicBezTo>
                  <a:pt x="638404" y="15126"/>
                  <a:pt x="641248" y="14250"/>
                  <a:pt x="644893" y="14250"/>
                </a:cubicBezTo>
                <a:cubicBezTo>
                  <a:pt x="647675" y="14250"/>
                  <a:pt x="649999" y="14834"/>
                  <a:pt x="651866" y="16002"/>
                </a:cubicBezTo>
                <a:cubicBezTo>
                  <a:pt x="653745" y="17171"/>
                  <a:pt x="655142" y="18821"/>
                  <a:pt x="656082" y="20955"/>
                </a:cubicBezTo>
                <a:cubicBezTo>
                  <a:pt x="657009" y="23089"/>
                  <a:pt x="657466" y="25578"/>
                  <a:pt x="657466" y="28435"/>
                </a:cubicBezTo>
                <a:lnTo>
                  <a:pt x="657466" y="55258"/>
                </a:lnTo>
                <a:lnTo>
                  <a:pt x="650735" y="55258"/>
                </a:lnTo>
                <a:lnTo>
                  <a:pt x="650735" y="29731"/>
                </a:lnTo>
                <a:cubicBezTo>
                  <a:pt x="650735" y="26632"/>
                  <a:pt x="650088" y="24270"/>
                  <a:pt x="648805" y="22644"/>
                </a:cubicBezTo>
                <a:cubicBezTo>
                  <a:pt x="647510" y="21019"/>
                  <a:pt x="645389" y="20206"/>
                  <a:pt x="642442" y="20206"/>
                </a:cubicBezTo>
                <a:cubicBezTo>
                  <a:pt x="640334" y="20206"/>
                  <a:pt x="638493" y="20663"/>
                  <a:pt x="636918" y="21590"/>
                </a:cubicBezTo>
                <a:cubicBezTo>
                  <a:pt x="635343" y="22505"/>
                  <a:pt x="634124" y="23838"/>
                  <a:pt x="633273" y="25603"/>
                </a:cubicBezTo>
                <a:cubicBezTo>
                  <a:pt x="632409" y="27369"/>
                  <a:pt x="631990" y="29477"/>
                  <a:pt x="631990" y="31928"/>
                </a:cubicBezTo>
                <a:lnTo>
                  <a:pt x="631990" y="55258"/>
                </a:lnTo>
                <a:lnTo>
                  <a:pt x="625285" y="55258"/>
                </a:lnTo>
                <a:lnTo>
                  <a:pt x="625285" y="15037"/>
                </a:lnTo>
                <a:close/>
                <a:moveTo>
                  <a:pt x="683209" y="56007"/>
                </a:moveTo>
                <a:cubicBezTo>
                  <a:pt x="679691" y="56007"/>
                  <a:pt x="676593" y="55118"/>
                  <a:pt x="673926" y="53366"/>
                </a:cubicBezTo>
                <a:cubicBezTo>
                  <a:pt x="671259" y="51601"/>
                  <a:pt x="669201" y="49137"/>
                  <a:pt x="667741" y="45987"/>
                </a:cubicBezTo>
                <a:cubicBezTo>
                  <a:pt x="666267" y="42838"/>
                  <a:pt x="665543" y="39218"/>
                  <a:pt x="665543" y="35128"/>
                </a:cubicBezTo>
                <a:cubicBezTo>
                  <a:pt x="665543" y="31039"/>
                  <a:pt x="666255" y="27419"/>
                  <a:pt x="667677" y="24270"/>
                </a:cubicBezTo>
                <a:cubicBezTo>
                  <a:pt x="669112" y="21108"/>
                  <a:pt x="671144" y="18656"/>
                  <a:pt x="673786" y="16891"/>
                </a:cubicBezTo>
                <a:cubicBezTo>
                  <a:pt x="676427" y="15139"/>
                  <a:pt x="679488" y="14250"/>
                  <a:pt x="682993" y="14250"/>
                </a:cubicBezTo>
                <a:cubicBezTo>
                  <a:pt x="685571" y="14250"/>
                  <a:pt x="687857" y="14656"/>
                  <a:pt x="689839" y="15443"/>
                </a:cubicBezTo>
                <a:cubicBezTo>
                  <a:pt x="691820" y="16243"/>
                  <a:pt x="693471" y="17297"/>
                  <a:pt x="694792" y="18631"/>
                </a:cubicBezTo>
                <a:cubicBezTo>
                  <a:pt x="696100" y="19952"/>
                  <a:pt x="697116" y="21451"/>
                  <a:pt x="697840" y="23114"/>
                </a:cubicBezTo>
                <a:lnTo>
                  <a:pt x="697979" y="23114"/>
                </a:lnTo>
                <a:lnTo>
                  <a:pt x="697979" y="0"/>
                </a:lnTo>
                <a:lnTo>
                  <a:pt x="704685" y="0"/>
                </a:lnTo>
                <a:lnTo>
                  <a:pt x="704685" y="55258"/>
                </a:lnTo>
                <a:lnTo>
                  <a:pt x="698284" y="55258"/>
                </a:lnTo>
                <a:lnTo>
                  <a:pt x="698284" y="46736"/>
                </a:lnTo>
                <a:lnTo>
                  <a:pt x="698208" y="46736"/>
                </a:lnTo>
                <a:cubicBezTo>
                  <a:pt x="697090" y="49492"/>
                  <a:pt x="695363" y="51727"/>
                  <a:pt x="693014" y="53429"/>
                </a:cubicBezTo>
                <a:cubicBezTo>
                  <a:pt x="690677" y="55144"/>
                  <a:pt x="687400" y="56007"/>
                  <a:pt x="683209" y="56007"/>
                </a:cubicBezTo>
                <a:close/>
                <a:moveTo>
                  <a:pt x="672541" y="35128"/>
                </a:moveTo>
                <a:cubicBezTo>
                  <a:pt x="672541" y="38380"/>
                  <a:pt x="673087" y="41148"/>
                  <a:pt x="674192" y="43421"/>
                </a:cubicBezTo>
                <a:cubicBezTo>
                  <a:pt x="675297" y="45707"/>
                  <a:pt x="676808" y="47422"/>
                  <a:pt x="678726" y="48578"/>
                </a:cubicBezTo>
                <a:cubicBezTo>
                  <a:pt x="680657" y="49733"/>
                  <a:pt x="682828" y="50305"/>
                  <a:pt x="685267" y="50305"/>
                </a:cubicBezTo>
                <a:cubicBezTo>
                  <a:pt x="687692" y="50305"/>
                  <a:pt x="689864" y="49733"/>
                  <a:pt x="691794" y="48578"/>
                </a:cubicBezTo>
                <a:cubicBezTo>
                  <a:pt x="693712" y="47422"/>
                  <a:pt x="695223" y="45707"/>
                  <a:pt x="696328" y="43447"/>
                </a:cubicBezTo>
                <a:cubicBezTo>
                  <a:pt x="697433" y="41173"/>
                  <a:pt x="697979" y="38405"/>
                  <a:pt x="697979" y="35128"/>
                </a:cubicBezTo>
                <a:cubicBezTo>
                  <a:pt x="697979" y="31877"/>
                  <a:pt x="697433" y="29121"/>
                  <a:pt x="696328" y="26848"/>
                </a:cubicBezTo>
                <a:cubicBezTo>
                  <a:pt x="695223" y="24574"/>
                  <a:pt x="693712" y="22873"/>
                  <a:pt x="691794" y="21717"/>
                </a:cubicBezTo>
                <a:cubicBezTo>
                  <a:pt x="689864" y="20562"/>
                  <a:pt x="687692" y="19990"/>
                  <a:pt x="685267" y="19990"/>
                </a:cubicBezTo>
                <a:cubicBezTo>
                  <a:pt x="682828" y="19990"/>
                  <a:pt x="680657" y="20562"/>
                  <a:pt x="678726" y="21717"/>
                </a:cubicBezTo>
                <a:cubicBezTo>
                  <a:pt x="676808" y="22873"/>
                  <a:pt x="675297" y="24574"/>
                  <a:pt x="674192" y="26848"/>
                </a:cubicBezTo>
                <a:cubicBezTo>
                  <a:pt x="673087" y="29121"/>
                  <a:pt x="672541" y="31877"/>
                  <a:pt x="672541" y="35128"/>
                </a:cubicBezTo>
                <a:close/>
                <a:moveTo>
                  <a:pt x="734568" y="2832"/>
                </a:moveTo>
                <a:lnTo>
                  <a:pt x="754367" y="2832"/>
                </a:lnTo>
                <a:cubicBezTo>
                  <a:pt x="758406" y="2832"/>
                  <a:pt x="761810" y="3493"/>
                  <a:pt x="764515" y="4801"/>
                </a:cubicBezTo>
                <a:cubicBezTo>
                  <a:pt x="767309" y="6121"/>
                  <a:pt x="769341" y="7963"/>
                  <a:pt x="770738" y="10351"/>
                </a:cubicBezTo>
                <a:cubicBezTo>
                  <a:pt x="772135" y="12726"/>
                  <a:pt x="772770" y="15532"/>
                  <a:pt x="772770" y="18759"/>
                </a:cubicBezTo>
                <a:cubicBezTo>
                  <a:pt x="772770" y="21908"/>
                  <a:pt x="772135" y="24727"/>
                  <a:pt x="770738" y="27204"/>
                </a:cubicBezTo>
                <a:cubicBezTo>
                  <a:pt x="769468" y="29680"/>
                  <a:pt x="767436" y="31636"/>
                  <a:pt x="764642" y="33058"/>
                </a:cubicBezTo>
                <a:cubicBezTo>
                  <a:pt x="761962" y="34493"/>
                  <a:pt x="758673" y="35205"/>
                  <a:pt x="754774" y="35205"/>
                </a:cubicBezTo>
                <a:lnTo>
                  <a:pt x="741642" y="35205"/>
                </a:lnTo>
                <a:lnTo>
                  <a:pt x="741642" y="55258"/>
                </a:lnTo>
                <a:lnTo>
                  <a:pt x="734568" y="55258"/>
                </a:lnTo>
                <a:lnTo>
                  <a:pt x="734568" y="2832"/>
                </a:lnTo>
                <a:close/>
                <a:moveTo>
                  <a:pt x="753770" y="28804"/>
                </a:moveTo>
                <a:cubicBezTo>
                  <a:pt x="757784" y="28804"/>
                  <a:pt x="760793" y="27953"/>
                  <a:pt x="762775" y="26251"/>
                </a:cubicBezTo>
                <a:cubicBezTo>
                  <a:pt x="764769" y="24550"/>
                  <a:pt x="765785" y="22085"/>
                  <a:pt x="765785" y="18835"/>
                </a:cubicBezTo>
                <a:cubicBezTo>
                  <a:pt x="765785" y="15710"/>
                  <a:pt x="764769" y="13336"/>
                  <a:pt x="762648" y="11723"/>
                </a:cubicBezTo>
                <a:cubicBezTo>
                  <a:pt x="760578" y="10109"/>
                  <a:pt x="757517" y="9310"/>
                  <a:pt x="753466" y="9310"/>
                </a:cubicBezTo>
                <a:lnTo>
                  <a:pt x="741642" y="9310"/>
                </a:lnTo>
                <a:lnTo>
                  <a:pt x="741642" y="28804"/>
                </a:lnTo>
                <a:lnTo>
                  <a:pt x="753770" y="28804"/>
                </a:lnTo>
                <a:close/>
                <a:moveTo>
                  <a:pt x="789534" y="56007"/>
                </a:moveTo>
                <a:cubicBezTo>
                  <a:pt x="787121" y="56007"/>
                  <a:pt x="784962" y="55538"/>
                  <a:pt x="783184" y="54623"/>
                </a:cubicBezTo>
                <a:cubicBezTo>
                  <a:pt x="781279" y="53708"/>
                  <a:pt x="779882" y="52363"/>
                  <a:pt x="778739" y="50610"/>
                </a:cubicBezTo>
                <a:cubicBezTo>
                  <a:pt x="777723" y="48844"/>
                  <a:pt x="777215" y="46736"/>
                  <a:pt x="777215" y="44285"/>
                </a:cubicBezTo>
                <a:cubicBezTo>
                  <a:pt x="777215" y="41275"/>
                  <a:pt x="777977" y="38812"/>
                  <a:pt x="779628" y="36881"/>
                </a:cubicBezTo>
                <a:cubicBezTo>
                  <a:pt x="781152" y="34938"/>
                  <a:pt x="783311" y="33528"/>
                  <a:pt x="786105" y="32652"/>
                </a:cubicBezTo>
                <a:cubicBezTo>
                  <a:pt x="788772" y="31776"/>
                  <a:pt x="791947" y="31331"/>
                  <a:pt x="795503" y="31331"/>
                </a:cubicBezTo>
                <a:lnTo>
                  <a:pt x="802742" y="31331"/>
                </a:lnTo>
                <a:lnTo>
                  <a:pt x="802742" y="28575"/>
                </a:lnTo>
                <a:cubicBezTo>
                  <a:pt x="802742" y="25756"/>
                  <a:pt x="801980" y="23597"/>
                  <a:pt x="800710" y="22123"/>
                </a:cubicBezTo>
                <a:cubicBezTo>
                  <a:pt x="799313" y="20651"/>
                  <a:pt x="797281" y="19914"/>
                  <a:pt x="794487" y="19914"/>
                </a:cubicBezTo>
                <a:cubicBezTo>
                  <a:pt x="792074" y="19914"/>
                  <a:pt x="789915" y="20409"/>
                  <a:pt x="788010" y="21413"/>
                </a:cubicBezTo>
                <a:cubicBezTo>
                  <a:pt x="786232" y="22416"/>
                  <a:pt x="784581" y="23876"/>
                  <a:pt x="783184" y="25794"/>
                </a:cubicBezTo>
                <a:lnTo>
                  <a:pt x="778866" y="21476"/>
                </a:lnTo>
                <a:cubicBezTo>
                  <a:pt x="782803" y="16663"/>
                  <a:pt x="788264" y="14250"/>
                  <a:pt x="794995" y="14250"/>
                </a:cubicBezTo>
                <a:cubicBezTo>
                  <a:pt x="798043" y="14250"/>
                  <a:pt x="800710" y="14846"/>
                  <a:pt x="802869" y="16040"/>
                </a:cubicBezTo>
                <a:cubicBezTo>
                  <a:pt x="805028" y="17234"/>
                  <a:pt x="806679" y="18898"/>
                  <a:pt x="807695" y="21044"/>
                </a:cubicBezTo>
                <a:cubicBezTo>
                  <a:pt x="808838" y="23191"/>
                  <a:pt x="809346" y="25705"/>
                  <a:pt x="809346" y="28575"/>
                </a:cubicBezTo>
                <a:lnTo>
                  <a:pt x="809346" y="55258"/>
                </a:lnTo>
                <a:lnTo>
                  <a:pt x="802996" y="55258"/>
                </a:lnTo>
                <a:lnTo>
                  <a:pt x="802996" y="47778"/>
                </a:lnTo>
                <a:lnTo>
                  <a:pt x="802869" y="47778"/>
                </a:lnTo>
                <a:cubicBezTo>
                  <a:pt x="801472" y="50635"/>
                  <a:pt x="799821" y="52718"/>
                  <a:pt x="797662" y="54026"/>
                </a:cubicBezTo>
                <a:cubicBezTo>
                  <a:pt x="795503" y="55347"/>
                  <a:pt x="792836" y="56007"/>
                  <a:pt x="789534" y="56007"/>
                </a:cubicBezTo>
                <a:close/>
                <a:moveTo>
                  <a:pt x="784200" y="44133"/>
                </a:moveTo>
                <a:cubicBezTo>
                  <a:pt x="784200" y="45403"/>
                  <a:pt x="784454" y="46495"/>
                  <a:pt x="784962" y="47447"/>
                </a:cubicBezTo>
                <a:cubicBezTo>
                  <a:pt x="785597" y="48387"/>
                  <a:pt x="786359" y="49111"/>
                  <a:pt x="787502" y="49619"/>
                </a:cubicBezTo>
                <a:cubicBezTo>
                  <a:pt x="788518" y="50127"/>
                  <a:pt x="789915" y="50381"/>
                  <a:pt x="791312" y="50381"/>
                </a:cubicBezTo>
                <a:cubicBezTo>
                  <a:pt x="793725" y="50381"/>
                  <a:pt x="795757" y="49911"/>
                  <a:pt x="797408" y="48946"/>
                </a:cubicBezTo>
                <a:cubicBezTo>
                  <a:pt x="799186" y="47993"/>
                  <a:pt x="800456" y="46749"/>
                  <a:pt x="801345" y="45187"/>
                </a:cubicBezTo>
                <a:cubicBezTo>
                  <a:pt x="802234" y="43638"/>
                  <a:pt x="802742" y="41999"/>
                  <a:pt x="802742" y="40260"/>
                </a:cubicBezTo>
                <a:lnTo>
                  <a:pt x="802742" y="36361"/>
                </a:lnTo>
                <a:lnTo>
                  <a:pt x="796392" y="36361"/>
                </a:lnTo>
                <a:cubicBezTo>
                  <a:pt x="792709" y="36361"/>
                  <a:pt x="789788" y="36919"/>
                  <a:pt x="787502" y="38050"/>
                </a:cubicBezTo>
                <a:cubicBezTo>
                  <a:pt x="785343" y="39180"/>
                  <a:pt x="784200" y="41199"/>
                  <a:pt x="784200" y="44133"/>
                </a:cubicBezTo>
                <a:close/>
                <a:moveTo>
                  <a:pt x="818871" y="15037"/>
                </a:moveTo>
                <a:lnTo>
                  <a:pt x="825221" y="15037"/>
                </a:lnTo>
                <a:lnTo>
                  <a:pt x="825221" y="23635"/>
                </a:lnTo>
                <a:lnTo>
                  <a:pt x="825348" y="23635"/>
                </a:lnTo>
                <a:cubicBezTo>
                  <a:pt x="826110" y="20333"/>
                  <a:pt x="827253" y="17945"/>
                  <a:pt x="828904" y="16472"/>
                </a:cubicBezTo>
                <a:cubicBezTo>
                  <a:pt x="830428" y="14999"/>
                  <a:pt x="832460" y="14250"/>
                  <a:pt x="834873" y="14250"/>
                </a:cubicBezTo>
                <a:cubicBezTo>
                  <a:pt x="835508" y="14250"/>
                  <a:pt x="836016" y="14288"/>
                  <a:pt x="836651" y="14364"/>
                </a:cubicBezTo>
                <a:cubicBezTo>
                  <a:pt x="837159" y="14440"/>
                  <a:pt x="837667" y="14529"/>
                  <a:pt x="838048" y="14631"/>
                </a:cubicBezTo>
                <a:lnTo>
                  <a:pt x="838048" y="21210"/>
                </a:lnTo>
                <a:cubicBezTo>
                  <a:pt x="837667" y="21095"/>
                  <a:pt x="837159" y="20993"/>
                  <a:pt x="836524" y="20917"/>
                </a:cubicBezTo>
                <a:cubicBezTo>
                  <a:pt x="835889" y="20841"/>
                  <a:pt x="835254" y="20803"/>
                  <a:pt x="834746" y="20803"/>
                </a:cubicBezTo>
                <a:cubicBezTo>
                  <a:pt x="831444" y="20803"/>
                  <a:pt x="829031" y="21946"/>
                  <a:pt x="827634" y="24244"/>
                </a:cubicBezTo>
                <a:cubicBezTo>
                  <a:pt x="826237" y="26543"/>
                  <a:pt x="825475" y="29896"/>
                  <a:pt x="825475" y="34316"/>
                </a:cubicBezTo>
                <a:lnTo>
                  <a:pt x="825475" y="55258"/>
                </a:lnTo>
                <a:lnTo>
                  <a:pt x="818871" y="55258"/>
                </a:lnTo>
                <a:lnTo>
                  <a:pt x="818871" y="15037"/>
                </a:lnTo>
                <a:close/>
                <a:moveTo>
                  <a:pt x="855701" y="55855"/>
                </a:moveTo>
                <a:cubicBezTo>
                  <a:pt x="853288" y="55855"/>
                  <a:pt x="851383" y="55525"/>
                  <a:pt x="849859" y="54890"/>
                </a:cubicBezTo>
                <a:cubicBezTo>
                  <a:pt x="848462" y="54242"/>
                  <a:pt x="847319" y="53239"/>
                  <a:pt x="846557" y="51867"/>
                </a:cubicBezTo>
                <a:cubicBezTo>
                  <a:pt x="845922" y="50509"/>
                  <a:pt x="845541" y="48743"/>
                  <a:pt x="845541" y="46584"/>
                </a:cubicBezTo>
                <a:lnTo>
                  <a:pt x="845541" y="20651"/>
                </a:lnTo>
                <a:lnTo>
                  <a:pt x="839572" y="20651"/>
                </a:lnTo>
                <a:lnTo>
                  <a:pt x="839572" y="17158"/>
                </a:lnTo>
                <a:lnTo>
                  <a:pt x="851383" y="5283"/>
                </a:lnTo>
                <a:lnTo>
                  <a:pt x="852272" y="5283"/>
                </a:lnTo>
                <a:lnTo>
                  <a:pt x="852272" y="15037"/>
                </a:lnTo>
                <a:lnTo>
                  <a:pt x="861289" y="15037"/>
                </a:lnTo>
                <a:lnTo>
                  <a:pt x="861289" y="20651"/>
                </a:lnTo>
                <a:lnTo>
                  <a:pt x="852272" y="20651"/>
                </a:lnTo>
                <a:lnTo>
                  <a:pt x="852272" y="45212"/>
                </a:lnTo>
                <a:cubicBezTo>
                  <a:pt x="852272" y="46406"/>
                  <a:pt x="852399" y="47320"/>
                  <a:pt x="852653" y="47981"/>
                </a:cubicBezTo>
                <a:cubicBezTo>
                  <a:pt x="852907" y="48641"/>
                  <a:pt x="853415" y="49111"/>
                  <a:pt x="854050" y="49378"/>
                </a:cubicBezTo>
                <a:cubicBezTo>
                  <a:pt x="854685" y="49657"/>
                  <a:pt x="855574" y="49785"/>
                  <a:pt x="856590" y="49785"/>
                </a:cubicBezTo>
                <a:cubicBezTo>
                  <a:pt x="858114" y="49785"/>
                  <a:pt x="859638" y="49581"/>
                  <a:pt x="861289" y="49149"/>
                </a:cubicBezTo>
                <a:lnTo>
                  <a:pt x="861289" y="55258"/>
                </a:lnTo>
                <a:cubicBezTo>
                  <a:pt x="860527" y="55435"/>
                  <a:pt x="859638" y="55576"/>
                  <a:pt x="858622" y="55690"/>
                </a:cubicBezTo>
                <a:cubicBezTo>
                  <a:pt x="857606" y="55791"/>
                  <a:pt x="856590" y="55855"/>
                  <a:pt x="855701" y="55855"/>
                </a:cubicBezTo>
                <a:close/>
                <a:moveTo>
                  <a:pt x="869163" y="15037"/>
                </a:moveTo>
                <a:lnTo>
                  <a:pt x="875513" y="15037"/>
                </a:lnTo>
                <a:lnTo>
                  <a:pt x="875513" y="23406"/>
                </a:lnTo>
                <a:lnTo>
                  <a:pt x="875640" y="23406"/>
                </a:lnTo>
                <a:cubicBezTo>
                  <a:pt x="876656" y="20803"/>
                  <a:pt x="878180" y="18631"/>
                  <a:pt x="880212" y="16879"/>
                </a:cubicBezTo>
                <a:cubicBezTo>
                  <a:pt x="882244" y="15126"/>
                  <a:pt x="885038" y="14250"/>
                  <a:pt x="888721" y="14250"/>
                </a:cubicBezTo>
                <a:cubicBezTo>
                  <a:pt x="891515" y="14250"/>
                  <a:pt x="893801" y="14834"/>
                  <a:pt x="895706" y="16002"/>
                </a:cubicBezTo>
                <a:cubicBezTo>
                  <a:pt x="897611" y="17171"/>
                  <a:pt x="899008" y="18821"/>
                  <a:pt x="899897" y="20955"/>
                </a:cubicBezTo>
                <a:cubicBezTo>
                  <a:pt x="900786" y="23089"/>
                  <a:pt x="901294" y="25578"/>
                  <a:pt x="901294" y="28435"/>
                </a:cubicBezTo>
                <a:lnTo>
                  <a:pt x="901294" y="55258"/>
                </a:lnTo>
                <a:lnTo>
                  <a:pt x="894563" y="55258"/>
                </a:lnTo>
                <a:lnTo>
                  <a:pt x="894563" y="29731"/>
                </a:lnTo>
                <a:cubicBezTo>
                  <a:pt x="894563" y="26632"/>
                  <a:pt x="893928" y="24270"/>
                  <a:pt x="892658" y="22644"/>
                </a:cubicBezTo>
                <a:cubicBezTo>
                  <a:pt x="891388" y="21019"/>
                  <a:pt x="889229" y="20206"/>
                  <a:pt x="886308" y="20206"/>
                </a:cubicBezTo>
                <a:cubicBezTo>
                  <a:pt x="884149" y="20206"/>
                  <a:pt x="882371" y="20663"/>
                  <a:pt x="880720" y="21590"/>
                </a:cubicBezTo>
                <a:cubicBezTo>
                  <a:pt x="879196" y="22505"/>
                  <a:pt x="877926" y="23838"/>
                  <a:pt x="877164" y="25603"/>
                </a:cubicBezTo>
                <a:cubicBezTo>
                  <a:pt x="876275" y="27369"/>
                  <a:pt x="875767" y="29477"/>
                  <a:pt x="875767" y="31928"/>
                </a:cubicBezTo>
                <a:lnTo>
                  <a:pt x="875767" y="55258"/>
                </a:lnTo>
                <a:lnTo>
                  <a:pt x="869163" y="55258"/>
                </a:lnTo>
                <a:lnTo>
                  <a:pt x="869163" y="15037"/>
                </a:lnTo>
                <a:close/>
                <a:moveTo>
                  <a:pt x="929615" y="56007"/>
                </a:moveTo>
                <a:cubicBezTo>
                  <a:pt x="925551" y="56007"/>
                  <a:pt x="921995" y="55207"/>
                  <a:pt x="918947" y="53607"/>
                </a:cubicBezTo>
                <a:cubicBezTo>
                  <a:pt x="915899" y="52007"/>
                  <a:pt x="913486" y="49632"/>
                  <a:pt x="911835" y="46495"/>
                </a:cubicBezTo>
                <a:cubicBezTo>
                  <a:pt x="910184" y="43358"/>
                  <a:pt x="909422" y="39574"/>
                  <a:pt x="909422" y="35128"/>
                </a:cubicBezTo>
                <a:cubicBezTo>
                  <a:pt x="909422" y="30633"/>
                  <a:pt x="910311" y="26822"/>
                  <a:pt x="911962" y="23685"/>
                </a:cubicBezTo>
                <a:cubicBezTo>
                  <a:pt x="913740" y="20549"/>
                  <a:pt x="916153" y="18186"/>
                  <a:pt x="919074" y="16612"/>
                </a:cubicBezTo>
                <a:cubicBezTo>
                  <a:pt x="921995" y="15037"/>
                  <a:pt x="925297" y="14250"/>
                  <a:pt x="928853" y="14250"/>
                </a:cubicBezTo>
                <a:cubicBezTo>
                  <a:pt x="932917" y="14250"/>
                  <a:pt x="936346" y="15202"/>
                  <a:pt x="938886" y="17107"/>
                </a:cubicBezTo>
                <a:cubicBezTo>
                  <a:pt x="941553" y="19000"/>
                  <a:pt x="943458" y="21425"/>
                  <a:pt x="944601" y="24371"/>
                </a:cubicBezTo>
                <a:cubicBezTo>
                  <a:pt x="945871" y="27331"/>
                  <a:pt x="946379" y="30429"/>
                  <a:pt x="946379" y="33681"/>
                </a:cubicBezTo>
                <a:cubicBezTo>
                  <a:pt x="946379" y="34798"/>
                  <a:pt x="946379" y="35840"/>
                  <a:pt x="946252" y="36805"/>
                </a:cubicBezTo>
                <a:lnTo>
                  <a:pt x="916407" y="36805"/>
                </a:lnTo>
                <a:cubicBezTo>
                  <a:pt x="916661" y="41199"/>
                  <a:pt x="917931" y="44539"/>
                  <a:pt x="920090" y="46851"/>
                </a:cubicBezTo>
                <a:cubicBezTo>
                  <a:pt x="922376" y="49149"/>
                  <a:pt x="925551" y="50305"/>
                  <a:pt x="929615" y="50305"/>
                </a:cubicBezTo>
                <a:cubicBezTo>
                  <a:pt x="932155" y="50305"/>
                  <a:pt x="934187" y="49936"/>
                  <a:pt x="935965" y="49188"/>
                </a:cubicBezTo>
                <a:cubicBezTo>
                  <a:pt x="937743" y="48451"/>
                  <a:pt x="939394" y="47219"/>
                  <a:pt x="940791" y="45504"/>
                </a:cubicBezTo>
                <a:lnTo>
                  <a:pt x="944982" y="49670"/>
                </a:lnTo>
                <a:cubicBezTo>
                  <a:pt x="943712" y="51168"/>
                  <a:pt x="942315" y="52375"/>
                  <a:pt x="940791" y="53302"/>
                </a:cubicBezTo>
                <a:cubicBezTo>
                  <a:pt x="939267" y="54229"/>
                  <a:pt x="937743" y="54915"/>
                  <a:pt x="935838" y="55347"/>
                </a:cubicBezTo>
                <a:cubicBezTo>
                  <a:pt x="934060" y="55779"/>
                  <a:pt x="932028" y="56007"/>
                  <a:pt x="929615" y="56007"/>
                </a:cubicBezTo>
                <a:close/>
                <a:moveTo>
                  <a:pt x="939648" y="31636"/>
                </a:moveTo>
                <a:cubicBezTo>
                  <a:pt x="939267" y="27763"/>
                  <a:pt x="938124" y="24854"/>
                  <a:pt x="936219" y="22911"/>
                </a:cubicBezTo>
                <a:cubicBezTo>
                  <a:pt x="934314" y="20955"/>
                  <a:pt x="931774" y="19990"/>
                  <a:pt x="928599" y="19990"/>
                </a:cubicBezTo>
                <a:cubicBezTo>
                  <a:pt x="926440" y="19990"/>
                  <a:pt x="924662" y="20422"/>
                  <a:pt x="922884" y="21286"/>
                </a:cubicBezTo>
                <a:cubicBezTo>
                  <a:pt x="921233" y="22149"/>
                  <a:pt x="919836" y="23457"/>
                  <a:pt x="918820" y="25197"/>
                </a:cubicBezTo>
                <a:cubicBezTo>
                  <a:pt x="917677" y="26924"/>
                  <a:pt x="916915" y="29070"/>
                  <a:pt x="916661" y="31636"/>
                </a:cubicBezTo>
                <a:lnTo>
                  <a:pt x="939648" y="31636"/>
                </a:lnTo>
                <a:close/>
                <a:moveTo>
                  <a:pt x="954507" y="15037"/>
                </a:moveTo>
                <a:lnTo>
                  <a:pt x="960857" y="15037"/>
                </a:lnTo>
                <a:lnTo>
                  <a:pt x="960857" y="23635"/>
                </a:lnTo>
                <a:lnTo>
                  <a:pt x="960984" y="23635"/>
                </a:lnTo>
                <a:cubicBezTo>
                  <a:pt x="961746" y="20333"/>
                  <a:pt x="962889" y="17945"/>
                  <a:pt x="964540" y="16472"/>
                </a:cubicBezTo>
                <a:cubicBezTo>
                  <a:pt x="966064" y="14999"/>
                  <a:pt x="968096" y="14250"/>
                  <a:pt x="970509" y="14250"/>
                </a:cubicBezTo>
                <a:cubicBezTo>
                  <a:pt x="971144" y="14250"/>
                  <a:pt x="971652" y="14288"/>
                  <a:pt x="972287" y="14364"/>
                </a:cubicBezTo>
                <a:cubicBezTo>
                  <a:pt x="972795" y="14440"/>
                  <a:pt x="973303" y="14529"/>
                  <a:pt x="973684" y="14631"/>
                </a:cubicBezTo>
                <a:lnTo>
                  <a:pt x="973684" y="21210"/>
                </a:lnTo>
                <a:cubicBezTo>
                  <a:pt x="973303" y="21095"/>
                  <a:pt x="972795" y="20993"/>
                  <a:pt x="972160" y="20917"/>
                </a:cubicBezTo>
                <a:cubicBezTo>
                  <a:pt x="971525" y="20841"/>
                  <a:pt x="970890" y="20803"/>
                  <a:pt x="970382" y="20803"/>
                </a:cubicBezTo>
                <a:cubicBezTo>
                  <a:pt x="967080" y="20803"/>
                  <a:pt x="964667" y="21946"/>
                  <a:pt x="963270" y="24244"/>
                </a:cubicBezTo>
                <a:cubicBezTo>
                  <a:pt x="961873" y="26543"/>
                  <a:pt x="961111" y="29896"/>
                  <a:pt x="961111" y="34316"/>
                </a:cubicBezTo>
                <a:lnTo>
                  <a:pt x="961111" y="55258"/>
                </a:lnTo>
                <a:lnTo>
                  <a:pt x="954507" y="55258"/>
                </a:lnTo>
                <a:lnTo>
                  <a:pt x="954507" y="15037"/>
                </a:lnTo>
                <a:close/>
                <a:moveTo>
                  <a:pt x="992988" y="56007"/>
                </a:moveTo>
                <a:cubicBezTo>
                  <a:pt x="986130" y="56007"/>
                  <a:pt x="980669" y="53899"/>
                  <a:pt x="976859" y="49670"/>
                </a:cubicBezTo>
                <a:lnTo>
                  <a:pt x="981177" y="45403"/>
                </a:lnTo>
                <a:cubicBezTo>
                  <a:pt x="982955" y="47257"/>
                  <a:pt x="984733" y="48565"/>
                  <a:pt x="986638" y="49327"/>
                </a:cubicBezTo>
                <a:cubicBezTo>
                  <a:pt x="988416" y="50076"/>
                  <a:pt x="990575" y="50457"/>
                  <a:pt x="992988" y="50457"/>
                </a:cubicBezTo>
                <a:cubicBezTo>
                  <a:pt x="995401" y="50457"/>
                  <a:pt x="997433" y="50000"/>
                  <a:pt x="999084" y="49099"/>
                </a:cubicBezTo>
                <a:cubicBezTo>
                  <a:pt x="1000735" y="48197"/>
                  <a:pt x="1001624" y="46711"/>
                  <a:pt x="1001624" y="44653"/>
                </a:cubicBezTo>
                <a:cubicBezTo>
                  <a:pt x="1001624" y="43193"/>
                  <a:pt x="1001243" y="41999"/>
                  <a:pt x="1000354" y="41097"/>
                </a:cubicBezTo>
                <a:cubicBezTo>
                  <a:pt x="999592" y="40196"/>
                  <a:pt x="998449" y="39484"/>
                  <a:pt x="997179" y="38964"/>
                </a:cubicBezTo>
                <a:cubicBezTo>
                  <a:pt x="995909" y="38443"/>
                  <a:pt x="993877" y="37833"/>
                  <a:pt x="991464" y="37135"/>
                </a:cubicBezTo>
                <a:cubicBezTo>
                  <a:pt x="988924" y="36424"/>
                  <a:pt x="986765" y="35649"/>
                  <a:pt x="984987" y="34837"/>
                </a:cubicBezTo>
                <a:cubicBezTo>
                  <a:pt x="983209" y="34011"/>
                  <a:pt x="981685" y="32842"/>
                  <a:pt x="980542" y="31318"/>
                </a:cubicBezTo>
                <a:cubicBezTo>
                  <a:pt x="979272" y="29794"/>
                  <a:pt x="978764" y="27839"/>
                  <a:pt x="978764" y="25451"/>
                </a:cubicBezTo>
                <a:cubicBezTo>
                  <a:pt x="978764" y="23076"/>
                  <a:pt x="979272" y="21044"/>
                  <a:pt x="980415" y="19355"/>
                </a:cubicBezTo>
                <a:cubicBezTo>
                  <a:pt x="981685" y="17666"/>
                  <a:pt x="983336" y="16396"/>
                  <a:pt x="985495" y="15532"/>
                </a:cubicBezTo>
                <a:cubicBezTo>
                  <a:pt x="987527" y="14681"/>
                  <a:pt x="990067" y="14250"/>
                  <a:pt x="992861" y="14250"/>
                </a:cubicBezTo>
                <a:cubicBezTo>
                  <a:pt x="995655" y="14250"/>
                  <a:pt x="998195" y="14707"/>
                  <a:pt x="1000735" y="15608"/>
                </a:cubicBezTo>
                <a:cubicBezTo>
                  <a:pt x="1003275" y="16523"/>
                  <a:pt x="1005307" y="17844"/>
                  <a:pt x="1006958" y="19571"/>
                </a:cubicBezTo>
                <a:lnTo>
                  <a:pt x="1002767" y="23851"/>
                </a:lnTo>
                <a:cubicBezTo>
                  <a:pt x="1000100" y="21222"/>
                  <a:pt x="996798" y="19914"/>
                  <a:pt x="992861" y="19914"/>
                </a:cubicBezTo>
                <a:cubicBezTo>
                  <a:pt x="990448" y="19914"/>
                  <a:pt x="988670" y="20346"/>
                  <a:pt x="987273" y="21210"/>
                </a:cubicBezTo>
                <a:cubicBezTo>
                  <a:pt x="985876" y="22085"/>
                  <a:pt x="985241" y="23394"/>
                  <a:pt x="985241" y="25159"/>
                </a:cubicBezTo>
                <a:cubicBezTo>
                  <a:pt x="985241" y="26327"/>
                  <a:pt x="985622" y="27293"/>
                  <a:pt x="986384" y="28055"/>
                </a:cubicBezTo>
                <a:cubicBezTo>
                  <a:pt x="987273" y="28829"/>
                  <a:pt x="988289" y="29464"/>
                  <a:pt x="989686" y="29973"/>
                </a:cubicBezTo>
                <a:cubicBezTo>
                  <a:pt x="990956" y="30480"/>
                  <a:pt x="992861" y="31090"/>
                  <a:pt x="995401" y="31776"/>
                </a:cubicBezTo>
                <a:cubicBezTo>
                  <a:pt x="997941" y="32500"/>
                  <a:pt x="1000100" y="33262"/>
                  <a:pt x="1001878" y="34049"/>
                </a:cubicBezTo>
                <a:cubicBezTo>
                  <a:pt x="1003529" y="34849"/>
                  <a:pt x="1005053" y="36055"/>
                  <a:pt x="1006323" y="37681"/>
                </a:cubicBezTo>
                <a:cubicBezTo>
                  <a:pt x="1007466" y="39307"/>
                  <a:pt x="1008101" y="41453"/>
                  <a:pt x="1008101" y="44133"/>
                </a:cubicBezTo>
                <a:cubicBezTo>
                  <a:pt x="1008101" y="46610"/>
                  <a:pt x="1007466" y="48743"/>
                  <a:pt x="1006196" y="50533"/>
                </a:cubicBezTo>
                <a:cubicBezTo>
                  <a:pt x="1004926" y="52312"/>
                  <a:pt x="1003148" y="53670"/>
                  <a:pt x="1000862" y="54611"/>
                </a:cubicBezTo>
                <a:cubicBezTo>
                  <a:pt x="998576" y="55538"/>
                  <a:pt x="995909" y="56007"/>
                  <a:pt x="992988" y="56007"/>
                </a:cubicBezTo>
                <a:close/>
                <a:moveTo>
                  <a:pt x="1057250" y="56007"/>
                </a:moveTo>
                <a:cubicBezTo>
                  <a:pt x="1052170" y="56007"/>
                  <a:pt x="1047725" y="54902"/>
                  <a:pt x="1043915" y="52693"/>
                </a:cubicBezTo>
                <a:cubicBezTo>
                  <a:pt x="1039978" y="50483"/>
                  <a:pt x="1037057" y="47334"/>
                  <a:pt x="1034898" y="43256"/>
                </a:cubicBezTo>
                <a:cubicBezTo>
                  <a:pt x="1032739" y="39180"/>
                  <a:pt x="1031596" y="34430"/>
                  <a:pt x="1031596" y="29032"/>
                </a:cubicBezTo>
                <a:cubicBezTo>
                  <a:pt x="1031596" y="23623"/>
                  <a:pt x="1032739" y="18885"/>
                  <a:pt x="1034898" y="14808"/>
                </a:cubicBezTo>
                <a:cubicBezTo>
                  <a:pt x="1037057" y="10744"/>
                  <a:pt x="1039978" y="7595"/>
                  <a:pt x="1043915" y="5385"/>
                </a:cubicBezTo>
                <a:cubicBezTo>
                  <a:pt x="1047725" y="3163"/>
                  <a:pt x="1052170" y="2045"/>
                  <a:pt x="1057250" y="2045"/>
                </a:cubicBezTo>
                <a:cubicBezTo>
                  <a:pt x="1062203" y="2045"/>
                  <a:pt x="1066648" y="3163"/>
                  <a:pt x="1070458" y="5385"/>
                </a:cubicBezTo>
                <a:cubicBezTo>
                  <a:pt x="1074395" y="7595"/>
                  <a:pt x="1077443" y="10744"/>
                  <a:pt x="1079602" y="14808"/>
                </a:cubicBezTo>
                <a:cubicBezTo>
                  <a:pt x="1081761" y="18885"/>
                  <a:pt x="1082777" y="23623"/>
                  <a:pt x="1082777" y="29032"/>
                </a:cubicBezTo>
                <a:cubicBezTo>
                  <a:pt x="1082777" y="34430"/>
                  <a:pt x="1081761" y="39180"/>
                  <a:pt x="1079602" y="43256"/>
                </a:cubicBezTo>
                <a:cubicBezTo>
                  <a:pt x="1077443" y="47334"/>
                  <a:pt x="1074395" y="50483"/>
                  <a:pt x="1070458" y="52693"/>
                </a:cubicBezTo>
                <a:cubicBezTo>
                  <a:pt x="1066648" y="54902"/>
                  <a:pt x="1062203" y="56007"/>
                  <a:pt x="1057250" y="56007"/>
                </a:cubicBezTo>
                <a:close/>
                <a:moveTo>
                  <a:pt x="1038835" y="29032"/>
                </a:moveTo>
                <a:cubicBezTo>
                  <a:pt x="1038835" y="33198"/>
                  <a:pt x="1039597" y="36818"/>
                  <a:pt x="1040994" y="39891"/>
                </a:cubicBezTo>
                <a:cubicBezTo>
                  <a:pt x="1042518" y="42964"/>
                  <a:pt x="1044677" y="45327"/>
                  <a:pt x="1047471" y="46978"/>
                </a:cubicBezTo>
                <a:cubicBezTo>
                  <a:pt x="1050138" y="48629"/>
                  <a:pt x="1053440" y="49454"/>
                  <a:pt x="1057250" y="49454"/>
                </a:cubicBezTo>
                <a:cubicBezTo>
                  <a:pt x="1060933" y="49454"/>
                  <a:pt x="1064235" y="48629"/>
                  <a:pt x="1066902" y="46978"/>
                </a:cubicBezTo>
                <a:cubicBezTo>
                  <a:pt x="1069696" y="45327"/>
                  <a:pt x="1071855" y="42964"/>
                  <a:pt x="1073379" y="39891"/>
                </a:cubicBezTo>
                <a:cubicBezTo>
                  <a:pt x="1074776" y="36818"/>
                  <a:pt x="1075538" y="33198"/>
                  <a:pt x="1075538" y="29032"/>
                </a:cubicBezTo>
                <a:cubicBezTo>
                  <a:pt x="1075538" y="24854"/>
                  <a:pt x="1074776" y="21248"/>
                  <a:pt x="1073379" y="18174"/>
                </a:cubicBezTo>
                <a:cubicBezTo>
                  <a:pt x="1071855" y="15113"/>
                  <a:pt x="1069696" y="12764"/>
                  <a:pt x="1066902" y="11112"/>
                </a:cubicBezTo>
                <a:cubicBezTo>
                  <a:pt x="1064235" y="9461"/>
                  <a:pt x="1060933" y="8636"/>
                  <a:pt x="1057250" y="8636"/>
                </a:cubicBezTo>
                <a:cubicBezTo>
                  <a:pt x="1053440" y="8636"/>
                  <a:pt x="1050138" y="9461"/>
                  <a:pt x="1047471" y="11112"/>
                </a:cubicBezTo>
                <a:cubicBezTo>
                  <a:pt x="1044677" y="12764"/>
                  <a:pt x="1042518" y="15113"/>
                  <a:pt x="1040994" y="18174"/>
                </a:cubicBezTo>
                <a:cubicBezTo>
                  <a:pt x="1039597" y="21248"/>
                  <a:pt x="1038835" y="24854"/>
                  <a:pt x="1038835" y="29032"/>
                </a:cubicBezTo>
                <a:close/>
                <a:moveTo>
                  <a:pt x="1091667" y="15037"/>
                </a:moveTo>
                <a:lnTo>
                  <a:pt x="1098017" y="15037"/>
                </a:lnTo>
                <a:lnTo>
                  <a:pt x="1098017" y="23406"/>
                </a:lnTo>
                <a:lnTo>
                  <a:pt x="1098144" y="23406"/>
                </a:lnTo>
                <a:cubicBezTo>
                  <a:pt x="1099160" y="20803"/>
                  <a:pt x="1100684" y="18631"/>
                  <a:pt x="1102716" y="16879"/>
                </a:cubicBezTo>
                <a:cubicBezTo>
                  <a:pt x="1104748" y="15126"/>
                  <a:pt x="1107542" y="14250"/>
                  <a:pt x="1111225" y="14250"/>
                </a:cubicBezTo>
                <a:cubicBezTo>
                  <a:pt x="1114019" y="14250"/>
                  <a:pt x="1116305" y="14834"/>
                  <a:pt x="1118210" y="16002"/>
                </a:cubicBezTo>
                <a:cubicBezTo>
                  <a:pt x="1120115" y="17171"/>
                  <a:pt x="1121512" y="18821"/>
                  <a:pt x="1122401" y="20955"/>
                </a:cubicBezTo>
                <a:cubicBezTo>
                  <a:pt x="1123290" y="23089"/>
                  <a:pt x="1123798" y="25578"/>
                  <a:pt x="1123798" y="28435"/>
                </a:cubicBezTo>
                <a:lnTo>
                  <a:pt x="1123798" y="55258"/>
                </a:lnTo>
                <a:lnTo>
                  <a:pt x="1117067" y="55258"/>
                </a:lnTo>
                <a:lnTo>
                  <a:pt x="1117067" y="29731"/>
                </a:lnTo>
                <a:cubicBezTo>
                  <a:pt x="1117067" y="26632"/>
                  <a:pt x="1116432" y="24270"/>
                  <a:pt x="1115162" y="22644"/>
                </a:cubicBezTo>
                <a:cubicBezTo>
                  <a:pt x="1113892" y="21019"/>
                  <a:pt x="1111733" y="20206"/>
                  <a:pt x="1108812" y="20206"/>
                </a:cubicBezTo>
                <a:cubicBezTo>
                  <a:pt x="1106653" y="20206"/>
                  <a:pt x="1104875" y="20663"/>
                  <a:pt x="1103224" y="21590"/>
                </a:cubicBezTo>
                <a:cubicBezTo>
                  <a:pt x="1101700" y="22505"/>
                  <a:pt x="1100430" y="23838"/>
                  <a:pt x="1099668" y="25603"/>
                </a:cubicBezTo>
                <a:cubicBezTo>
                  <a:pt x="1098779" y="27369"/>
                  <a:pt x="1098271" y="29477"/>
                  <a:pt x="1098271" y="31928"/>
                </a:cubicBezTo>
                <a:lnTo>
                  <a:pt x="1098271" y="55258"/>
                </a:lnTo>
                <a:lnTo>
                  <a:pt x="1091667" y="55258"/>
                </a:lnTo>
                <a:lnTo>
                  <a:pt x="1091667" y="15037"/>
                </a:lnTo>
                <a:close/>
                <a:moveTo>
                  <a:pt x="1143229" y="55855"/>
                </a:moveTo>
                <a:cubicBezTo>
                  <a:pt x="1141070" y="55855"/>
                  <a:pt x="1139292" y="55487"/>
                  <a:pt x="1137895" y="54776"/>
                </a:cubicBezTo>
                <a:cubicBezTo>
                  <a:pt x="1136498" y="54052"/>
                  <a:pt x="1135609" y="52984"/>
                  <a:pt x="1134974" y="51550"/>
                </a:cubicBezTo>
                <a:cubicBezTo>
                  <a:pt x="1134339" y="50127"/>
                  <a:pt x="1133958" y="48311"/>
                  <a:pt x="1133958" y="46101"/>
                </a:cubicBezTo>
                <a:lnTo>
                  <a:pt x="1133958" y="0"/>
                </a:lnTo>
                <a:lnTo>
                  <a:pt x="1140689" y="0"/>
                </a:lnTo>
                <a:lnTo>
                  <a:pt x="1140689" y="45060"/>
                </a:lnTo>
                <a:cubicBezTo>
                  <a:pt x="1140689" y="46304"/>
                  <a:pt x="1140816" y="47257"/>
                  <a:pt x="1141070" y="47930"/>
                </a:cubicBezTo>
                <a:cubicBezTo>
                  <a:pt x="1141324" y="48603"/>
                  <a:pt x="1141705" y="49073"/>
                  <a:pt x="1142213" y="49365"/>
                </a:cubicBezTo>
                <a:cubicBezTo>
                  <a:pt x="1142721" y="49644"/>
                  <a:pt x="1143483" y="49785"/>
                  <a:pt x="1144499" y="49785"/>
                </a:cubicBezTo>
                <a:cubicBezTo>
                  <a:pt x="1145134" y="49785"/>
                  <a:pt x="1145769" y="49733"/>
                  <a:pt x="1146404" y="49644"/>
                </a:cubicBezTo>
                <a:cubicBezTo>
                  <a:pt x="1147039" y="49543"/>
                  <a:pt x="1147547" y="49429"/>
                  <a:pt x="1148055" y="49302"/>
                </a:cubicBezTo>
                <a:lnTo>
                  <a:pt x="1148055" y="55258"/>
                </a:lnTo>
                <a:cubicBezTo>
                  <a:pt x="1147420" y="55461"/>
                  <a:pt x="1146658" y="55601"/>
                  <a:pt x="1145896" y="55703"/>
                </a:cubicBezTo>
                <a:cubicBezTo>
                  <a:pt x="1145007" y="55804"/>
                  <a:pt x="1144118" y="55855"/>
                  <a:pt x="1143229" y="55855"/>
                </a:cubicBezTo>
                <a:close/>
                <a:moveTo>
                  <a:pt x="1155294" y="71857"/>
                </a:moveTo>
                <a:cubicBezTo>
                  <a:pt x="1153897" y="71857"/>
                  <a:pt x="1152373" y="71755"/>
                  <a:pt x="1150976" y="71552"/>
                </a:cubicBezTo>
                <a:lnTo>
                  <a:pt x="1150976" y="65786"/>
                </a:lnTo>
                <a:cubicBezTo>
                  <a:pt x="1151992" y="66078"/>
                  <a:pt x="1153135" y="66231"/>
                  <a:pt x="1154786" y="66231"/>
                </a:cubicBezTo>
                <a:cubicBezTo>
                  <a:pt x="1156310" y="66231"/>
                  <a:pt x="1157580" y="66040"/>
                  <a:pt x="1158469" y="65660"/>
                </a:cubicBezTo>
                <a:cubicBezTo>
                  <a:pt x="1159485" y="65278"/>
                  <a:pt x="1160374" y="64694"/>
                  <a:pt x="1160882" y="63932"/>
                </a:cubicBezTo>
                <a:cubicBezTo>
                  <a:pt x="1161517" y="63157"/>
                  <a:pt x="1162152" y="62129"/>
                  <a:pt x="1162660" y="60833"/>
                </a:cubicBezTo>
                <a:lnTo>
                  <a:pt x="1164819" y="55144"/>
                </a:lnTo>
                <a:lnTo>
                  <a:pt x="1148690" y="15037"/>
                </a:lnTo>
                <a:lnTo>
                  <a:pt x="1155802" y="15037"/>
                </a:lnTo>
                <a:lnTo>
                  <a:pt x="1164438" y="37288"/>
                </a:lnTo>
                <a:cubicBezTo>
                  <a:pt x="1165073" y="39142"/>
                  <a:pt x="1165835" y="41237"/>
                  <a:pt x="1166597" y="43574"/>
                </a:cubicBezTo>
                <a:cubicBezTo>
                  <a:pt x="1167359" y="45910"/>
                  <a:pt x="1167867" y="47282"/>
                  <a:pt x="1167994" y="47702"/>
                </a:cubicBezTo>
                <a:cubicBezTo>
                  <a:pt x="1168121" y="47358"/>
                  <a:pt x="1168629" y="46038"/>
                  <a:pt x="1169391" y="43765"/>
                </a:cubicBezTo>
                <a:cubicBezTo>
                  <a:pt x="1170534" y="40932"/>
                  <a:pt x="1171169" y="39002"/>
                  <a:pt x="1171550" y="37960"/>
                </a:cubicBezTo>
                <a:lnTo>
                  <a:pt x="1179424" y="15037"/>
                </a:lnTo>
                <a:lnTo>
                  <a:pt x="1186536" y="15037"/>
                </a:lnTo>
                <a:lnTo>
                  <a:pt x="1167994" y="63030"/>
                </a:lnTo>
                <a:cubicBezTo>
                  <a:pt x="1167232" y="65088"/>
                  <a:pt x="1166343" y="66752"/>
                  <a:pt x="1165327" y="67996"/>
                </a:cubicBezTo>
                <a:cubicBezTo>
                  <a:pt x="1164438" y="69253"/>
                  <a:pt x="1163041" y="70206"/>
                  <a:pt x="1161517" y="70866"/>
                </a:cubicBezTo>
                <a:cubicBezTo>
                  <a:pt x="1159866" y="71527"/>
                  <a:pt x="1157834" y="71857"/>
                  <a:pt x="1155294" y="71857"/>
                </a:cubicBezTo>
                <a:close/>
              </a:path>
            </a:pathLst>
          </a:custGeom>
          <a:solidFill>
            <a:srgbClr val="000000">
              <a:alpha val="50196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3413" y="2787231"/>
            <a:ext cx="6387338" cy="902373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1800" y="4445000"/>
            <a:ext cx="11303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1800" y="4445000"/>
            <a:ext cx="1130300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2068" y="3156203"/>
            <a:ext cx="2396617" cy="1602232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9100" y="3784600"/>
            <a:ext cx="1143000" cy="355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1800" y="4406900"/>
            <a:ext cx="1130300" cy="2921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1800" y="4406900"/>
            <a:ext cx="1130300" cy="2921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1800" y="4356100"/>
            <a:ext cx="1130300" cy="2921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1800" y="4356100"/>
            <a:ext cx="1130300" cy="2921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51800" y="4305300"/>
            <a:ext cx="1130300" cy="2921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51800" y="4305300"/>
            <a:ext cx="1130300" cy="2921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51800" y="4292600"/>
            <a:ext cx="1130300" cy="3048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51800" y="4292600"/>
            <a:ext cx="1130300" cy="3048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51800" y="4229100"/>
            <a:ext cx="1130300" cy="3048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51800" y="4229100"/>
            <a:ext cx="1130300" cy="3048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39100" y="4254500"/>
            <a:ext cx="1143000" cy="2159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39100" y="4254500"/>
            <a:ext cx="1143000" cy="2159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58200" y="5130800"/>
            <a:ext cx="177800" cy="2794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58200" y="5130800"/>
            <a:ext cx="177800" cy="2794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23300" y="5130800"/>
            <a:ext cx="177800" cy="2794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23300" y="5130800"/>
            <a:ext cx="177800" cy="2794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58200" y="5041900"/>
            <a:ext cx="177800" cy="2921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58200" y="5041900"/>
            <a:ext cx="177800" cy="2921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23300" y="5041900"/>
            <a:ext cx="177800" cy="2921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23300" y="5041900"/>
            <a:ext cx="177800" cy="2921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58200" y="4965700"/>
            <a:ext cx="177800" cy="2794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58200" y="4965700"/>
            <a:ext cx="177800" cy="2794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23300" y="4965700"/>
            <a:ext cx="177800" cy="2794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23300" y="4965700"/>
            <a:ext cx="177800" cy="2794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58200" y="4876800"/>
            <a:ext cx="177800" cy="2921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58200" y="4876800"/>
            <a:ext cx="177800" cy="2921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623300" y="4876800"/>
            <a:ext cx="177800" cy="2921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623300" y="4876800"/>
            <a:ext cx="177800" cy="2921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458200" y="4800600"/>
            <a:ext cx="165100" cy="2794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623300" y="4800600"/>
            <a:ext cx="177800" cy="2794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839200" y="5130800"/>
            <a:ext cx="165100" cy="2794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839200" y="5130800"/>
            <a:ext cx="165100" cy="2794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004300" y="5130800"/>
            <a:ext cx="177800" cy="2794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004300" y="5130800"/>
            <a:ext cx="177800" cy="2794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839200" y="5041900"/>
            <a:ext cx="165100" cy="29210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839200" y="5041900"/>
            <a:ext cx="165100" cy="29210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004300" y="5041900"/>
            <a:ext cx="177800" cy="29210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004300" y="5041900"/>
            <a:ext cx="177800" cy="29210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839200" y="4965700"/>
            <a:ext cx="165100" cy="27940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839200" y="4965700"/>
            <a:ext cx="165100" cy="279400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004300" y="4965700"/>
            <a:ext cx="177800" cy="279400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004300" y="4965700"/>
            <a:ext cx="177800" cy="279400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839200" y="4876800"/>
            <a:ext cx="165100" cy="292100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839200" y="4876800"/>
            <a:ext cx="165100" cy="292100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004300" y="4876800"/>
            <a:ext cx="177800" cy="292100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004300" y="4876800"/>
            <a:ext cx="177800" cy="292100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839200" y="4800600"/>
            <a:ext cx="165100" cy="279400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004300" y="4800600"/>
            <a:ext cx="177800" cy="279400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585200" y="4127500"/>
            <a:ext cx="50800" cy="139700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585200" y="4127500"/>
            <a:ext cx="50800" cy="139700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205728" y="3156203"/>
            <a:ext cx="2385694" cy="1602232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832600" y="3784600"/>
            <a:ext cx="1143000" cy="355600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845300" y="4406900"/>
            <a:ext cx="1130300" cy="292100"/>
          </a:xfrm>
          <a:prstGeom prst="rect">
            <a:avLst/>
          </a:prstGeom>
        </p:spPr>
      </p:pic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845300" y="4406900"/>
            <a:ext cx="1130300" cy="292100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845300" y="4356100"/>
            <a:ext cx="1130300" cy="292100"/>
          </a:xfrm>
          <a:prstGeom prst="rect">
            <a:avLst/>
          </a:prstGeom>
        </p:spPr>
      </p:pic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845300" y="4356100"/>
            <a:ext cx="1130300" cy="292100"/>
          </a:xfrm>
          <a:prstGeom prst="rect">
            <a:avLst/>
          </a:prstGeom>
        </p:spPr>
      </p:pic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845300" y="4305300"/>
            <a:ext cx="1130300" cy="292100"/>
          </a:xfrm>
          <a:prstGeom prst="rect">
            <a:avLst/>
          </a:prstGeom>
        </p:spPr>
      </p:pic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845300" y="4305300"/>
            <a:ext cx="1130300" cy="292100"/>
          </a:xfrm>
          <a:prstGeom prst="rect">
            <a:avLst/>
          </a:prstGeom>
        </p:spPr>
      </p:pic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845300" y="4292600"/>
            <a:ext cx="1130300" cy="304800"/>
          </a:xfrm>
          <a:prstGeom prst="rect">
            <a:avLst/>
          </a:prstGeom>
        </p:spPr>
      </p:pic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845300" y="4292600"/>
            <a:ext cx="1130300" cy="304800"/>
          </a:xfrm>
          <a:prstGeom prst="rect">
            <a:avLst/>
          </a:prstGeom>
        </p:spPr>
      </p:pic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845300" y="4229100"/>
            <a:ext cx="1130300" cy="304800"/>
          </a:xfrm>
          <a:prstGeom prst="rect">
            <a:avLst/>
          </a:prstGeom>
        </p:spPr>
      </p:pic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845300" y="4229100"/>
            <a:ext cx="1130300" cy="304800"/>
          </a:xfrm>
          <a:prstGeom prst="rect">
            <a:avLst/>
          </a:prstGeom>
        </p:spPr>
      </p:pic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832600" y="4254500"/>
            <a:ext cx="1143000" cy="215900"/>
          </a:xfrm>
          <a:prstGeom prst="rect">
            <a:avLst/>
          </a:prstGeom>
        </p:spPr>
      </p:pic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832600" y="4254500"/>
            <a:ext cx="1143000" cy="215900"/>
          </a:xfrm>
          <a:prstGeom prst="rect">
            <a:avLst/>
          </a:prstGeom>
        </p:spPr>
      </p:pic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845300" y="4445000"/>
            <a:ext cx="1130300" cy="304800"/>
          </a:xfrm>
          <a:prstGeom prst="rect">
            <a:avLst/>
          </a:prstGeom>
        </p:spPr>
      </p:pic>
      <p:pic>
        <p:nvPicPr>
          <p:cNvPr id="80" name="Picture 79" descr="image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845300" y="4445000"/>
            <a:ext cx="1130300" cy="304800"/>
          </a:xfrm>
          <a:prstGeom prst="rect">
            <a:avLst/>
          </a:prstGeom>
        </p:spPr>
      </p:pic>
      <p:pic>
        <p:nvPicPr>
          <p:cNvPr id="81" name="Picture 80" descr="image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248400" y="5118100"/>
            <a:ext cx="177800" cy="292100"/>
          </a:xfrm>
          <a:prstGeom prst="rect">
            <a:avLst/>
          </a:prstGeom>
        </p:spPr>
      </p:pic>
      <p:pic>
        <p:nvPicPr>
          <p:cNvPr id="82" name="Picture 81" descr="image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248400" y="5118100"/>
            <a:ext cx="177800" cy="292100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248400" y="5029200"/>
            <a:ext cx="177800" cy="292100"/>
          </a:xfrm>
          <a:prstGeom prst="rect">
            <a:avLst/>
          </a:prstGeom>
        </p:spPr>
      </p:pic>
      <p:pic>
        <p:nvPicPr>
          <p:cNvPr id="84" name="Picture 83" descr="image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248400" y="5029200"/>
            <a:ext cx="177800" cy="292100"/>
          </a:xfrm>
          <a:prstGeom prst="rect">
            <a:avLst/>
          </a:prstGeom>
        </p:spPr>
      </p:pic>
      <p:pic>
        <p:nvPicPr>
          <p:cNvPr id="85" name="Picture 84" descr="image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248400" y="4953000"/>
            <a:ext cx="177800" cy="292100"/>
          </a:xfrm>
          <a:prstGeom prst="rect">
            <a:avLst/>
          </a:prstGeom>
        </p:spPr>
      </p:pic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248400" y="4953000"/>
            <a:ext cx="177800" cy="292100"/>
          </a:xfrm>
          <a:prstGeom prst="rect">
            <a:avLst/>
          </a:prstGeom>
        </p:spPr>
      </p:pic>
      <p:pic>
        <p:nvPicPr>
          <p:cNvPr id="87" name="Picture 86" descr="image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248400" y="4864100"/>
            <a:ext cx="177800" cy="292100"/>
          </a:xfrm>
          <a:prstGeom prst="rect">
            <a:avLst/>
          </a:prstGeom>
        </p:spPr>
      </p:pic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248400" y="4864100"/>
            <a:ext cx="177800" cy="292100"/>
          </a:xfrm>
          <a:prstGeom prst="rect">
            <a:avLst/>
          </a:prstGeom>
        </p:spPr>
      </p:pic>
      <p:pic>
        <p:nvPicPr>
          <p:cNvPr id="89" name="Picture 88" descr="image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248400" y="4787900"/>
            <a:ext cx="165100" cy="292100"/>
          </a:xfrm>
          <a:prstGeom prst="rect">
            <a:avLst/>
          </a:prstGeom>
        </p:spPr>
      </p:pic>
      <p:pic>
        <p:nvPicPr>
          <p:cNvPr id="90" name="Picture 89" descr="image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6451600" y="5118100"/>
            <a:ext cx="177800" cy="292100"/>
          </a:xfrm>
          <a:prstGeom prst="rect">
            <a:avLst/>
          </a:prstGeom>
        </p:spPr>
      </p:pic>
      <p:pic>
        <p:nvPicPr>
          <p:cNvPr id="91" name="Picture 90" descr="image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6451600" y="5118100"/>
            <a:ext cx="177800" cy="292100"/>
          </a:xfrm>
          <a:prstGeom prst="rect">
            <a:avLst/>
          </a:prstGeom>
        </p:spPr>
      </p:pic>
      <p:pic>
        <p:nvPicPr>
          <p:cNvPr id="92" name="Picture 91" descr="image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6629400" y="5118100"/>
            <a:ext cx="165100" cy="292100"/>
          </a:xfrm>
          <a:prstGeom prst="rect">
            <a:avLst/>
          </a:prstGeom>
        </p:spPr>
      </p:pic>
      <p:pic>
        <p:nvPicPr>
          <p:cNvPr id="93" name="Picture 92" descr="image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6629400" y="5118100"/>
            <a:ext cx="165100" cy="292100"/>
          </a:xfrm>
          <a:prstGeom prst="rect">
            <a:avLst/>
          </a:prstGeom>
        </p:spPr>
      </p:pic>
      <p:pic>
        <p:nvPicPr>
          <p:cNvPr id="94" name="Picture 93" descr="image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6451600" y="5029200"/>
            <a:ext cx="177800" cy="292100"/>
          </a:xfrm>
          <a:prstGeom prst="rect">
            <a:avLst/>
          </a:prstGeom>
        </p:spPr>
      </p:pic>
      <p:pic>
        <p:nvPicPr>
          <p:cNvPr id="95" name="Picture 94" descr="image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6451600" y="5029200"/>
            <a:ext cx="177800" cy="292100"/>
          </a:xfrm>
          <a:prstGeom prst="rect">
            <a:avLst/>
          </a:prstGeom>
        </p:spPr>
      </p:pic>
      <p:pic>
        <p:nvPicPr>
          <p:cNvPr id="96" name="Picture 95" descr="image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6629400" y="5029200"/>
            <a:ext cx="165100" cy="292100"/>
          </a:xfrm>
          <a:prstGeom prst="rect">
            <a:avLst/>
          </a:prstGeom>
        </p:spPr>
      </p:pic>
      <p:pic>
        <p:nvPicPr>
          <p:cNvPr id="97" name="Picture 96" descr="image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6629400" y="5029200"/>
            <a:ext cx="165100" cy="292100"/>
          </a:xfrm>
          <a:prstGeom prst="rect">
            <a:avLst/>
          </a:prstGeom>
        </p:spPr>
      </p:pic>
      <p:pic>
        <p:nvPicPr>
          <p:cNvPr id="98" name="Picture 97" descr="image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6451600" y="4953000"/>
            <a:ext cx="177800" cy="292100"/>
          </a:xfrm>
          <a:prstGeom prst="rect">
            <a:avLst/>
          </a:prstGeom>
        </p:spPr>
      </p:pic>
      <p:pic>
        <p:nvPicPr>
          <p:cNvPr id="99" name="Picture 98" descr="image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6451600" y="4953000"/>
            <a:ext cx="177800" cy="292100"/>
          </a:xfrm>
          <a:prstGeom prst="rect">
            <a:avLst/>
          </a:prstGeom>
        </p:spPr>
      </p:pic>
      <p:pic>
        <p:nvPicPr>
          <p:cNvPr id="100" name="Picture 99" descr="image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6629400" y="4953000"/>
            <a:ext cx="165100" cy="292100"/>
          </a:xfrm>
          <a:prstGeom prst="rect">
            <a:avLst/>
          </a:prstGeom>
        </p:spPr>
      </p:pic>
      <p:pic>
        <p:nvPicPr>
          <p:cNvPr id="101" name="Picture 100" descr="image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6629400" y="4953000"/>
            <a:ext cx="165100" cy="292100"/>
          </a:xfrm>
          <a:prstGeom prst="rect">
            <a:avLst/>
          </a:prstGeom>
        </p:spPr>
      </p:pic>
      <p:pic>
        <p:nvPicPr>
          <p:cNvPr id="102" name="Picture 101" descr="image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6451600" y="4864100"/>
            <a:ext cx="177800" cy="292100"/>
          </a:xfrm>
          <a:prstGeom prst="rect">
            <a:avLst/>
          </a:prstGeom>
        </p:spPr>
      </p:pic>
      <p:pic>
        <p:nvPicPr>
          <p:cNvPr id="103" name="Picture 102" descr="image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6451600" y="4864100"/>
            <a:ext cx="177800" cy="292100"/>
          </a:xfrm>
          <a:prstGeom prst="rect">
            <a:avLst/>
          </a:prstGeom>
        </p:spPr>
      </p:pic>
      <p:pic>
        <p:nvPicPr>
          <p:cNvPr id="104" name="Picture 103" descr="image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6629400" y="4864100"/>
            <a:ext cx="165100" cy="292100"/>
          </a:xfrm>
          <a:prstGeom prst="rect">
            <a:avLst/>
          </a:prstGeom>
        </p:spPr>
      </p:pic>
      <p:pic>
        <p:nvPicPr>
          <p:cNvPr id="105" name="Picture 104" descr="image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6629400" y="4864100"/>
            <a:ext cx="165100" cy="292100"/>
          </a:xfrm>
          <a:prstGeom prst="rect">
            <a:avLst/>
          </a:prstGeom>
        </p:spPr>
      </p:pic>
      <p:pic>
        <p:nvPicPr>
          <p:cNvPr id="106" name="Picture 105" descr="image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6451600" y="4787900"/>
            <a:ext cx="177800" cy="292100"/>
          </a:xfrm>
          <a:prstGeom prst="rect">
            <a:avLst/>
          </a:prstGeom>
        </p:spPr>
      </p:pic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6629400" y="4787900"/>
            <a:ext cx="165100" cy="292100"/>
          </a:xfrm>
          <a:prstGeom prst="rect">
            <a:avLst/>
          </a:prstGeom>
        </p:spPr>
      </p:pic>
      <p:pic>
        <p:nvPicPr>
          <p:cNvPr id="108" name="Picture 107" descr="image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6883400" y="5130800"/>
            <a:ext cx="165100" cy="279400"/>
          </a:xfrm>
          <a:prstGeom prst="rect">
            <a:avLst/>
          </a:prstGeom>
        </p:spPr>
      </p:pic>
      <p:pic>
        <p:nvPicPr>
          <p:cNvPr id="109" name="Picture 108" descr="image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6883400" y="5130800"/>
            <a:ext cx="165100" cy="279400"/>
          </a:xfrm>
          <a:prstGeom prst="rect">
            <a:avLst/>
          </a:prstGeom>
        </p:spPr>
      </p:pic>
      <p:pic>
        <p:nvPicPr>
          <p:cNvPr id="110" name="Picture 109" descr="image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7048500" y="5130800"/>
            <a:ext cx="177800" cy="279400"/>
          </a:xfrm>
          <a:prstGeom prst="rect">
            <a:avLst/>
          </a:prstGeom>
        </p:spPr>
      </p:pic>
      <p:pic>
        <p:nvPicPr>
          <p:cNvPr id="111" name="Picture 110" descr="image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7048500" y="5130800"/>
            <a:ext cx="177800" cy="279400"/>
          </a:xfrm>
          <a:prstGeom prst="rect">
            <a:avLst/>
          </a:prstGeom>
        </p:spPr>
      </p:pic>
      <p:pic>
        <p:nvPicPr>
          <p:cNvPr id="112" name="Picture 111" descr="image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883400" y="5041900"/>
            <a:ext cx="165100" cy="292100"/>
          </a:xfrm>
          <a:prstGeom prst="rect">
            <a:avLst/>
          </a:prstGeom>
        </p:spPr>
      </p:pic>
      <p:pic>
        <p:nvPicPr>
          <p:cNvPr id="113" name="Picture 112" descr="image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883400" y="5041900"/>
            <a:ext cx="165100" cy="292100"/>
          </a:xfrm>
          <a:prstGeom prst="rect">
            <a:avLst/>
          </a:prstGeom>
        </p:spPr>
      </p:pic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7048500" y="5041900"/>
            <a:ext cx="177800" cy="292100"/>
          </a:xfrm>
          <a:prstGeom prst="rect">
            <a:avLst/>
          </a:prstGeom>
        </p:spPr>
      </p:pic>
      <p:pic>
        <p:nvPicPr>
          <p:cNvPr id="115" name="Picture 114" descr="image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7048500" y="5041900"/>
            <a:ext cx="177800" cy="292100"/>
          </a:xfrm>
          <a:prstGeom prst="rect">
            <a:avLst/>
          </a:prstGeom>
        </p:spPr>
      </p:pic>
      <p:pic>
        <p:nvPicPr>
          <p:cNvPr id="116" name="Picture 115" descr="image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6883400" y="4965700"/>
            <a:ext cx="165100" cy="279400"/>
          </a:xfrm>
          <a:prstGeom prst="rect">
            <a:avLst/>
          </a:prstGeom>
        </p:spPr>
      </p:pic>
      <p:pic>
        <p:nvPicPr>
          <p:cNvPr id="117" name="Picture 116" descr="image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6883400" y="4965700"/>
            <a:ext cx="165100" cy="279400"/>
          </a:xfrm>
          <a:prstGeom prst="rect">
            <a:avLst/>
          </a:prstGeom>
        </p:spPr>
      </p:pic>
      <p:pic>
        <p:nvPicPr>
          <p:cNvPr id="118" name="Picture 117" descr="image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7048500" y="4965700"/>
            <a:ext cx="177800" cy="279400"/>
          </a:xfrm>
          <a:prstGeom prst="rect">
            <a:avLst/>
          </a:prstGeom>
        </p:spPr>
      </p:pic>
      <p:pic>
        <p:nvPicPr>
          <p:cNvPr id="119" name="Picture 118" descr="image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7048500" y="4965700"/>
            <a:ext cx="177800" cy="279400"/>
          </a:xfrm>
          <a:prstGeom prst="rect">
            <a:avLst/>
          </a:prstGeom>
        </p:spPr>
      </p:pic>
      <p:pic>
        <p:nvPicPr>
          <p:cNvPr id="120" name="Picture 119" descr="image.pn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6858000" y="4876800"/>
            <a:ext cx="165100" cy="292100"/>
          </a:xfrm>
          <a:prstGeom prst="rect">
            <a:avLst/>
          </a:prstGeom>
        </p:spPr>
      </p:pic>
      <p:pic>
        <p:nvPicPr>
          <p:cNvPr id="121" name="Picture 120" descr="image.pn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6858000" y="4876800"/>
            <a:ext cx="165100" cy="292100"/>
          </a:xfrm>
          <a:prstGeom prst="rect">
            <a:avLst/>
          </a:prstGeom>
        </p:spPr>
      </p:pic>
      <p:pic>
        <p:nvPicPr>
          <p:cNvPr id="122" name="Picture 121" descr="image.pn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7048500" y="4876800"/>
            <a:ext cx="177800" cy="292100"/>
          </a:xfrm>
          <a:prstGeom prst="rect">
            <a:avLst/>
          </a:prstGeom>
        </p:spPr>
      </p:pic>
      <p:pic>
        <p:nvPicPr>
          <p:cNvPr id="123" name="Picture 122" descr="image.pn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7048500" y="4876800"/>
            <a:ext cx="177800" cy="292100"/>
          </a:xfrm>
          <a:prstGeom prst="rect">
            <a:avLst/>
          </a:prstGeom>
        </p:spPr>
      </p:pic>
      <p:pic>
        <p:nvPicPr>
          <p:cNvPr id="124" name="Picture 123" descr="image.pn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6883400" y="4800600"/>
            <a:ext cx="165100" cy="279400"/>
          </a:xfrm>
          <a:prstGeom prst="rect">
            <a:avLst/>
          </a:prstGeom>
        </p:spPr>
      </p:pic>
      <p:pic>
        <p:nvPicPr>
          <p:cNvPr id="125" name="Picture 124" descr="image.png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7048500" y="4800600"/>
            <a:ext cx="177800" cy="279400"/>
          </a:xfrm>
          <a:prstGeom prst="rect">
            <a:avLst/>
          </a:prstGeom>
        </p:spPr>
      </p:pic>
      <p:pic>
        <p:nvPicPr>
          <p:cNvPr id="126" name="Picture 125" descr="image.png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7264400" y="5130800"/>
            <a:ext cx="165100" cy="279400"/>
          </a:xfrm>
          <a:prstGeom prst="rect">
            <a:avLst/>
          </a:prstGeom>
        </p:spPr>
      </p:pic>
      <p:pic>
        <p:nvPicPr>
          <p:cNvPr id="127" name="Picture 126" descr="image.png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7264400" y="5130800"/>
            <a:ext cx="165100" cy="279400"/>
          </a:xfrm>
          <a:prstGeom prst="rect">
            <a:avLst/>
          </a:prstGeom>
        </p:spPr>
      </p:pic>
      <p:pic>
        <p:nvPicPr>
          <p:cNvPr id="128" name="Picture 127" descr="image.png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7429500" y="5130800"/>
            <a:ext cx="177800" cy="279400"/>
          </a:xfrm>
          <a:prstGeom prst="rect">
            <a:avLst/>
          </a:prstGeom>
        </p:spPr>
      </p:pic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7429500" y="5130800"/>
            <a:ext cx="177800" cy="279400"/>
          </a:xfrm>
          <a:prstGeom prst="rect">
            <a:avLst/>
          </a:prstGeom>
        </p:spPr>
      </p:pic>
      <p:pic>
        <p:nvPicPr>
          <p:cNvPr id="130" name="Picture 129" descr="image.png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7264400" y="5041900"/>
            <a:ext cx="165100" cy="292100"/>
          </a:xfrm>
          <a:prstGeom prst="rect">
            <a:avLst/>
          </a:prstGeom>
        </p:spPr>
      </p:pic>
      <p:pic>
        <p:nvPicPr>
          <p:cNvPr id="131" name="Picture 130" descr="image.png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7264400" y="5041900"/>
            <a:ext cx="165100" cy="292100"/>
          </a:xfrm>
          <a:prstGeom prst="rect">
            <a:avLst/>
          </a:prstGeom>
        </p:spPr>
      </p:pic>
      <p:pic>
        <p:nvPicPr>
          <p:cNvPr id="132" name="Picture 131" descr="image.png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7429500" y="5041900"/>
            <a:ext cx="177800" cy="292100"/>
          </a:xfrm>
          <a:prstGeom prst="rect">
            <a:avLst/>
          </a:prstGeom>
        </p:spPr>
      </p:pic>
      <p:pic>
        <p:nvPicPr>
          <p:cNvPr id="133" name="Picture 132" descr="image.png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7429500" y="5041900"/>
            <a:ext cx="177800" cy="292100"/>
          </a:xfrm>
          <a:prstGeom prst="rect">
            <a:avLst/>
          </a:prstGeom>
        </p:spPr>
      </p:pic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7264400" y="4965700"/>
            <a:ext cx="165100" cy="279400"/>
          </a:xfrm>
          <a:prstGeom prst="rect">
            <a:avLst/>
          </a:prstGeom>
        </p:spPr>
      </p:pic>
      <p:pic>
        <p:nvPicPr>
          <p:cNvPr id="135" name="Picture 134" descr="image.png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7264400" y="4965700"/>
            <a:ext cx="165100" cy="279400"/>
          </a:xfrm>
          <a:prstGeom prst="rect">
            <a:avLst/>
          </a:prstGeom>
        </p:spPr>
      </p:pic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7429500" y="4965700"/>
            <a:ext cx="177800" cy="279400"/>
          </a:xfrm>
          <a:prstGeom prst="rect">
            <a:avLst/>
          </a:prstGeom>
        </p:spPr>
      </p:pic>
      <p:pic>
        <p:nvPicPr>
          <p:cNvPr id="137" name="Picture 136" descr="image.png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7429500" y="4965700"/>
            <a:ext cx="177800" cy="279400"/>
          </a:xfrm>
          <a:prstGeom prst="rect">
            <a:avLst/>
          </a:prstGeom>
        </p:spPr>
      </p:pic>
      <p:pic>
        <p:nvPicPr>
          <p:cNvPr id="138" name="Picture 137" descr="image.png"/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7264400" y="4876800"/>
            <a:ext cx="165100" cy="292100"/>
          </a:xfrm>
          <a:prstGeom prst="rect">
            <a:avLst/>
          </a:prstGeom>
        </p:spPr>
      </p:pic>
      <p:pic>
        <p:nvPicPr>
          <p:cNvPr id="139" name="Picture 138" descr="image.png"/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7264400" y="4876800"/>
            <a:ext cx="165100" cy="292100"/>
          </a:xfrm>
          <a:prstGeom prst="rect">
            <a:avLst/>
          </a:prstGeom>
        </p:spPr>
      </p:pic>
      <p:pic>
        <p:nvPicPr>
          <p:cNvPr id="140" name="Picture 139" descr="image.png"/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7429500" y="4876800"/>
            <a:ext cx="177800" cy="292100"/>
          </a:xfrm>
          <a:prstGeom prst="rect">
            <a:avLst/>
          </a:prstGeom>
        </p:spPr>
      </p:pic>
      <p:pic>
        <p:nvPicPr>
          <p:cNvPr id="141" name="Picture 140" descr="image.png"/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7429500" y="4876800"/>
            <a:ext cx="177800" cy="292100"/>
          </a:xfrm>
          <a:prstGeom prst="rect">
            <a:avLst/>
          </a:prstGeom>
        </p:spPr>
      </p:pic>
      <p:pic>
        <p:nvPicPr>
          <p:cNvPr id="142" name="Picture 141" descr="image.png"/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7251700" y="4800600"/>
            <a:ext cx="177800" cy="279400"/>
          </a:xfrm>
          <a:prstGeom prst="rect">
            <a:avLst/>
          </a:prstGeom>
        </p:spPr>
      </p:pic>
      <p:pic>
        <p:nvPicPr>
          <p:cNvPr id="143" name="Picture 142" descr="image.png"/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7429500" y="4800600"/>
            <a:ext cx="165100" cy="279400"/>
          </a:xfrm>
          <a:prstGeom prst="rect">
            <a:avLst/>
          </a:prstGeom>
        </p:spPr>
      </p:pic>
      <p:pic>
        <p:nvPicPr>
          <p:cNvPr id="144" name="Picture 143" descr="image.png"/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7632700" y="5130800"/>
            <a:ext cx="177800" cy="279400"/>
          </a:xfrm>
          <a:prstGeom prst="rect">
            <a:avLst/>
          </a:prstGeom>
        </p:spPr>
      </p:pic>
      <p:pic>
        <p:nvPicPr>
          <p:cNvPr id="145" name="Picture 144" descr="image.png"/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7632700" y="5130800"/>
            <a:ext cx="177800" cy="279400"/>
          </a:xfrm>
          <a:prstGeom prst="rect">
            <a:avLst/>
          </a:prstGeom>
        </p:spPr>
      </p:pic>
      <p:pic>
        <p:nvPicPr>
          <p:cNvPr id="146" name="Picture 145" descr="image.png"/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7810500" y="5130800"/>
            <a:ext cx="165100" cy="279400"/>
          </a:xfrm>
          <a:prstGeom prst="rect">
            <a:avLst/>
          </a:prstGeom>
        </p:spPr>
      </p:pic>
      <p:pic>
        <p:nvPicPr>
          <p:cNvPr id="147" name="Picture 146" descr="image.png"/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7810500" y="5130800"/>
            <a:ext cx="165100" cy="279400"/>
          </a:xfrm>
          <a:prstGeom prst="rect">
            <a:avLst/>
          </a:prstGeom>
        </p:spPr>
      </p:pic>
      <p:pic>
        <p:nvPicPr>
          <p:cNvPr id="148" name="Picture 147" descr="image.png"/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7632700" y="5041900"/>
            <a:ext cx="177800" cy="292100"/>
          </a:xfrm>
          <a:prstGeom prst="rect">
            <a:avLst/>
          </a:prstGeom>
        </p:spPr>
      </p:pic>
      <p:pic>
        <p:nvPicPr>
          <p:cNvPr id="149" name="Picture 148" descr="image.png"/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7632700" y="5041900"/>
            <a:ext cx="177800" cy="292100"/>
          </a:xfrm>
          <a:prstGeom prst="rect">
            <a:avLst/>
          </a:prstGeom>
        </p:spPr>
      </p:pic>
      <p:pic>
        <p:nvPicPr>
          <p:cNvPr id="150" name="Picture 149" descr="image.png"/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7810500" y="5041900"/>
            <a:ext cx="165100" cy="292100"/>
          </a:xfrm>
          <a:prstGeom prst="rect">
            <a:avLst/>
          </a:prstGeom>
        </p:spPr>
      </p:pic>
      <p:pic>
        <p:nvPicPr>
          <p:cNvPr id="151" name="Picture 150" descr="image.png"/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7810500" y="5041900"/>
            <a:ext cx="165100" cy="292100"/>
          </a:xfrm>
          <a:prstGeom prst="rect">
            <a:avLst/>
          </a:prstGeom>
        </p:spPr>
      </p:pic>
      <p:pic>
        <p:nvPicPr>
          <p:cNvPr id="152" name="Picture 151" descr="image.png"/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7632700" y="4965700"/>
            <a:ext cx="177800" cy="279400"/>
          </a:xfrm>
          <a:prstGeom prst="rect">
            <a:avLst/>
          </a:prstGeom>
        </p:spPr>
      </p:pic>
      <p:pic>
        <p:nvPicPr>
          <p:cNvPr id="153" name="Picture 152" descr="image.png"/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7632700" y="4965700"/>
            <a:ext cx="177800" cy="279400"/>
          </a:xfrm>
          <a:prstGeom prst="rect">
            <a:avLst/>
          </a:prstGeom>
        </p:spPr>
      </p:pic>
      <p:pic>
        <p:nvPicPr>
          <p:cNvPr id="154" name="Picture 153" descr="image.png"/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7810500" y="4965700"/>
            <a:ext cx="165100" cy="279400"/>
          </a:xfrm>
          <a:prstGeom prst="rect">
            <a:avLst/>
          </a:prstGeom>
        </p:spPr>
      </p:pic>
      <p:pic>
        <p:nvPicPr>
          <p:cNvPr id="155" name="Picture 154" descr="image.png"/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7810500" y="4965700"/>
            <a:ext cx="165100" cy="279400"/>
          </a:xfrm>
          <a:prstGeom prst="rect">
            <a:avLst/>
          </a:prstGeom>
        </p:spPr>
      </p:pic>
      <p:pic>
        <p:nvPicPr>
          <p:cNvPr id="156" name="Picture 155" descr="image.png"/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7632700" y="4876800"/>
            <a:ext cx="177800" cy="292100"/>
          </a:xfrm>
          <a:prstGeom prst="rect">
            <a:avLst/>
          </a:prstGeom>
        </p:spPr>
      </p:pic>
      <p:pic>
        <p:nvPicPr>
          <p:cNvPr id="157" name="Picture 156" descr="image.png"/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7632700" y="4876800"/>
            <a:ext cx="177800" cy="292100"/>
          </a:xfrm>
          <a:prstGeom prst="rect">
            <a:avLst/>
          </a:prstGeom>
        </p:spPr>
      </p:pic>
      <p:pic>
        <p:nvPicPr>
          <p:cNvPr id="158" name="Picture 157" descr="image.png"/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7810500" y="4876800"/>
            <a:ext cx="165100" cy="292100"/>
          </a:xfrm>
          <a:prstGeom prst="rect">
            <a:avLst/>
          </a:prstGeom>
        </p:spPr>
      </p:pic>
      <p:pic>
        <p:nvPicPr>
          <p:cNvPr id="159" name="Picture 158" descr="image.png"/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7810500" y="4876800"/>
            <a:ext cx="165100" cy="292100"/>
          </a:xfrm>
          <a:prstGeom prst="rect">
            <a:avLst/>
          </a:prstGeom>
        </p:spPr>
      </p:pic>
      <p:pic>
        <p:nvPicPr>
          <p:cNvPr id="160" name="Picture 159" descr="image.png"/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7632700" y="4800600"/>
            <a:ext cx="177800" cy="279400"/>
          </a:xfrm>
          <a:prstGeom prst="rect">
            <a:avLst/>
          </a:prstGeom>
        </p:spPr>
      </p:pic>
      <p:pic>
        <p:nvPicPr>
          <p:cNvPr id="161" name="Picture 160" descr="image.png"/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7797800" y="4800600"/>
            <a:ext cx="177800" cy="279400"/>
          </a:xfrm>
          <a:prstGeom prst="rect">
            <a:avLst/>
          </a:prstGeom>
        </p:spPr>
      </p:pic>
      <p:pic>
        <p:nvPicPr>
          <p:cNvPr id="162" name="Picture 161" descr="image.png"/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8077200" y="5130800"/>
            <a:ext cx="177800" cy="279400"/>
          </a:xfrm>
          <a:prstGeom prst="rect">
            <a:avLst/>
          </a:prstGeom>
        </p:spPr>
      </p:pic>
      <p:pic>
        <p:nvPicPr>
          <p:cNvPr id="163" name="Picture 162" descr="image.png"/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8077200" y="5130800"/>
            <a:ext cx="177800" cy="279400"/>
          </a:xfrm>
          <a:prstGeom prst="rect">
            <a:avLst/>
          </a:prstGeom>
        </p:spPr>
      </p:pic>
      <p:pic>
        <p:nvPicPr>
          <p:cNvPr id="164" name="Picture 163" descr="image.png"/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8255000" y="5130800"/>
            <a:ext cx="165100" cy="279400"/>
          </a:xfrm>
          <a:prstGeom prst="rect">
            <a:avLst/>
          </a:prstGeom>
        </p:spPr>
      </p:pic>
      <p:pic>
        <p:nvPicPr>
          <p:cNvPr id="165" name="Picture 164" descr="image.png"/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8255000" y="5130800"/>
            <a:ext cx="165100" cy="279400"/>
          </a:xfrm>
          <a:prstGeom prst="rect">
            <a:avLst/>
          </a:prstGeom>
        </p:spPr>
      </p:pic>
      <p:pic>
        <p:nvPicPr>
          <p:cNvPr id="166" name="Picture 165" descr="image.png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8077200" y="5041900"/>
            <a:ext cx="177800" cy="292100"/>
          </a:xfrm>
          <a:prstGeom prst="rect">
            <a:avLst/>
          </a:prstGeom>
        </p:spPr>
      </p:pic>
      <p:pic>
        <p:nvPicPr>
          <p:cNvPr id="167" name="Picture 166" descr="image.png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8077200" y="5041900"/>
            <a:ext cx="177800" cy="292100"/>
          </a:xfrm>
          <a:prstGeom prst="rect">
            <a:avLst/>
          </a:prstGeom>
        </p:spPr>
      </p:pic>
      <p:pic>
        <p:nvPicPr>
          <p:cNvPr id="168" name="Picture 167" descr="image.png"/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8255000" y="5041900"/>
            <a:ext cx="165100" cy="292100"/>
          </a:xfrm>
          <a:prstGeom prst="rect">
            <a:avLst/>
          </a:prstGeom>
        </p:spPr>
      </p:pic>
      <p:pic>
        <p:nvPicPr>
          <p:cNvPr id="169" name="Picture 168" descr="image.png"/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8255000" y="5041900"/>
            <a:ext cx="165100" cy="292100"/>
          </a:xfrm>
          <a:prstGeom prst="rect">
            <a:avLst/>
          </a:prstGeom>
        </p:spPr>
      </p:pic>
      <p:pic>
        <p:nvPicPr>
          <p:cNvPr id="170" name="Picture 169" descr="image.png"/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8077200" y="4965700"/>
            <a:ext cx="177800" cy="279400"/>
          </a:xfrm>
          <a:prstGeom prst="rect">
            <a:avLst/>
          </a:prstGeom>
        </p:spPr>
      </p:pic>
      <p:pic>
        <p:nvPicPr>
          <p:cNvPr id="171" name="Picture 170" descr="image.png"/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8077200" y="4965700"/>
            <a:ext cx="177800" cy="279400"/>
          </a:xfrm>
          <a:prstGeom prst="rect">
            <a:avLst/>
          </a:prstGeom>
        </p:spPr>
      </p:pic>
      <p:pic>
        <p:nvPicPr>
          <p:cNvPr id="172" name="Picture 171" descr="image.png"/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8255000" y="4965700"/>
            <a:ext cx="165100" cy="279400"/>
          </a:xfrm>
          <a:prstGeom prst="rect">
            <a:avLst/>
          </a:prstGeom>
        </p:spPr>
      </p:pic>
      <p:pic>
        <p:nvPicPr>
          <p:cNvPr id="173" name="Picture 172" descr="image.png"/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8255000" y="4965700"/>
            <a:ext cx="165100" cy="279400"/>
          </a:xfrm>
          <a:prstGeom prst="rect">
            <a:avLst/>
          </a:prstGeom>
        </p:spPr>
      </p:pic>
      <p:pic>
        <p:nvPicPr>
          <p:cNvPr id="174" name="Picture 173" descr="image.png"/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8051800" y="4876800"/>
            <a:ext cx="177800" cy="292100"/>
          </a:xfrm>
          <a:prstGeom prst="rect">
            <a:avLst/>
          </a:prstGeom>
        </p:spPr>
      </p:pic>
      <p:pic>
        <p:nvPicPr>
          <p:cNvPr id="175" name="Picture 174" descr="image.png"/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8051800" y="4876800"/>
            <a:ext cx="177800" cy="292100"/>
          </a:xfrm>
          <a:prstGeom prst="rect">
            <a:avLst/>
          </a:prstGeom>
        </p:spPr>
      </p:pic>
      <p:pic>
        <p:nvPicPr>
          <p:cNvPr id="176" name="Picture 175" descr="image.png"/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8255000" y="4876800"/>
            <a:ext cx="165100" cy="292100"/>
          </a:xfrm>
          <a:prstGeom prst="rect">
            <a:avLst/>
          </a:prstGeom>
        </p:spPr>
      </p:pic>
      <p:pic>
        <p:nvPicPr>
          <p:cNvPr id="177" name="Picture 176" descr="image.png"/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8255000" y="4876800"/>
            <a:ext cx="165100" cy="292100"/>
          </a:xfrm>
          <a:prstGeom prst="rect">
            <a:avLst/>
          </a:prstGeom>
        </p:spPr>
      </p:pic>
      <p:pic>
        <p:nvPicPr>
          <p:cNvPr id="178" name="Picture 177" descr="image.png"/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8077200" y="4800600"/>
            <a:ext cx="177800" cy="279400"/>
          </a:xfrm>
          <a:prstGeom prst="rect">
            <a:avLst/>
          </a:prstGeom>
        </p:spPr>
      </p:pic>
      <p:pic>
        <p:nvPicPr>
          <p:cNvPr id="179" name="Picture 178" descr="image.png"/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8242300" y="4800600"/>
            <a:ext cx="177800" cy="279400"/>
          </a:xfrm>
          <a:prstGeom prst="rect">
            <a:avLst/>
          </a:prstGeom>
        </p:spPr>
      </p:pic>
      <p:pic>
        <p:nvPicPr>
          <p:cNvPr id="180" name="Picture 179" descr="image.png"/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6210300" y="4127500"/>
            <a:ext cx="50800" cy="139700"/>
          </a:xfrm>
          <a:prstGeom prst="rect">
            <a:avLst/>
          </a:prstGeom>
        </p:spPr>
      </p:pic>
      <p:pic>
        <p:nvPicPr>
          <p:cNvPr id="181" name="Picture 180" descr="image.png"/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6210300" y="4127500"/>
            <a:ext cx="50800" cy="139700"/>
          </a:xfrm>
          <a:prstGeom prst="rect">
            <a:avLst/>
          </a:prstGeom>
        </p:spPr>
      </p:pic>
      <p:pic>
        <p:nvPicPr>
          <p:cNvPr id="182" name="Picture 181" descr="image.png"/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7391400" y="4127500"/>
            <a:ext cx="38100" cy="139700"/>
          </a:xfrm>
          <a:prstGeom prst="rect">
            <a:avLst/>
          </a:prstGeom>
        </p:spPr>
      </p:pic>
      <p:pic>
        <p:nvPicPr>
          <p:cNvPr id="183" name="Picture 182" descr="image.png"/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7391400" y="4127500"/>
            <a:ext cx="38100" cy="139700"/>
          </a:xfrm>
          <a:prstGeom prst="rect">
            <a:avLst/>
          </a:prstGeom>
        </p:spPr>
      </p:pic>
      <p:pic>
        <p:nvPicPr>
          <p:cNvPr id="184" name="Picture 183" descr="image.png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6248400" y="6375400"/>
            <a:ext cx="2032000" cy="203200"/>
          </a:xfrm>
          <a:prstGeom prst="rect">
            <a:avLst/>
          </a:prstGeom>
        </p:spPr>
      </p:pic>
      <p:pic>
        <p:nvPicPr>
          <p:cNvPr id="187" name="Picture 186" descr="image.png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5032247" y="3156203"/>
            <a:ext cx="2385694" cy="1602232"/>
          </a:xfrm>
          <a:prstGeom prst="rect">
            <a:avLst/>
          </a:prstGeom>
        </p:spPr>
      </p:pic>
      <p:pic>
        <p:nvPicPr>
          <p:cNvPr id="188" name="Picture 187" descr="image.png"/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5664200" y="3784600"/>
            <a:ext cx="1143000" cy="355600"/>
          </a:xfrm>
          <a:prstGeom prst="rect">
            <a:avLst/>
          </a:prstGeom>
        </p:spPr>
      </p:pic>
      <p:pic>
        <p:nvPicPr>
          <p:cNvPr id="189" name="Picture 188" descr="image.png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5676900" y="4406900"/>
            <a:ext cx="1130300" cy="292100"/>
          </a:xfrm>
          <a:prstGeom prst="rect">
            <a:avLst/>
          </a:prstGeom>
        </p:spPr>
      </p:pic>
      <p:pic>
        <p:nvPicPr>
          <p:cNvPr id="190" name="Picture 189" descr="image.png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5676900" y="4406900"/>
            <a:ext cx="1130300" cy="292100"/>
          </a:xfrm>
          <a:prstGeom prst="rect">
            <a:avLst/>
          </a:prstGeom>
        </p:spPr>
      </p:pic>
      <p:pic>
        <p:nvPicPr>
          <p:cNvPr id="191" name="Picture 190" descr="image.png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5676900" y="4356100"/>
            <a:ext cx="1130300" cy="292100"/>
          </a:xfrm>
          <a:prstGeom prst="rect">
            <a:avLst/>
          </a:prstGeom>
        </p:spPr>
      </p:pic>
      <p:pic>
        <p:nvPicPr>
          <p:cNvPr id="192" name="Picture 191" descr="image.png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5676900" y="4356100"/>
            <a:ext cx="1130300" cy="292100"/>
          </a:xfrm>
          <a:prstGeom prst="rect">
            <a:avLst/>
          </a:prstGeom>
        </p:spPr>
      </p:pic>
      <p:pic>
        <p:nvPicPr>
          <p:cNvPr id="193" name="Picture 192" descr="image.png"/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5676900" y="4305300"/>
            <a:ext cx="1130300" cy="292100"/>
          </a:xfrm>
          <a:prstGeom prst="rect">
            <a:avLst/>
          </a:prstGeom>
        </p:spPr>
      </p:pic>
      <p:pic>
        <p:nvPicPr>
          <p:cNvPr id="194" name="Picture 193" descr="image.png"/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5676900" y="4305300"/>
            <a:ext cx="1130300" cy="292100"/>
          </a:xfrm>
          <a:prstGeom prst="rect">
            <a:avLst/>
          </a:prstGeom>
        </p:spPr>
      </p:pic>
      <p:pic>
        <p:nvPicPr>
          <p:cNvPr id="195" name="Picture 194" descr="image.png"/>
          <p:cNvPicPr>
            <a:picLocks noChangeAspect="1"/>
          </p:cNvPicPr>
          <p:nvPr/>
        </p:nvPicPr>
        <p:blipFill>
          <a:blip r:embed="rId106"/>
          <a:stretch>
            <a:fillRect/>
          </a:stretch>
        </p:blipFill>
        <p:spPr>
          <a:xfrm>
            <a:off x="5676900" y="4292600"/>
            <a:ext cx="1130300" cy="304800"/>
          </a:xfrm>
          <a:prstGeom prst="rect">
            <a:avLst/>
          </a:prstGeom>
        </p:spPr>
      </p:pic>
      <p:pic>
        <p:nvPicPr>
          <p:cNvPr id="196" name="Picture 195" descr="image.png"/>
          <p:cNvPicPr>
            <a:picLocks noChangeAspect="1"/>
          </p:cNvPicPr>
          <p:nvPr/>
        </p:nvPicPr>
        <p:blipFill>
          <a:blip r:embed="rId106"/>
          <a:stretch>
            <a:fillRect/>
          </a:stretch>
        </p:blipFill>
        <p:spPr>
          <a:xfrm>
            <a:off x="5676900" y="4292600"/>
            <a:ext cx="1130300" cy="304800"/>
          </a:xfrm>
          <a:prstGeom prst="rect">
            <a:avLst/>
          </a:prstGeom>
        </p:spPr>
      </p:pic>
      <p:pic>
        <p:nvPicPr>
          <p:cNvPr id="197" name="Picture 196" descr="image.png"/>
          <p:cNvPicPr>
            <a:picLocks noChangeAspect="1"/>
          </p:cNvPicPr>
          <p:nvPr/>
        </p:nvPicPr>
        <p:blipFill>
          <a:blip r:embed="rId107"/>
          <a:stretch>
            <a:fillRect/>
          </a:stretch>
        </p:blipFill>
        <p:spPr>
          <a:xfrm>
            <a:off x="5676900" y="4229100"/>
            <a:ext cx="1130300" cy="304800"/>
          </a:xfrm>
          <a:prstGeom prst="rect">
            <a:avLst/>
          </a:prstGeom>
        </p:spPr>
      </p:pic>
      <p:pic>
        <p:nvPicPr>
          <p:cNvPr id="198" name="Picture 197" descr="image.png"/>
          <p:cNvPicPr>
            <a:picLocks noChangeAspect="1"/>
          </p:cNvPicPr>
          <p:nvPr/>
        </p:nvPicPr>
        <p:blipFill>
          <a:blip r:embed="rId107"/>
          <a:stretch>
            <a:fillRect/>
          </a:stretch>
        </p:blipFill>
        <p:spPr>
          <a:xfrm>
            <a:off x="5676900" y="4229100"/>
            <a:ext cx="1130300" cy="304800"/>
          </a:xfrm>
          <a:prstGeom prst="rect">
            <a:avLst/>
          </a:prstGeom>
        </p:spPr>
      </p:pic>
      <p:pic>
        <p:nvPicPr>
          <p:cNvPr id="199" name="Picture 198" descr="image.png"/>
          <p:cNvPicPr>
            <a:picLocks noChangeAspect="1"/>
          </p:cNvPicPr>
          <p:nvPr/>
        </p:nvPicPr>
        <p:blipFill>
          <a:blip r:embed="rId108"/>
          <a:stretch>
            <a:fillRect/>
          </a:stretch>
        </p:blipFill>
        <p:spPr>
          <a:xfrm>
            <a:off x="5664200" y="4254500"/>
            <a:ext cx="1143000" cy="215900"/>
          </a:xfrm>
          <a:prstGeom prst="rect">
            <a:avLst/>
          </a:prstGeom>
        </p:spPr>
      </p:pic>
      <p:pic>
        <p:nvPicPr>
          <p:cNvPr id="200" name="Picture 199" descr="image.png"/>
          <p:cNvPicPr>
            <a:picLocks noChangeAspect="1"/>
          </p:cNvPicPr>
          <p:nvPr/>
        </p:nvPicPr>
        <p:blipFill>
          <a:blip r:embed="rId108"/>
          <a:stretch>
            <a:fillRect/>
          </a:stretch>
        </p:blipFill>
        <p:spPr>
          <a:xfrm>
            <a:off x="5664200" y="4254500"/>
            <a:ext cx="1143000" cy="215900"/>
          </a:xfrm>
          <a:prstGeom prst="rect">
            <a:avLst/>
          </a:prstGeom>
        </p:spPr>
      </p:pic>
      <p:pic>
        <p:nvPicPr>
          <p:cNvPr id="201" name="Picture 200" descr="image.png"/>
          <p:cNvPicPr>
            <a:picLocks noChangeAspect="1"/>
          </p:cNvPicPr>
          <p:nvPr/>
        </p:nvPicPr>
        <p:blipFill>
          <a:blip r:embed="rId109"/>
          <a:stretch>
            <a:fillRect/>
          </a:stretch>
        </p:blipFill>
        <p:spPr>
          <a:xfrm>
            <a:off x="5676900" y="4445000"/>
            <a:ext cx="1130300" cy="304800"/>
          </a:xfrm>
          <a:prstGeom prst="rect">
            <a:avLst/>
          </a:prstGeom>
        </p:spPr>
      </p:pic>
      <p:pic>
        <p:nvPicPr>
          <p:cNvPr id="202" name="Picture 201" descr="image.png"/>
          <p:cNvPicPr>
            <a:picLocks noChangeAspect="1"/>
          </p:cNvPicPr>
          <p:nvPr/>
        </p:nvPicPr>
        <p:blipFill>
          <a:blip r:embed="rId109"/>
          <a:stretch>
            <a:fillRect/>
          </a:stretch>
        </p:blipFill>
        <p:spPr>
          <a:xfrm>
            <a:off x="5676900" y="4445000"/>
            <a:ext cx="1130300" cy="304800"/>
          </a:xfrm>
          <a:prstGeom prst="rect">
            <a:avLst/>
          </a:prstGeom>
        </p:spPr>
      </p:pic>
      <p:pic>
        <p:nvPicPr>
          <p:cNvPr id="203" name="Picture 202" descr="image.png"/>
          <p:cNvPicPr>
            <a:picLocks noChangeAspect="1"/>
          </p:cNvPicPr>
          <p:nvPr/>
        </p:nvPicPr>
        <p:blipFill>
          <a:blip r:embed="rId110"/>
          <a:stretch>
            <a:fillRect/>
          </a:stretch>
        </p:blipFill>
        <p:spPr>
          <a:xfrm>
            <a:off x="5041900" y="4965700"/>
            <a:ext cx="177800" cy="279400"/>
          </a:xfrm>
          <a:prstGeom prst="rect">
            <a:avLst/>
          </a:prstGeom>
        </p:spPr>
      </p:pic>
      <p:pic>
        <p:nvPicPr>
          <p:cNvPr id="204" name="Picture 203" descr="image.png"/>
          <p:cNvPicPr>
            <a:picLocks noChangeAspect="1"/>
          </p:cNvPicPr>
          <p:nvPr/>
        </p:nvPicPr>
        <p:blipFill>
          <a:blip r:embed="rId110"/>
          <a:stretch>
            <a:fillRect/>
          </a:stretch>
        </p:blipFill>
        <p:spPr>
          <a:xfrm>
            <a:off x="5041900" y="4965700"/>
            <a:ext cx="177800" cy="279400"/>
          </a:xfrm>
          <a:prstGeom prst="rect">
            <a:avLst/>
          </a:prstGeom>
        </p:spPr>
      </p:pic>
      <p:pic>
        <p:nvPicPr>
          <p:cNvPr id="205" name="Picture 204" descr="image.png"/>
          <p:cNvPicPr>
            <a:picLocks noChangeAspect="1"/>
          </p:cNvPicPr>
          <p:nvPr/>
        </p:nvPicPr>
        <p:blipFill>
          <a:blip r:embed="rId111"/>
          <a:stretch>
            <a:fillRect/>
          </a:stretch>
        </p:blipFill>
        <p:spPr>
          <a:xfrm>
            <a:off x="5041900" y="4876800"/>
            <a:ext cx="177800" cy="292100"/>
          </a:xfrm>
          <a:prstGeom prst="rect">
            <a:avLst/>
          </a:prstGeom>
        </p:spPr>
      </p:pic>
      <p:pic>
        <p:nvPicPr>
          <p:cNvPr id="206" name="Picture 205" descr="image.png"/>
          <p:cNvPicPr>
            <a:picLocks noChangeAspect="1"/>
          </p:cNvPicPr>
          <p:nvPr/>
        </p:nvPicPr>
        <p:blipFill>
          <a:blip r:embed="rId111"/>
          <a:stretch>
            <a:fillRect/>
          </a:stretch>
        </p:blipFill>
        <p:spPr>
          <a:xfrm>
            <a:off x="5041900" y="4876800"/>
            <a:ext cx="177800" cy="292100"/>
          </a:xfrm>
          <a:prstGeom prst="rect">
            <a:avLst/>
          </a:prstGeom>
        </p:spPr>
      </p:pic>
      <p:pic>
        <p:nvPicPr>
          <p:cNvPr id="207" name="Picture 206" descr="image.png"/>
          <p:cNvPicPr>
            <a:picLocks noChangeAspect="1"/>
          </p:cNvPicPr>
          <p:nvPr/>
        </p:nvPicPr>
        <p:blipFill>
          <a:blip r:embed="rId112"/>
          <a:stretch>
            <a:fillRect/>
          </a:stretch>
        </p:blipFill>
        <p:spPr>
          <a:xfrm>
            <a:off x="5041900" y="4800600"/>
            <a:ext cx="177800" cy="279400"/>
          </a:xfrm>
          <a:prstGeom prst="rect">
            <a:avLst/>
          </a:prstGeom>
        </p:spPr>
      </p:pic>
      <p:pic>
        <p:nvPicPr>
          <p:cNvPr id="208" name="Picture 207" descr="image.png"/>
          <p:cNvPicPr>
            <a:picLocks noChangeAspect="1"/>
          </p:cNvPicPr>
          <p:nvPr/>
        </p:nvPicPr>
        <p:blipFill>
          <a:blip r:embed="rId113"/>
          <a:stretch>
            <a:fillRect/>
          </a:stretch>
        </p:blipFill>
        <p:spPr>
          <a:xfrm>
            <a:off x="5422900" y="5130800"/>
            <a:ext cx="177800" cy="279400"/>
          </a:xfrm>
          <a:prstGeom prst="rect">
            <a:avLst/>
          </a:prstGeom>
        </p:spPr>
      </p:pic>
      <p:pic>
        <p:nvPicPr>
          <p:cNvPr id="209" name="Picture 208" descr="image.png"/>
          <p:cNvPicPr>
            <a:picLocks noChangeAspect="1"/>
          </p:cNvPicPr>
          <p:nvPr/>
        </p:nvPicPr>
        <p:blipFill>
          <a:blip r:embed="rId113"/>
          <a:stretch>
            <a:fillRect/>
          </a:stretch>
        </p:blipFill>
        <p:spPr>
          <a:xfrm>
            <a:off x="5422900" y="5130800"/>
            <a:ext cx="177800" cy="279400"/>
          </a:xfrm>
          <a:prstGeom prst="rect">
            <a:avLst/>
          </a:prstGeom>
        </p:spPr>
      </p:pic>
      <p:pic>
        <p:nvPicPr>
          <p:cNvPr id="210" name="Picture 209" descr="image.png"/>
          <p:cNvPicPr>
            <a:picLocks noChangeAspect="1"/>
          </p:cNvPicPr>
          <p:nvPr/>
        </p:nvPicPr>
        <p:blipFill>
          <a:blip r:embed="rId114"/>
          <a:stretch>
            <a:fillRect/>
          </a:stretch>
        </p:blipFill>
        <p:spPr>
          <a:xfrm>
            <a:off x="5257800" y="5041900"/>
            <a:ext cx="165100" cy="292100"/>
          </a:xfrm>
          <a:prstGeom prst="rect">
            <a:avLst/>
          </a:prstGeom>
        </p:spPr>
      </p:pic>
      <p:pic>
        <p:nvPicPr>
          <p:cNvPr id="211" name="Picture 210" descr="image.png"/>
          <p:cNvPicPr>
            <a:picLocks noChangeAspect="1"/>
          </p:cNvPicPr>
          <p:nvPr/>
        </p:nvPicPr>
        <p:blipFill>
          <a:blip r:embed="rId114"/>
          <a:stretch>
            <a:fillRect/>
          </a:stretch>
        </p:blipFill>
        <p:spPr>
          <a:xfrm>
            <a:off x="5257800" y="5041900"/>
            <a:ext cx="165100" cy="292100"/>
          </a:xfrm>
          <a:prstGeom prst="rect">
            <a:avLst/>
          </a:prstGeom>
        </p:spPr>
      </p:pic>
      <p:pic>
        <p:nvPicPr>
          <p:cNvPr id="212" name="Picture 211" descr="image.png"/>
          <p:cNvPicPr>
            <a:picLocks noChangeAspect="1"/>
          </p:cNvPicPr>
          <p:nvPr/>
        </p:nvPicPr>
        <p:blipFill>
          <a:blip r:embed="rId115"/>
          <a:stretch>
            <a:fillRect/>
          </a:stretch>
        </p:blipFill>
        <p:spPr>
          <a:xfrm>
            <a:off x="5422900" y="5041900"/>
            <a:ext cx="177800" cy="292100"/>
          </a:xfrm>
          <a:prstGeom prst="rect">
            <a:avLst/>
          </a:prstGeom>
        </p:spPr>
      </p:pic>
      <p:pic>
        <p:nvPicPr>
          <p:cNvPr id="213" name="Picture 212" descr="image.png"/>
          <p:cNvPicPr>
            <a:picLocks noChangeAspect="1"/>
          </p:cNvPicPr>
          <p:nvPr/>
        </p:nvPicPr>
        <p:blipFill>
          <a:blip r:embed="rId115"/>
          <a:stretch>
            <a:fillRect/>
          </a:stretch>
        </p:blipFill>
        <p:spPr>
          <a:xfrm>
            <a:off x="5422900" y="5041900"/>
            <a:ext cx="177800" cy="292100"/>
          </a:xfrm>
          <a:prstGeom prst="rect">
            <a:avLst/>
          </a:prstGeom>
        </p:spPr>
      </p:pic>
      <p:pic>
        <p:nvPicPr>
          <p:cNvPr id="214" name="Picture 213" descr="image.png"/>
          <p:cNvPicPr>
            <a:picLocks noChangeAspect="1"/>
          </p:cNvPicPr>
          <p:nvPr/>
        </p:nvPicPr>
        <p:blipFill>
          <a:blip r:embed="rId116"/>
          <a:stretch>
            <a:fillRect/>
          </a:stretch>
        </p:blipFill>
        <p:spPr>
          <a:xfrm>
            <a:off x="5257800" y="4965700"/>
            <a:ext cx="165100" cy="279400"/>
          </a:xfrm>
          <a:prstGeom prst="rect">
            <a:avLst/>
          </a:prstGeom>
        </p:spPr>
      </p:pic>
      <p:pic>
        <p:nvPicPr>
          <p:cNvPr id="215" name="Picture 214" descr="image.png"/>
          <p:cNvPicPr>
            <a:picLocks noChangeAspect="1"/>
          </p:cNvPicPr>
          <p:nvPr/>
        </p:nvPicPr>
        <p:blipFill>
          <a:blip r:embed="rId116"/>
          <a:stretch>
            <a:fillRect/>
          </a:stretch>
        </p:blipFill>
        <p:spPr>
          <a:xfrm>
            <a:off x="5257800" y="4965700"/>
            <a:ext cx="165100" cy="279400"/>
          </a:xfrm>
          <a:prstGeom prst="rect">
            <a:avLst/>
          </a:prstGeom>
        </p:spPr>
      </p:pic>
      <p:pic>
        <p:nvPicPr>
          <p:cNvPr id="216" name="Picture 215" descr="image.png"/>
          <p:cNvPicPr>
            <a:picLocks noChangeAspect="1"/>
          </p:cNvPicPr>
          <p:nvPr/>
        </p:nvPicPr>
        <p:blipFill>
          <a:blip r:embed="rId117"/>
          <a:stretch>
            <a:fillRect/>
          </a:stretch>
        </p:blipFill>
        <p:spPr>
          <a:xfrm>
            <a:off x="5422900" y="4965700"/>
            <a:ext cx="177800" cy="279400"/>
          </a:xfrm>
          <a:prstGeom prst="rect">
            <a:avLst/>
          </a:prstGeom>
        </p:spPr>
      </p:pic>
      <p:pic>
        <p:nvPicPr>
          <p:cNvPr id="217" name="Picture 216" descr="image.png"/>
          <p:cNvPicPr>
            <a:picLocks noChangeAspect="1"/>
          </p:cNvPicPr>
          <p:nvPr/>
        </p:nvPicPr>
        <p:blipFill>
          <a:blip r:embed="rId117"/>
          <a:stretch>
            <a:fillRect/>
          </a:stretch>
        </p:blipFill>
        <p:spPr>
          <a:xfrm>
            <a:off x="5422900" y="4965700"/>
            <a:ext cx="177800" cy="279400"/>
          </a:xfrm>
          <a:prstGeom prst="rect">
            <a:avLst/>
          </a:prstGeom>
        </p:spPr>
      </p:pic>
      <p:pic>
        <p:nvPicPr>
          <p:cNvPr id="218" name="Picture 217" descr="image.png"/>
          <p:cNvPicPr>
            <a:picLocks noChangeAspect="1"/>
          </p:cNvPicPr>
          <p:nvPr/>
        </p:nvPicPr>
        <p:blipFill>
          <a:blip r:embed="rId118"/>
          <a:stretch>
            <a:fillRect/>
          </a:stretch>
        </p:blipFill>
        <p:spPr>
          <a:xfrm>
            <a:off x="5257800" y="4876800"/>
            <a:ext cx="165100" cy="292100"/>
          </a:xfrm>
          <a:prstGeom prst="rect">
            <a:avLst/>
          </a:prstGeom>
        </p:spPr>
      </p:pic>
      <p:pic>
        <p:nvPicPr>
          <p:cNvPr id="219" name="Picture 218" descr="image.png"/>
          <p:cNvPicPr>
            <a:picLocks noChangeAspect="1"/>
          </p:cNvPicPr>
          <p:nvPr/>
        </p:nvPicPr>
        <p:blipFill>
          <a:blip r:embed="rId118"/>
          <a:stretch>
            <a:fillRect/>
          </a:stretch>
        </p:blipFill>
        <p:spPr>
          <a:xfrm>
            <a:off x="5257800" y="4876800"/>
            <a:ext cx="165100" cy="292100"/>
          </a:xfrm>
          <a:prstGeom prst="rect">
            <a:avLst/>
          </a:prstGeom>
        </p:spPr>
      </p:pic>
      <p:pic>
        <p:nvPicPr>
          <p:cNvPr id="220" name="Picture 219" descr="image.png"/>
          <p:cNvPicPr>
            <a:picLocks noChangeAspect="1"/>
          </p:cNvPicPr>
          <p:nvPr/>
        </p:nvPicPr>
        <p:blipFill>
          <a:blip r:embed="rId119"/>
          <a:stretch>
            <a:fillRect/>
          </a:stretch>
        </p:blipFill>
        <p:spPr>
          <a:xfrm>
            <a:off x="5422900" y="4876800"/>
            <a:ext cx="177800" cy="292100"/>
          </a:xfrm>
          <a:prstGeom prst="rect">
            <a:avLst/>
          </a:prstGeom>
        </p:spPr>
      </p:pic>
      <p:pic>
        <p:nvPicPr>
          <p:cNvPr id="221" name="Picture 220" descr="image.png"/>
          <p:cNvPicPr>
            <a:picLocks noChangeAspect="1"/>
          </p:cNvPicPr>
          <p:nvPr/>
        </p:nvPicPr>
        <p:blipFill>
          <a:blip r:embed="rId119"/>
          <a:stretch>
            <a:fillRect/>
          </a:stretch>
        </p:blipFill>
        <p:spPr>
          <a:xfrm>
            <a:off x="5422900" y="4876800"/>
            <a:ext cx="177800" cy="292100"/>
          </a:xfrm>
          <a:prstGeom prst="rect">
            <a:avLst/>
          </a:prstGeom>
        </p:spPr>
      </p:pic>
      <p:pic>
        <p:nvPicPr>
          <p:cNvPr id="222" name="Picture 221" descr="image.png"/>
          <p:cNvPicPr>
            <a:picLocks noChangeAspect="1"/>
          </p:cNvPicPr>
          <p:nvPr/>
        </p:nvPicPr>
        <p:blipFill>
          <a:blip r:embed="rId120"/>
          <a:stretch>
            <a:fillRect/>
          </a:stretch>
        </p:blipFill>
        <p:spPr>
          <a:xfrm>
            <a:off x="5245100" y="4800600"/>
            <a:ext cx="177800" cy="279400"/>
          </a:xfrm>
          <a:prstGeom prst="rect">
            <a:avLst/>
          </a:prstGeom>
        </p:spPr>
      </p:pic>
      <p:pic>
        <p:nvPicPr>
          <p:cNvPr id="223" name="Picture 222" descr="image.png"/>
          <p:cNvPicPr>
            <a:picLocks noChangeAspect="1"/>
          </p:cNvPicPr>
          <p:nvPr/>
        </p:nvPicPr>
        <p:blipFill>
          <a:blip r:embed="rId121"/>
          <a:stretch>
            <a:fillRect/>
          </a:stretch>
        </p:blipFill>
        <p:spPr>
          <a:xfrm>
            <a:off x="5422900" y="4800600"/>
            <a:ext cx="165100" cy="279400"/>
          </a:xfrm>
          <a:prstGeom prst="rect">
            <a:avLst/>
          </a:prstGeom>
        </p:spPr>
      </p:pic>
      <p:pic>
        <p:nvPicPr>
          <p:cNvPr id="224" name="Picture 223" descr="image.png"/>
          <p:cNvPicPr>
            <a:picLocks noChangeAspect="1"/>
          </p:cNvPicPr>
          <p:nvPr/>
        </p:nvPicPr>
        <p:blipFill>
          <a:blip r:embed="rId122"/>
          <a:stretch>
            <a:fillRect/>
          </a:stretch>
        </p:blipFill>
        <p:spPr>
          <a:xfrm>
            <a:off x="5702300" y="5118100"/>
            <a:ext cx="165100" cy="292100"/>
          </a:xfrm>
          <a:prstGeom prst="rect">
            <a:avLst/>
          </a:prstGeom>
        </p:spPr>
      </p:pic>
      <p:pic>
        <p:nvPicPr>
          <p:cNvPr id="225" name="Picture 224" descr="image.png"/>
          <p:cNvPicPr>
            <a:picLocks noChangeAspect="1"/>
          </p:cNvPicPr>
          <p:nvPr/>
        </p:nvPicPr>
        <p:blipFill>
          <a:blip r:embed="rId122"/>
          <a:stretch>
            <a:fillRect/>
          </a:stretch>
        </p:blipFill>
        <p:spPr>
          <a:xfrm>
            <a:off x="5702300" y="5118100"/>
            <a:ext cx="165100" cy="292100"/>
          </a:xfrm>
          <a:prstGeom prst="rect">
            <a:avLst/>
          </a:prstGeom>
        </p:spPr>
      </p:pic>
      <p:pic>
        <p:nvPicPr>
          <p:cNvPr id="226" name="Picture 225" descr="image.png"/>
          <p:cNvPicPr>
            <a:picLocks noChangeAspect="1"/>
          </p:cNvPicPr>
          <p:nvPr/>
        </p:nvPicPr>
        <p:blipFill>
          <a:blip r:embed="rId123"/>
          <a:stretch>
            <a:fillRect/>
          </a:stretch>
        </p:blipFill>
        <p:spPr>
          <a:xfrm>
            <a:off x="5867400" y="5118100"/>
            <a:ext cx="177800" cy="292100"/>
          </a:xfrm>
          <a:prstGeom prst="rect">
            <a:avLst/>
          </a:prstGeom>
        </p:spPr>
      </p:pic>
      <p:pic>
        <p:nvPicPr>
          <p:cNvPr id="227" name="Picture 226" descr="image.png"/>
          <p:cNvPicPr>
            <a:picLocks noChangeAspect="1"/>
          </p:cNvPicPr>
          <p:nvPr/>
        </p:nvPicPr>
        <p:blipFill>
          <a:blip r:embed="rId123"/>
          <a:stretch>
            <a:fillRect/>
          </a:stretch>
        </p:blipFill>
        <p:spPr>
          <a:xfrm>
            <a:off x="5867400" y="5118100"/>
            <a:ext cx="177800" cy="292100"/>
          </a:xfrm>
          <a:prstGeom prst="rect">
            <a:avLst/>
          </a:prstGeom>
        </p:spPr>
      </p:pic>
      <p:pic>
        <p:nvPicPr>
          <p:cNvPr id="228" name="Picture 227" descr="image.png"/>
          <p:cNvPicPr>
            <a:picLocks noChangeAspect="1"/>
          </p:cNvPicPr>
          <p:nvPr/>
        </p:nvPicPr>
        <p:blipFill>
          <a:blip r:embed="rId124"/>
          <a:stretch>
            <a:fillRect/>
          </a:stretch>
        </p:blipFill>
        <p:spPr>
          <a:xfrm>
            <a:off x="5702300" y="5029200"/>
            <a:ext cx="165100" cy="292100"/>
          </a:xfrm>
          <a:prstGeom prst="rect">
            <a:avLst/>
          </a:prstGeom>
        </p:spPr>
      </p:pic>
      <p:pic>
        <p:nvPicPr>
          <p:cNvPr id="229" name="Picture 228" descr="image.png"/>
          <p:cNvPicPr>
            <a:picLocks noChangeAspect="1"/>
          </p:cNvPicPr>
          <p:nvPr/>
        </p:nvPicPr>
        <p:blipFill>
          <a:blip r:embed="rId124"/>
          <a:stretch>
            <a:fillRect/>
          </a:stretch>
        </p:blipFill>
        <p:spPr>
          <a:xfrm>
            <a:off x="5702300" y="5029200"/>
            <a:ext cx="165100" cy="292100"/>
          </a:xfrm>
          <a:prstGeom prst="rect">
            <a:avLst/>
          </a:prstGeom>
        </p:spPr>
      </p:pic>
      <p:pic>
        <p:nvPicPr>
          <p:cNvPr id="230" name="Picture 229" descr="image.png"/>
          <p:cNvPicPr>
            <a:picLocks noChangeAspect="1"/>
          </p:cNvPicPr>
          <p:nvPr/>
        </p:nvPicPr>
        <p:blipFill>
          <a:blip r:embed="rId125"/>
          <a:stretch>
            <a:fillRect/>
          </a:stretch>
        </p:blipFill>
        <p:spPr>
          <a:xfrm>
            <a:off x="5867400" y="5029200"/>
            <a:ext cx="177800" cy="292100"/>
          </a:xfrm>
          <a:prstGeom prst="rect">
            <a:avLst/>
          </a:prstGeom>
        </p:spPr>
      </p:pic>
      <p:pic>
        <p:nvPicPr>
          <p:cNvPr id="231" name="Picture 230" descr="image.png"/>
          <p:cNvPicPr>
            <a:picLocks noChangeAspect="1"/>
          </p:cNvPicPr>
          <p:nvPr/>
        </p:nvPicPr>
        <p:blipFill>
          <a:blip r:embed="rId125"/>
          <a:stretch>
            <a:fillRect/>
          </a:stretch>
        </p:blipFill>
        <p:spPr>
          <a:xfrm>
            <a:off x="5867400" y="5029200"/>
            <a:ext cx="177800" cy="292100"/>
          </a:xfrm>
          <a:prstGeom prst="rect">
            <a:avLst/>
          </a:prstGeom>
        </p:spPr>
      </p:pic>
      <p:pic>
        <p:nvPicPr>
          <p:cNvPr id="232" name="Picture 231" descr="image.png"/>
          <p:cNvPicPr>
            <a:picLocks noChangeAspect="1"/>
          </p:cNvPicPr>
          <p:nvPr/>
        </p:nvPicPr>
        <p:blipFill>
          <a:blip r:embed="rId126"/>
          <a:stretch>
            <a:fillRect/>
          </a:stretch>
        </p:blipFill>
        <p:spPr>
          <a:xfrm>
            <a:off x="5702300" y="4953000"/>
            <a:ext cx="165100" cy="292100"/>
          </a:xfrm>
          <a:prstGeom prst="rect">
            <a:avLst/>
          </a:prstGeom>
        </p:spPr>
      </p:pic>
      <p:pic>
        <p:nvPicPr>
          <p:cNvPr id="233" name="Picture 232" descr="image.png"/>
          <p:cNvPicPr>
            <a:picLocks noChangeAspect="1"/>
          </p:cNvPicPr>
          <p:nvPr/>
        </p:nvPicPr>
        <p:blipFill>
          <a:blip r:embed="rId126"/>
          <a:stretch>
            <a:fillRect/>
          </a:stretch>
        </p:blipFill>
        <p:spPr>
          <a:xfrm>
            <a:off x="5702300" y="4953000"/>
            <a:ext cx="165100" cy="292100"/>
          </a:xfrm>
          <a:prstGeom prst="rect">
            <a:avLst/>
          </a:prstGeom>
        </p:spPr>
      </p:pic>
      <p:pic>
        <p:nvPicPr>
          <p:cNvPr id="234" name="Picture 233" descr="image.png"/>
          <p:cNvPicPr>
            <a:picLocks noChangeAspect="1"/>
          </p:cNvPicPr>
          <p:nvPr/>
        </p:nvPicPr>
        <p:blipFill>
          <a:blip r:embed="rId127"/>
          <a:stretch>
            <a:fillRect/>
          </a:stretch>
        </p:blipFill>
        <p:spPr>
          <a:xfrm>
            <a:off x="5867400" y="4953000"/>
            <a:ext cx="177800" cy="292100"/>
          </a:xfrm>
          <a:prstGeom prst="rect">
            <a:avLst/>
          </a:prstGeom>
        </p:spPr>
      </p:pic>
      <p:pic>
        <p:nvPicPr>
          <p:cNvPr id="235" name="Picture 234" descr="image.png"/>
          <p:cNvPicPr>
            <a:picLocks noChangeAspect="1"/>
          </p:cNvPicPr>
          <p:nvPr/>
        </p:nvPicPr>
        <p:blipFill>
          <a:blip r:embed="rId127"/>
          <a:stretch>
            <a:fillRect/>
          </a:stretch>
        </p:blipFill>
        <p:spPr>
          <a:xfrm>
            <a:off x="5867400" y="4953000"/>
            <a:ext cx="177800" cy="292100"/>
          </a:xfrm>
          <a:prstGeom prst="rect">
            <a:avLst/>
          </a:prstGeom>
        </p:spPr>
      </p:pic>
      <p:pic>
        <p:nvPicPr>
          <p:cNvPr id="236" name="Picture 235" descr="image.png"/>
          <p:cNvPicPr>
            <a:picLocks noChangeAspect="1"/>
          </p:cNvPicPr>
          <p:nvPr/>
        </p:nvPicPr>
        <p:blipFill>
          <a:blip r:embed="rId128"/>
          <a:stretch>
            <a:fillRect/>
          </a:stretch>
        </p:blipFill>
        <p:spPr>
          <a:xfrm>
            <a:off x="5676900" y="4864100"/>
            <a:ext cx="165100" cy="292100"/>
          </a:xfrm>
          <a:prstGeom prst="rect">
            <a:avLst/>
          </a:prstGeom>
        </p:spPr>
      </p:pic>
      <p:pic>
        <p:nvPicPr>
          <p:cNvPr id="237" name="Picture 236" descr="image.png"/>
          <p:cNvPicPr>
            <a:picLocks noChangeAspect="1"/>
          </p:cNvPicPr>
          <p:nvPr/>
        </p:nvPicPr>
        <p:blipFill>
          <a:blip r:embed="rId128"/>
          <a:stretch>
            <a:fillRect/>
          </a:stretch>
        </p:blipFill>
        <p:spPr>
          <a:xfrm>
            <a:off x="5676900" y="4864100"/>
            <a:ext cx="165100" cy="292100"/>
          </a:xfrm>
          <a:prstGeom prst="rect">
            <a:avLst/>
          </a:prstGeom>
        </p:spPr>
      </p:pic>
      <p:pic>
        <p:nvPicPr>
          <p:cNvPr id="238" name="Picture 237" descr="image.png"/>
          <p:cNvPicPr>
            <a:picLocks noChangeAspect="1"/>
          </p:cNvPicPr>
          <p:nvPr/>
        </p:nvPicPr>
        <p:blipFill>
          <a:blip r:embed="rId129"/>
          <a:stretch>
            <a:fillRect/>
          </a:stretch>
        </p:blipFill>
        <p:spPr>
          <a:xfrm>
            <a:off x="5867400" y="4864100"/>
            <a:ext cx="177800" cy="292100"/>
          </a:xfrm>
          <a:prstGeom prst="rect">
            <a:avLst/>
          </a:prstGeom>
        </p:spPr>
      </p:pic>
      <p:pic>
        <p:nvPicPr>
          <p:cNvPr id="239" name="Picture 238" descr="image.png"/>
          <p:cNvPicPr>
            <a:picLocks noChangeAspect="1"/>
          </p:cNvPicPr>
          <p:nvPr/>
        </p:nvPicPr>
        <p:blipFill>
          <a:blip r:embed="rId129"/>
          <a:stretch>
            <a:fillRect/>
          </a:stretch>
        </p:blipFill>
        <p:spPr>
          <a:xfrm>
            <a:off x="5867400" y="4864100"/>
            <a:ext cx="177800" cy="292100"/>
          </a:xfrm>
          <a:prstGeom prst="rect">
            <a:avLst/>
          </a:prstGeom>
        </p:spPr>
      </p:pic>
      <p:pic>
        <p:nvPicPr>
          <p:cNvPr id="240" name="Picture 239" descr="image.png"/>
          <p:cNvPicPr>
            <a:picLocks noChangeAspect="1"/>
          </p:cNvPicPr>
          <p:nvPr/>
        </p:nvPicPr>
        <p:blipFill>
          <a:blip r:embed="rId130"/>
          <a:stretch>
            <a:fillRect/>
          </a:stretch>
        </p:blipFill>
        <p:spPr>
          <a:xfrm>
            <a:off x="5702300" y="4787900"/>
            <a:ext cx="165100" cy="292100"/>
          </a:xfrm>
          <a:prstGeom prst="rect">
            <a:avLst/>
          </a:prstGeom>
        </p:spPr>
      </p:pic>
      <p:pic>
        <p:nvPicPr>
          <p:cNvPr id="241" name="Picture 240" descr="image.png"/>
          <p:cNvPicPr>
            <a:picLocks noChangeAspect="1"/>
          </p:cNvPicPr>
          <p:nvPr/>
        </p:nvPicPr>
        <p:blipFill>
          <a:blip r:embed="rId131"/>
          <a:stretch>
            <a:fillRect/>
          </a:stretch>
        </p:blipFill>
        <p:spPr>
          <a:xfrm>
            <a:off x="5867400" y="4787900"/>
            <a:ext cx="177800" cy="292100"/>
          </a:xfrm>
          <a:prstGeom prst="rect">
            <a:avLst/>
          </a:prstGeom>
        </p:spPr>
      </p:pic>
      <p:pic>
        <p:nvPicPr>
          <p:cNvPr id="242" name="Picture 241" descr="image.png"/>
          <p:cNvPicPr>
            <a:picLocks noChangeAspect="1"/>
          </p:cNvPicPr>
          <p:nvPr/>
        </p:nvPicPr>
        <p:blipFill>
          <a:blip r:embed="rId132"/>
          <a:stretch>
            <a:fillRect/>
          </a:stretch>
        </p:blipFill>
        <p:spPr>
          <a:xfrm>
            <a:off x="6083300" y="5118100"/>
            <a:ext cx="165100" cy="292100"/>
          </a:xfrm>
          <a:prstGeom prst="rect">
            <a:avLst/>
          </a:prstGeom>
        </p:spPr>
      </p:pic>
      <p:pic>
        <p:nvPicPr>
          <p:cNvPr id="243" name="Picture 242" descr="image.png"/>
          <p:cNvPicPr>
            <a:picLocks noChangeAspect="1"/>
          </p:cNvPicPr>
          <p:nvPr/>
        </p:nvPicPr>
        <p:blipFill>
          <a:blip r:embed="rId132"/>
          <a:stretch>
            <a:fillRect/>
          </a:stretch>
        </p:blipFill>
        <p:spPr>
          <a:xfrm>
            <a:off x="6083300" y="5118100"/>
            <a:ext cx="165100" cy="292100"/>
          </a:xfrm>
          <a:prstGeom prst="rect">
            <a:avLst/>
          </a:prstGeom>
        </p:spPr>
      </p:pic>
      <p:pic>
        <p:nvPicPr>
          <p:cNvPr id="244" name="Picture 243" descr="image.png"/>
          <p:cNvPicPr>
            <a:picLocks noChangeAspect="1"/>
          </p:cNvPicPr>
          <p:nvPr/>
        </p:nvPicPr>
        <p:blipFill>
          <a:blip r:embed="rId133"/>
          <a:stretch>
            <a:fillRect/>
          </a:stretch>
        </p:blipFill>
        <p:spPr>
          <a:xfrm>
            <a:off x="6083300" y="5029200"/>
            <a:ext cx="165100" cy="292100"/>
          </a:xfrm>
          <a:prstGeom prst="rect">
            <a:avLst/>
          </a:prstGeom>
        </p:spPr>
      </p:pic>
      <p:pic>
        <p:nvPicPr>
          <p:cNvPr id="245" name="Picture 244" descr="image.png"/>
          <p:cNvPicPr>
            <a:picLocks noChangeAspect="1"/>
          </p:cNvPicPr>
          <p:nvPr/>
        </p:nvPicPr>
        <p:blipFill>
          <a:blip r:embed="rId133"/>
          <a:stretch>
            <a:fillRect/>
          </a:stretch>
        </p:blipFill>
        <p:spPr>
          <a:xfrm>
            <a:off x="6083300" y="5029200"/>
            <a:ext cx="165100" cy="292100"/>
          </a:xfrm>
          <a:prstGeom prst="rect">
            <a:avLst/>
          </a:prstGeom>
        </p:spPr>
      </p:pic>
      <p:pic>
        <p:nvPicPr>
          <p:cNvPr id="246" name="Picture 245" descr="image.png"/>
          <p:cNvPicPr>
            <a:picLocks noChangeAspect="1"/>
          </p:cNvPicPr>
          <p:nvPr/>
        </p:nvPicPr>
        <p:blipFill>
          <a:blip r:embed="rId134"/>
          <a:stretch>
            <a:fillRect/>
          </a:stretch>
        </p:blipFill>
        <p:spPr>
          <a:xfrm>
            <a:off x="6083300" y="4953000"/>
            <a:ext cx="165100" cy="292100"/>
          </a:xfrm>
          <a:prstGeom prst="rect">
            <a:avLst/>
          </a:prstGeom>
        </p:spPr>
      </p:pic>
      <p:pic>
        <p:nvPicPr>
          <p:cNvPr id="247" name="Picture 246" descr="image.png"/>
          <p:cNvPicPr>
            <a:picLocks noChangeAspect="1"/>
          </p:cNvPicPr>
          <p:nvPr/>
        </p:nvPicPr>
        <p:blipFill>
          <a:blip r:embed="rId134"/>
          <a:stretch>
            <a:fillRect/>
          </a:stretch>
        </p:blipFill>
        <p:spPr>
          <a:xfrm>
            <a:off x="6083300" y="4953000"/>
            <a:ext cx="165100" cy="292100"/>
          </a:xfrm>
          <a:prstGeom prst="rect">
            <a:avLst/>
          </a:prstGeom>
        </p:spPr>
      </p:pic>
      <p:pic>
        <p:nvPicPr>
          <p:cNvPr id="248" name="Picture 247" descr="image.png"/>
          <p:cNvPicPr>
            <a:picLocks noChangeAspect="1"/>
          </p:cNvPicPr>
          <p:nvPr/>
        </p:nvPicPr>
        <p:blipFill>
          <a:blip r:embed="rId135"/>
          <a:stretch>
            <a:fillRect/>
          </a:stretch>
        </p:blipFill>
        <p:spPr>
          <a:xfrm>
            <a:off x="6083300" y="4864100"/>
            <a:ext cx="165100" cy="292100"/>
          </a:xfrm>
          <a:prstGeom prst="rect">
            <a:avLst/>
          </a:prstGeom>
        </p:spPr>
      </p:pic>
      <p:pic>
        <p:nvPicPr>
          <p:cNvPr id="249" name="Picture 248" descr="image.png"/>
          <p:cNvPicPr>
            <a:picLocks noChangeAspect="1"/>
          </p:cNvPicPr>
          <p:nvPr/>
        </p:nvPicPr>
        <p:blipFill>
          <a:blip r:embed="rId135"/>
          <a:stretch>
            <a:fillRect/>
          </a:stretch>
        </p:blipFill>
        <p:spPr>
          <a:xfrm>
            <a:off x="6083300" y="4864100"/>
            <a:ext cx="165100" cy="292100"/>
          </a:xfrm>
          <a:prstGeom prst="rect">
            <a:avLst/>
          </a:prstGeom>
        </p:spPr>
      </p:pic>
      <p:pic>
        <p:nvPicPr>
          <p:cNvPr id="250" name="Picture 249" descr="image.png"/>
          <p:cNvPicPr>
            <a:picLocks noChangeAspect="1"/>
          </p:cNvPicPr>
          <p:nvPr/>
        </p:nvPicPr>
        <p:blipFill>
          <a:blip r:embed="rId136"/>
          <a:stretch>
            <a:fillRect/>
          </a:stretch>
        </p:blipFill>
        <p:spPr>
          <a:xfrm>
            <a:off x="6070600" y="4787900"/>
            <a:ext cx="177800" cy="292100"/>
          </a:xfrm>
          <a:prstGeom prst="rect">
            <a:avLst/>
          </a:prstGeom>
        </p:spPr>
      </p:pic>
      <p:pic>
        <p:nvPicPr>
          <p:cNvPr id="253" name="Picture 252" descr="image.png"/>
          <p:cNvPicPr>
            <a:picLocks noChangeAspect="1"/>
          </p:cNvPicPr>
          <p:nvPr/>
        </p:nvPicPr>
        <p:blipFill>
          <a:blip r:embed="rId137"/>
          <a:stretch>
            <a:fillRect/>
          </a:stretch>
        </p:blipFill>
        <p:spPr>
          <a:xfrm>
            <a:off x="3852671" y="3156203"/>
            <a:ext cx="2385695" cy="1602232"/>
          </a:xfrm>
          <a:prstGeom prst="rect">
            <a:avLst/>
          </a:prstGeom>
        </p:spPr>
      </p:pic>
      <p:pic>
        <p:nvPicPr>
          <p:cNvPr id="254" name="Picture 253" descr="image.png"/>
          <p:cNvPicPr>
            <a:picLocks noChangeAspect="1"/>
          </p:cNvPicPr>
          <p:nvPr/>
        </p:nvPicPr>
        <p:blipFill>
          <a:blip r:embed="rId138"/>
          <a:stretch>
            <a:fillRect/>
          </a:stretch>
        </p:blipFill>
        <p:spPr>
          <a:xfrm>
            <a:off x="4483100" y="3784600"/>
            <a:ext cx="1143000" cy="355600"/>
          </a:xfrm>
          <a:prstGeom prst="rect">
            <a:avLst/>
          </a:prstGeom>
        </p:spPr>
      </p:pic>
      <p:pic>
        <p:nvPicPr>
          <p:cNvPr id="255" name="Picture 254" descr="image.png"/>
          <p:cNvPicPr>
            <a:picLocks noChangeAspect="1"/>
          </p:cNvPicPr>
          <p:nvPr/>
        </p:nvPicPr>
        <p:blipFill>
          <a:blip r:embed="rId139"/>
          <a:stretch>
            <a:fillRect/>
          </a:stretch>
        </p:blipFill>
        <p:spPr>
          <a:xfrm>
            <a:off x="4495800" y="4406900"/>
            <a:ext cx="1130300" cy="292100"/>
          </a:xfrm>
          <a:prstGeom prst="rect">
            <a:avLst/>
          </a:prstGeom>
        </p:spPr>
      </p:pic>
      <p:pic>
        <p:nvPicPr>
          <p:cNvPr id="256" name="Picture 255" descr="image.png"/>
          <p:cNvPicPr>
            <a:picLocks noChangeAspect="1"/>
          </p:cNvPicPr>
          <p:nvPr/>
        </p:nvPicPr>
        <p:blipFill>
          <a:blip r:embed="rId139"/>
          <a:stretch>
            <a:fillRect/>
          </a:stretch>
        </p:blipFill>
        <p:spPr>
          <a:xfrm>
            <a:off x="4495800" y="4406900"/>
            <a:ext cx="1130300" cy="292100"/>
          </a:xfrm>
          <a:prstGeom prst="rect">
            <a:avLst/>
          </a:prstGeom>
        </p:spPr>
      </p:pic>
      <p:pic>
        <p:nvPicPr>
          <p:cNvPr id="257" name="Picture 256" descr="image.png"/>
          <p:cNvPicPr>
            <a:picLocks noChangeAspect="1"/>
          </p:cNvPicPr>
          <p:nvPr/>
        </p:nvPicPr>
        <p:blipFill>
          <a:blip r:embed="rId140"/>
          <a:stretch>
            <a:fillRect/>
          </a:stretch>
        </p:blipFill>
        <p:spPr>
          <a:xfrm>
            <a:off x="4495800" y="4356100"/>
            <a:ext cx="1130300" cy="292100"/>
          </a:xfrm>
          <a:prstGeom prst="rect">
            <a:avLst/>
          </a:prstGeom>
        </p:spPr>
      </p:pic>
      <p:pic>
        <p:nvPicPr>
          <p:cNvPr id="258" name="Picture 257" descr="image.png"/>
          <p:cNvPicPr>
            <a:picLocks noChangeAspect="1"/>
          </p:cNvPicPr>
          <p:nvPr/>
        </p:nvPicPr>
        <p:blipFill>
          <a:blip r:embed="rId140"/>
          <a:stretch>
            <a:fillRect/>
          </a:stretch>
        </p:blipFill>
        <p:spPr>
          <a:xfrm>
            <a:off x="4495800" y="4356100"/>
            <a:ext cx="1130300" cy="292100"/>
          </a:xfrm>
          <a:prstGeom prst="rect">
            <a:avLst/>
          </a:prstGeom>
        </p:spPr>
      </p:pic>
      <p:pic>
        <p:nvPicPr>
          <p:cNvPr id="259" name="Picture 258" descr="image.png"/>
          <p:cNvPicPr>
            <a:picLocks noChangeAspect="1"/>
          </p:cNvPicPr>
          <p:nvPr/>
        </p:nvPicPr>
        <p:blipFill>
          <a:blip r:embed="rId141"/>
          <a:stretch>
            <a:fillRect/>
          </a:stretch>
        </p:blipFill>
        <p:spPr>
          <a:xfrm>
            <a:off x="4495800" y="4305300"/>
            <a:ext cx="1130300" cy="292100"/>
          </a:xfrm>
          <a:prstGeom prst="rect">
            <a:avLst/>
          </a:prstGeom>
        </p:spPr>
      </p:pic>
      <p:pic>
        <p:nvPicPr>
          <p:cNvPr id="260" name="Picture 259" descr="image.png"/>
          <p:cNvPicPr>
            <a:picLocks noChangeAspect="1"/>
          </p:cNvPicPr>
          <p:nvPr/>
        </p:nvPicPr>
        <p:blipFill>
          <a:blip r:embed="rId141"/>
          <a:stretch>
            <a:fillRect/>
          </a:stretch>
        </p:blipFill>
        <p:spPr>
          <a:xfrm>
            <a:off x="4495800" y="4305300"/>
            <a:ext cx="1130300" cy="292100"/>
          </a:xfrm>
          <a:prstGeom prst="rect">
            <a:avLst/>
          </a:prstGeom>
        </p:spPr>
      </p:pic>
      <p:pic>
        <p:nvPicPr>
          <p:cNvPr id="261" name="Picture 260" descr="image.png"/>
          <p:cNvPicPr>
            <a:picLocks noChangeAspect="1"/>
          </p:cNvPicPr>
          <p:nvPr/>
        </p:nvPicPr>
        <p:blipFill>
          <a:blip r:embed="rId142"/>
          <a:stretch>
            <a:fillRect/>
          </a:stretch>
        </p:blipFill>
        <p:spPr>
          <a:xfrm>
            <a:off x="4495800" y="4292600"/>
            <a:ext cx="1130300" cy="304800"/>
          </a:xfrm>
          <a:prstGeom prst="rect">
            <a:avLst/>
          </a:prstGeom>
        </p:spPr>
      </p:pic>
      <p:pic>
        <p:nvPicPr>
          <p:cNvPr id="262" name="Picture 261" descr="image.png"/>
          <p:cNvPicPr>
            <a:picLocks noChangeAspect="1"/>
          </p:cNvPicPr>
          <p:nvPr/>
        </p:nvPicPr>
        <p:blipFill>
          <a:blip r:embed="rId142"/>
          <a:stretch>
            <a:fillRect/>
          </a:stretch>
        </p:blipFill>
        <p:spPr>
          <a:xfrm>
            <a:off x="4495800" y="4292600"/>
            <a:ext cx="1130300" cy="304800"/>
          </a:xfrm>
          <a:prstGeom prst="rect">
            <a:avLst/>
          </a:prstGeom>
        </p:spPr>
      </p:pic>
      <p:pic>
        <p:nvPicPr>
          <p:cNvPr id="263" name="Picture 262" descr="image.png"/>
          <p:cNvPicPr>
            <a:picLocks noChangeAspect="1"/>
          </p:cNvPicPr>
          <p:nvPr/>
        </p:nvPicPr>
        <p:blipFill>
          <a:blip r:embed="rId143"/>
          <a:stretch>
            <a:fillRect/>
          </a:stretch>
        </p:blipFill>
        <p:spPr>
          <a:xfrm>
            <a:off x="4495800" y="4229100"/>
            <a:ext cx="1130300" cy="304800"/>
          </a:xfrm>
          <a:prstGeom prst="rect">
            <a:avLst/>
          </a:prstGeom>
        </p:spPr>
      </p:pic>
      <p:pic>
        <p:nvPicPr>
          <p:cNvPr id="264" name="Picture 263" descr="image.png"/>
          <p:cNvPicPr>
            <a:picLocks noChangeAspect="1"/>
          </p:cNvPicPr>
          <p:nvPr/>
        </p:nvPicPr>
        <p:blipFill>
          <a:blip r:embed="rId143"/>
          <a:stretch>
            <a:fillRect/>
          </a:stretch>
        </p:blipFill>
        <p:spPr>
          <a:xfrm>
            <a:off x="4495800" y="4229100"/>
            <a:ext cx="1130300" cy="304800"/>
          </a:xfrm>
          <a:prstGeom prst="rect">
            <a:avLst/>
          </a:prstGeom>
        </p:spPr>
      </p:pic>
      <p:pic>
        <p:nvPicPr>
          <p:cNvPr id="265" name="Picture 264" descr="image.png"/>
          <p:cNvPicPr>
            <a:picLocks noChangeAspect="1"/>
          </p:cNvPicPr>
          <p:nvPr/>
        </p:nvPicPr>
        <p:blipFill>
          <a:blip r:embed="rId144"/>
          <a:stretch>
            <a:fillRect/>
          </a:stretch>
        </p:blipFill>
        <p:spPr>
          <a:xfrm>
            <a:off x="4483100" y="4254500"/>
            <a:ext cx="1143000" cy="215900"/>
          </a:xfrm>
          <a:prstGeom prst="rect">
            <a:avLst/>
          </a:prstGeom>
        </p:spPr>
      </p:pic>
      <p:pic>
        <p:nvPicPr>
          <p:cNvPr id="266" name="Picture 265" descr="image.png"/>
          <p:cNvPicPr>
            <a:picLocks noChangeAspect="1"/>
          </p:cNvPicPr>
          <p:nvPr/>
        </p:nvPicPr>
        <p:blipFill>
          <a:blip r:embed="rId144"/>
          <a:stretch>
            <a:fillRect/>
          </a:stretch>
        </p:blipFill>
        <p:spPr>
          <a:xfrm>
            <a:off x="4483100" y="4254500"/>
            <a:ext cx="1143000" cy="215900"/>
          </a:xfrm>
          <a:prstGeom prst="rect">
            <a:avLst/>
          </a:prstGeom>
        </p:spPr>
      </p:pic>
      <p:pic>
        <p:nvPicPr>
          <p:cNvPr id="267" name="Picture 266" descr="image.png"/>
          <p:cNvPicPr>
            <a:picLocks noChangeAspect="1"/>
          </p:cNvPicPr>
          <p:nvPr/>
        </p:nvPicPr>
        <p:blipFill>
          <a:blip r:embed="rId145"/>
          <a:stretch>
            <a:fillRect/>
          </a:stretch>
        </p:blipFill>
        <p:spPr>
          <a:xfrm>
            <a:off x="4495800" y="4445000"/>
            <a:ext cx="1130300" cy="304800"/>
          </a:xfrm>
          <a:prstGeom prst="rect">
            <a:avLst/>
          </a:prstGeom>
        </p:spPr>
      </p:pic>
      <p:pic>
        <p:nvPicPr>
          <p:cNvPr id="268" name="Picture 267" descr="image.png"/>
          <p:cNvPicPr>
            <a:picLocks noChangeAspect="1"/>
          </p:cNvPicPr>
          <p:nvPr/>
        </p:nvPicPr>
        <p:blipFill>
          <a:blip r:embed="rId145"/>
          <a:stretch>
            <a:fillRect/>
          </a:stretch>
        </p:blipFill>
        <p:spPr>
          <a:xfrm>
            <a:off x="4495800" y="4445000"/>
            <a:ext cx="1130300" cy="304800"/>
          </a:xfrm>
          <a:prstGeom prst="rect">
            <a:avLst/>
          </a:prstGeom>
        </p:spPr>
      </p:pic>
      <p:pic>
        <p:nvPicPr>
          <p:cNvPr id="269" name="Picture 268" descr="image.png"/>
          <p:cNvPicPr>
            <a:picLocks noChangeAspect="1"/>
          </p:cNvPicPr>
          <p:nvPr/>
        </p:nvPicPr>
        <p:blipFill>
          <a:blip r:embed="rId146"/>
          <a:stretch>
            <a:fillRect/>
          </a:stretch>
        </p:blipFill>
        <p:spPr>
          <a:xfrm>
            <a:off x="4660900" y="4800600"/>
            <a:ext cx="177800" cy="279400"/>
          </a:xfrm>
          <a:prstGeom prst="rect">
            <a:avLst/>
          </a:prstGeom>
        </p:spPr>
      </p:pic>
      <p:pic>
        <p:nvPicPr>
          <p:cNvPr id="270" name="Picture 269" descr="image.png"/>
          <p:cNvPicPr>
            <a:picLocks noChangeAspect="1"/>
          </p:cNvPicPr>
          <p:nvPr/>
        </p:nvPicPr>
        <p:blipFill>
          <a:blip r:embed="rId147"/>
          <a:stretch>
            <a:fillRect/>
          </a:stretch>
        </p:blipFill>
        <p:spPr>
          <a:xfrm>
            <a:off x="4876800" y="4876800"/>
            <a:ext cx="165100" cy="292100"/>
          </a:xfrm>
          <a:prstGeom prst="rect">
            <a:avLst/>
          </a:prstGeom>
        </p:spPr>
      </p:pic>
      <p:pic>
        <p:nvPicPr>
          <p:cNvPr id="271" name="Picture 270" descr="image.png"/>
          <p:cNvPicPr>
            <a:picLocks noChangeAspect="1"/>
          </p:cNvPicPr>
          <p:nvPr/>
        </p:nvPicPr>
        <p:blipFill>
          <a:blip r:embed="rId147"/>
          <a:stretch>
            <a:fillRect/>
          </a:stretch>
        </p:blipFill>
        <p:spPr>
          <a:xfrm>
            <a:off x="4876800" y="4876800"/>
            <a:ext cx="165100" cy="292100"/>
          </a:xfrm>
          <a:prstGeom prst="rect">
            <a:avLst/>
          </a:prstGeom>
        </p:spPr>
      </p:pic>
      <p:pic>
        <p:nvPicPr>
          <p:cNvPr id="272" name="Picture 271" descr="image.png"/>
          <p:cNvPicPr>
            <a:picLocks noChangeAspect="1"/>
          </p:cNvPicPr>
          <p:nvPr/>
        </p:nvPicPr>
        <p:blipFill>
          <a:blip r:embed="rId148"/>
          <a:stretch>
            <a:fillRect/>
          </a:stretch>
        </p:blipFill>
        <p:spPr>
          <a:xfrm>
            <a:off x="4876800" y="4800600"/>
            <a:ext cx="165100" cy="279400"/>
          </a:xfrm>
          <a:prstGeom prst="rect">
            <a:avLst/>
          </a:prstGeom>
        </p:spPr>
      </p:pic>
      <p:pic>
        <p:nvPicPr>
          <p:cNvPr id="273" name="Picture 272" descr="image.png"/>
          <p:cNvPicPr>
            <a:picLocks noChangeAspect="1"/>
          </p:cNvPicPr>
          <p:nvPr/>
        </p:nvPicPr>
        <p:blipFill>
          <a:blip r:embed="rId149"/>
          <a:stretch>
            <a:fillRect/>
          </a:stretch>
        </p:blipFill>
        <p:spPr>
          <a:xfrm>
            <a:off x="3860800" y="4127500"/>
            <a:ext cx="38100" cy="139700"/>
          </a:xfrm>
          <a:prstGeom prst="rect">
            <a:avLst/>
          </a:prstGeom>
        </p:spPr>
      </p:pic>
      <p:pic>
        <p:nvPicPr>
          <p:cNvPr id="274" name="Picture 273" descr="image.png"/>
          <p:cNvPicPr>
            <a:picLocks noChangeAspect="1"/>
          </p:cNvPicPr>
          <p:nvPr/>
        </p:nvPicPr>
        <p:blipFill>
          <a:blip r:embed="rId149"/>
          <a:stretch>
            <a:fillRect/>
          </a:stretch>
        </p:blipFill>
        <p:spPr>
          <a:xfrm>
            <a:off x="3860800" y="4127500"/>
            <a:ext cx="38100" cy="139700"/>
          </a:xfrm>
          <a:prstGeom prst="rect">
            <a:avLst/>
          </a:prstGeom>
        </p:spPr>
      </p:pic>
      <p:pic>
        <p:nvPicPr>
          <p:cNvPr id="277" name="Picture 276" descr="image.png"/>
          <p:cNvPicPr>
            <a:picLocks noChangeAspect="1"/>
          </p:cNvPicPr>
          <p:nvPr/>
        </p:nvPicPr>
        <p:blipFill>
          <a:blip r:embed="rId150"/>
          <a:stretch>
            <a:fillRect/>
          </a:stretch>
        </p:blipFill>
        <p:spPr>
          <a:xfrm>
            <a:off x="2674620" y="3156203"/>
            <a:ext cx="2388997" cy="1602232"/>
          </a:xfrm>
          <a:prstGeom prst="rect">
            <a:avLst/>
          </a:prstGeom>
        </p:spPr>
      </p:pic>
      <p:pic>
        <p:nvPicPr>
          <p:cNvPr id="278" name="Picture 277" descr="image.png"/>
          <p:cNvPicPr>
            <a:picLocks noChangeAspect="1"/>
          </p:cNvPicPr>
          <p:nvPr/>
        </p:nvPicPr>
        <p:blipFill>
          <a:blip r:embed="rId151"/>
          <a:stretch>
            <a:fillRect/>
          </a:stretch>
        </p:blipFill>
        <p:spPr>
          <a:xfrm>
            <a:off x="3302000" y="3784600"/>
            <a:ext cx="1155700" cy="355600"/>
          </a:xfrm>
          <a:prstGeom prst="rect">
            <a:avLst/>
          </a:prstGeom>
        </p:spPr>
      </p:pic>
      <p:pic>
        <p:nvPicPr>
          <p:cNvPr id="279" name="Picture 278" descr="image.png"/>
          <p:cNvPicPr>
            <a:picLocks noChangeAspect="1"/>
          </p:cNvPicPr>
          <p:nvPr/>
        </p:nvPicPr>
        <p:blipFill>
          <a:blip r:embed="rId152"/>
          <a:stretch>
            <a:fillRect/>
          </a:stretch>
        </p:blipFill>
        <p:spPr>
          <a:xfrm>
            <a:off x="3314700" y="4406900"/>
            <a:ext cx="1143000" cy="292100"/>
          </a:xfrm>
          <a:prstGeom prst="rect">
            <a:avLst/>
          </a:prstGeom>
        </p:spPr>
      </p:pic>
      <p:pic>
        <p:nvPicPr>
          <p:cNvPr id="280" name="Picture 279" descr="image.png"/>
          <p:cNvPicPr>
            <a:picLocks noChangeAspect="1"/>
          </p:cNvPicPr>
          <p:nvPr/>
        </p:nvPicPr>
        <p:blipFill>
          <a:blip r:embed="rId152"/>
          <a:stretch>
            <a:fillRect/>
          </a:stretch>
        </p:blipFill>
        <p:spPr>
          <a:xfrm>
            <a:off x="3314700" y="4406900"/>
            <a:ext cx="1143000" cy="292100"/>
          </a:xfrm>
          <a:prstGeom prst="rect">
            <a:avLst/>
          </a:prstGeom>
        </p:spPr>
      </p:pic>
      <p:pic>
        <p:nvPicPr>
          <p:cNvPr id="281" name="Picture 280" descr="image.png"/>
          <p:cNvPicPr>
            <a:picLocks noChangeAspect="1"/>
          </p:cNvPicPr>
          <p:nvPr/>
        </p:nvPicPr>
        <p:blipFill>
          <a:blip r:embed="rId153"/>
          <a:stretch>
            <a:fillRect/>
          </a:stretch>
        </p:blipFill>
        <p:spPr>
          <a:xfrm>
            <a:off x="3314700" y="4356100"/>
            <a:ext cx="1143000" cy="292100"/>
          </a:xfrm>
          <a:prstGeom prst="rect">
            <a:avLst/>
          </a:prstGeom>
        </p:spPr>
      </p:pic>
      <p:pic>
        <p:nvPicPr>
          <p:cNvPr id="282" name="Picture 281" descr="image.png"/>
          <p:cNvPicPr>
            <a:picLocks noChangeAspect="1"/>
          </p:cNvPicPr>
          <p:nvPr/>
        </p:nvPicPr>
        <p:blipFill>
          <a:blip r:embed="rId153"/>
          <a:stretch>
            <a:fillRect/>
          </a:stretch>
        </p:blipFill>
        <p:spPr>
          <a:xfrm>
            <a:off x="3314700" y="4356100"/>
            <a:ext cx="1143000" cy="292100"/>
          </a:xfrm>
          <a:prstGeom prst="rect">
            <a:avLst/>
          </a:prstGeom>
        </p:spPr>
      </p:pic>
      <p:pic>
        <p:nvPicPr>
          <p:cNvPr id="283" name="Picture 282" descr="image.png"/>
          <p:cNvPicPr>
            <a:picLocks noChangeAspect="1"/>
          </p:cNvPicPr>
          <p:nvPr/>
        </p:nvPicPr>
        <p:blipFill>
          <a:blip r:embed="rId154"/>
          <a:stretch>
            <a:fillRect/>
          </a:stretch>
        </p:blipFill>
        <p:spPr>
          <a:xfrm>
            <a:off x="3314700" y="4305300"/>
            <a:ext cx="1143000" cy="292100"/>
          </a:xfrm>
          <a:prstGeom prst="rect">
            <a:avLst/>
          </a:prstGeom>
        </p:spPr>
      </p:pic>
      <p:pic>
        <p:nvPicPr>
          <p:cNvPr id="284" name="Picture 283" descr="image.png"/>
          <p:cNvPicPr>
            <a:picLocks noChangeAspect="1"/>
          </p:cNvPicPr>
          <p:nvPr/>
        </p:nvPicPr>
        <p:blipFill>
          <a:blip r:embed="rId154"/>
          <a:stretch>
            <a:fillRect/>
          </a:stretch>
        </p:blipFill>
        <p:spPr>
          <a:xfrm>
            <a:off x="3314700" y="4305300"/>
            <a:ext cx="1143000" cy="292100"/>
          </a:xfrm>
          <a:prstGeom prst="rect">
            <a:avLst/>
          </a:prstGeom>
        </p:spPr>
      </p:pic>
      <p:pic>
        <p:nvPicPr>
          <p:cNvPr id="285" name="Picture 284" descr="image.png"/>
          <p:cNvPicPr>
            <a:picLocks noChangeAspect="1"/>
          </p:cNvPicPr>
          <p:nvPr/>
        </p:nvPicPr>
        <p:blipFill>
          <a:blip r:embed="rId155"/>
          <a:stretch>
            <a:fillRect/>
          </a:stretch>
        </p:blipFill>
        <p:spPr>
          <a:xfrm>
            <a:off x="3314700" y="4292600"/>
            <a:ext cx="1143000" cy="304800"/>
          </a:xfrm>
          <a:prstGeom prst="rect">
            <a:avLst/>
          </a:prstGeom>
        </p:spPr>
      </p:pic>
      <p:pic>
        <p:nvPicPr>
          <p:cNvPr id="286" name="Picture 285" descr="image.png"/>
          <p:cNvPicPr>
            <a:picLocks noChangeAspect="1"/>
          </p:cNvPicPr>
          <p:nvPr/>
        </p:nvPicPr>
        <p:blipFill>
          <a:blip r:embed="rId155"/>
          <a:stretch>
            <a:fillRect/>
          </a:stretch>
        </p:blipFill>
        <p:spPr>
          <a:xfrm>
            <a:off x="3314700" y="4292600"/>
            <a:ext cx="1143000" cy="304800"/>
          </a:xfrm>
          <a:prstGeom prst="rect">
            <a:avLst/>
          </a:prstGeom>
        </p:spPr>
      </p:pic>
      <p:pic>
        <p:nvPicPr>
          <p:cNvPr id="287" name="Picture 286" descr="image.png"/>
          <p:cNvPicPr>
            <a:picLocks noChangeAspect="1"/>
          </p:cNvPicPr>
          <p:nvPr/>
        </p:nvPicPr>
        <p:blipFill>
          <a:blip r:embed="rId156"/>
          <a:stretch>
            <a:fillRect/>
          </a:stretch>
        </p:blipFill>
        <p:spPr>
          <a:xfrm>
            <a:off x="3314700" y="4229100"/>
            <a:ext cx="1143000" cy="304800"/>
          </a:xfrm>
          <a:prstGeom prst="rect">
            <a:avLst/>
          </a:prstGeom>
        </p:spPr>
      </p:pic>
      <p:pic>
        <p:nvPicPr>
          <p:cNvPr id="288" name="Picture 287" descr="image.png"/>
          <p:cNvPicPr>
            <a:picLocks noChangeAspect="1"/>
          </p:cNvPicPr>
          <p:nvPr/>
        </p:nvPicPr>
        <p:blipFill>
          <a:blip r:embed="rId156"/>
          <a:stretch>
            <a:fillRect/>
          </a:stretch>
        </p:blipFill>
        <p:spPr>
          <a:xfrm>
            <a:off x="3314700" y="4229100"/>
            <a:ext cx="1143000" cy="304800"/>
          </a:xfrm>
          <a:prstGeom prst="rect">
            <a:avLst/>
          </a:prstGeom>
        </p:spPr>
      </p:pic>
      <p:pic>
        <p:nvPicPr>
          <p:cNvPr id="289" name="Picture 288" descr="image.png"/>
          <p:cNvPicPr>
            <a:picLocks noChangeAspect="1"/>
          </p:cNvPicPr>
          <p:nvPr/>
        </p:nvPicPr>
        <p:blipFill>
          <a:blip r:embed="rId157"/>
          <a:stretch>
            <a:fillRect/>
          </a:stretch>
        </p:blipFill>
        <p:spPr>
          <a:xfrm>
            <a:off x="3302000" y="4254500"/>
            <a:ext cx="1155700" cy="215900"/>
          </a:xfrm>
          <a:prstGeom prst="rect">
            <a:avLst/>
          </a:prstGeom>
        </p:spPr>
      </p:pic>
      <p:pic>
        <p:nvPicPr>
          <p:cNvPr id="290" name="Picture 289" descr="image.png"/>
          <p:cNvPicPr>
            <a:picLocks noChangeAspect="1"/>
          </p:cNvPicPr>
          <p:nvPr/>
        </p:nvPicPr>
        <p:blipFill>
          <a:blip r:embed="rId157"/>
          <a:stretch>
            <a:fillRect/>
          </a:stretch>
        </p:blipFill>
        <p:spPr>
          <a:xfrm>
            <a:off x="3302000" y="4254500"/>
            <a:ext cx="1155700" cy="215900"/>
          </a:xfrm>
          <a:prstGeom prst="rect">
            <a:avLst/>
          </a:prstGeom>
        </p:spPr>
      </p:pic>
      <p:pic>
        <p:nvPicPr>
          <p:cNvPr id="291" name="Picture 290" descr="image.png"/>
          <p:cNvPicPr>
            <a:picLocks noChangeAspect="1"/>
          </p:cNvPicPr>
          <p:nvPr/>
        </p:nvPicPr>
        <p:blipFill>
          <a:blip r:embed="rId158"/>
          <a:stretch>
            <a:fillRect/>
          </a:stretch>
        </p:blipFill>
        <p:spPr>
          <a:xfrm>
            <a:off x="3314700" y="4445000"/>
            <a:ext cx="1143000" cy="304800"/>
          </a:xfrm>
          <a:prstGeom prst="rect">
            <a:avLst/>
          </a:prstGeom>
        </p:spPr>
      </p:pic>
      <p:pic>
        <p:nvPicPr>
          <p:cNvPr id="292" name="Picture 291" descr="image.png"/>
          <p:cNvPicPr>
            <a:picLocks noChangeAspect="1"/>
          </p:cNvPicPr>
          <p:nvPr/>
        </p:nvPicPr>
        <p:blipFill>
          <a:blip r:embed="rId158"/>
          <a:stretch>
            <a:fillRect/>
          </a:stretch>
        </p:blipFill>
        <p:spPr>
          <a:xfrm>
            <a:off x="3314700" y="4445000"/>
            <a:ext cx="1143000" cy="304800"/>
          </a:xfrm>
          <a:prstGeom prst="rect">
            <a:avLst/>
          </a:prstGeom>
        </p:spPr>
      </p:pic>
      <p:pic>
        <p:nvPicPr>
          <p:cNvPr id="298" name="Picture 297" descr="image.png"/>
          <p:cNvPicPr>
            <a:picLocks noChangeAspect="1"/>
          </p:cNvPicPr>
          <p:nvPr/>
        </p:nvPicPr>
        <p:blipFill>
          <a:blip r:embed="rId159"/>
          <a:stretch>
            <a:fillRect/>
          </a:stretch>
        </p:blipFill>
        <p:spPr>
          <a:xfrm>
            <a:off x="6652386" y="2601848"/>
            <a:ext cx="2918459" cy="1476247"/>
          </a:xfrm>
          <a:prstGeom prst="rect">
            <a:avLst/>
          </a:prstGeom>
        </p:spPr>
      </p:pic>
      <p:pic>
        <p:nvPicPr>
          <p:cNvPr id="300" name="Picture 299" descr="image.png"/>
          <p:cNvPicPr>
            <a:picLocks noChangeAspect="1"/>
          </p:cNvPicPr>
          <p:nvPr/>
        </p:nvPicPr>
        <p:blipFill>
          <a:blip r:embed="rId160"/>
          <a:stretch>
            <a:fillRect/>
          </a:stretch>
        </p:blipFill>
        <p:spPr>
          <a:xfrm>
            <a:off x="5752084" y="2160397"/>
            <a:ext cx="800100" cy="553211"/>
          </a:xfrm>
          <a:prstGeom prst="rect">
            <a:avLst/>
          </a:prstGeom>
        </p:spPr>
      </p:pic>
      <p:pic>
        <p:nvPicPr>
          <p:cNvPr id="301" name="Picture 300" descr="image.png"/>
          <p:cNvPicPr>
            <a:picLocks noChangeAspect="1"/>
          </p:cNvPicPr>
          <p:nvPr/>
        </p:nvPicPr>
        <p:blipFill>
          <a:blip r:embed="rId161"/>
          <a:stretch>
            <a:fillRect/>
          </a:stretch>
        </p:blipFill>
        <p:spPr>
          <a:xfrm>
            <a:off x="5893942" y="1898650"/>
            <a:ext cx="480059" cy="719327"/>
          </a:xfrm>
          <a:prstGeom prst="rect">
            <a:avLst/>
          </a:prstGeom>
        </p:spPr>
      </p:pic>
      <p:sp>
        <p:nvSpPr>
          <p:cNvPr id="302" name="Editable vector"/>
          <p:cNvSpPr/>
          <p:nvPr/>
        </p:nvSpPr>
        <p:spPr>
          <a:xfrm>
            <a:off x="5768594" y="2485263"/>
            <a:ext cx="813308" cy="246252"/>
          </a:xfrm>
          <a:custGeom>
            <a:avLst/>
            <a:gdLst/>
            <a:ahLst/>
            <a:cxnLst/>
            <a:rect l="0" t="0" r="r" b="b"/>
            <a:pathLst>
              <a:path w="813308" h="246253" fill="norm" stroke="1" extrusionOk="0">
                <a:moveTo>
                  <a:pt x="0" y="113157"/>
                </a:moveTo>
                <a:cubicBezTo>
                  <a:pt x="0" y="50673"/>
                  <a:pt x="50673" y="0"/>
                  <a:pt x="113284" y="0"/>
                </a:cubicBezTo>
                <a:lnTo>
                  <a:pt x="700024" y="0"/>
                </a:lnTo>
                <a:cubicBezTo>
                  <a:pt x="762635" y="0"/>
                  <a:pt x="813308" y="50673"/>
                  <a:pt x="813308" y="113157"/>
                </a:cubicBezTo>
                <a:lnTo>
                  <a:pt x="813308" y="132969"/>
                </a:lnTo>
                <a:cubicBezTo>
                  <a:pt x="813308" y="195580"/>
                  <a:pt x="762635" y="246253"/>
                  <a:pt x="700024" y="246253"/>
                </a:cubicBezTo>
                <a:lnTo>
                  <a:pt x="113284" y="246253"/>
                </a:lnTo>
                <a:cubicBezTo>
                  <a:pt x="50673" y="246253"/>
                  <a:pt x="0" y="195580"/>
                  <a:pt x="0" y="132969"/>
                </a:cubicBezTo>
                <a:lnTo>
                  <a:pt x="0" y="113157"/>
                </a:lnTo>
                <a:close/>
              </a:path>
            </a:pathLst>
          </a:custGeom>
          <a:solidFill>
            <a:srgbClr val="E2D9FF"/>
          </a:solidFill>
          <a:ln w="6350" cap="flat">
            <a:solidFill>
              <a:srgbClr val="E2D9FF">
                <a:alpha val="8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4" name="Picture 303" descr="image.png"/>
          <p:cNvPicPr>
            <a:picLocks noChangeAspect="1"/>
          </p:cNvPicPr>
          <p:nvPr/>
        </p:nvPicPr>
        <p:blipFill>
          <a:blip r:embed="rId162"/>
          <a:stretch>
            <a:fillRect/>
          </a:stretch>
        </p:blipFill>
        <p:spPr>
          <a:xfrm>
            <a:off x="2624454" y="2611501"/>
            <a:ext cx="3076321" cy="1478026"/>
          </a:xfrm>
          <a:prstGeom prst="rect">
            <a:avLst/>
          </a:prstGeom>
        </p:spPr>
      </p:pic>
      <p:sp>
        <p:nvSpPr>
          <p:cNvPr id="305" name="Editable vector"/>
          <p:cNvSpPr/>
          <p:nvPr/>
        </p:nvSpPr>
        <p:spPr>
          <a:xfrm>
            <a:off x="3647438" y="2823565"/>
            <a:ext cx="72832" cy="188722"/>
          </a:xfrm>
          <a:custGeom>
            <a:avLst/>
            <a:gdLst/>
            <a:ahLst/>
            <a:cxnLst/>
            <a:rect l="0" t="0" r="r" b="b"/>
            <a:pathLst>
              <a:path w="72833" h="188723" fill="norm" stroke="0" extrusionOk="0">
                <a:moveTo>
                  <a:pt x="72833" y="41283"/>
                </a:moveTo>
                <a:lnTo>
                  <a:pt x="0" y="0"/>
                </a:lnTo>
                <a:lnTo>
                  <a:pt x="0" y="147440"/>
                </a:lnTo>
                <a:lnTo>
                  <a:pt x="72833" y="188723"/>
                </a:lnTo>
                <a:lnTo>
                  <a:pt x="72833" y="41283"/>
                </a:lnTo>
                <a:close/>
              </a:path>
            </a:pathLst>
          </a:custGeom>
          <a:solidFill>
            <a:srgbClr val="7858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6" name="Editable vector"/>
          <p:cNvSpPr/>
          <p:nvPr/>
        </p:nvSpPr>
        <p:spPr>
          <a:xfrm>
            <a:off x="3720271" y="2823565"/>
            <a:ext cx="72832" cy="188722"/>
          </a:xfrm>
          <a:custGeom>
            <a:avLst/>
            <a:gdLst/>
            <a:ahLst/>
            <a:cxnLst/>
            <a:rect l="0" t="0" r="r" b="b"/>
            <a:pathLst>
              <a:path w="72833" h="188723" fill="norm" stroke="0" extrusionOk="0">
                <a:moveTo>
                  <a:pt x="0" y="41283"/>
                </a:moveTo>
                <a:lnTo>
                  <a:pt x="72833" y="0"/>
                </a:lnTo>
                <a:lnTo>
                  <a:pt x="72833" y="147440"/>
                </a:lnTo>
                <a:lnTo>
                  <a:pt x="0" y="188723"/>
                </a:lnTo>
                <a:lnTo>
                  <a:pt x="0" y="41283"/>
                </a:ln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Editable vector"/>
          <p:cNvSpPr/>
          <p:nvPr/>
        </p:nvSpPr>
        <p:spPr>
          <a:xfrm>
            <a:off x="3647438" y="2781692"/>
            <a:ext cx="145665" cy="83450"/>
          </a:xfrm>
          <a:custGeom>
            <a:avLst/>
            <a:gdLst/>
            <a:ahLst/>
            <a:cxnLst/>
            <a:rect l="0" t="0" r="r" b="b"/>
            <a:pathLst>
              <a:path w="145666" h="83451" fill="norm" stroke="0" extrusionOk="0">
                <a:moveTo>
                  <a:pt x="73128" y="0"/>
                </a:moveTo>
                <a:lnTo>
                  <a:pt x="0" y="42168"/>
                </a:lnTo>
                <a:lnTo>
                  <a:pt x="72833" y="83451"/>
                </a:lnTo>
                <a:lnTo>
                  <a:pt x="145666" y="42168"/>
                </a:lnTo>
                <a:lnTo>
                  <a:pt x="73128" y="0"/>
                </a:lnTo>
                <a:close/>
              </a:path>
            </a:pathLst>
          </a:custGeom>
          <a:solidFill>
            <a:srgbClr val="E2D8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8" name="Editable vector"/>
          <p:cNvSpPr/>
          <p:nvPr/>
        </p:nvSpPr>
        <p:spPr>
          <a:xfrm>
            <a:off x="3647438" y="2693229"/>
            <a:ext cx="145665" cy="83450"/>
          </a:xfrm>
          <a:custGeom>
            <a:avLst/>
            <a:gdLst/>
            <a:ahLst/>
            <a:cxnLst/>
            <a:rect l="0" t="0" r="r" b="b"/>
            <a:pathLst>
              <a:path w="145666" h="83451" fill="norm" stroke="0" extrusionOk="0">
                <a:moveTo>
                  <a:pt x="73128" y="0"/>
                </a:moveTo>
                <a:lnTo>
                  <a:pt x="0" y="42168"/>
                </a:lnTo>
                <a:lnTo>
                  <a:pt x="72833" y="83451"/>
                </a:lnTo>
                <a:lnTo>
                  <a:pt x="145666" y="42168"/>
                </a:lnTo>
                <a:lnTo>
                  <a:pt x="73128" y="0"/>
                </a:lnTo>
                <a:close/>
              </a:path>
            </a:pathLst>
          </a:custGeom>
          <a:solidFill>
            <a:srgbClr val="F1EC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Editable vector"/>
          <p:cNvSpPr/>
          <p:nvPr/>
        </p:nvSpPr>
        <p:spPr>
          <a:xfrm>
            <a:off x="3720271" y="2735101"/>
            <a:ext cx="72832" cy="129746"/>
          </a:xfrm>
          <a:custGeom>
            <a:avLst/>
            <a:gdLst/>
            <a:ahLst/>
            <a:cxnLst/>
            <a:rect l="0" t="0" r="r" b="b"/>
            <a:pathLst>
              <a:path w="72833" h="129747" fill="norm" stroke="0" extrusionOk="0">
                <a:moveTo>
                  <a:pt x="72833" y="0"/>
                </a:moveTo>
                <a:lnTo>
                  <a:pt x="0" y="41283"/>
                </a:lnTo>
                <a:lnTo>
                  <a:pt x="0" y="129747"/>
                </a:lnTo>
                <a:lnTo>
                  <a:pt x="72833" y="88464"/>
                </a:lnTo>
                <a:lnTo>
                  <a:pt x="72833" y="0"/>
                </a:lnTo>
                <a:close/>
              </a:path>
            </a:pathLst>
          </a:custGeom>
          <a:solidFill>
            <a:srgbClr val="7858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0" name="Editable vector"/>
          <p:cNvSpPr/>
          <p:nvPr/>
        </p:nvSpPr>
        <p:spPr>
          <a:xfrm>
            <a:off x="3647438" y="2735101"/>
            <a:ext cx="72832" cy="129747"/>
          </a:xfrm>
          <a:custGeom>
            <a:avLst/>
            <a:gdLst/>
            <a:ahLst/>
            <a:cxnLst/>
            <a:rect l="0" t="0" r="r" b="b"/>
            <a:pathLst>
              <a:path w="72833" h="129747" fill="norm" stroke="0" extrusionOk="0">
                <a:moveTo>
                  <a:pt x="72833" y="41283"/>
                </a:moveTo>
                <a:lnTo>
                  <a:pt x="0" y="0"/>
                </a:lnTo>
                <a:lnTo>
                  <a:pt x="0" y="88464"/>
                </a:lnTo>
                <a:lnTo>
                  <a:pt x="72833" y="129747"/>
                </a:lnTo>
                <a:lnTo>
                  <a:pt x="72833" y="41283"/>
                </a:lnTo>
                <a:close/>
              </a:path>
            </a:pathLst>
          </a:custGeom>
          <a:solidFill>
            <a:srgbClr val="B894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Editable vector"/>
          <p:cNvSpPr/>
          <p:nvPr/>
        </p:nvSpPr>
        <p:spPr>
          <a:xfrm>
            <a:off x="3747694" y="2823565"/>
            <a:ext cx="72833" cy="245627"/>
          </a:xfrm>
          <a:custGeom>
            <a:avLst/>
            <a:gdLst/>
            <a:ahLst/>
            <a:cxnLst/>
            <a:rect l="0" t="0" r="r" b="b"/>
            <a:pathLst>
              <a:path w="72833" h="245627" fill="norm" stroke="0" extrusionOk="0">
                <a:moveTo>
                  <a:pt x="72833" y="41283"/>
                </a:moveTo>
                <a:lnTo>
                  <a:pt x="0" y="0"/>
                </a:lnTo>
                <a:lnTo>
                  <a:pt x="0" y="204344"/>
                </a:lnTo>
                <a:lnTo>
                  <a:pt x="72833" y="245627"/>
                </a:lnTo>
                <a:lnTo>
                  <a:pt x="72833" y="41283"/>
                </a:lnTo>
                <a:close/>
              </a:path>
            </a:pathLst>
          </a:custGeom>
          <a:solidFill>
            <a:srgbClr val="7858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2" name="Editable vector"/>
          <p:cNvSpPr/>
          <p:nvPr/>
        </p:nvSpPr>
        <p:spPr>
          <a:xfrm>
            <a:off x="3820527" y="2823565"/>
            <a:ext cx="72832" cy="245627"/>
          </a:xfrm>
          <a:custGeom>
            <a:avLst/>
            <a:gdLst/>
            <a:ahLst/>
            <a:cxnLst/>
            <a:rect l="0" t="0" r="r" b="b"/>
            <a:pathLst>
              <a:path w="72833" h="245627" fill="norm" stroke="0" extrusionOk="0">
                <a:moveTo>
                  <a:pt x="0" y="41283"/>
                </a:moveTo>
                <a:lnTo>
                  <a:pt x="72833" y="0"/>
                </a:lnTo>
                <a:lnTo>
                  <a:pt x="72833" y="204344"/>
                </a:lnTo>
                <a:lnTo>
                  <a:pt x="0" y="245627"/>
                </a:lnTo>
                <a:lnTo>
                  <a:pt x="0" y="41283"/>
                </a:ln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Editable vector"/>
          <p:cNvSpPr/>
          <p:nvPr/>
        </p:nvSpPr>
        <p:spPr>
          <a:xfrm>
            <a:off x="3747694" y="2781692"/>
            <a:ext cx="145665" cy="83450"/>
          </a:xfrm>
          <a:custGeom>
            <a:avLst/>
            <a:gdLst/>
            <a:ahLst/>
            <a:cxnLst/>
            <a:rect l="0" t="0" r="r" b="b"/>
            <a:pathLst>
              <a:path w="145666" h="83451" fill="norm" stroke="0" extrusionOk="0">
                <a:moveTo>
                  <a:pt x="73128" y="0"/>
                </a:moveTo>
                <a:lnTo>
                  <a:pt x="0" y="42168"/>
                </a:lnTo>
                <a:lnTo>
                  <a:pt x="72833" y="83451"/>
                </a:lnTo>
                <a:lnTo>
                  <a:pt x="145666" y="42168"/>
                </a:lnTo>
                <a:lnTo>
                  <a:pt x="73128" y="0"/>
                </a:lnTo>
                <a:close/>
              </a:path>
            </a:pathLst>
          </a:custGeom>
          <a:solidFill>
            <a:srgbClr val="E2D8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4" name="Editable vector"/>
          <p:cNvSpPr/>
          <p:nvPr/>
        </p:nvSpPr>
        <p:spPr>
          <a:xfrm>
            <a:off x="3747694" y="2693229"/>
            <a:ext cx="145665" cy="83450"/>
          </a:xfrm>
          <a:custGeom>
            <a:avLst/>
            <a:gdLst/>
            <a:ahLst/>
            <a:cxnLst/>
            <a:rect l="0" t="0" r="r" b="b"/>
            <a:pathLst>
              <a:path w="145666" h="83451" fill="norm" stroke="0" extrusionOk="0">
                <a:moveTo>
                  <a:pt x="73128" y="0"/>
                </a:moveTo>
                <a:lnTo>
                  <a:pt x="0" y="42168"/>
                </a:lnTo>
                <a:lnTo>
                  <a:pt x="72833" y="83451"/>
                </a:lnTo>
                <a:lnTo>
                  <a:pt x="145666" y="42168"/>
                </a:lnTo>
                <a:lnTo>
                  <a:pt x="73128" y="0"/>
                </a:lnTo>
                <a:close/>
              </a:path>
            </a:pathLst>
          </a:custGeom>
          <a:solidFill>
            <a:srgbClr val="F1EC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5" name="Editable vector"/>
          <p:cNvSpPr/>
          <p:nvPr/>
        </p:nvSpPr>
        <p:spPr>
          <a:xfrm>
            <a:off x="3820526" y="2735101"/>
            <a:ext cx="72833" cy="129746"/>
          </a:xfrm>
          <a:custGeom>
            <a:avLst/>
            <a:gdLst/>
            <a:ahLst/>
            <a:cxnLst/>
            <a:rect l="0" t="0" r="r" b="b"/>
            <a:pathLst>
              <a:path w="72833" h="129747" fill="norm" stroke="0" extrusionOk="0">
                <a:moveTo>
                  <a:pt x="72833" y="0"/>
                </a:moveTo>
                <a:lnTo>
                  <a:pt x="0" y="41283"/>
                </a:lnTo>
                <a:lnTo>
                  <a:pt x="0" y="129747"/>
                </a:lnTo>
                <a:lnTo>
                  <a:pt x="72833" y="88464"/>
                </a:lnTo>
                <a:lnTo>
                  <a:pt x="72833" y="0"/>
                </a:lnTo>
                <a:close/>
              </a:path>
            </a:pathLst>
          </a:custGeom>
          <a:solidFill>
            <a:srgbClr val="7858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6" name="Editable vector"/>
          <p:cNvSpPr/>
          <p:nvPr/>
        </p:nvSpPr>
        <p:spPr>
          <a:xfrm>
            <a:off x="3747694" y="2735101"/>
            <a:ext cx="72833" cy="129746"/>
          </a:xfrm>
          <a:custGeom>
            <a:avLst/>
            <a:gdLst/>
            <a:ahLst/>
            <a:cxnLst/>
            <a:rect l="0" t="0" r="r" b="b"/>
            <a:pathLst>
              <a:path w="72833" h="129747" fill="norm" stroke="0" extrusionOk="0">
                <a:moveTo>
                  <a:pt x="72833" y="41283"/>
                </a:moveTo>
                <a:lnTo>
                  <a:pt x="0" y="0"/>
                </a:lnTo>
                <a:lnTo>
                  <a:pt x="0" y="88464"/>
                </a:lnTo>
                <a:lnTo>
                  <a:pt x="72833" y="129747"/>
                </a:lnTo>
                <a:lnTo>
                  <a:pt x="72833" y="41283"/>
                </a:lnTo>
                <a:close/>
              </a:path>
            </a:pathLst>
          </a:custGeom>
          <a:solidFill>
            <a:srgbClr val="B894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Editable vector"/>
          <p:cNvSpPr/>
          <p:nvPr/>
        </p:nvSpPr>
        <p:spPr>
          <a:xfrm>
            <a:off x="3847065" y="2922055"/>
            <a:ext cx="72833" cy="208472"/>
          </a:xfrm>
          <a:custGeom>
            <a:avLst/>
            <a:gdLst/>
            <a:ahLst/>
            <a:cxnLst/>
            <a:rect l="0" t="0" r="r" b="b"/>
            <a:pathLst>
              <a:path w="72833" h="208472" fill="norm" stroke="0" extrusionOk="0">
                <a:moveTo>
                  <a:pt x="72833" y="41283"/>
                </a:moveTo>
                <a:lnTo>
                  <a:pt x="0" y="0"/>
                </a:lnTo>
                <a:lnTo>
                  <a:pt x="0" y="167189"/>
                </a:lnTo>
                <a:lnTo>
                  <a:pt x="72833" y="208472"/>
                </a:lnTo>
                <a:lnTo>
                  <a:pt x="72833" y="41283"/>
                </a:lnTo>
                <a:close/>
              </a:path>
            </a:pathLst>
          </a:custGeom>
          <a:solidFill>
            <a:srgbClr val="7858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Editable vector"/>
          <p:cNvSpPr/>
          <p:nvPr/>
        </p:nvSpPr>
        <p:spPr>
          <a:xfrm>
            <a:off x="3919898" y="2922055"/>
            <a:ext cx="72832" cy="208472"/>
          </a:xfrm>
          <a:custGeom>
            <a:avLst/>
            <a:gdLst/>
            <a:ahLst/>
            <a:cxnLst/>
            <a:rect l="0" t="0" r="r" b="b"/>
            <a:pathLst>
              <a:path w="72833" h="208472" fill="norm" stroke="0" extrusionOk="0">
                <a:moveTo>
                  <a:pt x="0" y="41283"/>
                </a:moveTo>
                <a:lnTo>
                  <a:pt x="72833" y="0"/>
                </a:lnTo>
                <a:lnTo>
                  <a:pt x="72833" y="167189"/>
                </a:lnTo>
                <a:lnTo>
                  <a:pt x="0" y="208472"/>
                </a:lnTo>
                <a:lnTo>
                  <a:pt x="0" y="41283"/>
                </a:ln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Editable vector"/>
          <p:cNvSpPr/>
          <p:nvPr/>
        </p:nvSpPr>
        <p:spPr>
          <a:xfrm>
            <a:off x="3847065" y="2879887"/>
            <a:ext cx="145665" cy="83450"/>
          </a:xfrm>
          <a:custGeom>
            <a:avLst/>
            <a:gdLst/>
            <a:ahLst/>
            <a:cxnLst/>
            <a:rect l="0" t="0" r="r" b="b"/>
            <a:pathLst>
              <a:path w="145666" h="83451" fill="norm" stroke="0" extrusionOk="0">
                <a:moveTo>
                  <a:pt x="73128" y="0"/>
                </a:moveTo>
                <a:lnTo>
                  <a:pt x="0" y="42168"/>
                </a:lnTo>
                <a:lnTo>
                  <a:pt x="72833" y="83451"/>
                </a:lnTo>
                <a:lnTo>
                  <a:pt x="145666" y="42168"/>
                </a:lnTo>
                <a:lnTo>
                  <a:pt x="73128" y="0"/>
                </a:lnTo>
                <a:close/>
              </a:path>
            </a:pathLst>
          </a:custGeom>
          <a:solidFill>
            <a:srgbClr val="E2D8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Editable vector"/>
          <p:cNvSpPr/>
          <p:nvPr/>
        </p:nvSpPr>
        <p:spPr>
          <a:xfrm>
            <a:off x="3847065" y="2791423"/>
            <a:ext cx="145665" cy="83450"/>
          </a:xfrm>
          <a:custGeom>
            <a:avLst/>
            <a:gdLst/>
            <a:ahLst/>
            <a:cxnLst/>
            <a:rect l="0" t="0" r="r" b="b"/>
            <a:pathLst>
              <a:path w="145666" h="83451" fill="norm" stroke="0" extrusionOk="0">
                <a:moveTo>
                  <a:pt x="73128" y="0"/>
                </a:moveTo>
                <a:lnTo>
                  <a:pt x="0" y="42168"/>
                </a:lnTo>
                <a:lnTo>
                  <a:pt x="72833" y="83451"/>
                </a:lnTo>
                <a:lnTo>
                  <a:pt x="145666" y="42168"/>
                </a:lnTo>
                <a:lnTo>
                  <a:pt x="73128" y="0"/>
                </a:lnTo>
                <a:close/>
              </a:path>
            </a:pathLst>
          </a:custGeom>
          <a:solidFill>
            <a:srgbClr val="F1EC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Editable vector"/>
          <p:cNvSpPr/>
          <p:nvPr/>
        </p:nvSpPr>
        <p:spPr>
          <a:xfrm>
            <a:off x="3919897" y="2833591"/>
            <a:ext cx="72833" cy="129746"/>
          </a:xfrm>
          <a:custGeom>
            <a:avLst/>
            <a:gdLst/>
            <a:ahLst/>
            <a:cxnLst/>
            <a:rect l="0" t="0" r="r" b="b"/>
            <a:pathLst>
              <a:path w="72833" h="129747" fill="norm" stroke="0" extrusionOk="0">
                <a:moveTo>
                  <a:pt x="72833" y="0"/>
                </a:moveTo>
                <a:lnTo>
                  <a:pt x="0" y="41283"/>
                </a:lnTo>
                <a:lnTo>
                  <a:pt x="0" y="129747"/>
                </a:lnTo>
                <a:lnTo>
                  <a:pt x="72833" y="88464"/>
                </a:lnTo>
                <a:lnTo>
                  <a:pt x="72833" y="0"/>
                </a:lnTo>
                <a:close/>
              </a:path>
            </a:pathLst>
          </a:custGeom>
          <a:solidFill>
            <a:srgbClr val="7858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Editable vector"/>
          <p:cNvSpPr/>
          <p:nvPr/>
        </p:nvSpPr>
        <p:spPr>
          <a:xfrm>
            <a:off x="3847065" y="2833591"/>
            <a:ext cx="72833" cy="129747"/>
          </a:xfrm>
          <a:custGeom>
            <a:avLst/>
            <a:gdLst/>
            <a:ahLst/>
            <a:cxnLst/>
            <a:rect l="0" t="0" r="r" b="b"/>
            <a:pathLst>
              <a:path w="72833" h="129747" fill="norm" stroke="0" extrusionOk="0">
                <a:moveTo>
                  <a:pt x="72833" y="41283"/>
                </a:moveTo>
                <a:lnTo>
                  <a:pt x="0" y="0"/>
                </a:lnTo>
                <a:lnTo>
                  <a:pt x="0" y="88464"/>
                </a:lnTo>
                <a:lnTo>
                  <a:pt x="72833" y="129747"/>
                </a:lnTo>
                <a:lnTo>
                  <a:pt x="72833" y="41283"/>
                </a:lnTo>
                <a:close/>
              </a:path>
            </a:pathLst>
          </a:custGeom>
          <a:solidFill>
            <a:srgbClr val="B894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3" name="Editable vector"/>
          <p:cNvSpPr/>
          <p:nvPr/>
        </p:nvSpPr>
        <p:spPr>
          <a:xfrm>
            <a:off x="3947321" y="2916158"/>
            <a:ext cx="72832" cy="273345"/>
          </a:xfrm>
          <a:custGeom>
            <a:avLst/>
            <a:gdLst/>
            <a:ahLst/>
            <a:cxnLst/>
            <a:rect l="0" t="0" r="r" b="b"/>
            <a:pathLst>
              <a:path w="72833" h="273346" fill="norm" stroke="0" extrusionOk="0">
                <a:moveTo>
                  <a:pt x="72833" y="41283"/>
                </a:moveTo>
                <a:lnTo>
                  <a:pt x="0" y="0"/>
                </a:lnTo>
                <a:lnTo>
                  <a:pt x="0" y="232063"/>
                </a:lnTo>
                <a:lnTo>
                  <a:pt x="72833" y="273346"/>
                </a:lnTo>
                <a:lnTo>
                  <a:pt x="72833" y="41283"/>
                </a:lnTo>
                <a:close/>
              </a:path>
            </a:pathLst>
          </a:custGeom>
          <a:solidFill>
            <a:srgbClr val="7858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Editable vector"/>
          <p:cNvSpPr/>
          <p:nvPr/>
        </p:nvSpPr>
        <p:spPr>
          <a:xfrm>
            <a:off x="4020153" y="2916158"/>
            <a:ext cx="72832" cy="273345"/>
          </a:xfrm>
          <a:custGeom>
            <a:avLst/>
            <a:gdLst/>
            <a:ahLst/>
            <a:cxnLst/>
            <a:rect l="0" t="0" r="r" b="b"/>
            <a:pathLst>
              <a:path w="72833" h="273346" fill="norm" stroke="0" extrusionOk="0">
                <a:moveTo>
                  <a:pt x="0" y="41283"/>
                </a:moveTo>
                <a:lnTo>
                  <a:pt x="72833" y="0"/>
                </a:lnTo>
                <a:lnTo>
                  <a:pt x="72833" y="232063"/>
                </a:lnTo>
                <a:lnTo>
                  <a:pt x="0" y="273346"/>
                </a:lnTo>
                <a:lnTo>
                  <a:pt x="0" y="41283"/>
                </a:ln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5" name="Editable vector"/>
          <p:cNvSpPr/>
          <p:nvPr/>
        </p:nvSpPr>
        <p:spPr>
          <a:xfrm>
            <a:off x="3947321" y="2873990"/>
            <a:ext cx="145665" cy="83450"/>
          </a:xfrm>
          <a:custGeom>
            <a:avLst/>
            <a:gdLst/>
            <a:ahLst/>
            <a:cxnLst/>
            <a:rect l="0" t="0" r="r" b="b"/>
            <a:pathLst>
              <a:path w="145666" h="83451" fill="norm" stroke="0" extrusionOk="0">
                <a:moveTo>
                  <a:pt x="73128" y="0"/>
                </a:moveTo>
                <a:lnTo>
                  <a:pt x="0" y="42168"/>
                </a:lnTo>
                <a:lnTo>
                  <a:pt x="72833" y="83451"/>
                </a:lnTo>
                <a:lnTo>
                  <a:pt x="145666" y="42168"/>
                </a:lnTo>
                <a:lnTo>
                  <a:pt x="73128" y="0"/>
                </a:lnTo>
                <a:close/>
              </a:path>
            </a:pathLst>
          </a:custGeom>
          <a:solidFill>
            <a:srgbClr val="E2D8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Editable vector"/>
          <p:cNvSpPr/>
          <p:nvPr/>
        </p:nvSpPr>
        <p:spPr>
          <a:xfrm>
            <a:off x="3947321" y="2785526"/>
            <a:ext cx="145665" cy="83450"/>
          </a:xfrm>
          <a:custGeom>
            <a:avLst/>
            <a:gdLst/>
            <a:ahLst/>
            <a:cxnLst/>
            <a:rect l="0" t="0" r="r" b="b"/>
            <a:pathLst>
              <a:path w="145666" h="83451" fill="norm" stroke="0" extrusionOk="0">
                <a:moveTo>
                  <a:pt x="73127" y="0"/>
                </a:moveTo>
                <a:lnTo>
                  <a:pt x="0" y="42168"/>
                </a:lnTo>
                <a:lnTo>
                  <a:pt x="72833" y="83451"/>
                </a:lnTo>
                <a:lnTo>
                  <a:pt x="145666" y="42168"/>
                </a:lnTo>
                <a:lnTo>
                  <a:pt x="73127" y="0"/>
                </a:lnTo>
                <a:close/>
              </a:path>
            </a:pathLst>
          </a:custGeom>
          <a:solidFill>
            <a:srgbClr val="F1EC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7" name="Editable vector"/>
          <p:cNvSpPr/>
          <p:nvPr/>
        </p:nvSpPr>
        <p:spPr>
          <a:xfrm>
            <a:off x="4020153" y="2827694"/>
            <a:ext cx="72832" cy="129746"/>
          </a:xfrm>
          <a:custGeom>
            <a:avLst/>
            <a:gdLst/>
            <a:ahLst/>
            <a:cxnLst/>
            <a:rect l="0" t="0" r="r" b="b"/>
            <a:pathLst>
              <a:path w="72833" h="129747" fill="norm" stroke="0" extrusionOk="0">
                <a:moveTo>
                  <a:pt x="72833" y="0"/>
                </a:moveTo>
                <a:lnTo>
                  <a:pt x="0" y="41283"/>
                </a:lnTo>
                <a:lnTo>
                  <a:pt x="0" y="129747"/>
                </a:lnTo>
                <a:lnTo>
                  <a:pt x="72833" y="88464"/>
                </a:lnTo>
                <a:lnTo>
                  <a:pt x="72833" y="0"/>
                </a:lnTo>
                <a:close/>
              </a:path>
            </a:pathLst>
          </a:custGeom>
          <a:solidFill>
            <a:srgbClr val="7858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8" name="Editable vector"/>
          <p:cNvSpPr/>
          <p:nvPr/>
        </p:nvSpPr>
        <p:spPr>
          <a:xfrm>
            <a:off x="3947321" y="2827694"/>
            <a:ext cx="72832" cy="129747"/>
          </a:xfrm>
          <a:custGeom>
            <a:avLst/>
            <a:gdLst/>
            <a:ahLst/>
            <a:cxnLst/>
            <a:rect l="0" t="0" r="r" b="b"/>
            <a:pathLst>
              <a:path w="72833" h="129747" fill="norm" stroke="0" extrusionOk="0">
                <a:moveTo>
                  <a:pt x="72833" y="41283"/>
                </a:moveTo>
                <a:lnTo>
                  <a:pt x="0" y="0"/>
                </a:lnTo>
                <a:lnTo>
                  <a:pt x="0" y="88464"/>
                </a:lnTo>
                <a:lnTo>
                  <a:pt x="72833" y="129747"/>
                </a:lnTo>
                <a:lnTo>
                  <a:pt x="72833" y="41283"/>
                </a:lnTo>
                <a:close/>
              </a:path>
            </a:pathLst>
          </a:custGeom>
          <a:solidFill>
            <a:srgbClr val="B894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9" name="Editable vector"/>
          <p:cNvSpPr/>
          <p:nvPr/>
        </p:nvSpPr>
        <p:spPr>
          <a:xfrm>
            <a:off x="3678694" y="3113424"/>
            <a:ext cx="133281" cy="118836"/>
          </a:xfrm>
          <a:custGeom>
            <a:avLst/>
            <a:gdLst/>
            <a:ahLst/>
            <a:cxnLst/>
            <a:rect l="0" t="0" r="r" b="b"/>
            <a:pathLst>
              <a:path w="133281" h="118836" fill="norm" stroke="0" extrusionOk="0">
                <a:moveTo>
                  <a:pt x="52782" y="1474"/>
                </a:moveTo>
                <a:cubicBezTo>
                  <a:pt x="50128" y="0"/>
                  <a:pt x="45705" y="0"/>
                  <a:pt x="43051" y="1474"/>
                </a:cubicBezTo>
                <a:lnTo>
                  <a:pt x="2359" y="25065"/>
                </a:lnTo>
                <a:cubicBezTo>
                  <a:pt x="885" y="25949"/>
                  <a:pt x="0" y="27129"/>
                  <a:pt x="0" y="28308"/>
                </a:cubicBezTo>
                <a:lnTo>
                  <a:pt x="0" y="40693"/>
                </a:lnTo>
                <a:cubicBezTo>
                  <a:pt x="0" y="41873"/>
                  <a:pt x="885" y="43052"/>
                  <a:pt x="2359" y="43937"/>
                </a:cubicBezTo>
                <a:lnTo>
                  <a:pt x="127974" y="117657"/>
                </a:lnTo>
                <a:cubicBezTo>
                  <a:pt x="129448" y="118542"/>
                  <a:pt x="131512" y="118836"/>
                  <a:pt x="133281" y="118836"/>
                </a:cubicBezTo>
                <a:lnTo>
                  <a:pt x="133281" y="48655"/>
                </a:lnTo>
                <a:lnTo>
                  <a:pt x="52487" y="1179"/>
                </a:lnTo>
                <a:lnTo>
                  <a:pt x="52782" y="1474"/>
                </a:lnTo>
                <a:close/>
              </a:path>
            </a:pathLst>
          </a:custGeom>
          <a:solidFill>
            <a:srgbClr val="E2D8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0" name="Editable vector"/>
          <p:cNvSpPr/>
          <p:nvPr/>
        </p:nvSpPr>
        <p:spPr>
          <a:xfrm>
            <a:off x="3812270" y="3162374"/>
            <a:ext cx="47474" cy="70181"/>
          </a:xfrm>
          <a:custGeom>
            <a:avLst/>
            <a:gdLst/>
            <a:ahLst/>
            <a:cxnLst/>
            <a:rect l="0" t="0" r="r" b="b"/>
            <a:pathLst>
              <a:path w="47474" h="70181" fill="norm" stroke="0" extrusionOk="0">
                <a:moveTo>
                  <a:pt x="47179" y="29783"/>
                </a:moveTo>
                <a:cubicBezTo>
                  <a:pt x="47179" y="28603"/>
                  <a:pt x="46294" y="27424"/>
                  <a:pt x="44820" y="26539"/>
                </a:cubicBezTo>
                <a:lnTo>
                  <a:pt x="0" y="0"/>
                </a:lnTo>
                <a:lnTo>
                  <a:pt x="0" y="70181"/>
                </a:lnTo>
                <a:cubicBezTo>
                  <a:pt x="1474" y="70181"/>
                  <a:pt x="3244" y="69886"/>
                  <a:pt x="4423" y="69002"/>
                </a:cubicBezTo>
                <a:lnTo>
                  <a:pt x="45115" y="45412"/>
                </a:lnTo>
                <a:cubicBezTo>
                  <a:pt x="46589" y="44527"/>
                  <a:pt x="47474" y="43347"/>
                  <a:pt x="47474" y="42168"/>
                </a:cubicBezTo>
                <a:cubicBezTo>
                  <a:pt x="47474" y="42168"/>
                  <a:pt x="47474" y="30373"/>
                  <a:pt x="47474" y="29783"/>
                </a:cubicBezTo>
                <a:lnTo>
                  <a:pt x="47179" y="29783"/>
                </a:lnTo>
                <a:close/>
              </a:path>
            </a:pathLst>
          </a:custGeom>
          <a:solidFill>
            <a:srgbClr val="2C13A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1" name="Editable vector"/>
          <p:cNvSpPr/>
          <p:nvPr/>
        </p:nvSpPr>
        <p:spPr>
          <a:xfrm>
            <a:off x="3678694" y="3113719"/>
            <a:ext cx="181344" cy="104682"/>
          </a:xfrm>
          <a:custGeom>
            <a:avLst/>
            <a:gdLst/>
            <a:ahLst/>
            <a:cxnLst/>
            <a:rect l="0" t="0" r="r" b="b"/>
            <a:pathLst>
              <a:path w="181345" h="104682" fill="norm" stroke="0" extrusionOk="0">
                <a:moveTo>
                  <a:pt x="2064" y="25065"/>
                </a:moveTo>
                <a:lnTo>
                  <a:pt x="43346" y="885"/>
                </a:lnTo>
                <a:cubicBezTo>
                  <a:pt x="44526" y="295"/>
                  <a:pt x="46000" y="0"/>
                  <a:pt x="47474" y="0"/>
                </a:cubicBezTo>
                <a:cubicBezTo>
                  <a:pt x="48949" y="0"/>
                  <a:pt x="50423" y="295"/>
                  <a:pt x="51602" y="885"/>
                </a:cubicBezTo>
                <a:lnTo>
                  <a:pt x="179281" y="75784"/>
                </a:lnTo>
                <a:cubicBezTo>
                  <a:pt x="180165" y="76374"/>
                  <a:pt x="181050" y="77259"/>
                  <a:pt x="180755" y="78143"/>
                </a:cubicBezTo>
                <a:cubicBezTo>
                  <a:pt x="180165" y="79618"/>
                  <a:pt x="181345" y="78143"/>
                  <a:pt x="137999" y="103503"/>
                </a:cubicBezTo>
                <a:cubicBezTo>
                  <a:pt x="135935" y="104682"/>
                  <a:pt x="132102" y="104682"/>
                  <a:pt x="129743" y="103503"/>
                </a:cubicBezTo>
                <a:lnTo>
                  <a:pt x="2064" y="28603"/>
                </a:lnTo>
                <a:cubicBezTo>
                  <a:pt x="295" y="27424"/>
                  <a:pt x="0" y="25949"/>
                  <a:pt x="2064" y="24770"/>
                </a:cubicBezTo>
                <a:lnTo>
                  <a:pt x="2064" y="25065"/>
                </a:lnTo>
                <a:close/>
              </a:path>
            </a:pathLst>
          </a:custGeom>
          <a:solidFill>
            <a:srgbClr val="9B76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2" name="Editable vector"/>
          <p:cNvSpPr/>
          <p:nvPr/>
        </p:nvSpPr>
        <p:spPr>
          <a:xfrm>
            <a:off x="3661592" y="2886669"/>
            <a:ext cx="238254" cy="138586"/>
          </a:xfrm>
          <a:custGeom>
            <a:avLst/>
            <a:gdLst/>
            <a:ahLst/>
            <a:cxnLst/>
            <a:rect l="0" t="0" r="r" b="b"/>
            <a:pathLst>
              <a:path w="238255" h="138586" fill="norm" stroke="0" extrusionOk="0">
                <a:moveTo>
                  <a:pt x="211422" y="137996"/>
                </a:moveTo>
                <a:cubicBezTo>
                  <a:pt x="209652" y="134458"/>
                  <a:pt x="206409" y="130919"/>
                  <a:pt x="202870" y="129150"/>
                </a:cubicBezTo>
                <a:lnTo>
                  <a:pt x="2654" y="25949"/>
                </a:lnTo>
                <a:cubicBezTo>
                  <a:pt x="1769" y="25359"/>
                  <a:pt x="1179" y="25359"/>
                  <a:pt x="0" y="25065"/>
                </a:cubicBezTo>
                <a:lnTo>
                  <a:pt x="22410" y="13270"/>
                </a:lnTo>
                <a:cubicBezTo>
                  <a:pt x="24769" y="12090"/>
                  <a:pt x="27718" y="12385"/>
                  <a:pt x="30961" y="13859"/>
                </a:cubicBezTo>
                <a:cubicBezTo>
                  <a:pt x="92294" y="45411"/>
                  <a:pt x="4128" y="0"/>
                  <a:pt x="229114" y="115888"/>
                </a:cubicBezTo>
                <a:cubicBezTo>
                  <a:pt x="232947" y="117952"/>
                  <a:pt x="236191" y="121490"/>
                  <a:pt x="238255" y="125324"/>
                </a:cubicBezTo>
                <a:lnTo>
                  <a:pt x="212011" y="138586"/>
                </a:lnTo>
                <a:cubicBezTo>
                  <a:pt x="212011" y="138586"/>
                  <a:pt x="212011" y="137996"/>
                  <a:pt x="211717" y="137701"/>
                </a:cubicBezTo>
                <a:lnTo>
                  <a:pt x="211422" y="137996"/>
                </a:lnTo>
                <a:close/>
              </a:path>
            </a:pathLst>
          </a:custGeom>
          <a:solidFill>
            <a:srgbClr val="D3B6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3" name="Editable vector"/>
          <p:cNvSpPr/>
          <p:nvPr/>
        </p:nvSpPr>
        <p:spPr>
          <a:xfrm>
            <a:off x="3872424" y="3012288"/>
            <a:ext cx="29191" cy="219088"/>
          </a:xfrm>
          <a:custGeom>
            <a:avLst/>
            <a:gdLst/>
            <a:ahLst/>
            <a:cxnLst/>
            <a:rect l="0" t="0" r="r" b="b"/>
            <a:pathLst>
              <a:path w="29192" h="219088" fill="norm" stroke="0" extrusionOk="0">
                <a:moveTo>
                  <a:pt x="1769" y="214075"/>
                </a:moveTo>
                <a:lnTo>
                  <a:pt x="1769" y="212011"/>
                </a:lnTo>
                <a:cubicBezTo>
                  <a:pt x="2359" y="41865"/>
                  <a:pt x="2359" y="96123"/>
                  <a:pt x="2359" y="93764"/>
                </a:cubicBezTo>
                <a:lnTo>
                  <a:pt x="2359" y="93469"/>
                </a:lnTo>
                <a:lnTo>
                  <a:pt x="2359" y="80495"/>
                </a:lnTo>
                <a:lnTo>
                  <a:pt x="2359" y="78136"/>
                </a:lnTo>
                <a:lnTo>
                  <a:pt x="2359" y="20339"/>
                </a:lnTo>
                <a:lnTo>
                  <a:pt x="2359" y="19455"/>
                </a:lnTo>
                <a:cubicBezTo>
                  <a:pt x="2359" y="17390"/>
                  <a:pt x="1769" y="15326"/>
                  <a:pt x="884" y="13262"/>
                </a:cubicBezTo>
                <a:lnTo>
                  <a:pt x="27128" y="0"/>
                </a:lnTo>
                <a:cubicBezTo>
                  <a:pt x="28307" y="2647"/>
                  <a:pt x="29192" y="5300"/>
                  <a:pt x="29192" y="7660"/>
                </a:cubicBezTo>
                <a:cubicBezTo>
                  <a:pt x="29192" y="53071"/>
                  <a:pt x="28897" y="69289"/>
                  <a:pt x="28307" y="199331"/>
                </a:cubicBezTo>
                <a:cubicBezTo>
                  <a:pt x="28307" y="199626"/>
                  <a:pt x="28307" y="200216"/>
                  <a:pt x="28307" y="200511"/>
                </a:cubicBezTo>
                <a:cubicBezTo>
                  <a:pt x="28307" y="203165"/>
                  <a:pt x="26833" y="205229"/>
                  <a:pt x="24769" y="206113"/>
                </a:cubicBezTo>
                <a:lnTo>
                  <a:pt x="0" y="219088"/>
                </a:lnTo>
                <a:cubicBezTo>
                  <a:pt x="1179" y="218203"/>
                  <a:pt x="1769" y="216434"/>
                  <a:pt x="1769" y="214370"/>
                </a:cubicBezTo>
                <a:lnTo>
                  <a:pt x="1769" y="214075"/>
                </a:ln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4" name="Editable vector"/>
          <p:cNvSpPr/>
          <p:nvPr/>
        </p:nvSpPr>
        <p:spPr>
          <a:xfrm>
            <a:off x="3658348" y="2910260"/>
            <a:ext cx="218498" cy="320231"/>
          </a:xfrm>
          <a:custGeom>
            <a:avLst/>
            <a:gdLst/>
            <a:ahLst/>
            <a:cxnLst/>
            <a:rect l="0" t="0" r="r" b="b"/>
            <a:pathLst>
              <a:path w="218499" h="320232" fill="norm" stroke="0" extrusionOk="0">
                <a:moveTo>
                  <a:pt x="217024" y="113521"/>
                </a:moveTo>
                <a:cubicBezTo>
                  <a:pt x="215255" y="109983"/>
                  <a:pt x="212011" y="106444"/>
                  <a:pt x="208768" y="104675"/>
                </a:cubicBezTo>
                <a:lnTo>
                  <a:pt x="10026" y="1769"/>
                </a:lnTo>
                <a:cubicBezTo>
                  <a:pt x="7962" y="590"/>
                  <a:pt x="5308" y="0"/>
                  <a:pt x="3539" y="1180"/>
                </a:cubicBezTo>
                <a:cubicBezTo>
                  <a:pt x="1769" y="2064"/>
                  <a:pt x="884" y="4128"/>
                  <a:pt x="884" y="6487"/>
                </a:cubicBezTo>
                <a:lnTo>
                  <a:pt x="0" y="185767"/>
                </a:lnTo>
                <a:cubicBezTo>
                  <a:pt x="0" y="191664"/>
                  <a:pt x="4423" y="198742"/>
                  <a:pt x="10321" y="201690"/>
                </a:cubicBezTo>
                <a:lnTo>
                  <a:pt x="208768" y="318757"/>
                </a:lnTo>
                <a:cubicBezTo>
                  <a:pt x="211422" y="319937"/>
                  <a:pt x="213781" y="320232"/>
                  <a:pt x="215255" y="319347"/>
                </a:cubicBezTo>
                <a:cubicBezTo>
                  <a:pt x="217024" y="318463"/>
                  <a:pt x="217909" y="316399"/>
                  <a:pt x="217909" y="314039"/>
                </a:cubicBezTo>
                <a:cubicBezTo>
                  <a:pt x="218498" y="142714"/>
                  <a:pt x="218499" y="196677"/>
                  <a:pt x="218499" y="194318"/>
                </a:cubicBezTo>
                <a:lnTo>
                  <a:pt x="218499" y="194023"/>
                </a:lnTo>
                <a:lnTo>
                  <a:pt x="218499" y="181049"/>
                </a:lnTo>
                <a:lnTo>
                  <a:pt x="218499" y="178395"/>
                </a:lnTo>
                <a:lnTo>
                  <a:pt x="218498" y="120304"/>
                </a:lnTo>
                <a:cubicBezTo>
                  <a:pt x="218498" y="117945"/>
                  <a:pt x="217909" y="115586"/>
                  <a:pt x="216729" y="113227"/>
                </a:cubicBezTo>
              </a:path>
            </a:pathLst>
          </a:custGeom>
          <a:solidFill>
            <a:srgbClr val="F1EC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5" name="Editable vector"/>
          <p:cNvSpPr/>
          <p:nvPr/>
        </p:nvSpPr>
        <p:spPr>
          <a:xfrm>
            <a:off x="3680464" y="2997249"/>
            <a:ext cx="160114" cy="86982"/>
          </a:xfrm>
          <a:custGeom>
            <a:avLst/>
            <a:gdLst/>
            <a:ahLst/>
            <a:cxnLst/>
            <a:rect l="0" t="0" r="r" b="b"/>
            <a:pathLst>
              <a:path w="160114" h="86982" fill="norm" stroke="0" extrusionOk="0">
                <a:moveTo>
                  <a:pt x="590" y="295"/>
                </a:moveTo>
                <a:cubicBezTo>
                  <a:pt x="590" y="0"/>
                  <a:pt x="1179" y="0"/>
                  <a:pt x="1474" y="295"/>
                </a:cubicBezTo>
                <a:lnTo>
                  <a:pt x="159524" y="85803"/>
                </a:lnTo>
                <a:cubicBezTo>
                  <a:pt x="159819" y="85803"/>
                  <a:pt x="160114" y="86392"/>
                  <a:pt x="159524" y="86687"/>
                </a:cubicBezTo>
                <a:cubicBezTo>
                  <a:pt x="159524" y="86982"/>
                  <a:pt x="158935" y="86982"/>
                  <a:pt x="158640" y="86687"/>
                </a:cubicBezTo>
                <a:lnTo>
                  <a:pt x="590" y="1180"/>
                </a:lnTo>
                <a:cubicBezTo>
                  <a:pt x="295" y="1180"/>
                  <a:pt x="0" y="590"/>
                  <a:pt x="590" y="295"/>
                </a:cubicBezTo>
                <a:close/>
              </a:path>
            </a:pathLst>
          </a:custGeom>
          <a:solidFill>
            <a:srgbClr val="9B76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6" name="Editable vector"/>
          <p:cNvSpPr/>
          <p:nvPr/>
        </p:nvSpPr>
        <p:spPr>
          <a:xfrm>
            <a:off x="3680464" y="3044717"/>
            <a:ext cx="158934" cy="89938"/>
          </a:xfrm>
          <a:custGeom>
            <a:avLst/>
            <a:gdLst/>
            <a:ahLst/>
            <a:cxnLst/>
            <a:rect l="0" t="0" r="r" b="b"/>
            <a:pathLst>
              <a:path w="158935" h="89938" fill="norm" stroke="0" extrusionOk="0">
                <a:moveTo>
                  <a:pt x="590" y="590"/>
                </a:moveTo>
                <a:cubicBezTo>
                  <a:pt x="590" y="295"/>
                  <a:pt x="1179" y="0"/>
                  <a:pt x="1474" y="590"/>
                </a:cubicBezTo>
                <a:lnTo>
                  <a:pt x="158345" y="88464"/>
                </a:lnTo>
                <a:cubicBezTo>
                  <a:pt x="158640" y="88464"/>
                  <a:pt x="158935" y="89054"/>
                  <a:pt x="158345" y="89349"/>
                </a:cubicBezTo>
                <a:cubicBezTo>
                  <a:pt x="158345" y="89644"/>
                  <a:pt x="157755" y="89938"/>
                  <a:pt x="157461" y="89349"/>
                </a:cubicBezTo>
                <a:lnTo>
                  <a:pt x="590" y="1475"/>
                </a:lnTo>
                <a:cubicBezTo>
                  <a:pt x="295" y="1475"/>
                  <a:pt x="0" y="885"/>
                  <a:pt x="590" y="590"/>
                </a:cubicBezTo>
                <a:close/>
              </a:path>
            </a:pathLst>
          </a:custGeom>
          <a:solidFill>
            <a:srgbClr val="9B76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Editable vector"/>
          <p:cNvSpPr/>
          <p:nvPr/>
        </p:nvSpPr>
        <p:spPr>
          <a:xfrm>
            <a:off x="3677810" y="2953902"/>
            <a:ext cx="162767" cy="232652"/>
          </a:xfrm>
          <a:custGeom>
            <a:avLst/>
            <a:gdLst/>
            <a:ahLst/>
            <a:cxnLst/>
            <a:rect l="0" t="0" r="r" b="b"/>
            <a:pathLst>
              <a:path w="162768" h="232652" fill="norm" stroke="0" extrusionOk="0">
                <a:moveTo>
                  <a:pt x="295" y="1769"/>
                </a:moveTo>
                <a:cubicBezTo>
                  <a:pt x="295" y="885"/>
                  <a:pt x="1179" y="0"/>
                  <a:pt x="2064" y="0"/>
                </a:cubicBezTo>
                <a:cubicBezTo>
                  <a:pt x="2949" y="0"/>
                  <a:pt x="3833" y="885"/>
                  <a:pt x="3833" y="1769"/>
                </a:cubicBezTo>
                <a:lnTo>
                  <a:pt x="3833" y="132983"/>
                </a:lnTo>
                <a:cubicBezTo>
                  <a:pt x="3833" y="135342"/>
                  <a:pt x="5013" y="137406"/>
                  <a:pt x="6782" y="138881"/>
                </a:cubicBezTo>
                <a:lnTo>
                  <a:pt x="7077" y="138881"/>
                </a:lnTo>
                <a:lnTo>
                  <a:pt x="161589" y="229114"/>
                </a:lnTo>
                <a:cubicBezTo>
                  <a:pt x="162473" y="229704"/>
                  <a:pt x="162768" y="230883"/>
                  <a:pt x="162178" y="231473"/>
                </a:cubicBezTo>
                <a:cubicBezTo>
                  <a:pt x="161589" y="232358"/>
                  <a:pt x="160409" y="232652"/>
                  <a:pt x="159819" y="232063"/>
                </a:cubicBezTo>
                <a:lnTo>
                  <a:pt x="5307" y="141830"/>
                </a:lnTo>
                <a:cubicBezTo>
                  <a:pt x="2064" y="140060"/>
                  <a:pt x="0" y="136227"/>
                  <a:pt x="0" y="132688"/>
                </a:cubicBezTo>
                <a:lnTo>
                  <a:pt x="0" y="1474"/>
                </a:lnTo>
                <a:lnTo>
                  <a:pt x="295" y="1769"/>
                </a:lnTo>
                <a:close/>
              </a:path>
            </a:pathLst>
          </a:custGeom>
          <a:solidFill>
            <a:srgbClr val="D3B6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Editable vector"/>
          <p:cNvSpPr/>
          <p:nvPr/>
        </p:nvSpPr>
        <p:spPr>
          <a:xfrm>
            <a:off x="3689015" y="3046487"/>
            <a:ext cx="153627" cy="39513"/>
          </a:xfrm>
          <a:custGeom>
            <a:avLst/>
            <a:gdLst/>
            <a:ahLst/>
            <a:cxnLst/>
            <a:rect l="0" t="0" r="r" b="b"/>
            <a:pathLst>
              <a:path w="153627" h="39514" fill="none" stroke="1" extrusionOk="0">
                <a:moveTo>
                  <a:pt x="0" y="15629"/>
                </a:moveTo>
                <a:cubicBezTo>
                  <a:pt x="0" y="15629"/>
                  <a:pt x="15038" y="0"/>
                  <a:pt x="28012" y="5013"/>
                </a:cubicBezTo>
                <a:cubicBezTo>
                  <a:pt x="40987" y="10026"/>
                  <a:pt x="58974" y="39514"/>
                  <a:pt x="82269" y="30078"/>
                </a:cubicBezTo>
                <a:cubicBezTo>
                  <a:pt x="105563" y="20642"/>
                  <a:pt x="114999" y="9436"/>
                  <a:pt x="133576" y="9731"/>
                </a:cubicBezTo>
                <a:cubicBezTo>
                  <a:pt x="152152" y="10026"/>
                  <a:pt x="153627" y="23885"/>
                  <a:pt x="153627" y="23885"/>
                </a:cubicBezTo>
              </a:path>
            </a:pathLst>
          </a:custGeom>
          <a:noFill/>
          <a:ln w="1778" cap="flat">
            <a:solidFill>
              <a:srgbClr val="2C13A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9" name="Editable vector"/>
          <p:cNvSpPr/>
          <p:nvPr/>
        </p:nvSpPr>
        <p:spPr>
          <a:xfrm>
            <a:off x="3839398" y="3067423"/>
            <a:ext cx="7076" cy="7372"/>
          </a:xfrm>
          <a:custGeom>
            <a:avLst/>
            <a:gdLst/>
            <a:ahLst/>
            <a:cxnLst/>
            <a:rect l="0" t="0" r="r" b="b"/>
            <a:pathLst>
              <a:path w="7077" h="7372" fill="norm" stroke="0" extrusionOk="0">
                <a:moveTo>
                  <a:pt x="0" y="2949"/>
                </a:moveTo>
                <a:lnTo>
                  <a:pt x="4718" y="295"/>
                </a:lnTo>
                <a:cubicBezTo>
                  <a:pt x="5307" y="0"/>
                  <a:pt x="5897" y="295"/>
                  <a:pt x="6192" y="885"/>
                </a:cubicBezTo>
                <a:lnTo>
                  <a:pt x="7077" y="6193"/>
                </a:lnTo>
                <a:cubicBezTo>
                  <a:pt x="7077" y="6782"/>
                  <a:pt x="6487" y="7372"/>
                  <a:pt x="5897" y="7077"/>
                </a:cubicBezTo>
                <a:lnTo>
                  <a:pt x="589" y="4423"/>
                </a:lnTo>
                <a:cubicBezTo>
                  <a:pt x="0" y="4128"/>
                  <a:pt x="0" y="3244"/>
                  <a:pt x="589" y="2654"/>
                </a:cubicBezTo>
                <a:lnTo>
                  <a:pt x="0" y="2949"/>
                </a:lnTo>
                <a:close/>
              </a:path>
            </a:pathLst>
          </a:custGeom>
          <a:solidFill>
            <a:srgbClr val="2C13A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0" name="Picture 339" descr="image.png"/>
          <p:cNvPicPr>
            <a:picLocks noChangeAspect="1"/>
          </p:cNvPicPr>
          <p:nvPr/>
        </p:nvPicPr>
        <p:blipFill>
          <a:blip r:embed="rId163"/>
          <a:stretch>
            <a:fillRect/>
          </a:stretch>
        </p:blipFill>
        <p:spPr>
          <a:xfrm>
            <a:off x="4729607" y="2641726"/>
            <a:ext cx="566927" cy="566927"/>
          </a:xfrm>
          <a:prstGeom prst="rect">
            <a:avLst/>
          </a:prstGeom>
        </p:spPr>
      </p:pic>
      <p:pic>
        <p:nvPicPr>
          <p:cNvPr id="341" name="Picture 340" descr="image.png"/>
          <p:cNvPicPr>
            <a:picLocks noChangeAspect="1"/>
          </p:cNvPicPr>
          <p:nvPr/>
        </p:nvPicPr>
        <p:blipFill>
          <a:blip r:embed="rId164"/>
          <a:stretch>
            <a:fillRect/>
          </a:stretch>
        </p:blipFill>
        <p:spPr>
          <a:xfrm>
            <a:off x="5029200" y="4127500"/>
            <a:ext cx="50800" cy="139700"/>
          </a:xfrm>
          <a:prstGeom prst="rect">
            <a:avLst/>
          </a:prstGeom>
        </p:spPr>
      </p:pic>
      <p:pic>
        <p:nvPicPr>
          <p:cNvPr id="342" name="Picture 341" descr="image.png"/>
          <p:cNvPicPr>
            <a:picLocks noChangeAspect="1"/>
          </p:cNvPicPr>
          <p:nvPr/>
        </p:nvPicPr>
        <p:blipFill>
          <a:blip r:embed="rId164"/>
          <a:stretch>
            <a:fillRect/>
          </a:stretch>
        </p:blipFill>
        <p:spPr>
          <a:xfrm>
            <a:off x="5029200" y="4127500"/>
            <a:ext cx="50800" cy="139700"/>
          </a:xfrm>
          <a:prstGeom prst="rect">
            <a:avLst/>
          </a:prstGeom>
        </p:spPr>
      </p:pic>
      <p:sp>
        <p:nvSpPr>
          <p:cNvPr id="343" name="Editable vector"/>
          <p:cNvSpPr/>
          <p:nvPr/>
        </p:nvSpPr>
        <p:spPr>
          <a:xfrm>
            <a:off x="5958019" y="2874329"/>
            <a:ext cx="485704" cy="254730"/>
          </a:xfrm>
          <a:custGeom>
            <a:avLst/>
            <a:gdLst/>
            <a:ahLst/>
            <a:cxnLst/>
            <a:rect l="0" t="0" r="r" b="b"/>
            <a:pathLst>
              <a:path w="485704" h="254731" fill="norm" stroke="0" extrusionOk="0">
                <a:moveTo>
                  <a:pt x="485704" y="74236"/>
                </a:moveTo>
                <a:lnTo>
                  <a:pt x="351040" y="1423"/>
                </a:lnTo>
                <a:cubicBezTo>
                  <a:pt x="348384" y="0"/>
                  <a:pt x="345136" y="0"/>
                  <a:pt x="342505" y="1446"/>
                </a:cubicBezTo>
                <a:lnTo>
                  <a:pt x="0" y="187925"/>
                </a:lnTo>
                <a:lnTo>
                  <a:pt x="138465" y="245621"/>
                </a:lnTo>
                <a:lnTo>
                  <a:pt x="154238" y="254731"/>
                </a:lnTo>
                <a:lnTo>
                  <a:pt x="485704" y="74236"/>
                </a:lnTo>
                <a:close/>
              </a:path>
            </a:pathLst>
          </a:custGeom>
          <a:solidFill>
            <a:srgbClr val="2C13A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Editable vector"/>
          <p:cNvSpPr/>
          <p:nvPr/>
        </p:nvSpPr>
        <p:spPr>
          <a:xfrm>
            <a:off x="6088307" y="2948565"/>
            <a:ext cx="356649" cy="229199"/>
          </a:xfrm>
          <a:custGeom>
            <a:avLst/>
            <a:gdLst/>
            <a:ahLst/>
            <a:cxnLst/>
            <a:rect l="0" t="0" r="r" b="b"/>
            <a:pathLst>
              <a:path w="356649" h="229200" fill="norm" stroke="0" extrusionOk="0">
                <a:moveTo>
                  <a:pt x="355416" y="0"/>
                </a:moveTo>
                <a:lnTo>
                  <a:pt x="0" y="192724"/>
                </a:lnTo>
                <a:lnTo>
                  <a:pt x="64371" y="229200"/>
                </a:lnTo>
                <a:lnTo>
                  <a:pt x="346668" y="75493"/>
                </a:lnTo>
                <a:cubicBezTo>
                  <a:pt x="352903" y="72102"/>
                  <a:pt x="356649" y="65772"/>
                  <a:pt x="356460" y="58991"/>
                </a:cubicBezTo>
                <a:lnTo>
                  <a:pt x="355464" y="24"/>
                </a:lnTo>
                <a:lnTo>
                  <a:pt x="355440" y="0"/>
                </a:lnTo>
                <a:lnTo>
                  <a:pt x="355416" y="0"/>
                </a:ln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5" name="Editable vector"/>
          <p:cNvSpPr/>
          <p:nvPr/>
        </p:nvSpPr>
        <p:spPr>
          <a:xfrm>
            <a:off x="6096486" y="3119950"/>
            <a:ext cx="15770" cy="9147"/>
          </a:xfrm>
          <a:custGeom>
            <a:avLst/>
            <a:gdLst/>
            <a:ahLst/>
            <a:cxnLst/>
            <a:rect l="0" t="0" r="r" b="b"/>
            <a:pathLst>
              <a:path w="15771" h="9147" fill="norm" stroke="0" extrusionOk="0">
                <a:moveTo>
                  <a:pt x="0" y="0"/>
                </a:moveTo>
                <a:lnTo>
                  <a:pt x="15704" y="9147"/>
                </a:lnTo>
                <a:lnTo>
                  <a:pt x="15771" y="9109"/>
                </a:lnTo>
                <a:lnTo>
                  <a:pt x="0" y="0"/>
                </a:lnTo>
                <a:close/>
              </a:path>
            </a:pathLst>
          </a:custGeom>
          <a:solidFill>
            <a:srgbClr val="2C13A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6" name="Editable vector"/>
          <p:cNvSpPr/>
          <p:nvPr/>
        </p:nvSpPr>
        <p:spPr>
          <a:xfrm>
            <a:off x="5965954" y="2866244"/>
            <a:ext cx="347300" cy="191742"/>
          </a:xfrm>
          <a:custGeom>
            <a:avLst/>
            <a:gdLst/>
            <a:ahLst/>
            <a:cxnLst/>
            <a:rect l="0" t="0" r="r" b="b"/>
            <a:pathLst>
              <a:path w="347301" h="191743" fill="norm" stroke="0" extrusionOk="0">
                <a:moveTo>
                  <a:pt x="347301" y="2679"/>
                </a:moveTo>
                <a:lnTo>
                  <a:pt x="342346" y="0"/>
                </a:lnTo>
                <a:lnTo>
                  <a:pt x="0" y="187072"/>
                </a:lnTo>
                <a:lnTo>
                  <a:pt x="0" y="191743"/>
                </a:lnTo>
                <a:lnTo>
                  <a:pt x="347301" y="2679"/>
                </a:lnTo>
                <a:close/>
              </a:path>
            </a:pathLst>
          </a:custGeom>
          <a:solidFill>
            <a:srgbClr val="7858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7" name="Editable vector"/>
          <p:cNvSpPr/>
          <p:nvPr/>
        </p:nvSpPr>
        <p:spPr>
          <a:xfrm>
            <a:off x="5892179" y="3044543"/>
            <a:ext cx="204302" cy="117250"/>
          </a:xfrm>
          <a:custGeom>
            <a:avLst/>
            <a:gdLst/>
            <a:ahLst/>
            <a:cxnLst/>
            <a:rect l="0" t="0" r="r" b="b"/>
            <a:pathLst>
              <a:path w="204302" h="117251" fill="norm" stroke="0" extrusionOk="0">
                <a:moveTo>
                  <a:pt x="135066" y="37708"/>
                </a:moveTo>
                <a:lnTo>
                  <a:pt x="65837" y="0"/>
                </a:lnTo>
                <a:cubicBezTo>
                  <a:pt x="30826" y="19086"/>
                  <a:pt x="0" y="72498"/>
                  <a:pt x="16709" y="108151"/>
                </a:cubicBezTo>
                <a:cubicBezTo>
                  <a:pt x="82191" y="117251"/>
                  <a:pt x="169292" y="94475"/>
                  <a:pt x="204302" y="75412"/>
                </a:cubicBezTo>
                <a:lnTo>
                  <a:pt x="135066" y="37713"/>
                </a:lnTo>
                <a:close/>
                <a:moveTo>
                  <a:pt x="135066" y="37713"/>
                </a:moveTo>
                <a:lnTo>
                  <a:pt x="135066" y="37708"/>
                </a:lnTo>
                <a:close/>
              </a:path>
            </a:pathLst>
          </a:custGeom>
          <a:solidFill>
            <a:srgbClr val="F1EC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8" name="Editable vector"/>
          <p:cNvSpPr/>
          <p:nvPr/>
        </p:nvSpPr>
        <p:spPr>
          <a:xfrm>
            <a:off x="6295047" y="2846114"/>
            <a:ext cx="137936" cy="75113"/>
          </a:xfrm>
          <a:custGeom>
            <a:avLst/>
            <a:gdLst/>
            <a:ahLst/>
            <a:cxnLst/>
            <a:rect l="0" t="0" r="r" b="b"/>
            <a:pathLst>
              <a:path w="137936" h="75113" fill="norm" stroke="0" extrusionOk="0">
                <a:moveTo>
                  <a:pt x="104649" y="75113"/>
                </a:moveTo>
                <a:lnTo>
                  <a:pt x="0" y="18138"/>
                </a:lnTo>
                <a:lnTo>
                  <a:pt x="33287" y="0"/>
                </a:lnTo>
                <a:lnTo>
                  <a:pt x="137936" y="56999"/>
                </a:lnTo>
                <a:lnTo>
                  <a:pt x="104649" y="75113"/>
                </a:lnTo>
                <a:close/>
              </a:path>
            </a:pathLst>
          </a:custGeom>
          <a:solidFill>
            <a:srgbClr val="7858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9" name="Editable vector"/>
          <p:cNvSpPr/>
          <p:nvPr/>
        </p:nvSpPr>
        <p:spPr>
          <a:xfrm>
            <a:off x="6261760" y="2851354"/>
            <a:ext cx="137936" cy="75113"/>
          </a:xfrm>
          <a:custGeom>
            <a:avLst/>
            <a:gdLst/>
            <a:ahLst/>
            <a:cxnLst/>
            <a:rect l="0" t="0" r="r" b="b"/>
            <a:pathLst>
              <a:path w="137936" h="75113" fill="norm" stroke="0" extrusionOk="0">
                <a:moveTo>
                  <a:pt x="104649" y="75113"/>
                </a:moveTo>
                <a:lnTo>
                  <a:pt x="0" y="18138"/>
                </a:lnTo>
                <a:lnTo>
                  <a:pt x="33287" y="0"/>
                </a:lnTo>
                <a:lnTo>
                  <a:pt x="137936" y="56999"/>
                </a:lnTo>
                <a:lnTo>
                  <a:pt x="104649" y="75113"/>
                </a:lnTo>
                <a:close/>
              </a:path>
            </a:pathLst>
          </a:custGeom>
          <a:solidFill>
            <a:srgbClr val="F1EC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0" name="Editable vector"/>
          <p:cNvSpPr/>
          <p:nvPr/>
        </p:nvSpPr>
        <p:spPr>
          <a:xfrm>
            <a:off x="6261760" y="2869492"/>
            <a:ext cx="104649" cy="107856"/>
          </a:xfrm>
          <a:custGeom>
            <a:avLst/>
            <a:gdLst/>
            <a:ahLst/>
            <a:cxnLst/>
            <a:rect l="0" t="0" r="r" b="b"/>
            <a:pathLst>
              <a:path w="104649" h="107857" fill="norm" stroke="0" extrusionOk="0">
                <a:moveTo>
                  <a:pt x="104649" y="107857"/>
                </a:moveTo>
                <a:lnTo>
                  <a:pt x="0" y="50858"/>
                </a:lnTo>
                <a:lnTo>
                  <a:pt x="0" y="0"/>
                </a:lnTo>
                <a:lnTo>
                  <a:pt x="104649" y="56975"/>
                </a:lnTo>
                <a:lnTo>
                  <a:pt x="104649" y="107857"/>
                </a:lnTo>
                <a:close/>
              </a:path>
            </a:pathLst>
          </a:custGeom>
          <a:solidFill>
            <a:srgbClr val="7858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1" name="Editable vector"/>
          <p:cNvSpPr/>
          <p:nvPr/>
        </p:nvSpPr>
        <p:spPr>
          <a:xfrm>
            <a:off x="6366409" y="2903113"/>
            <a:ext cx="66573" cy="74235"/>
          </a:xfrm>
          <a:custGeom>
            <a:avLst/>
            <a:gdLst/>
            <a:ahLst/>
            <a:cxnLst/>
            <a:rect l="0" t="0" r="r" b="b"/>
            <a:pathLst>
              <a:path w="66573" h="74236" fill="norm" stroke="0" extrusionOk="0">
                <a:moveTo>
                  <a:pt x="33287" y="18114"/>
                </a:moveTo>
                <a:lnTo>
                  <a:pt x="33287" y="5240"/>
                </a:lnTo>
                <a:lnTo>
                  <a:pt x="0" y="23354"/>
                </a:lnTo>
                <a:lnTo>
                  <a:pt x="0" y="74236"/>
                </a:lnTo>
                <a:lnTo>
                  <a:pt x="66573" y="37983"/>
                </a:lnTo>
                <a:lnTo>
                  <a:pt x="66573" y="0"/>
                </a:lnTo>
                <a:lnTo>
                  <a:pt x="33287" y="18114"/>
                </a:lnTo>
                <a:close/>
              </a:path>
            </a:pathLst>
          </a:custGeom>
          <a:solidFill>
            <a:srgbClr val="9B76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Editable vector"/>
          <p:cNvSpPr/>
          <p:nvPr/>
        </p:nvSpPr>
        <p:spPr>
          <a:xfrm>
            <a:off x="6281225" y="2888934"/>
            <a:ext cx="4694" cy="10740"/>
          </a:xfrm>
          <a:custGeom>
            <a:avLst/>
            <a:gdLst/>
            <a:ahLst/>
            <a:cxnLst/>
            <a:rect l="0" t="0" r="r" b="b"/>
            <a:pathLst>
              <a:path w="4694" h="10741" fill="norm" stroke="0" extrusionOk="0">
                <a:moveTo>
                  <a:pt x="4694" y="10741"/>
                </a:moveTo>
                <a:lnTo>
                  <a:pt x="0" y="8204"/>
                </a:lnTo>
                <a:lnTo>
                  <a:pt x="0" y="0"/>
                </a:lnTo>
                <a:lnTo>
                  <a:pt x="4694" y="2561"/>
                </a:lnTo>
                <a:lnTo>
                  <a:pt x="4694" y="10741"/>
                </a:ln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3" name="Editable vector"/>
          <p:cNvSpPr/>
          <p:nvPr/>
        </p:nvSpPr>
        <p:spPr>
          <a:xfrm>
            <a:off x="6293435" y="2895597"/>
            <a:ext cx="4694" cy="10716"/>
          </a:xfrm>
          <a:custGeom>
            <a:avLst/>
            <a:gdLst/>
            <a:ahLst/>
            <a:cxnLst/>
            <a:rect l="0" t="0" r="r" b="b"/>
            <a:pathLst>
              <a:path w="4694" h="10717" fill="norm" stroke="0" extrusionOk="0">
                <a:moveTo>
                  <a:pt x="4694" y="10717"/>
                </a:moveTo>
                <a:lnTo>
                  <a:pt x="0" y="8180"/>
                </a:lnTo>
                <a:lnTo>
                  <a:pt x="0" y="0"/>
                </a:lnTo>
                <a:lnTo>
                  <a:pt x="4694" y="2537"/>
                </a:lnTo>
                <a:lnTo>
                  <a:pt x="4694" y="10717"/>
                </a:ln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Editable vector"/>
          <p:cNvSpPr/>
          <p:nvPr/>
        </p:nvSpPr>
        <p:spPr>
          <a:xfrm>
            <a:off x="6305644" y="2902236"/>
            <a:ext cx="4670" cy="10740"/>
          </a:xfrm>
          <a:custGeom>
            <a:avLst/>
            <a:gdLst/>
            <a:ahLst/>
            <a:cxnLst/>
            <a:rect l="0" t="0" r="r" b="b"/>
            <a:pathLst>
              <a:path w="4671" h="10740" fill="norm" stroke="0" extrusionOk="0">
                <a:moveTo>
                  <a:pt x="4671" y="10740"/>
                </a:moveTo>
                <a:lnTo>
                  <a:pt x="0" y="8180"/>
                </a:lnTo>
                <a:lnTo>
                  <a:pt x="0" y="0"/>
                </a:lnTo>
                <a:lnTo>
                  <a:pt x="4671" y="2537"/>
                </a:lnTo>
                <a:lnTo>
                  <a:pt x="4671" y="10740"/>
                </a:ln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5" name="Editable vector"/>
          <p:cNvSpPr/>
          <p:nvPr/>
        </p:nvSpPr>
        <p:spPr>
          <a:xfrm>
            <a:off x="6317854" y="2908874"/>
            <a:ext cx="4670" cy="10740"/>
          </a:xfrm>
          <a:custGeom>
            <a:avLst/>
            <a:gdLst/>
            <a:ahLst/>
            <a:cxnLst/>
            <a:rect l="0" t="0" r="r" b="b"/>
            <a:pathLst>
              <a:path w="4671" h="10741" fill="norm" stroke="0" extrusionOk="0">
                <a:moveTo>
                  <a:pt x="4671" y="10741"/>
                </a:moveTo>
                <a:lnTo>
                  <a:pt x="0" y="8204"/>
                </a:lnTo>
                <a:lnTo>
                  <a:pt x="0" y="0"/>
                </a:lnTo>
                <a:lnTo>
                  <a:pt x="4671" y="2537"/>
                </a:lnTo>
                <a:lnTo>
                  <a:pt x="4671" y="10741"/>
                </a:ln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Editable vector"/>
          <p:cNvSpPr/>
          <p:nvPr/>
        </p:nvSpPr>
        <p:spPr>
          <a:xfrm>
            <a:off x="6330064" y="2915537"/>
            <a:ext cx="4670" cy="10716"/>
          </a:xfrm>
          <a:custGeom>
            <a:avLst/>
            <a:gdLst/>
            <a:ahLst/>
            <a:cxnLst/>
            <a:rect l="0" t="0" r="r" b="b"/>
            <a:pathLst>
              <a:path w="4671" h="10717" fill="norm" stroke="0" extrusionOk="0">
                <a:moveTo>
                  <a:pt x="4671" y="10717"/>
                </a:moveTo>
                <a:lnTo>
                  <a:pt x="0" y="8180"/>
                </a:lnTo>
                <a:lnTo>
                  <a:pt x="0" y="0"/>
                </a:lnTo>
                <a:lnTo>
                  <a:pt x="4671" y="2537"/>
                </a:lnTo>
                <a:lnTo>
                  <a:pt x="4671" y="10717"/>
                </a:ln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7" name="Editable vector"/>
          <p:cNvSpPr/>
          <p:nvPr/>
        </p:nvSpPr>
        <p:spPr>
          <a:xfrm>
            <a:off x="6342274" y="2922176"/>
            <a:ext cx="4670" cy="10740"/>
          </a:xfrm>
          <a:custGeom>
            <a:avLst/>
            <a:gdLst/>
            <a:ahLst/>
            <a:cxnLst/>
            <a:rect l="0" t="0" r="r" b="b"/>
            <a:pathLst>
              <a:path w="4671" h="10741" fill="norm" stroke="0" extrusionOk="0">
                <a:moveTo>
                  <a:pt x="4671" y="10741"/>
                </a:moveTo>
                <a:lnTo>
                  <a:pt x="0" y="8180"/>
                </a:lnTo>
                <a:lnTo>
                  <a:pt x="0" y="0"/>
                </a:lnTo>
                <a:lnTo>
                  <a:pt x="4671" y="2537"/>
                </a:lnTo>
                <a:lnTo>
                  <a:pt x="4671" y="10741"/>
                </a:ln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Editable vector"/>
          <p:cNvSpPr/>
          <p:nvPr/>
        </p:nvSpPr>
        <p:spPr>
          <a:xfrm>
            <a:off x="6316527" y="2865295"/>
            <a:ext cx="28426" cy="31036"/>
          </a:xfrm>
          <a:custGeom>
            <a:avLst/>
            <a:gdLst/>
            <a:ahLst/>
            <a:cxnLst/>
            <a:rect l="0" t="0" r="r" b="b"/>
            <a:pathLst>
              <a:path w="28427" h="31036" fill="norm" stroke="0" extrusionOk="0">
                <a:moveTo>
                  <a:pt x="28403" y="0"/>
                </a:moveTo>
                <a:lnTo>
                  <a:pt x="0" y="0"/>
                </a:lnTo>
                <a:lnTo>
                  <a:pt x="0" y="22548"/>
                </a:lnTo>
                <a:cubicBezTo>
                  <a:pt x="0" y="24540"/>
                  <a:pt x="1399" y="26508"/>
                  <a:pt x="4173" y="28025"/>
                </a:cubicBezTo>
                <a:cubicBezTo>
                  <a:pt x="9720" y="31036"/>
                  <a:pt x="18706" y="31036"/>
                  <a:pt x="24254" y="28025"/>
                </a:cubicBezTo>
                <a:cubicBezTo>
                  <a:pt x="27027" y="26508"/>
                  <a:pt x="28427" y="24540"/>
                  <a:pt x="28427" y="22548"/>
                </a:cubicBezTo>
                <a:lnTo>
                  <a:pt x="28427" y="0"/>
                </a:lnTo>
                <a:lnTo>
                  <a:pt x="28403" y="0"/>
                </a:lnTo>
                <a:close/>
              </a:path>
            </a:pathLst>
          </a:custGeom>
          <a:solidFill>
            <a:srgbClr val="7858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9" name="Editable vector"/>
          <p:cNvSpPr/>
          <p:nvPr/>
        </p:nvSpPr>
        <p:spPr>
          <a:xfrm>
            <a:off x="6315128" y="2856807"/>
            <a:ext cx="31200" cy="16976"/>
          </a:xfrm>
          <a:custGeom>
            <a:avLst/>
            <a:gdLst/>
            <a:ahLst/>
            <a:cxnLst/>
            <a:rect l="0" t="0" r="r" b="b"/>
            <a:pathLst>
              <a:path w="31201" h="16976" fill="norm" stroke="0" extrusionOk="0">
                <a:moveTo>
                  <a:pt x="25653" y="3011"/>
                </a:moveTo>
                <a:cubicBezTo>
                  <a:pt x="20105" y="0"/>
                  <a:pt x="11096" y="0"/>
                  <a:pt x="5548" y="3011"/>
                </a:cubicBezTo>
                <a:cubicBezTo>
                  <a:pt x="0" y="6046"/>
                  <a:pt x="0" y="10930"/>
                  <a:pt x="5548" y="13965"/>
                </a:cubicBezTo>
                <a:cubicBezTo>
                  <a:pt x="11096" y="16976"/>
                  <a:pt x="20105" y="16976"/>
                  <a:pt x="25653" y="13965"/>
                </a:cubicBezTo>
                <a:cubicBezTo>
                  <a:pt x="31201" y="10930"/>
                  <a:pt x="31200" y="6046"/>
                  <a:pt x="25653" y="3011"/>
                </a:cubicBezTo>
                <a:close/>
              </a:path>
            </a:pathLst>
          </a:custGeom>
          <a:solidFill>
            <a:srgbClr val="D3B6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Editable vector"/>
          <p:cNvSpPr/>
          <p:nvPr/>
        </p:nvSpPr>
        <p:spPr>
          <a:xfrm>
            <a:off x="6321316" y="2860174"/>
            <a:ext cx="18848" cy="10266"/>
          </a:xfrm>
          <a:custGeom>
            <a:avLst/>
            <a:gdLst/>
            <a:ahLst/>
            <a:cxnLst/>
            <a:rect l="0" t="0" r="r" b="b"/>
            <a:pathLst>
              <a:path w="18848" h="10266" fill="norm" stroke="0" extrusionOk="0">
                <a:moveTo>
                  <a:pt x="15482" y="1826"/>
                </a:moveTo>
                <a:cubicBezTo>
                  <a:pt x="12139" y="0"/>
                  <a:pt x="6686" y="0"/>
                  <a:pt x="3343" y="1826"/>
                </a:cubicBezTo>
                <a:cubicBezTo>
                  <a:pt x="0" y="3651"/>
                  <a:pt x="0" y="6615"/>
                  <a:pt x="3343" y="8441"/>
                </a:cubicBezTo>
                <a:cubicBezTo>
                  <a:pt x="6686" y="10266"/>
                  <a:pt x="12139" y="10266"/>
                  <a:pt x="15482" y="8441"/>
                </a:cubicBezTo>
                <a:cubicBezTo>
                  <a:pt x="18848" y="6615"/>
                  <a:pt x="18848" y="3651"/>
                  <a:pt x="15482" y="1826"/>
                </a:cubicBez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1" name="Editable vector"/>
          <p:cNvSpPr/>
          <p:nvPr/>
        </p:nvSpPr>
        <p:spPr>
          <a:xfrm>
            <a:off x="5908914" y="3120137"/>
            <a:ext cx="243763" cy="108741"/>
          </a:xfrm>
          <a:custGeom>
            <a:avLst/>
            <a:gdLst/>
            <a:ahLst/>
            <a:cxnLst/>
            <a:rect l="0" t="0" r="r" b="b"/>
            <a:pathLst>
              <a:path w="243763" h="108741" fill="norm" stroke="0" extrusionOk="0">
                <a:moveTo>
                  <a:pt x="0" y="32120"/>
                </a:moveTo>
                <a:cubicBezTo>
                  <a:pt x="0" y="32120"/>
                  <a:pt x="19701" y="77944"/>
                  <a:pt x="29256" y="92490"/>
                </a:cubicBezTo>
                <a:cubicBezTo>
                  <a:pt x="33661" y="99195"/>
                  <a:pt x="41177" y="103506"/>
                  <a:pt x="49507" y="104210"/>
                </a:cubicBezTo>
                <a:cubicBezTo>
                  <a:pt x="102973" y="108741"/>
                  <a:pt x="170241" y="97953"/>
                  <a:pt x="204639" y="78933"/>
                </a:cubicBezTo>
                <a:lnTo>
                  <a:pt x="243763" y="57627"/>
                </a:lnTo>
                <a:lnTo>
                  <a:pt x="187225" y="0"/>
                </a:lnTo>
                <a:cubicBezTo>
                  <a:pt x="152213" y="19063"/>
                  <a:pt x="65475" y="41215"/>
                  <a:pt x="0" y="32120"/>
                </a:cubicBez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2" name="Editable vector"/>
          <p:cNvSpPr/>
          <p:nvPr/>
        </p:nvSpPr>
        <p:spPr>
          <a:xfrm>
            <a:off x="6096486" y="3119945"/>
            <a:ext cx="15704" cy="17697"/>
          </a:xfrm>
          <a:custGeom>
            <a:avLst/>
            <a:gdLst/>
            <a:ahLst/>
            <a:cxnLst/>
            <a:rect l="0" t="0" r="r" b="b"/>
            <a:pathLst>
              <a:path w="15704" h="17697" fill="norm" stroke="0" extrusionOk="0">
                <a:moveTo>
                  <a:pt x="0" y="17697"/>
                </a:moveTo>
                <a:lnTo>
                  <a:pt x="15704" y="9147"/>
                </a:lnTo>
                <a:lnTo>
                  <a:pt x="0" y="0"/>
                </a:lnTo>
                <a:lnTo>
                  <a:pt x="0" y="17697"/>
                </a:lnTo>
                <a:close/>
              </a:path>
            </a:pathLst>
          </a:custGeom>
          <a:solidFill>
            <a:srgbClr val="2C13A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3" name="Editable vector"/>
          <p:cNvSpPr/>
          <p:nvPr/>
        </p:nvSpPr>
        <p:spPr>
          <a:xfrm>
            <a:off x="6096453" y="2945909"/>
            <a:ext cx="347293" cy="191744"/>
          </a:xfrm>
          <a:custGeom>
            <a:avLst/>
            <a:gdLst/>
            <a:ahLst/>
            <a:cxnLst/>
            <a:rect l="0" t="0" r="r" b="b"/>
            <a:pathLst>
              <a:path w="347294" h="191745" fill="norm" stroke="0" extrusionOk="0">
                <a:moveTo>
                  <a:pt x="347294" y="2679"/>
                </a:moveTo>
                <a:lnTo>
                  <a:pt x="342339" y="0"/>
                </a:lnTo>
                <a:lnTo>
                  <a:pt x="0" y="187079"/>
                </a:lnTo>
                <a:lnTo>
                  <a:pt x="0" y="191745"/>
                </a:lnTo>
                <a:lnTo>
                  <a:pt x="347294" y="2679"/>
                </a:lnTo>
                <a:close/>
              </a:path>
            </a:pathLst>
          </a:custGeom>
          <a:solidFill>
            <a:srgbClr val="7858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Editable vector"/>
          <p:cNvSpPr/>
          <p:nvPr/>
        </p:nvSpPr>
        <p:spPr>
          <a:xfrm>
            <a:off x="6050072" y="2926420"/>
            <a:ext cx="148339" cy="132586"/>
          </a:xfrm>
          <a:custGeom>
            <a:avLst/>
            <a:gdLst/>
            <a:ahLst/>
            <a:cxnLst/>
            <a:rect l="0" t="0" r="r" b="b"/>
            <a:pathLst>
              <a:path w="148339" h="132586" fill="norm" stroke="0" extrusionOk="0">
                <a:moveTo>
                  <a:pt x="148339" y="51783"/>
                </a:moveTo>
                <a:lnTo>
                  <a:pt x="0" y="132586"/>
                </a:lnTo>
                <a:lnTo>
                  <a:pt x="0" y="80780"/>
                </a:lnTo>
                <a:lnTo>
                  <a:pt x="148339" y="0"/>
                </a:lnTo>
                <a:lnTo>
                  <a:pt x="148339" y="51783"/>
                </a:lnTo>
                <a:close/>
              </a:path>
            </a:pathLst>
          </a:custGeom>
          <a:solidFill>
            <a:srgbClr val="D3B6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Editable vector"/>
          <p:cNvSpPr/>
          <p:nvPr/>
        </p:nvSpPr>
        <p:spPr>
          <a:xfrm>
            <a:off x="6007112" y="2983821"/>
            <a:ext cx="42962" cy="75184"/>
          </a:xfrm>
          <a:custGeom>
            <a:avLst/>
            <a:gdLst/>
            <a:ahLst/>
            <a:cxnLst/>
            <a:rect l="0" t="0" r="r" b="b"/>
            <a:pathLst>
              <a:path w="42962" h="75184" fill="norm" stroke="0" extrusionOk="0">
                <a:moveTo>
                  <a:pt x="0" y="51783"/>
                </a:moveTo>
                <a:lnTo>
                  <a:pt x="42962" y="75184"/>
                </a:lnTo>
                <a:lnTo>
                  <a:pt x="42962" y="23378"/>
                </a:lnTo>
                <a:lnTo>
                  <a:pt x="0" y="0"/>
                </a:lnTo>
                <a:lnTo>
                  <a:pt x="0" y="51783"/>
                </a:lnTo>
                <a:close/>
              </a:path>
            </a:pathLst>
          </a:custGeom>
          <a:solidFill>
            <a:srgbClr val="E2D8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Editable vector"/>
          <p:cNvSpPr/>
          <p:nvPr/>
        </p:nvSpPr>
        <p:spPr>
          <a:xfrm>
            <a:off x="6007112" y="2903018"/>
            <a:ext cx="191299" cy="104181"/>
          </a:xfrm>
          <a:custGeom>
            <a:avLst/>
            <a:gdLst/>
            <a:ahLst/>
            <a:cxnLst/>
            <a:rect l="0" t="0" r="r" b="b"/>
            <a:pathLst>
              <a:path w="191299" h="104182" fill="norm" stroke="0" extrusionOk="0">
                <a:moveTo>
                  <a:pt x="0" y="80804"/>
                </a:moveTo>
                <a:lnTo>
                  <a:pt x="42962" y="104182"/>
                </a:lnTo>
                <a:lnTo>
                  <a:pt x="191299" y="23402"/>
                </a:lnTo>
                <a:lnTo>
                  <a:pt x="148339" y="0"/>
                </a:lnTo>
                <a:lnTo>
                  <a:pt x="0" y="80804"/>
                </a:lnTo>
                <a:close/>
              </a:path>
            </a:pathLst>
          </a:custGeom>
          <a:solidFill>
            <a:srgbClr val="D3B6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Editable vector"/>
          <p:cNvSpPr/>
          <p:nvPr/>
        </p:nvSpPr>
        <p:spPr>
          <a:xfrm>
            <a:off x="6053903" y="2930427"/>
            <a:ext cx="140951" cy="124192"/>
          </a:xfrm>
          <a:custGeom>
            <a:avLst/>
            <a:gdLst/>
            <a:ahLst/>
            <a:cxnLst/>
            <a:rect l="0" t="0" r="r" b="b"/>
            <a:pathLst>
              <a:path w="140952" h="124193" fill="norm" stroke="0" extrusionOk="0">
                <a:moveTo>
                  <a:pt x="0" y="124193"/>
                </a:moveTo>
                <a:lnTo>
                  <a:pt x="2105" y="123055"/>
                </a:lnTo>
                <a:lnTo>
                  <a:pt x="2105" y="75635"/>
                </a:lnTo>
                <a:lnTo>
                  <a:pt x="0" y="76773"/>
                </a:lnTo>
                <a:lnTo>
                  <a:pt x="0" y="124193"/>
                </a:lnTo>
                <a:close/>
                <a:moveTo>
                  <a:pt x="4960" y="121514"/>
                </a:moveTo>
                <a:lnTo>
                  <a:pt x="7065" y="120352"/>
                </a:lnTo>
                <a:lnTo>
                  <a:pt x="7065" y="72932"/>
                </a:lnTo>
                <a:lnTo>
                  <a:pt x="4960" y="74094"/>
                </a:lnTo>
                <a:lnTo>
                  <a:pt x="4960" y="121514"/>
                </a:lnTo>
                <a:close/>
                <a:moveTo>
                  <a:pt x="9913" y="118811"/>
                </a:moveTo>
                <a:lnTo>
                  <a:pt x="12028" y="117649"/>
                </a:lnTo>
                <a:lnTo>
                  <a:pt x="12028" y="70229"/>
                </a:lnTo>
                <a:lnTo>
                  <a:pt x="9913" y="71391"/>
                </a:lnTo>
                <a:lnTo>
                  <a:pt x="9913" y="118811"/>
                </a:lnTo>
                <a:close/>
                <a:moveTo>
                  <a:pt x="14875" y="116108"/>
                </a:moveTo>
                <a:lnTo>
                  <a:pt x="16980" y="114946"/>
                </a:lnTo>
                <a:lnTo>
                  <a:pt x="16980" y="67526"/>
                </a:lnTo>
                <a:lnTo>
                  <a:pt x="14875" y="68688"/>
                </a:lnTo>
                <a:lnTo>
                  <a:pt x="14875" y="116108"/>
                </a:lnTo>
                <a:close/>
                <a:moveTo>
                  <a:pt x="19835" y="113405"/>
                </a:moveTo>
                <a:lnTo>
                  <a:pt x="21949" y="112243"/>
                </a:lnTo>
                <a:lnTo>
                  <a:pt x="21949" y="64823"/>
                </a:lnTo>
                <a:lnTo>
                  <a:pt x="19834" y="65985"/>
                </a:lnTo>
                <a:lnTo>
                  <a:pt x="19835" y="113405"/>
                </a:lnTo>
                <a:close/>
                <a:moveTo>
                  <a:pt x="24797" y="110702"/>
                </a:moveTo>
                <a:lnTo>
                  <a:pt x="26902" y="109540"/>
                </a:lnTo>
                <a:lnTo>
                  <a:pt x="26902" y="62120"/>
                </a:lnTo>
                <a:lnTo>
                  <a:pt x="24797" y="63282"/>
                </a:lnTo>
                <a:lnTo>
                  <a:pt x="24797" y="110702"/>
                </a:lnTo>
                <a:close/>
                <a:moveTo>
                  <a:pt x="29750" y="107999"/>
                </a:moveTo>
                <a:lnTo>
                  <a:pt x="31862" y="106837"/>
                </a:lnTo>
                <a:lnTo>
                  <a:pt x="31862" y="59417"/>
                </a:lnTo>
                <a:lnTo>
                  <a:pt x="29749" y="60579"/>
                </a:lnTo>
                <a:lnTo>
                  <a:pt x="29750" y="107999"/>
                </a:lnTo>
                <a:close/>
                <a:moveTo>
                  <a:pt x="34712" y="105296"/>
                </a:moveTo>
                <a:lnTo>
                  <a:pt x="36817" y="104158"/>
                </a:lnTo>
                <a:lnTo>
                  <a:pt x="36817" y="56738"/>
                </a:lnTo>
                <a:lnTo>
                  <a:pt x="34712" y="57876"/>
                </a:lnTo>
                <a:lnTo>
                  <a:pt x="34712" y="105296"/>
                </a:lnTo>
                <a:close/>
                <a:moveTo>
                  <a:pt x="39672" y="102593"/>
                </a:moveTo>
                <a:lnTo>
                  <a:pt x="41777" y="101431"/>
                </a:lnTo>
                <a:lnTo>
                  <a:pt x="41777" y="54035"/>
                </a:lnTo>
                <a:lnTo>
                  <a:pt x="39672" y="55173"/>
                </a:lnTo>
                <a:lnTo>
                  <a:pt x="39672" y="102593"/>
                </a:lnTo>
                <a:close/>
                <a:moveTo>
                  <a:pt x="44634" y="99890"/>
                </a:moveTo>
                <a:lnTo>
                  <a:pt x="46739" y="98752"/>
                </a:lnTo>
                <a:lnTo>
                  <a:pt x="46739" y="51332"/>
                </a:lnTo>
                <a:lnTo>
                  <a:pt x="44634" y="52470"/>
                </a:lnTo>
                <a:lnTo>
                  <a:pt x="44634" y="99890"/>
                </a:lnTo>
                <a:close/>
                <a:moveTo>
                  <a:pt x="49587" y="97187"/>
                </a:moveTo>
                <a:lnTo>
                  <a:pt x="51692" y="96049"/>
                </a:lnTo>
                <a:lnTo>
                  <a:pt x="51692" y="48629"/>
                </a:lnTo>
                <a:lnTo>
                  <a:pt x="49587" y="49767"/>
                </a:lnTo>
                <a:lnTo>
                  <a:pt x="49587" y="97187"/>
                </a:lnTo>
                <a:close/>
                <a:moveTo>
                  <a:pt x="54546" y="94484"/>
                </a:moveTo>
                <a:lnTo>
                  <a:pt x="56661" y="93346"/>
                </a:lnTo>
                <a:lnTo>
                  <a:pt x="56661" y="45926"/>
                </a:lnTo>
                <a:lnTo>
                  <a:pt x="54546" y="47064"/>
                </a:lnTo>
                <a:lnTo>
                  <a:pt x="54546" y="94484"/>
                </a:lnTo>
                <a:close/>
                <a:moveTo>
                  <a:pt x="59508" y="91781"/>
                </a:moveTo>
                <a:lnTo>
                  <a:pt x="61614" y="90643"/>
                </a:lnTo>
                <a:lnTo>
                  <a:pt x="61614" y="43223"/>
                </a:lnTo>
                <a:lnTo>
                  <a:pt x="59508" y="44361"/>
                </a:lnTo>
                <a:lnTo>
                  <a:pt x="59508" y="91781"/>
                </a:lnTo>
                <a:close/>
                <a:moveTo>
                  <a:pt x="64468" y="89078"/>
                </a:moveTo>
                <a:lnTo>
                  <a:pt x="66576" y="87940"/>
                </a:lnTo>
                <a:lnTo>
                  <a:pt x="66576" y="40520"/>
                </a:lnTo>
                <a:lnTo>
                  <a:pt x="64468" y="41658"/>
                </a:lnTo>
                <a:lnTo>
                  <a:pt x="64468" y="89078"/>
                </a:lnTo>
                <a:close/>
                <a:moveTo>
                  <a:pt x="69423" y="86376"/>
                </a:moveTo>
                <a:lnTo>
                  <a:pt x="71529" y="85237"/>
                </a:lnTo>
                <a:lnTo>
                  <a:pt x="71529" y="37817"/>
                </a:lnTo>
                <a:lnTo>
                  <a:pt x="69423" y="38955"/>
                </a:lnTo>
                <a:lnTo>
                  <a:pt x="69423" y="86376"/>
                </a:lnTo>
                <a:close/>
                <a:moveTo>
                  <a:pt x="74383" y="83696"/>
                </a:moveTo>
                <a:lnTo>
                  <a:pt x="76491" y="82534"/>
                </a:lnTo>
                <a:lnTo>
                  <a:pt x="76491" y="35114"/>
                </a:lnTo>
                <a:lnTo>
                  <a:pt x="74383" y="36276"/>
                </a:lnTo>
                <a:lnTo>
                  <a:pt x="74383" y="83696"/>
                </a:lnTo>
                <a:close/>
                <a:moveTo>
                  <a:pt x="79346" y="80970"/>
                </a:moveTo>
                <a:lnTo>
                  <a:pt x="81458" y="79832"/>
                </a:lnTo>
                <a:lnTo>
                  <a:pt x="81458" y="32411"/>
                </a:lnTo>
                <a:lnTo>
                  <a:pt x="79345" y="33550"/>
                </a:lnTo>
                <a:lnTo>
                  <a:pt x="79346" y="80970"/>
                </a:lnTo>
                <a:close/>
                <a:moveTo>
                  <a:pt x="84305" y="78290"/>
                </a:moveTo>
                <a:lnTo>
                  <a:pt x="86422" y="77129"/>
                </a:lnTo>
                <a:lnTo>
                  <a:pt x="86422" y="29708"/>
                </a:lnTo>
                <a:lnTo>
                  <a:pt x="84305" y="30870"/>
                </a:lnTo>
                <a:lnTo>
                  <a:pt x="84305" y="78290"/>
                </a:lnTo>
                <a:close/>
                <a:moveTo>
                  <a:pt x="89267" y="75564"/>
                </a:moveTo>
                <a:lnTo>
                  <a:pt x="91354" y="74426"/>
                </a:lnTo>
                <a:lnTo>
                  <a:pt x="91354" y="27006"/>
                </a:lnTo>
                <a:lnTo>
                  <a:pt x="89267" y="28167"/>
                </a:lnTo>
                <a:lnTo>
                  <a:pt x="89267" y="75564"/>
                </a:lnTo>
                <a:close/>
                <a:moveTo>
                  <a:pt x="94223" y="72885"/>
                </a:moveTo>
                <a:lnTo>
                  <a:pt x="96332" y="71723"/>
                </a:lnTo>
                <a:lnTo>
                  <a:pt x="96332" y="24303"/>
                </a:lnTo>
                <a:lnTo>
                  <a:pt x="94223" y="25465"/>
                </a:lnTo>
                <a:lnTo>
                  <a:pt x="94223" y="72885"/>
                </a:lnTo>
                <a:close/>
                <a:moveTo>
                  <a:pt x="99178" y="70182"/>
                </a:moveTo>
                <a:lnTo>
                  <a:pt x="101288" y="69020"/>
                </a:lnTo>
                <a:lnTo>
                  <a:pt x="101288" y="21600"/>
                </a:lnTo>
                <a:lnTo>
                  <a:pt x="99177" y="22762"/>
                </a:lnTo>
                <a:lnTo>
                  <a:pt x="99178" y="70182"/>
                </a:lnTo>
                <a:close/>
                <a:moveTo>
                  <a:pt x="104132" y="67479"/>
                </a:moveTo>
                <a:lnTo>
                  <a:pt x="106243" y="66317"/>
                </a:lnTo>
                <a:lnTo>
                  <a:pt x="106243" y="18897"/>
                </a:lnTo>
                <a:lnTo>
                  <a:pt x="104132" y="20059"/>
                </a:lnTo>
                <a:lnTo>
                  <a:pt x="104132" y="67479"/>
                </a:lnTo>
                <a:close/>
                <a:moveTo>
                  <a:pt x="109088" y="64776"/>
                </a:moveTo>
                <a:lnTo>
                  <a:pt x="111198" y="63614"/>
                </a:lnTo>
                <a:lnTo>
                  <a:pt x="111197" y="16218"/>
                </a:lnTo>
                <a:lnTo>
                  <a:pt x="109088" y="17356"/>
                </a:lnTo>
                <a:lnTo>
                  <a:pt x="109088" y="64776"/>
                </a:lnTo>
                <a:close/>
                <a:moveTo>
                  <a:pt x="114066" y="62073"/>
                </a:moveTo>
                <a:lnTo>
                  <a:pt x="116153" y="60911"/>
                </a:lnTo>
                <a:lnTo>
                  <a:pt x="116153" y="13491"/>
                </a:lnTo>
                <a:lnTo>
                  <a:pt x="114066" y="14653"/>
                </a:lnTo>
                <a:lnTo>
                  <a:pt x="114066" y="62073"/>
                </a:lnTo>
                <a:close/>
                <a:moveTo>
                  <a:pt x="119021" y="59370"/>
                </a:moveTo>
                <a:lnTo>
                  <a:pt x="121132" y="58232"/>
                </a:lnTo>
                <a:lnTo>
                  <a:pt x="121131" y="10812"/>
                </a:lnTo>
                <a:lnTo>
                  <a:pt x="119021" y="11950"/>
                </a:lnTo>
                <a:lnTo>
                  <a:pt x="119021" y="59370"/>
                </a:lnTo>
                <a:close/>
                <a:moveTo>
                  <a:pt x="123977" y="56667"/>
                </a:moveTo>
                <a:lnTo>
                  <a:pt x="126086" y="55529"/>
                </a:lnTo>
                <a:lnTo>
                  <a:pt x="126086" y="8109"/>
                </a:lnTo>
                <a:lnTo>
                  <a:pt x="123977" y="9247"/>
                </a:lnTo>
                <a:lnTo>
                  <a:pt x="123977" y="56667"/>
                </a:lnTo>
                <a:close/>
                <a:moveTo>
                  <a:pt x="128932" y="53964"/>
                </a:moveTo>
                <a:lnTo>
                  <a:pt x="131042" y="52826"/>
                </a:lnTo>
                <a:lnTo>
                  <a:pt x="131042" y="5406"/>
                </a:lnTo>
                <a:lnTo>
                  <a:pt x="128932" y="6544"/>
                </a:lnTo>
                <a:lnTo>
                  <a:pt x="128932" y="53964"/>
                </a:lnTo>
                <a:close/>
                <a:moveTo>
                  <a:pt x="133887" y="51261"/>
                </a:moveTo>
                <a:lnTo>
                  <a:pt x="135997" y="50123"/>
                </a:lnTo>
                <a:lnTo>
                  <a:pt x="135997" y="2703"/>
                </a:lnTo>
                <a:lnTo>
                  <a:pt x="133887" y="3841"/>
                </a:lnTo>
                <a:lnTo>
                  <a:pt x="133887" y="51261"/>
                </a:lnTo>
                <a:close/>
                <a:moveTo>
                  <a:pt x="138842" y="1138"/>
                </a:moveTo>
                <a:lnTo>
                  <a:pt x="138842" y="48558"/>
                </a:lnTo>
                <a:lnTo>
                  <a:pt x="140952" y="47420"/>
                </a:lnTo>
                <a:lnTo>
                  <a:pt x="140952" y="0"/>
                </a:lnTo>
                <a:lnTo>
                  <a:pt x="138842" y="1138"/>
                </a:lnTo>
                <a:close/>
              </a:path>
            </a:pathLst>
          </a:custGeom>
          <a:solidFill>
            <a:srgbClr val="9B76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8" name="Editable vector"/>
          <p:cNvSpPr/>
          <p:nvPr/>
        </p:nvSpPr>
        <p:spPr>
          <a:xfrm>
            <a:off x="6096036" y="2949987"/>
            <a:ext cx="148322" cy="132593"/>
          </a:xfrm>
          <a:custGeom>
            <a:avLst/>
            <a:gdLst/>
            <a:ahLst/>
            <a:cxnLst/>
            <a:rect l="0" t="0" r="r" b="b"/>
            <a:pathLst>
              <a:path w="148322" h="132593" fill="norm" stroke="0" extrusionOk="0">
                <a:moveTo>
                  <a:pt x="148322" y="51783"/>
                </a:moveTo>
                <a:lnTo>
                  <a:pt x="0" y="132593"/>
                </a:lnTo>
                <a:lnTo>
                  <a:pt x="0" y="80804"/>
                </a:lnTo>
                <a:lnTo>
                  <a:pt x="148322" y="0"/>
                </a:lnTo>
                <a:lnTo>
                  <a:pt x="148322" y="51783"/>
                </a:ln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9" name="Editable vector"/>
          <p:cNvSpPr/>
          <p:nvPr/>
        </p:nvSpPr>
        <p:spPr>
          <a:xfrm>
            <a:off x="6053075" y="3007389"/>
            <a:ext cx="42962" cy="75191"/>
          </a:xfrm>
          <a:custGeom>
            <a:avLst/>
            <a:gdLst/>
            <a:ahLst/>
            <a:cxnLst/>
            <a:rect l="0" t="0" r="r" b="b"/>
            <a:pathLst>
              <a:path w="42962" h="75192" fill="norm" stroke="0" extrusionOk="0">
                <a:moveTo>
                  <a:pt x="0" y="51806"/>
                </a:moveTo>
                <a:lnTo>
                  <a:pt x="42962" y="75192"/>
                </a:lnTo>
                <a:lnTo>
                  <a:pt x="42962" y="23402"/>
                </a:lnTo>
                <a:lnTo>
                  <a:pt x="0" y="0"/>
                </a:lnTo>
                <a:lnTo>
                  <a:pt x="0" y="51806"/>
                </a:ln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0" name="Editable vector"/>
          <p:cNvSpPr/>
          <p:nvPr/>
        </p:nvSpPr>
        <p:spPr>
          <a:xfrm>
            <a:off x="6053075" y="2926586"/>
            <a:ext cx="191282" cy="104205"/>
          </a:xfrm>
          <a:custGeom>
            <a:avLst/>
            <a:gdLst/>
            <a:ahLst/>
            <a:cxnLst/>
            <a:rect l="0" t="0" r="r" b="b"/>
            <a:pathLst>
              <a:path w="191283" h="104205" fill="norm" stroke="0" extrusionOk="0">
                <a:moveTo>
                  <a:pt x="0" y="80804"/>
                </a:moveTo>
                <a:lnTo>
                  <a:pt x="42962" y="104205"/>
                </a:lnTo>
                <a:lnTo>
                  <a:pt x="191283" y="23402"/>
                </a:lnTo>
                <a:lnTo>
                  <a:pt x="148323" y="0"/>
                </a:lnTo>
                <a:lnTo>
                  <a:pt x="0" y="80804"/>
                </a:lnTo>
                <a:close/>
              </a:path>
            </a:pathLst>
          </a:custGeom>
          <a:solidFill>
            <a:srgbClr val="7858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Editable vector"/>
          <p:cNvSpPr/>
          <p:nvPr/>
        </p:nvSpPr>
        <p:spPr>
          <a:xfrm>
            <a:off x="6099864" y="2953994"/>
            <a:ext cx="140961" cy="124209"/>
          </a:xfrm>
          <a:custGeom>
            <a:avLst/>
            <a:gdLst/>
            <a:ahLst/>
            <a:cxnLst/>
            <a:rect l="0" t="0" r="r" b="b"/>
            <a:pathLst>
              <a:path w="140961" h="124209" fill="norm" stroke="0" extrusionOk="0">
                <a:moveTo>
                  <a:pt x="0" y="124209"/>
                </a:moveTo>
                <a:lnTo>
                  <a:pt x="2105" y="123060"/>
                </a:lnTo>
                <a:lnTo>
                  <a:pt x="2105" y="75635"/>
                </a:lnTo>
                <a:lnTo>
                  <a:pt x="0" y="76797"/>
                </a:lnTo>
                <a:lnTo>
                  <a:pt x="0" y="124209"/>
                </a:lnTo>
                <a:close/>
                <a:moveTo>
                  <a:pt x="4960" y="121509"/>
                </a:moveTo>
                <a:lnTo>
                  <a:pt x="7067" y="120364"/>
                </a:lnTo>
                <a:lnTo>
                  <a:pt x="7067" y="72956"/>
                </a:lnTo>
                <a:lnTo>
                  <a:pt x="4960" y="74094"/>
                </a:lnTo>
                <a:lnTo>
                  <a:pt x="4960" y="121509"/>
                </a:lnTo>
                <a:close/>
                <a:moveTo>
                  <a:pt x="9922" y="118804"/>
                </a:moveTo>
                <a:lnTo>
                  <a:pt x="12027" y="117659"/>
                </a:lnTo>
                <a:lnTo>
                  <a:pt x="12027" y="70229"/>
                </a:lnTo>
                <a:lnTo>
                  <a:pt x="9922" y="71391"/>
                </a:lnTo>
                <a:lnTo>
                  <a:pt x="9922" y="118804"/>
                </a:lnTo>
                <a:close/>
                <a:moveTo>
                  <a:pt x="14875" y="116108"/>
                </a:moveTo>
                <a:lnTo>
                  <a:pt x="16982" y="114958"/>
                </a:lnTo>
                <a:lnTo>
                  <a:pt x="16982" y="67550"/>
                </a:lnTo>
                <a:lnTo>
                  <a:pt x="14875" y="68688"/>
                </a:lnTo>
                <a:lnTo>
                  <a:pt x="14875" y="116108"/>
                </a:lnTo>
                <a:close/>
                <a:moveTo>
                  <a:pt x="19837" y="113400"/>
                </a:moveTo>
                <a:lnTo>
                  <a:pt x="21942" y="112253"/>
                </a:lnTo>
                <a:lnTo>
                  <a:pt x="21942" y="64847"/>
                </a:lnTo>
                <a:lnTo>
                  <a:pt x="19837" y="65985"/>
                </a:lnTo>
                <a:lnTo>
                  <a:pt x="19837" y="113400"/>
                </a:lnTo>
                <a:close/>
                <a:moveTo>
                  <a:pt x="24797" y="110702"/>
                </a:moveTo>
                <a:lnTo>
                  <a:pt x="26902" y="109564"/>
                </a:lnTo>
                <a:lnTo>
                  <a:pt x="26902" y="62144"/>
                </a:lnTo>
                <a:lnTo>
                  <a:pt x="24797" y="63282"/>
                </a:lnTo>
                <a:lnTo>
                  <a:pt x="24797" y="110702"/>
                </a:lnTo>
                <a:close/>
                <a:moveTo>
                  <a:pt x="29752" y="107999"/>
                </a:moveTo>
                <a:lnTo>
                  <a:pt x="31864" y="106861"/>
                </a:lnTo>
                <a:lnTo>
                  <a:pt x="31864" y="59441"/>
                </a:lnTo>
                <a:lnTo>
                  <a:pt x="29752" y="60579"/>
                </a:lnTo>
                <a:lnTo>
                  <a:pt x="29752" y="107999"/>
                </a:lnTo>
                <a:close/>
                <a:moveTo>
                  <a:pt x="34711" y="105296"/>
                </a:moveTo>
                <a:lnTo>
                  <a:pt x="36817" y="104158"/>
                </a:lnTo>
                <a:lnTo>
                  <a:pt x="36817" y="56738"/>
                </a:lnTo>
                <a:lnTo>
                  <a:pt x="34711" y="57876"/>
                </a:lnTo>
                <a:lnTo>
                  <a:pt x="34711" y="105296"/>
                </a:lnTo>
                <a:close/>
                <a:moveTo>
                  <a:pt x="39679" y="102593"/>
                </a:moveTo>
                <a:lnTo>
                  <a:pt x="41789" y="101455"/>
                </a:lnTo>
                <a:lnTo>
                  <a:pt x="41789" y="54035"/>
                </a:lnTo>
                <a:lnTo>
                  <a:pt x="39679" y="55173"/>
                </a:lnTo>
                <a:lnTo>
                  <a:pt x="39679" y="102593"/>
                </a:lnTo>
                <a:close/>
                <a:moveTo>
                  <a:pt x="44634" y="99890"/>
                </a:moveTo>
                <a:lnTo>
                  <a:pt x="46744" y="98752"/>
                </a:lnTo>
                <a:lnTo>
                  <a:pt x="46744" y="51332"/>
                </a:lnTo>
                <a:lnTo>
                  <a:pt x="44634" y="52494"/>
                </a:lnTo>
                <a:lnTo>
                  <a:pt x="44634" y="99890"/>
                </a:lnTo>
                <a:close/>
                <a:moveTo>
                  <a:pt x="49588" y="97187"/>
                </a:moveTo>
                <a:lnTo>
                  <a:pt x="51699" y="96049"/>
                </a:lnTo>
                <a:lnTo>
                  <a:pt x="51699" y="48629"/>
                </a:lnTo>
                <a:lnTo>
                  <a:pt x="49588" y="49767"/>
                </a:lnTo>
                <a:lnTo>
                  <a:pt x="49588" y="97187"/>
                </a:lnTo>
                <a:close/>
                <a:moveTo>
                  <a:pt x="54544" y="94484"/>
                </a:moveTo>
                <a:lnTo>
                  <a:pt x="56654" y="93346"/>
                </a:lnTo>
                <a:lnTo>
                  <a:pt x="56654" y="45926"/>
                </a:lnTo>
                <a:lnTo>
                  <a:pt x="54544" y="47088"/>
                </a:lnTo>
                <a:lnTo>
                  <a:pt x="54544" y="94484"/>
                </a:lnTo>
                <a:close/>
                <a:moveTo>
                  <a:pt x="59499" y="91781"/>
                </a:moveTo>
                <a:lnTo>
                  <a:pt x="61609" y="90643"/>
                </a:lnTo>
                <a:lnTo>
                  <a:pt x="61609" y="43223"/>
                </a:lnTo>
                <a:lnTo>
                  <a:pt x="59499" y="44361"/>
                </a:lnTo>
                <a:lnTo>
                  <a:pt x="59499" y="91781"/>
                </a:lnTo>
                <a:close/>
                <a:moveTo>
                  <a:pt x="64477" y="89102"/>
                </a:moveTo>
                <a:lnTo>
                  <a:pt x="66587" y="87940"/>
                </a:lnTo>
                <a:lnTo>
                  <a:pt x="66587" y="40520"/>
                </a:lnTo>
                <a:lnTo>
                  <a:pt x="64477" y="41682"/>
                </a:lnTo>
                <a:lnTo>
                  <a:pt x="64477" y="89102"/>
                </a:lnTo>
                <a:close/>
                <a:moveTo>
                  <a:pt x="69433" y="86399"/>
                </a:moveTo>
                <a:lnTo>
                  <a:pt x="71519" y="85237"/>
                </a:lnTo>
                <a:lnTo>
                  <a:pt x="71519" y="37817"/>
                </a:lnTo>
                <a:lnTo>
                  <a:pt x="69433" y="38979"/>
                </a:lnTo>
                <a:lnTo>
                  <a:pt x="69433" y="86399"/>
                </a:lnTo>
                <a:close/>
                <a:moveTo>
                  <a:pt x="74388" y="83696"/>
                </a:moveTo>
                <a:lnTo>
                  <a:pt x="76498" y="82534"/>
                </a:lnTo>
                <a:lnTo>
                  <a:pt x="76498" y="35115"/>
                </a:lnTo>
                <a:lnTo>
                  <a:pt x="74388" y="36276"/>
                </a:lnTo>
                <a:lnTo>
                  <a:pt x="74388" y="83696"/>
                </a:lnTo>
                <a:close/>
                <a:moveTo>
                  <a:pt x="79343" y="80993"/>
                </a:moveTo>
                <a:lnTo>
                  <a:pt x="81453" y="79832"/>
                </a:lnTo>
                <a:lnTo>
                  <a:pt x="81453" y="32412"/>
                </a:lnTo>
                <a:lnTo>
                  <a:pt x="79343" y="33573"/>
                </a:lnTo>
                <a:lnTo>
                  <a:pt x="79343" y="80993"/>
                </a:lnTo>
                <a:close/>
                <a:moveTo>
                  <a:pt x="84298" y="78290"/>
                </a:moveTo>
                <a:lnTo>
                  <a:pt x="86408" y="77129"/>
                </a:lnTo>
                <a:lnTo>
                  <a:pt x="86408" y="29709"/>
                </a:lnTo>
                <a:lnTo>
                  <a:pt x="84298" y="30870"/>
                </a:lnTo>
                <a:lnTo>
                  <a:pt x="84298" y="78290"/>
                </a:lnTo>
                <a:close/>
                <a:moveTo>
                  <a:pt x="89253" y="75587"/>
                </a:moveTo>
                <a:lnTo>
                  <a:pt x="91363" y="74426"/>
                </a:lnTo>
                <a:lnTo>
                  <a:pt x="91363" y="27029"/>
                </a:lnTo>
                <a:lnTo>
                  <a:pt x="89253" y="28167"/>
                </a:lnTo>
                <a:lnTo>
                  <a:pt x="89253" y="75587"/>
                </a:lnTo>
                <a:close/>
                <a:moveTo>
                  <a:pt x="94208" y="72885"/>
                </a:moveTo>
                <a:lnTo>
                  <a:pt x="96318" y="71746"/>
                </a:lnTo>
                <a:lnTo>
                  <a:pt x="96318" y="24326"/>
                </a:lnTo>
                <a:lnTo>
                  <a:pt x="94208" y="25465"/>
                </a:lnTo>
                <a:lnTo>
                  <a:pt x="94208" y="72885"/>
                </a:lnTo>
                <a:close/>
                <a:moveTo>
                  <a:pt x="99187" y="70182"/>
                </a:moveTo>
                <a:lnTo>
                  <a:pt x="101297" y="69043"/>
                </a:lnTo>
                <a:lnTo>
                  <a:pt x="101297" y="21623"/>
                </a:lnTo>
                <a:lnTo>
                  <a:pt x="99187" y="22762"/>
                </a:lnTo>
                <a:lnTo>
                  <a:pt x="99187" y="70182"/>
                </a:lnTo>
                <a:close/>
                <a:moveTo>
                  <a:pt x="104142" y="67479"/>
                </a:moveTo>
                <a:lnTo>
                  <a:pt x="106252" y="66341"/>
                </a:lnTo>
                <a:lnTo>
                  <a:pt x="106252" y="18921"/>
                </a:lnTo>
                <a:lnTo>
                  <a:pt x="104142" y="20059"/>
                </a:lnTo>
                <a:lnTo>
                  <a:pt x="104142" y="67479"/>
                </a:lnTo>
                <a:close/>
                <a:moveTo>
                  <a:pt x="109097" y="64776"/>
                </a:moveTo>
                <a:lnTo>
                  <a:pt x="111207" y="63638"/>
                </a:lnTo>
                <a:lnTo>
                  <a:pt x="111207" y="16218"/>
                </a:lnTo>
                <a:lnTo>
                  <a:pt x="109097" y="17356"/>
                </a:lnTo>
                <a:lnTo>
                  <a:pt x="109097" y="64776"/>
                </a:lnTo>
                <a:close/>
                <a:moveTo>
                  <a:pt x="114052" y="62073"/>
                </a:moveTo>
                <a:lnTo>
                  <a:pt x="116162" y="60935"/>
                </a:lnTo>
                <a:lnTo>
                  <a:pt x="116162" y="13515"/>
                </a:lnTo>
                <a:lnTo>
                  <a:pt x="114052" y="14653"/>
                </a:lnTo>
                <a:lnTo>
                  <a:pt x="114052" y="62073"/>
                </a:lnTo>
                <a:close/>
                <a:moveTo>
                  <a:pt x="119007" y="59370"/>
                </a:moveTo>
                <a:lnTo>
                  <a:pt x="121117" y="58232"/>
                </a:lnTo>
                <a:lnTo>
                  <a:pt x="121117" y="10812"/>
                </a:lnTo>
                <a:lnTo>
                  <a:pt x="119007" y="11950"/>
                </a:lnTo>
                <a:lnTo>
                  <a:pt x="119007" y="59370"/>
                </a:lnTo>
                <a:close/>
                <a:moveTo>
                  <a:pt x="123986" y="56667"/>
                </a:moveTo>
                <a:lnTo>
                  <a:pt x="126072" y="55529"/>
                </a:lnTo>
                <a:lnTo>
                  <a:pt x="126072" y="8109"/>
                </a:lnTo>
                <a:lnTo>
                  <a:pt x="123986" y="9247"/>
                </a:lnTo>
                <a:lnTo>
                  <a:pt x="123986" y="56667"/>
                </a:lnTo>
                <a:close/>
                <a:moveTo>
                  <a:pt x="128941" y="53964"/>
                </a:moveTo>
                <a:lnTo>
                  <a:pt x="131051" y="52826"/>
                </a:lnTo>
                <a:lnTo>
                  <a:pt x="131051" y="5406"/>
                </a:lnTo>
                <a:lnTo>
                  <a:pt x="128941" y="6544"/>
                </a:lnTo>
                <a:lnTo>
                  <a:pt x="128941" y="53964"/>
                </a:lnTo>
                <a:close/>
                <a:moveTo>
                  <a:pt x="133896" y="51285"/>
                </a:moveTo>
                <a:lnTo>
                  <a:pt x="136006" y="50123"/>
                </a:lnTo>
                <a:lnTo>
                  <a:pt x="136006" y="2703"/>
                </a:lnTo>
                <a:lnTo>
                  <a:pt x="133896" y="3865"/>
                </a:lnTo>
                <a:lnTo>
                  <a:pt x="133896" y="51285"/>
                </a:lnTo>
                <a:close/>
                <a:moveTo>
                  <a:pt x="138851" y="1162"/>
                </a:moveTo>
                <a:lnTo>
                  <a:pt x="138851" y="48558"/>
                </a:lnTo>
                <a:lnTo>
                  <a:pt x="140961" y="47420"/>
                </a:lnTo>
                <a:lnTo>
                  <a:pt x="140961" y="0"/>
                </a:lnTo>
                <a:lnTo>
                  <a:pt x="138851" y="1162"/>
                </a:ln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2" name="Editable vector"/>
          <p:cNvSpPr/>
          <p:nvPr/>
        </p:nvSpPr>
        <p:spPr>
          <a:xfrm>
            <a:off x="6050072" y="2870701"/>
            <a:ext cx="148339" cy="132610"/>
          </a:xfrm>
          <a:custGeom>
            <a:avLst/>
            <a:gdLst/>
            <a:ahLst/>
            <a:cxnLst/>
            <a:rect l="0" t="0" r="r" b="b"/>
            <a:pathLst>
              <a:path w="148339" h="132610" fill="norm" stroke="0" extrusionOk="0">
                <a:moveTo>
                  <a:pt x="148339" y="51806"/>
                </a:moveTo>
                <a:lnTo>
                  <a:pt x="0" y="132610"/>
                </a:lnTo>
                <a:lnTo>
                  <a:pt x="0" y="80804"/>
                </a:lnTo>
                <a:lnTo>
                  <a:pt x="148339" y="0"/>
                </a:lnTo>
                <a:lnTo>
                  <a:pt x="148339" y="51806"/>
                </a:ln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3" name="Editable vector"/>
          <p:cNvSpPr/>
          <p:nvPr/>
        </p:nvSpPr>
        <p:spPr>
          <a:xfrm>
            <a:off x="6007112" y="2928127"/>
            <a:ext cx="42962" cy="75184"/>
          </a:xfrm>
          <a:custGeom>
            <a:avLst/>
            <a:gdLst/>
            <a:ahLst/>
            <a:cxnLst/>
            <a:rect l="0" t="0" r="r" b="b"/>
            <a:pathLst>
              <a:path w="42962" h="75185" fill="norm" stroke="0" extrusionOk="0">
                <a:moveTo>
                  <a:pt x="0" y="51783"/>
                </a:moveTo>
                <a:lnTo>
                  <a:pt x="42962" y="75185"/>
                </a:lnTo>
                <a:lnTo>
                  <a:pt x="42962" y="23378"/>
                </a:lnTo>
                <a:lnTo>
                  <a:pt x="0" y="0"/>
                </a:lnTo>
                <a:lnTo>
                  <a:pt x="0" y="51783"/>
                </a:ln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4" name="Editable vector"/>
          <p:cNvSpPr/>
          <p:nvPr/>
        </p:nvSpPr>
        <p:spPr>
          <a:xfrm>
            <a:off x="6007112" y="2847323"/>
            <a:ext cx="191298" cy="104181"/>
          </a:xfrm>
          <a:custGeom>
            <a:avLst/>
            <a:gdLst/>
            <a:ahLst/>
            <a:cxnLst/>
            <a:rect l="0" t="0" r="r" b="b"/>
            <a:pathLst>
              <a:path w="191299" h="104182" fill="norm" stroke="0" extrusionOk="0">
                <a:moveTo>
                  <a:pt x="0" y="80804"/>
                </a:moveTo>
                <a:lnTo>
                  <a:pt x="42962" y="104182"/>
                </a:lnTo>
                <a:lnTo>
                  <a:pt x="191299" y="23378"/>
                </a:lnTo>
                <a:lnTo>
                  <a:pt x="148339" y="0"/>
                </a:lnTo>
                <a:lnTo>
                  <a:pt x="0" y="80804"/>
                </a:lnTo>
                <a:close/>
              </a:path>
            </a:pathLst>
          </a:custGeom>
          <a:solidFill>
            <a:srgbClr val="7858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5" name="Editable vector"/>
          <p:cNvSpPr/>
          <p:nvPr/>
        </p:nvSpPr>
        <p:spPr>
          <a:xfrm>
            <a:off x="6053903" y="2874732"/>
            <a:ext cx="140951" cy="124193"/>
          </a:xfrm>
          <a:custGeom>
            <a:avLst/>
            <a:gdLst/>
            <a:ahLst/>
            <a:cxnLst/>
            <a:rect l="0" t="0" r="r" b="b"/>
            <a:pathLst>
              <a:path w="140952" h="124193" fill="norm" stroke="0" extrusionOk="0">
                <a:moveTo>
                  <a:pt x="0" y="124193"/>
                </a:moveTo>
                <a:lnTo>
                  <a:pt x="2105" y="123055"/>
                </a:lnTo>
                <a:lnTo>
                  <a:pt x="2105" y="75635"/>
                </a:lnTo>
                <a:lnTo>
                  <a:pt x="0" y="76773"/>
                </a:lnTo>
                <a:lnTo>
                  <a:pt x="0" y="124193"/>
                </a:lnTo>
                <a:close/>
                <a:moveTo>
                  <a:pt x="4960" y="121490"/>
                </a:moveTo>
                <a:lnTo>
                  <a:pt x="7065" y="120352"/>
                </a:lnTo>
                <a:lnTo>
                  <a:pt x="7065" y="72932"/>
                </a:lnTo>
                <a:lnTo>
                  <a:pt x="4960" y="74070"/>
                </a:lnTo>
                <a:lnTo>
                  <a:pt x="4960" y="121490"/>
                </a:lnTo>
                <a:close/>
                <a:moveTo>
                  <a:pt x="9913" y="118787"/>
                </a:moveTo>
                <a:lnTo>
                  <a:pt x="12028" y="117649"/>
                </a:lnTo>
                <a:lnTo>
                  <a:pt x="12027" y="70229"/>
                </a:lnTo>
                <a:lnTo>
                  <a:pt x="9913" y="71367"/>
                </a:lnTo>
                <a:lnTo>
                  <a:pt x="9913" y="118787"/>
                </a:lnTo>
                <a:close/>
                <a:moveTo>
                  <a:pt x="14875" y="116084"/>
                </a:moveTo>
                <a:lnTo>
                  <a:pt x="16980" y="114946"/>
                </a:lnTo>
                <a:lnTo>
                  <a:pt x="16980" y="67526"/>
                </a:lnTo>
                <a:lnTo>
                  <a:pt x="14875" y="68664"/>
                </a:lnTo>
                <a:lnTo>
                  <a:pt x="14875" y="116084"/>
                </a:lnTo>
                <a:close/>
                <a:moveTo>
                  <a:pt x="19834" y="113381"/>
                </a:moveTo>
                <a:lnTo>
                  <a:pt x="21949" y="112243"/>
                </a:lnTo>
                <a:lnTo>
                  <a:pt x="21949" y="64823"/>
                </a:lnTo>
                <a:lnTo>
                  <a:pt x="19834" y="65961"/>
                </a:lnTo>
                <a:lnTo>
                  <a:pt x="19834" y="113381"/>
                </a:lnTo>
                <a:close/>
                <a:moveTo>
                  <a:pt x="24797" y="110678"/>
                </a:moveTo>
                <a:lnTo>
                  <a:pt x="26902" y="109540"/>
                </a:lnTo>
                <a:lnTo>
                  <a:pt x="26902" y="62120"/>
                </a:lnTo>
                <a:lnTo>
                  <a:pt x="24797" y="63282"/>
                </a:lnTo>
                <a:lnTo>
                  <a:pt x="24797" y="110678"/>
                </a:lnTo>
                <a:close/>
                <a:moveTo>
                  <a:pt x="29749" y="107999"/>
                </a:moveTo>
                <a:lnTo>
                  <a:pt x="31862" y="106837"/>
                </a:lnTo>
                <a:lnTo>
                  <a:pt x="31862" y="59417"/>
                </a:lnTo>
                <a:lnTo>
                  <a:pt x="29749" y="60579"/>
                </a:lnTo>
                <a:lnTo>
                  <a:pt x="29749" y="107999"/>
                </a:lnTo>
                <a:close/>
                <a:moveTo>
                  <a:pt x="34712" y="105296"/>
                </a:moveTo>
                <a:lnTo>
                  <a:pt x="36817" y="104134"/>
                </a:lnTo>
                <a:lnTo>
                  <a:pt x="36817" y="56714"/>
                </a:lnTo>
                <a:lnTo>
                  <a:pt x="34711" y="57876"/>
                </a:lnTo>
                <a:lnTo>
                  <a:pt x="34712" y="105296"/>
                </a:lnTo>
                <a:close/>
                <a:moveTo>
                  <a:pt x="39672" y="102593"/>
                </a:moveTo>
                <a:lnTo>
                  <a:pt x="41777" y="101431"/>
                </a:lnTo>
                <a:lnTo>
                  <a:pt x="41777" y="54011"/>
                </a:lnTo>
                <a:lnTo>
                  <a:pt x="39672" y="55173"/>
                </a:lnTo>
                <a:lnTo>
                  <a:pt x="39672" y="102593"/>
                </a:lnTo>
                <a:close/>
                <a:moveTo>
                  <a:pt x="44634" y="99890"/>
                </a:moveTo>
                <a:lnTo>
                  <a:pt x="46739" y="98728"/>
                </a:lnTo>
                <a:lnTo>
                  <a:pt x="46739" y="51332"/>
                </a:lnTo>
                <a:lnTo>
                  <a:pt x="44634" y="52470"/>
                </a:lnTo>
                <a:lnTo>
                  <a:pt x="44634" y="99890"/>
                </a:lnTo>
                <a:close/>
                <a:moveTo>
                  <a:pt x="49587" y="97187"/>
                </a:moveTo>
                <a:lnTo>
                  <a:pt x="51692" y="96026"/>
                </a:lnTo>
                <a:lnTo>
                  <a:pt x="51692" y="48605"/>
                </a:lnTo>
                <a:lnTo>
                  <a:pt x="49587" y="49767"/>
                </a:lnTo>
                <a:lnTo>
                  <a:pt x="49587" y="97187"/>
                </a:lnTo>
                <a:close/>
                <a:moveTo>
                  <a:pt x="54546" y="94484"/>
                </a:moveTo>
                <a:lnTo>
                  <a:pt x="56661" y="93323"/>
                </a:lnTo>
                <a:lnTo>
                  <a:pt x="56661" y="45926"/>
                </a:lnTo>
                <a:lnTo>
                  <a:pt x="54546" y="47064"/>
                </a:lnTo>
                <a:lnTo>
                  <a:pt x="54546" y="94484"/>
                </a:lnTo>
                <a:close/>
                <a:moveTo>
                  <a:pt x="59508" y="91781"/>
                </a:moveTo>
                <a:lnTo>
                  <a:pt x="61614" y="90620"/>
                </a:lnTo>
                <a:lnTo>
                  <a:pt x="61614" y="43200"/>
                </a:lnTo>
                <a:lnTo>
                  <a:pt x="59508" y="44361"/>
                </a:lnTo>
                <a:lnTo>
                  <a:pt x="59508" y="91781"/>
                </a:lnTo>
                <a:close/>
                <a:moveTo>
                  <a:pt x="64468" y="89078"/>
                </a:moveTo>
                <a:lnTo>
                  <a:pt x="66576" y="87940"/>
                </a:lnTo>
                <a:lnTo>
                  <a:pt x="66576" y="40520"/>
                </a:lnTo>
                <a:lnTo>
                  <a:pt x="64468" y="41659"/>
                </a:lnTo>
                <a:lnTo>
                  <a:pt x="64468" y="89078"/>
                </a:lnTo>
                <a:close/>
                <a:moveTo>
                  <a:pt x="69423" y="86376"/>
                </a:moveTo>
                <a:lnTo>
                  <a:pt x="71529" y="85237"/>
                </a:lnTo>
                <a:lnTo>
                  <a:pt x="71529" y="37817"/>
                </a:lnTo>
                <a:lnTo>
                  <a:pt x="69423" y="38955"/>
                </a:lnTo>
                <a:lnTo>
                  <a:pt x="69423" y="86376"/>
                </a:lnTo>
                <a:close/>
                <a:moveTo>
                  <a:pt x="74383" y="83673"/>
                </a:moveTo>
                <a:lnTo>
                  <a:pt x="76491" y="82534"/>
                </a:lnTo>
                <a:lnTo>
                  <a:pt x="76491" y="35115"/>
                </a:lnTo>
                <a:lnTo>
                  <a:pt x="74383" y="36252"/>
                </a:lnTo>
                <a:lnTo>
                  <a:pt x="74383" y="83673"/>
                </a:lnTo>
                <a:close/>
                <a:moveTo>
                  <a:pt x="79345" y="80970"/>
                </a:moveTo>
                <a:lnTo>
                  <a:pt x="81458" y="79832"/>
                </a:lnTo>
                <a:lnTo>
                  <a:pt x="81458" y="32412"/>
                </a:lnTo>
                <a:lnTo>
                  <a:pt x="79345" y="33550"/>
                </a:lnTo>
                <a:lnTo>
                  <a:pt x="79345" y="80970"/>
                </a:lnTo>
                <a:close/>
                <a:moveTo>
                  <a:pt x="84305" y="78267"/>
                </a:moveTo>
                <a:lnTo>
                  <a:pt x="86422" y="77129"/>
                </a:lnTo>
                <a:lnTo>
                  <a:pt x="86422" y="29709"/>
                </a:lnTo>
                <a:lnTo>
                  <a:pt x="84305" y="30847"/>
                </a:lnTo>
                <a:lnTo>
                  <a:pt x="84305" y="78267"/>
                </a:lnTo>
                <a:close/>
                <a:moveTo>
                  <a:pt x="89267" y="75564"/>
                </a:moveTo>
                <a:lnTo>
                  <a:pt x="91354" y="74426"/>
                </a:lnTo>
                <a:lnTo>
                  <a:pt x="91354" y="27006"/>
                </a:lnTo>
                <a:lnTo>
                  <a:pt x="89267" y="28144"/>
                </a:lnTo>
                <a:lnTo>
                  <a:pt x="89267" y="75564"/>
                </a:lnTo>
                <a:close/>
                <a:moveTo>
                  <a:pt x="94223" y="72861"/>
                </a:moveTo>
                <a:lnTo>
                  <a:pt x="96332" y="71723"/>
                </a:lnTo>
                <a:lnTo>
                  <a:pt x="96332" y="24303"/>
                </a:lnTo>
                <a:lnTo>
                  <a:pt x="94222" y="25465"/>
                </a:lnTo>
                <a:lnTo>
                  <a:pt x="94223" y="72861"/>
                </a:lnTo>
                <a:close/>
                <a:moveTo>
                  <a:pt x="99177" y="70158"/>
                </a:moveTo>
                <a:lnTo>
                  <a:pt x="101288" y="69020"/>
                </a:lnTo>
                <a:lnTo>
                  <a:pt x="101288" y="21600"/>
                </a:lnTo>
                <a:lnTo>
                  <a:pt x="99177" y="22738"/>
                </a:lnTo>
                <a:lnTo>
                  <a:pt x="99177" y="70158"/>
                </a:lnTo>
                <a:close/>
                <a:moveTo>
                  <a:pt x="104132" y="67479"/>
                </a:moveTo>
                <a:lnTo>
                  <a:pt x="106243" y="66317"/>
                </a:lnTo>
                <a:lnTo>
                  <a:pt x="106242" y="18897"/>
                </a:lnTo>
                <a:lnTo>
                  <a:pt x="104132" y="20059"/>
                </a:lnTo>
                <a:lnTo>
                  <a:pt x="104132" y="67479"/>
                </a:lnTo>
                <a:close/>
                <a:moveTo>
                  <a:pt x="109088" y="64776"/>
                </a:moveTo>
                <a:lnTo>
                  <a:pt x="111197" y="63614"/>
                </a:lnTo>
                <a:lnTo>
                  <a:pt x="111197" y="16194"/>
                </a:lnTo>
                <a:lnTo>
                  <a:pt x="109088" y="17356"/>
                </a:lnTo>
                <a:lnTo>
                  <a:pt x="109088" y="64776"/>
                </a:lnTo>
                <a:close/>
                <a:moveTo>
                  <a:pt x="114066" y="62073"/>
                </a:moveTo>
                <a:lnTo>
                  <a:pt x="116153" y="60911"/>
                </a:lnTo>
                <a:lnTo>
                  <a:pt x="116153" y="13491"/>
                </a:lnTo>
                <a:lnTo>
                  <a:pt x="114066" y="14653"/>
                </a:lnTo>
                <a:lnTo>
                  <a:pt x="114066" y="62073"/>
                </a:lnTo>
                <a:close/>
                <a:moveTo>
                  <a:pt x="119021" y="59370"/>
                </a:moveTo>
                <a:lnTo>
                  <a:pt x="121131" y="58208"/>
                </a:lnTo>
                <a:lnTo>
                  <a:pt x="121131" y="10788"/>
                </a:lnTo>
                <a:lnTo>
                  <a:pt x="119021" y="11950"/>
                </a:lnTo>
                <a:lnTo>
                  <a:pt x="119021" y="59370"/>
                </a:lnTo>
                <a:close/>
                <a:moveTo>
                  <a:pt x="123977" y="56667"/>
                </a:moveTo>
                <a:lnTo>
                  <a:pt x="126086" y="55505"/>
                </a:lnTo>
                <a:lnTo>
                  <a:pt x="126086" y="8085"/>
                </a:lnTo>
                <a:lnTo>
                  <a:pt x="123977" y="9247"/>
                </a:lnTo>
                <a:lnTo>
                  <a:pt x="123977" y="56667"/>
                </a:lnTo>
                <a:close/>
                <a:moveTo>
                  <a:pt x="128932" y="53964"/>
                </a:moveTo>
                <a:lnTo>
                  <a:pt x="131042" y="52802"/>
                </a:lnTo>
                <a:lnTo>
                  <a:pt x="131042" y="5382"/>
                </a:lnTo>
                <a:lnTo>
                  <a:pt x="128932" y="6544"/>
                </a:lnTo>
                <a:lnTo>
                  <a:pt x="128932" y="53964"/>
                </a:lnTo>
                <a:close/>
                <a:moveTo>
                  <a:pt x="133887" y="51261"/>
                </a:moveTo>
                <a:lnTo>
                  <a:pt x="135997" y="50123"/>
                </a:lnTo>
                <a:lnTo>
                  <a:pt x="135997" y="2703"/>
                </a:lnTo>
                <a:lnTo>
                  <a:pt x="133886" y="3841"/>
                </a:lnTo>
                <a:lnTo>
                  <a:pt x="133887" y="51261"/>
                </a:lnTo>
                <a:close/>
                <a:moveTo>
                  <a:pt x="138842" y="1138"/>
                </a:moveTo>
                <a:lnTo>
                  <a:pt x="138842" y="48558"/>
                </a:lnTo>
                <a:lnTo>
                  <a:pt x="140952" y="47396"/>
                </a:lnTo>
                <a:lnTo>
                  <a:pt x="140952" y="0"/>
                </a:lnTo>
                <a:lnTo>
                  <a:pt x="138842" y="1138"/>
                </a:ln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6" name="Editable vector"/>
          <p:cNvSpPr/>
          <p:nvPr/>
        </p:nvSpPr>
        <p:spPr>
          <a:xfrm>
            <a:off x="6096035" y="2894293"/>
            <a:ext cx="148322" cy="132586"/>
          </a:xfrm>
          <a:custGeom>
            <a:avLst/>
            <a:gdLst/>
            <a:ahLst/>
            <a:cxnLst/>
            <a:rect l="0" t="0" r="r" b="b"/>
            <a:pathLst>
              <a:path w="148323" h="132586" fill="norm" stroke="0" extrusionOk="0">
                <a:moveTo>
                  <a:pt x="148323" y="51782"/>
                </a:moveTo>
                <a:lnTo>
                  <a:pt x="0" y="132586"/>
                </a:lnTo>
                <a:lnTo>
                  <a:pt x="0" y="80804"/>
                </a:lnTo>
                <a:lnTo>
                  <a:pt x="148323" y="0"/>
                </a:lnTo>
                <a:lnTo>
                  <a:pt x="148323" y="51782"/>
                </a:lnTo>
                <a:close/>
              </a:path>
            </a:pathLst>
          </a:custGeom>
          <a:solidFill>
            <a:srgbClr val="D3B6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7" name="Editable vector"/>
          <p:cNvSpPr/>
          <p:nvPr/>
        </p:nvSpPr>
        <p:spPr>
          <a:xfrm>
            <a:off x="6053075" y="2951694"/>
            <a:ext cx="42962" cy="75184"/>
          </a:xfrm>
          <a:custGeom>
            <a:avLst/>
            <a:gdLst/>
            <a:ahLst/>
            <a:cxnLst/>
            <a:rect l="0" t="0" r="r" b="b"/>
            <a:pathLst>
              <a:path w="42962" h="75185" fill="norm" stroke="0" extrusionOk="0">
                <a:moveTo>
                  <a:pt x="0" y="51783"/>
                </a:moveTo>
                <a:lnTo>
                  <a:pt x="42962" y="75185"/>
                </a:lnTo>
                <a:lnTo>
                  <a:pt x="42962" y="23402"/>
                </a:lnTo>
                <a:lnTo>
                  <a:pt x="0" y="0"/>
                </a:lnTo>
                <a:lnTo>
                  <a:pt x="0" y="51783"/>
                </a:lnTo>
                <a:close/>
              </a:path>
            </a:pathLst>
          </a:custGeom>
          <a:solidFill>
            <a:srgbClr val="E2D8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8" name="Editable vector"/>
          <p:cNvSpPr/>
          <p:nvPr/>
        </p:nvSpPr>
        <p:spPr>
          <a:xfrm>
            <a:off x="6053075" y="2870891"/>
            <a:ext cx="191282" cy="104205"/>
          </a:xfrm>
          <a:custGeom>
            <a:avLst/>
            <a:gdLst/>
            <a:ahLst/>
            <a:cxnLst/>
            <a:rect l="0" t="0" r="r" b="b"/>
            <a:pathLst>
              <a:path w="191283" h="104205" fill="norm" stroke="0" extrusionOk="0">
                <a:moveTo>
                  <a:pt x="0" y="80804"/>
                </a:moveTo>
                <a:lnTo>
                  <a:pt x="42962" y="104205"/>
                </a:lnTo>
                <a:lnTo>
                  <a:pt x="191283" y="23402"/>
                </a:lnTo>
                <a:lnTo>
                  <a:pt x="148323" y="0"/>
                </a:lnTo>
                <a:lnTo>
                  <a:pt x="0" y="80804"/>
                </a:lnTo>
                <a:close/>
              </a:path>
            </a:pathLst>
          </a:custGeom>
          <a:solidFill>
            <a:srgbClr val="F1EC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9" name="Editable vector"/>
          <p:cNvSpPr/>
          <p:nvPr/>
        </p:nvSpPr>
        <p:spPr>
          <a:xfrm>
            <a:off x="6099864" y="2898300"/>
            <a:ext cx="140961" cy="124216"/>
          </a:xfrm>
          <a:custGeom>
            <a:avLst/>
            <a:gdLst/>
            <a:ahLst/>
            <a:cxnLst/>
            <a:rect l="0" t="0" r="r" b="b"/>
            <a:pathLst>
              <a:path w="140961" h="124217" fill="norm" stroke="0" extrusionOk="0">
                <a:moveTo>
                  <a:pt x="0" y="124217"/>
                </a:moveTo>
                <a:lnTo>
                  <a:pt x="2105" y="123055"/>
                </a:lnTo>
                <a:lnTo>
                  <a:pt x="2105" y="75635"/>
                </a:lnTo>
                <a:lnTo>
                  <a:pt x="0" y="76797"/>
                </a:lnTo>
                <a:lnTo>
                  <a:pt x="0" y="124217"/>
                </a:lnTo>
                <a:close/>
                <a:moveTo>
                  <a:pt x="4960" y="121490"/>
                </a:moveTo>
                <a:lnTo>
                  <a:pt x="7067" y="120352"/>
                </a:lnTo>
                <a:lnTo>
                  <a:pt x="7067" y="72932"/>
                </a:lnTo>
                <a:lnTo>
                  <a:pt x="4960" y="74070"/>
                </a:lnTo>
                <a:lnTo>
                  <a:pt x="4960" y="121490"/>
                </a:lnTo>
                <a:close/>
                <a:moveTo>
                  <a:pt x="9922" y="118811"/>
                </a:moveTo>
                <a:lnTo>
                  <a:pt x="12027" y="117649"/>
                </a:lnTo>
                <a:lnTo>
                  <a:pt x="12027" y="70229"/>
                </a:lnTo>
                <a:lnTo>
                  <a:pt x="9922" y="71391"/>
                </a:lnTo>
                <a:lnTo>
                  <a:pt x="9922" y="118811"/>
                </a:lnTo>
                <a:close/>
                <a:moveTo>
                  <a:pt x="14875" y="116108"/>
                </a:moveTo>
                <a:lnTo>
                  <a:pt x="16982" y="114946"/>
                </a:lnTo>
                <a:lnTo>
                  <a:pt x="16982" y="67526"/>
                </a:lnTo>
                <a:lnTo>
                  <a:pt x="14875" y="68688"/>
                </a:lnTo>
                <a:lnTo>
                  <a:pt x="14875" y="116108"/>
                </a:lnTo>
                <a:close/>
                <a:moveTo>
                  <a:pt x="19837" y="113405"/>
                </a:moveTo>
                <a:lnTo>
                  <a:pt x="21942" y="112243"/>
                </a:lnTo>
                <a:lnTo>
                  <a:pt x="21942" y="64823"/>
                </a:lnTo>
                <a:lnTo>
                  <a:pt x="19837" y="65985"/>
                </a:lnTo>
                <a:lnTo>
                  <a:pt x="19837" y="113405"/>
                </a:lnTo>
                <a:close/>
                <a:moveTo>
                  <a:pt x="24797" y="110702"/>
                </a:moveTo>
                <a:lnTo>
                  <a:pt x="26902" y="109540"/>
                </a:lnTo>
                <a:lnTo>
                  <a:pt x="26902" y="62120"/>
                </a:lnTo>
                <a:lnTo>
                  <a:pt x="24797" y="63282"/>
                </a:lnTo>
                <a:lnTo>
                  <a:pt x="24797" y="110702"/>
                </a:lnTo>
                <a:close/>
                <a:moveTo>
                  <a:pt x="29752" y="107999"/>
                </a:moveTo>
                <a:lnTo>
                  <a:pt x="31864" y="106837"/>
                </a:lnTo>
                <a:lnTo>
                  <a:pt x="31864" y="59417"/>
                </a:lnTo>
                <a:lnTo>
                  <a:pt x="29752" y="60579"/>
                </a:lnTo>
                <a:lnTo>
                  <a:pt x="29752" y="107999"/>
                </a:lnTo>
                <a:close/>
                <a:moveTo>
                  <a:pt x="34711" y="105296"/>
                </a:moveTo>
                <a:lnTo>
                  <a:pt x="36817" y="104134"/>
                </a:lnTo>
                <a:lnTo>
                  <a:pt x="36817" y="56738"/>
                </a:lnTo>
                <a:lnTo>
                  <a:pt x="34711" y="57876"/>
                </a:lnTo>
                <a:lnTo>
                  <a:pt x="34711" y="105296"/>
                </a:lnTo>
                <a:close/>
                <a:moveTo>
                  <a:pt x="39679" y="102593"/>
                </a:moveTo>
                <a:lnTo>
                  <a:pt x="41789" y="101431"/>
                </a:lnTo>
                <a:lnTo>
                  <a:pt x="41789" y="54011"/>
                </a:lnTo>
                <a:lnTo>
                  <a:pt x="39678" y="55173"/>
                </a:lnTo>
                <a:lnTo>
                  <a:pt x="39679" y="102593"/>
                </a:lnTo>
                <a:close/>
                <a:moveTo>
                  <a:pt x="44633" y="99890"/>
                </a:moveTo>
                <a:lnTo>
                  <a:pt x="46744" y="98752"/>
                </a:lnTo>
                <a:lnTo>
                  <a:pt x="46744" y="51332"/>
                </a:lnTo>
                <a:lnTo>
                  <a:pt x="44633" y="52470"/>
                </a:lnTo>
                <a:lnTo>
                  <a:pt x="44633" y="99890"/>
                </a:lnTo>
                <a:close/>
                <a:moveTo>
                  <a:pt x="49588" y="97187"/>
                </a:moveTo>
                <a:lnTo>
                  <a:pt x="51699" y="96049"/>
                </a:lnTo>
                <a:lnTo>
                  <a:pt x="51698" y="48629"/>
                </a:lnTo>
                <a:lnTo>
                  <a:pt x="49588" y="49767"/>
                </a:lnTo>
                <a:lnTo>
                  <a:pt x="49588" y="97187"/>
                </a:lnTo>
                <a:close/>
                <a:moveTo>
                  <a:pt x="54544" y="94484"/>
                </a:moveTo>
                <a:lnTo>
                  <a:pt x="56654" y="93346"/>
                </a:lnTo>
                <a:lnTo>
                  <a:pt x="56654" y="45926"/>
                </a:lnTo>
                <a:lnTo>
                  <a:pt x="54544" y="47064"/>
                </a:lnTo>
                <a:lnTo>
                  <a:pt x="54544" y="94484"/>
                </a:lnTo>
                <a:close/>
                <a:moveTo>
                  <a:pt x="59499" y="91781"/>
                </a:moveTo>
                <a:lnTo>
                  <a:pt x="61609" y="90643"/>
                </a:lnTo>
                <a:lnTo>
                  <a:pt x="61609" y="43223"/>
                </a:lnTo>
                <a:lnTo>
                  <a:pt x="59499" y="44361"/>
                </a:lnTo>
                <a:lnTo>
                  <a:pt x="59499" y="91781"/>
                </a:lnTo>
                <a:close/>
                <a:moveTo>
                  <a:pt x="64477" y="89078"/>
                </a:moveTo>
                <a:lnTo>
                  <a:pt x="66587" y="87940"/>
                </a:lnTo>
                <a:lnTo>
                  <a:pt x="66587" y="40520"/>
                </a:lnTo>
                <a:lnTo>
                  <a:pt x="64477" y="41659"/>
                </a:lnTo>
                <a:lnTo>
                  <a:pt x="64477" y="89078"/>
                </a:lnTo>
                <a:close/>
                <a:moveTo>
                  <a:pt x="69433" y="86376"/>
                </a:moveTo>
                <a:lnTo>
                  <a:pt x="71519" y="85237"/>
                </a:lnTo>
                <a:lnTo>
                  <a:pt x="71519" y="37817"/>
                </a:lnTo>
                <a:lnTo>
                  <a:pt x="69433" y="38956"/>
                </a:lnTo>
                <a:lnTo>
                  <a:pt x="69433" y="86376"/>
                </a:lnTo>
                <a:close/>
                <a:moveTo>
                  <a:pt x="74388" y="83673"/>
                </a:moveTo>
                <a:lnTo>
                  <a:pt x="76498" y="82534"/>
                </a:lnTo>
                <a:lnTo>
                  <a:pt x="76498" y="35115"/>
                </a:lnTo>
                <a:lnTo>
                  <a:pt x="74388" y="36253"/>
                </a:lnTo>
                <a:lnTo>
                  <a:pt x="74388" y="83673"/>
                </a:lnTo>
                <a:close/>
                <a:moveTo>
                  <a:pt x="79343" y="80970"/>
                </a:moveTo>
                <a:lnTo>
                  <a:pt x="81453" y="79832"/>
                </a:lnTo>
                <a:lnTo>
                  <a:pt x="81453" y="32412"/>
                </a:lnTo>
                <a:lnTo>
                  <a:pt x="79343" y="33550"/>
                </a:lnTo>
                <a:lnTo>
                  <a:pt x="79343" y="80970"/>
                </a:lnTo>
                <a:close/>
                <a:moveTo>
                  <a:pt x="84298" y="78267"/>
                </a:moveTo>
                <a:lnTo>
                  <a:pt x="86408" y="77129"/>
                </a:lnTo>
                <a:lnTo>
                  <a:pt x="86408" y="29709"/>
                </a:lnTo>
                <a:lnTo>
                  <a:pt x="84298" y="30870"/>
                </a:lnTo>
                <a:lnTo>
                  <a:pt x="84298" y="78267"/>
                </a:lnTo>
                <a:close/>
                <a:moveTo>
                  <a:pt x="89253" y="75587"/>
                </a:moveTo>
                <a:lnTo>
                  <a:pt x="91363" y="74426"/>
                </a:lnTo>
                <a:lnTo>
                  <a:pt x="91363" y="27006"/>
                </a:lnTo>
                <a:lnTo>
                  <a:pt x="89253" y="28167"/>
                </a:lnTo>
                <a:lnTo>
                  <a:pt x="89253" y="75587"/>
                </a:lnTo>
                <a:close/>
                <a:moveTo>
                  <a:pt x="94208" y="72885"/>
                </a:moveTo>
                <a:lnTo>
                  <a:pt x="96318" y="71723"/>
                </a:lnTo>
                <a:lnTo>
                  <a:pt x="96318" y="24303"/>
                </a:lnTo>
                <a:lnTo>
                  <a:pt x="94208" y="25465"/>
                </a:lnTo>
                <a:lnTo>
                  <a:pt x="94208" y="72885"/>
                </a:lnTo>
                <a:close/>
                <a:moveTo>
                  <a:pt x="99187" y="70182"/>
                </a:moveTo>
                <a:lnTo>
                  <a:pt x="101297" y="69020"/>
                </a:lnTo>
                <a:lnTo>
                  <a:pt x="101297" y="21600"/>
                </a:lnTo>
                <a:lnTo>
                  <a:pt x="99187" y="22762"/>
                </a:lnTo>
                <a:lnTo>
                  <a:pt x="99187" y="70182"/>
                </a:lnTo>
                <a:close/>
                <a:moveTo>
                  <a:pt x="104142" y="67479"/>
                </a:moveTo>
                <a:lnTo>
                  <a:pt x="106252" y="66317"/>
                </a:lnTo>
                <a:lnTo>
                  <a:pt x="106252" y="18897"/>
                </a:lnTo>
                <a:lnTo>
                  <a:pt x="104142" y="20059"/>
                </a:lnTo>
                <a:lnTo>
                  <a:pt x="104142" y="67479"/>
                </a:lnTo>
                <a:close/>
                <a:moveTo>
                  <a:pt x="109097" y="64776"/>
                </a:moveTo>
                <a:lnTo>
                  <a:pt x="111207" y="63614"/>
                </a:lnTo>
                <a:lnTo>
                  <a:pt x="111207" y="16194"/>
                </a:lnTo>
                <a:lnTo>
                  <a:pt x="109097" y="17356"/>
                </a:lnTo>
                <a:lnTo>
                  <a:pt x="109097" y="64776"/>
                </a:lnTo>
                <a:close/>
                <a:moveTo>
                  <a:pt x="114052" y="62073"/>
                </a:moveTo>
                <a:lnTo>
                  <a:pt x="116162" y="60935"/>
                </a:lnTo>
                <a:lnTo>
                  <a:pt x="116162" y="13515"/>
                </a:lnTo>
                <a:lnTo>
                  <a:pt x="114052" y="14653"/>
                </a:lnTo>
                <a:lnTo>
                  <a:pt x="114052" y="62073"/>
                </a:lnTo>
                <a:close/>
                <a:moveTo>
                  <a:pt x="119007" y="59370"/>
                </a:moveTo>
                <a:lnTo>
                  <a:pt x="121117" y="58208"/>
                </a:lnTo>
                <a:lnTo>
                  <a:pt x="121117" y="10788"/>
                </a:lnTo>
                <a:lnTo>
                  <a:pt x="119007" y="11950"/>
                </a:lnTo>
                <a:lnTo>
                  <a:pt x="119007" y="59370"/>
                </a:lnTo>
                <a:close/>
                <a:moveTo>
                  <a:pt x="123986" y="56667"/>
                </a:moveTo>
                <a:lnTo>
                  <a:pt x="126072" y="55529"/>
                </a:lnTo>
                <a:lnTo>
                  <a:pt x="126072" y="8109"/>
                </a:lnTo>
                <a:lnTo>
                  <a:pt x="123986" y="9247"/>
                </a:lnTo>
                <a:lnTo>
                  <a:pt x="123986" y="56667"/>
                </a:lnTo>
                <a:close/>
                <a:moveTo>
                  <a:pt x="128941" y="53964"/>
                </a:moveTo>
                <a:lnTo>
                  <a:pt x="131051" y="52826"/>
                </a:lnTo>
                <a:lnTo>
                  <a:pt x="131051" y="5406"/>
                </a:lnTo>
                <a:lnTo>
                  <a:pt x="128941" y="6544"/>
                </a:lnTo>
                <a:lnTo>
                  <a:pt x="128941" y="53964"/>
                </a:lnTo>
                <a:close/>
                <a:moveTo>
                  <a:pt x="133896" y="51261"/>
                </a:moveTo>
                <a:lnTo>
                  <a:pt x="136006" y="50123"/>
                </a:lnTo>
                <a:lnTo>
                  <a:pt x="136006" y="2703"/>
                </a:lnTo>
                <a:lnTo>
                  <a:pt x="133896" y="3841"/>
                </a:lnTo>
                <a:lnTo>
                  <a:pt x="133896" y="51261"/>
                </a:lnTo>
                <a:close/>
                <a:moveTo>
                  <a:pt x="138851" y="1138"/>
                </a:moveTo>
                <a:lnTo>
                  <a:pt x="138851" y="48558"/>
                </a:lnTo>
                <a:lnTo>
                  <a:pt x="140961" y="47420"/>
                </a:lnTo>
                <a:lnTo>
                  <a:pt x="140961" y="0"/>
                </a:lnTo>
                <a:lnTo>
                  <a:pt x="138851" y="1138"/>
                </a:lnTo>
                <a:close/>
              </a:path>
            </a:pathLst>
          </a:custGeom>
          <a:solidFill>
            <a:srgbClr val="9B76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0" name="Editable vector"/>
          <p:cNvSpPr/>
          <p:nvPr/>
        </p:nvSpPr>
        <p:spPr>
          <a:xfrm>
            <a:off x="6141392" y="2975879"/>
            <a:ext cx="148344" cy="132586"/>
          </a:xfrm>
          <a:custGeom>
            <a:avLst/>
            <a:gdLst/>
            <a:ahLst/>
            <a:cxnLst/>
            <a:rect l="0" t="0" r="r" b="b"/>
            <a:pathLst>
              <a:path w="148344" h="132586" fill="norm" stroke="0" extrusionOk="0">
                <a:moveTo>
                  <a:pt x="148344" y="51783"/>
                </a:moveTo>
                <a:lnTo>
                  <a:pt x="0" y="132586"/>
                </a:lnTo>
                <a:lnTo>
                  <a:pt x="0" y="80804"/>
                </a:lnTo>
                <a:lnTo>
                  <a:pt x="148344" y="0"/>
                </a:lnTo>
                <a:lnTo>
                  <a:pt x="148344" y="51783"/>
                </a:lnTo>
                <a:close/>
              </a:path>
            </a:pathLst>
          </a:custGeom>
          <a:solidFill>
            <a:srgbClr val="D3B6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1" name="Editable vector"/>
          <p:cNvSpPr/>
          <p:nvPr/>
        </p:nvSpPr>
        <p:spPr>
          <a:xfrm>
            <a:off x="6098447" y="3033281"/>
            <a:ext cx="42969" cy="75184"/>
          </a:xfrm>
          <a:custGeom>
            <a:avLst/>
            <a:gdLst/>
            <a:ahLst/>
            <a:cxnLst/>
            <a:rect l="0" t="0" r="r" b="b"/>
            <a:pathLst>
              <a:path w="42969" h="75184" fill="norm" stroke="0" extrusionOk="0">
                <a:moveTo>
                  <a:pt x="0" y="51792"/>
                </a:moveTo>
                <a:lnTo>
                  <a:pt x="42969" y="75184"/>
                </a:lnTo>
                <a:lnTo>
                  <a:pt x="42969" y="23402"/>
                </a:lnTo>
                <a:lnTo>
                  <a:pt x="0" y="0"/>
                </a:lnTo>
                <a:lnTo>
                  <a:pt x="0" y="51792"/>
                </a:lnTo>
                <a:close/>
              </a:path>
            </a:pathLst>
          </a:custGeom>
          <a:solidFill>
            <a:srgbClr val="E2D8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2" name="Editable vector"/>
          <p:cNvSpPr/>
          <p:nvPr/>
        </p:nvSpPr>
        <p:spPr>
          <a:xfrm>
            <a:off x="6098447" y="2952477"/>
            <a:ext cx="191289" cy="104205"/>
          </a:xfrm>
          <a:custGeom>
            <a:avLst/>
            <a:gdLst/>
            <a:ahLst/>
            <a:cxnLst/>
            <a:rect l="0" t="0" r="r" b="b"/>
            <a:pathLst>
              <a:path w="191289" h="104205" fill="norm" stroke="0" extrusionOk="0">
                <a:moveTo>
                  <a:pt x="0" y="80804"/>
                </a:moveTo>
                <a:lnTo>
                  <a:pt x="42969" y="104205"/>
                </a:lnTo>
                <a:lnTo>
                  <a:pt x="191289" y="23402"/>
                </a:lnTo>
                <a:lnTo>
                  <a:pt x="148330" y="0"/>
                </a:lnTo>
                <a:lnTo>
                  <a:pt x="0" y="80804"/>
                </a:lnTo>
                <a:close/>
              </a:path>
            </a:pathLst>
          </a:custGeom>
          <a:solidFill>
            <a:srgbClr val="F1EC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3" name="Editable vector"/>
          <p:cNvSpPr/>
          <p:nvPr/>
        </p:nvSpPr>
        <p:spPr>
          <a:xfrm>
            <a:off x="6145209" y="2979886"/>
            <a:ext cx="140970" cy="124207"/>
          </a:xfrm>
          <a:custGeom>
            <a:avLst/>
            <a:gdLst/>
            <a:ahLst/>
            <a:cxnLst/>
            <a:rect l="0" t="0" r="r" b="b"/>
            <a:pathLst>
              <a:path w="140970" h="124207" fill="norm" stroke="0" extrusionOk="0">
                <a:moveTo>
                  <a:pt x="0" y="124207"/>
                </a:moveTo>
                <a:lnTo>
                  <a:pt x="2110" y="123057"/>
                </a:lnTo>
                <a:lnTo>
                  <a:pt x="2110" y="75635"/>
                </a:lnTo>
                <a:lnTo>
                  <a:pt x="0" y="76797"/>
                </a:lnTo>
                <a:lnTo>
                  <a:pt x="0" y="124207"/>
                </a:lnTo>
                <a:close/>
                <a:moveTo>
                  <a:pt x="4979" y="121507"/>
                </a:moveTo>
                <a:lnTo>
                  <a:pt x="7089" y="120357"/>
                </a:lnTo>
                <a:lnTo>
                  <a:pt x="7089" y="72932"/>
                </a:lnTo>
                <a:lnTo>
                  <a:pt x="4979" y="74094"/>
                </a:lnTo>
                <a:lnTo>
                  <a:pt x="4979" y="121507"/>
                </a:lnTo>
                <a:close/>
                <a:moveTo>
                  <a:pt x="9934" y="118801"/>
                </a:moveTo>
                <a:lnTo>
                  <a:pt x="12044" y="117654"/>
                </a:lnTo>
                <a:lnTo>
                  <a:pt x="12044" y="70229"/>
                </a:lnTo>
                <a:lnTo>
                  <a:pt x="9934" y="71391"/>
                </a:lnTo>
                <a:lnTo>
                  <a:pt x="9934" y="118801"/>
                </a:lnTo>
                <a:close/>
                <a:moveTo>
                  <a:pt x="14889" y="116101"/>
                </a:moveTo>
                <a:lnTo>
                  <a:pt x="16999" y="114956"/>
                </a:lnTo>
                <a:lnTo>
                  <a:pt x="16999" y="67526"/>
                </a:lnTo>
                <a:lnTo>
                  <a:pt x="14889" y="68688"/>
                </a:lnTo>
                <a:lnTo>
                  <a:pt x="14889" y="116101"/>
                </a:lnTo>
                <a:close/>
                <a:moveTo>
                  <a:pt x="19844" y="113405"/>
                </a:moveTo>
                <a:lnTo>
                  <a:pt x="21954" y="112255"/>
                </a:lnTo>
                <a:lnTo>
                  <a:pt x="21954" y="64847"/>
                </a:lnTo>
                <a:lnTo>
                  <a:pt x="19844" y="65985"/>
                </a:lnTo>
                <a:lnTo>
                  <a:pt x="19844" y="113405"/>
                </a:lnTo>
                <a:close/>
                <a:moveTo>
                  <a:pt x="24799" y="110697"/>
                </a:moveTo>
                <a:lnTo>
                  <a:pt x="26909" y="109550"/>
                </a:lnTo>
                <a:lnTo>
                  <a:pt x="26909" y="62144"/>
                </a:lnTo>
                <a:lnTo>
                  <a:pt x="24799" y="63282"/>
                </a:lnTo>
                <a:lnTo>
                  <a:pt x="24799" y="110697"/>
                </a:lnTo>
                <a:close/>
                <a:moveTo>
                  <a:pt x="29778" y="107999"/>
                </a:moveTo>
                <a:lnTo>
                  <a:pt x="31888" y="106852"/>
                </a:lnTo>
                <a:lnTo>
                  <a:pt x="31888" y="59441"/>
                </a:lnTo>
                <a:lnTo>
                  <a:pt x="29778" y="60579"/>
                </a:lnTo>
                <a:lnTo>
                  <a:pt x="29778" y="107999"/>
                </a:lnTo>
                <a:close/>
                <a:moveTo>
                  <a:pt x="34733" y="105301"/>
                </a:moveTo>
                <a:lnTo>
                  <a:pt x="36843" y="104151"/>
                </a:lnTo>
                <a:lnTo>
                  <a:pt x="36843" y="56738"/>
                </a:lnTo>
                <a:lnTo>
                  <a:pt x="34733" y="57876"/>
                </a:lnTo>
                <a:lnTo>
                  <a:pt x="34733" y="105301"/>
                </a:lnTo>
                <a:close/>
                <a:moveTo>
                  <a:pt x="39688" y="102596"/>
                </a:moveTo>
                <a:lnTo>
                  <a:pt x="41798" y="101446"/>
                </a:lnTo>
                <a:lnTo>
                  <a:pt x="41798" y="54035"/>
                </a:lnTo>
                <a:lnTo>
                  <a:pt x="39688" y="55173"/>
                </a:lnTo>
                <a:lnTo>
                  <a:pt x="39688" y="102596"/>
                </a:lnTo>
                <a:close/>
                <a:moveTo>
                  <a:pt x="44643" y="99895"/>
                </a:moveTo>
                <a:lnTo>
                  <a:pt x="46753" y="98747"/>
                </a:lnTo>
                <a:lnTo>
                  <a:pt x="46753" y="51332"/>
                </a:lnTo>
                <a:lnTo>
                  <a:pt x="44643" y="52470"/>
                </a:lnTo>
                <a:lnTo>
                  <a:pt x="44643" y="99895"/>
                </a:lnTo>
                <a:close/>
                <a:moveTo>
                  <a:pt x="49598" y="97192"/>
                </a:moveTo>
                <a:lnTo>
                  <a:pt x="51708" y="96042"/>
                </a:lnTo>
                <a:lnTo>
                  <a:pt x="51708" y="48629"/>
                </a:lnTo>
                <a:lnTo>
                  <a:pt x="49598" y="49767"/>
                </a:lnTo>
                <a:lnTo>
                  <a:pt x="49598" y="97192"/>
                </a:lnTo>
                <a:close/>
                <a:moveTo>
                  <a:pt x="54553" y="94492"/>
                </a:moveTo>
                <a:lnTo>
                  <a:pt x="56663" y="93342"/>
                </a:lnTo>
                <a:lnTo>
                  <a:pt x="56663" y="45926"/>
                </a:lnTo>
                <a:lnTo>
                  <a:pt x="54553" y="47064"/>
                </a:lnTo>
                <a:lnTo>
                  <a:pt x="54553" y="94492"/>
                </a:lnTo>
                <a:close/>
                <a:moveTo>
                  <a:pt x="59532" y="91791"/>
                </a:moveTo>
                <a:lnTo>
                  <a:pt x="61618" y="90646"/>
                </a:lnTo>
                <a:lnTo>
                  <a:pt x="61618" y="43223"/>
                </a:lnTo>
                <a:lnTo>
                  <a:pt x="59532" y="44385"/>
                </a:lnTo>
                <a:lnTo>
                  <a:pt x="59532" y="91791"/>
                </a:lnTo>
                <a:close/>
                <a:moveTo>
                  <a:pt x="64487" y="89088"/>
                </a:moveTo>
                <a:lnTo>
                  <a:pt x="66597" y="87941"/>
                </a:lnTo>
                <a:lnTo>
                  <a:pt x="66597" y="40520"/>
                </a:lnTo>
                <a:lnTo>
                  <a:pt x="64487" y="41659"/>
                </a:lnTo>
                <a:lnTo>
                  <a:pt x="64487" y="89088"/>
                </a:lnTo>
                <a:close/>
                <a:moveTo>
                  <a:pt x="69442" y="86390"/>
                </a:moveTo>
                <a:lnTo>
                  <a:pt x="71552" y="85238"/>
                </a:lnTo>
                <a:lnTo>
                  <a:pt x="71552" y="37817"/>
                </a:lnTo>
                <a:lnTo>
                  <a:pt x="69442" y="38979"/>
                </a:lnTo>
                <a:lnTo>
                  <a:pt x="69442" y="86390"/>
                </a:lnTo>
                <a:close/>
                <a:moveTo>
                  <a:pt x="74397" y="83673"/>
                </a:moveTo>
                <a:lnTo>
                  <a:pt x="76507" y="82534"/>
                </a:lnTo>
                <a:lnTo>
                  <a:pt x="76507" y="35115"/>
                </a:lnTo>
                <a:lnTo>
                  <a:pt x="74397" y="36276"/>
                </a:lnTo>
                <a:lnTo>
                  <a:pt x="74397" y="83673"/>
                </a:lnTo>
                <a:close/>
                <a:moveTo>
                  <a:pt x="79352" y="80994"/>
                </a:moveTo>
                <a:lnTo>
                  <a:pt x="81462" y="79832"/>
                </a:lnTo>
                <a:lnTo>
                  <a:pt x="81462" y="32412"/>
                </a:lnTo>
                <a:lnTo>
                  <a:pt x="79352" y="33573"/>
                </a:lnTo>
                <a:lnTo>
                  <a:pt x="79352" y="80994"/>
                </a:lnTo>
                <a:close/>
                <a:moveTo>
                  <a:pt x="84307" y="78291"/>
                </a:moveTo>
                <a:lnTo>
                  <a:pt x="86441" y="77129"/>
                </a:lnTo>
                <a:lnTo>
                  <a:pt x="86441" y="29709"/>
                </a:lnTo>
                <a:lnTo>
                  <a:pt x="84307" y="30870"/>
                </a:lnTo>
                <a:lnTo>
                  <a:pt x="84307" y="78291"/>
                </a:lnTo>
                <a:close/>
                <a:moveTo>
                  <a:pt x="89286" y="75588"/>
                </a:moveTo>
                <a:lnTo>
                  <a:pt x="91396" y="74426"/>
                </a:lnTo>
                <a:lnTo>
                  <a:pt x="91396" y="27006"/>
                </a:lnTo>
                <a:lnTo>
                  <a:pt x="89286" y="28167"/>
                </a:lnTo>
                <a:lnTo>
                  <a:pt x="89286" y="75588"/>
                </a:lnTo>
                <a:close/>
                <a:moveTo>
                  <a:pt x="94241" y="72885"/>
                </a:moveTo>
                <a:lnTo>
                  <a:pt x="96327" y="71723"/>
                </a:lnTo>
                <a:lnTo>
                  <a:pt x="96327" y="24327"/>
                </a:lnTo>
                <a:lnTo>
                  <a:pt x="94241" y="25465"/>
                </a:lnTo>
                <a:lnTo>
                  <a:pt x="94241" y="72885"/>
                </a:lnTo>
                <a:close/>
                <a:moveTo>
                  <a:pt x="99196" y="70182"/>
                </a:moveTo>
                <a:lnTo>
                  <a:pt x="101306" y="69044"/>
                </a:lnTo>
                <a:lnTo>
                  <a:pt x="101306" y="21624"/>
                </a:lnTo>
                <a:lnTo>
                  <a:pt x="99196" y="22762"/>
                </a:lnTo>
                <a:lnTo>
                  <a:pt x="99196" y="70182"/>
                </a:lnTo>
                <a:close/>
                <a:moveTo>
                  <a:pt x="104151" y="67479"/>
                </a:moveTo>
                <a:lnTo>
                  <a:pt x="106261" y="66341"/>
                </a:lnTo>
                <a:lnTo>
                  <a:pt x="106261" y="18921"/>
                </a:lnTo>
                <a:lnTo>
                  <a:pt x="104151" y="20059"/>
                </a:lnTo>
                <a:lnTo>
                  <a:pt x="104151" y="67479"/>
                </a:lnTo>
                <a:close/>
                <a:moveTo>
                  <a:pt x="109107" y="64776"/>
                </a:moveTo>
                <a:lnTo>
                  <a:pt x="111216" y="63638"/>
                </a:lnTo>
                <a:lnTo>
                  <a:pt x="111216" y="16218"/>
                </a:lnTo>
                <a:lnTo>
                  <a:pt x="109107" y="17356"/>
                </a:lnTo>
                <a:lnTo>
                  <a:pt x="109107" y="64776"/>
                </a:lnTo>
                <a:close/>
                <a:moveTo>
                  <a:pt x="114062" y="62073"/>
                </a:moveTo>
                <a:lnTo>
                  <a:pt x="116172" y="60935"/>
                </a:lnTo>
                <a:lnTo>
                  <a:pt x="116172" y="13515"/>
                </a:lnTo>
                <a:lnTo>
                  <a:pt x="114062" y="14653"/>
                </a:lnTo>
                <a:lnTo>
                  <a:pt x="114062" y="62073"/>
                </a:lnTo>
                <a:close/>
                <a:moveTo>
                  <a:pt x="119040" y="59370"/>
                </a:moveTo>
                <a:lnTo>
                  <a:pt x="121127" y="58232"/>
                </a:lnTo>
                <a:lnTo>
                  <a:pt x="121127" y="10812"/>
                </a:lnTo>
                <a:lnTo>
                  <a:pt x="119040" y="11950"/>
                </a:lnTo>
                <a:lnTo>
                  <a:pt x="119040" y="59370"/>
                </a:lnTo>
                <a:close/>
                <a:moveTo>
                  <a:pt x="123995" y="56667"/>
                </a:moveTo>
                <a:lnTo>
                  <a:pt x="126105" y="55529"/>
                </a:lnTo>
                <a:lnTo>
                  <a:pt x="126105" y="8109"/>
                </a:lnTo>
                <a:lnTo>
                  <a:pt x="123995" y="9247"/>
                </a:lnTo>
                <a:lnTo>
                  <a:pt x="123995" y="56667"/>
                </a:lnTo>
                <a:close/>
                <a:moveTo>
                  <a:pt x="128950" y="53964"/>
                </a:moveTo>
                <a:lnTo>
                  <a:pt x="131061" y="52826"/>
                </a:lnTo>
                <a:lnTo>
                  <a:pt x="131061" y="5406"/>
                </a:lnTo>
                <a:lnTo>
                  <a:pt x="128950" y="6544"/>
                </a:lnTo>
                <a:lnTo>
                  <a:pt x="128950" y="53964"/>
                </a:lnTo>
                <a:close/>
                <a:moveTo>
                  <a:pt x="133905" y="51261"/>
                </a:moveTo>
                <a:lnTo>
                  <a:pt x="136016" y="50123"/>
                </a:lnTo>
                <a:lnTo>
                  <a:pt x="136015" y="2703"/>
                </a:lnTo>
                <a:lnTo>
                  <a:pt x="133905" y="3841"/>
                </a:lnTo>
                <a:lnTo>
                  <a:pt x="133905" y="51261"/>
                </a:lnTo>
                <a:close/>
                <a:moveTo>
                  <a:pt x="138861" y="1138"/>
                </a:moveTo>
                <a:lnTo>
                  <a:pt x="138861" y="48558"/>
                </a:lnTo>
                <a:lnTo>
                  <a:pt x="140970" y="47420"/>
                </a:lnTo>
                <a:lnTo>
                  <a:pt x="140970" y="0"/>
                </a:lnTo>
                <a:lnTo>
                  <a:pt x="138861" y="1138"/>
                </a:lnTo>
                <a:close/>
              </a:path>
            </a:pathLst>
          </a:custGeom>
          <a:solidFill>
            <a:srgbClr val="9B76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Editable vector"/>
          <p:cNvSpPr/>
          <p:nvPr/>
        </p:nvSpPr>
        <p:spPr>
          <a:xfrm>
            <a:off x="5954534" y="3088987"/>
            <a:ext cx="29170" cy="28312"/>
          </a:xfrm>
          <a:custGeom>
            <a:avLst/>
            <a:gdLst/>
            <a:ahLst/>
            <a:cxnLst/>
            <a:rect l="0" t="0" r="r" b="b"/>
            <a:pathLst>
              <a:path w="29171" h="28312" fill="norm" stroke="0" extrusionOk="0">
                <a:moveTo>
                  <a:pt x="0" y="434"/>
                </a:moveTo>
                <a:cubicBezTo>
                  <a:pt x="0" y="284"/>
                  <a:pt x="83" y="149"/>
                  <a:pt x="215" y="73"/>
                </a:cubicBezTo>
                <a:cubicBezTo>
                  <a:pt x="346" y="0"/>
                  <a:pt x="512" y="0"/>
                  <a:pt x="645" y="73"/>
                </a:cubicBezTo>
                <a:lnTo>
                  <a:pt x="28958" y="15805"/>
                </a:lnTo>
                <a:cubicBezTo>
                  <a:pt x="29088" y="15879"/>
                  <a:pt x="29171" y="16016"/>
                  <a:pt x="29171" y="16163"/>
                </a:cubicBezTo>
                <a:lnTo>
                  <a:pt x="29171" y="27900"/>
                </a:lnTo>
                <a:cubicBezTo>
                  <a:pt x="29171" y="28049"/>
                  <a:pt x="29088" y="28189"/>
                  <a:pt x="28958" y="28262"/>
                </a:cubicBezTo>
                <a:cubicBezTo>
                  <a:pt x="28891" y="28298"/>
                  <a:pt x="28815" y="28312"/>
                  <a:pt x="28742" y="28312"/>
                </a:cubicBezTo>
                <a:cubicBezTo>
                  <a:pt x="28671" y="28312"/>
                  <a:pt x="28595" y="28298"/>
                  <a:pt x="28528" y="28262"/>
                </a:cubicBezTo>
                <a:lnTo>
                  <a:pt x="22938" y="25159"/>
                </a:lnTo>
                <a:cubicBezTo>
                  <a:pt x="22938" y="25159"/>
                  <a:pt x="22900" y="25144"/>
                  <a:pt x="22883" y="25133"/>
                </a:cubicBezTo>
                <a:lnTo>
                  <a:pt x="0" y="12412"/>
                </a:lnTo>
              </a:path>
            </a:pathLst>
          </a:custGeom>
          <a:solidFill>
            <a:srgbClr val="9B76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5" name="Editable vector"/>
          <p:cNvSpPr/>
          <p:nvPr/>
        </p:nvSpPr>
        <p:spPr>
          <a:xfrm>
            <a:off x="5983418" y="3089004"/>
            <a:ext cx="29668" cy="28300"/>
          </a:xfrm>
          <a:custGeom>
            <a:avLst/>
            <a:gdLst/>
            <a:ahLst/>
            <a:cxnLst/>
            <a:rect l="0" t="0" r="r" b="b"/>
            <a:pathLst>
              <a:path w="29669" h="28300" fill="norm" stroke="0" extrusionOk="0">
                <a:moveTo>
                  <a:pt x="436" y="28300"/>
                </a:moveTo>
                <a:cubicBezTo>
                  <a:pt x="363" y="28300"/>
                  <a:pt x="284" y="28281"/>
                  <a:pt x="218" y="28246"/>
                </a:cubicBezTo>
                <a:cubicBezTo>
                  <a:pt x="86" y="28172"/>
                  <a:pt x="0" y="28035"/>
                  <a:pt x="0" y="27888"/>
                </a:cubicBezTo>
                <a:lnTo>
                  <a:pt x="0" y="16156"/>
                </a:lnTo>
                <a:cubicBezTo>
                  <a:pt x="0" y="16009"/>
                  <a:pt x="85" y="15872"/>
                  <a:pt x="218" y="15798"/>
                </a:cubicBezTo>
                <a:lnTo>
                  <a:pt x="29017" y="76"/>
                </a:lnTo>
                <a:cubicBezTo>
                  <a:pt x="29150" y="0"/>
                  <a:pt x="29318" y="0"/>
                  <a:pt x="29451" y="76"/>
                </a:cubicBezTo>
                <a:cubicBezTo>
                  <a:pt x="29586" y="149"/>
                  <a:pt x="29669" y="289"/>
                  <a:pt x="29669" y="436"/>
                </a:cubicBezTo>
                <a:lnTo>
                  <a:pt x="29669" y="12163"/>
                </a:lnTo>
                <a:cubicBezTo>
                  <a:pt x="29669" y="12313"/>
                  <a:pt x="29586" y="12448"/>
                  <a:pt x="29451" y="12524"/>
                </a:cubicBezTo>
                <a:lnTo>
                  <a:pt x="6392" y="25118"/>
                </a:lnTo>
                <a:cubicBezTo>
                  <a:pt x="6392" y="25118"/>
                  <a:pt x="6352" y="25142"/>
                  <a:pt x="6335" y="25147"/>
                </a:cubicBezTo>
                <a:lnTo>
                  <a:pt x="655" y="28246"/>
                </a:lnTo>
                <a:cubicBezTo>
                  <a:pt x="588" y="28281"/>
                  <a:pt x="510" y="28300"/>
                  <a:pt x="436" y="28300"/>
                </a:cubicBezTo>
                <a:close/>
              </a:path>
            </a:pathLst>
          </a:custGeom>
          <a:solidFill>
            <a:srgbClr val="7858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Editable vector"/>
          <p:cNvSpPr/>
          <p:nvPr/>
        </p:nvSpPr>
        <p:spPr>
          <a:xfrm>
            <a:off x="5954918" y="3072580"/>
            <a:ext cx="57934" cy="32340"/>
          </a:xfrm>
          <a:custGeom>
            <a:avLst/>
            <a:gdLst/>
            <a:ahLst/>
            <a:cxnLst/>
            <a:rect l="0" t="0" r="r" b="b"/>
            <a:pathLst>
              <a:path w="57934" h="32340" fill="norm" stroke="0" extrusionOk="0">
                <a:moveTo>
                  <a:pt x="28685" y="32336"/>
                </a:moveTo>
                <a:cubicBezTo>
                  <a:pt x="27175" y="32336"/>
                  <a:pt x="25733" y="32039"/>
                  <a:pt x="24628" y="31444"/>
                </a:cubicBezTo>
                <a:lnTo>
                  <a:pt x="1802" y="19049"/>
                </a:lnTo>
                <a:cubicBezTo>
                  <a:pt x="642" y="18420"/>
                  <a:pt x="0" y="17524"/>
                  <a:pt x="0" y="16514"/>
                </a:cubicBezTo>
                <a:cubicBezTo>
                  <a:pt x="0" y="15350"/>
                  <a:pt x="877" y="14209"/>
                  <a:pt x="2411" y="13370"/>
                </a:cubicBezTo>
                <a:lnTo>
                  <a:pt x="24009" y="1650"/>
                </a:lnTo>
                <a:cubicBezTo>
                  <a:pt x="26774" y="147"/>
                  <a:pt x="30830" y="0"/>
                  <a:pt x="33241" y="1311"/>
                </a:cubicBezTo>
                <a:lnTo>
                  <a:pt x="56071" y="13707"/>
                </a:lnTo>
                <a:cubicBezTo>
                  <a:pt x="57284" y="14371"/>
                  <a:pt x="57934" y="15350"/>
                  <a:pt x="57863" y="16396"/>
                </a:cubicBezTo>
                <a:lnTo>
                  <a:pt x="57863" y="16410"/>
                </a:lnTo>
                <a:cubicBezTo>
                  <a:pt x="57754" y="17560"/>
                  <a:pt x="56900" y="18598"/>
                  <a:pt x="55452" y="19388"/>
                </a:cubicBezTo>
                <a:lnTo>
                  <a:pt x="33860" y="31112"/>
                </a:lnTo>
                <a:cubicBezTo>
                  <a:pt x="32357" y="31928"/>
                  <a:pt x="30480" y="32340"/>
                  <a:pt x="28685" y="32340"/>
                </a:cubicBezTo>
                <a:close/>
                <a:moveTo>
                  <a:pt x="28685" y="32340"/>
                </a:moveTo>
                <a:lnTo>
                  <a:pt x="28685" y="32336"/>
                </a:lnTo>
                <a:close/>
              </a:path>
            </a:pathLst>
          </a:custGeom>
          <a:solidFill>
            <a:srgbClr val="E2D8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Editable vector"/>
          <p:cNvSpPr/>
          <p:nvPr/>
        </p:nvSpPr>
        <p:spPr>
          <a:xfrm>
            <a:off x="5965897" y="3078733"/>
            <a:ext cx="17041" cy="16542"/>
          </a:xfrm>
          <a:custGeom>
            <a:avLst/>
            <a:gdLst/>
            <a:ahLst/>
            <a:cxnLst/>
            <a:rect l="0" t="0" r="r" b="b"/>
            <a:pathLst>
              <a:path w="17042" h="16543" fill="norm" stroke="0" extrusionOk="0">
                <a:moveTo>
                  <a:pt x="0" y="254"/>
                </a:moveTo>
                <a:cubicBezTo>
                  <a:pt x="0" y="168"/>
                  <a:pt x="50" y="90"/>
                  <a:pt x="126" y="47"/>
                </a:cubicBezTo>
                <a:cubicBezTo>
                  <a:pt x="204" y="0"/>
                  <a:pt x="299" y="0"/>
                  <a:pt x="377" y="47"/>
                </a:cubicBezTo>
                <a:lnTo>
                  <a:pt x="16916" y="9237"/>
                </a:lnTo>
                <a:cubicBezTo>
                  <a:pt x="16994" y="9280"/>
                  <a:pt x="17042" y="9358"/>
                  <a:pt x="17042" y="9444"/>
                </a:cubicBezTo>
                <a:lnTo>
                  <a:pt x="17042" y="16301"/>
                </a:lnTo>
                <a:cubicBezTo>
                  <a:pt x="17042" y="16388"/>
                  <a:pt x="16994" y="16469"/>
                  <a:pt x="16916" y="16512"/>
                </a:cubicBezTo>
                <a:cubicBezTo>
                  <a:pt x="16878" y="16535"/>
                  <a:pt x="16833" y="16543"/>
                  <a:pt x="16793" y="16543"/>
                </a:cubicBezTo>
                <a:cubicBezTo>
                  <a:pt x="16750" y="16543"/>
                  <a:pt x="16705" y="16535"/>
                  <a:pt x="16667" y="16512"/>
                </a:cubicBezTo>
                <a:lnTo>
                  <a:pt x="13400" y="14700"/>
                </a:lnTo>
                <a:cubicBezTo>
                  <a:pt x="13400" y="14700"/>
                  <a:pt x="13379" y="14691"/>
                  <a:pt x="13369" y="14686"/>
                </a:cubicBezTo>
                <a:lnTo>
                  <a:pt x="0" y="7253"/>
                </a:lnTo>
              </a:path>
            </a:pathLst>
          </a:custGeom>
          <a:solidFill>
            <a:srgbClr val="9B76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Editable vector"/>
          <p:cNvSpPr/>
          <p:nvPr/>
        </p:nvSpPr>
        <p:spPr>
          <a:xfrm>
            <a:off x="5982773" y="3078745"/>
            <a:ext cx="17333" cy="16530"/>
          </a:xfrm>
          <a:custGeom>
            <a:avLst/>
            <a:gdLst/>
            <a:ahLst/>
            <a:cxnLst/>
            <a:rect l="0" t="0" r="r" b="b"/>
            <a:pathLst>
              <a:path w="17333" h="16531" fill="norm" stroke="0" extrusionOk="0">
                <a:moveTo>
                  <a:pt x="256" y="16531"/>
                </a:moveTo>
                <a:cubicBezTo>
                  <a:pt x="214" y="16531"/>
                  <a:pt x="169" y="16523"/>
                  <a:pt x="128" y="16502"/>
                </a:cubicBezTo>
                <a:cubicBezTo>
                  <a:pt x="50" y="16457"/>
                  <a:pt x="0" y="16376"/>
                  <a:pt x="0" y="16291"/>
                </a:cubicBezTo>
                <a:lnTo>
                  <a:pt x="0" y="9439"/>
                </a:lnTo>
                <a:cubicBezTo>
                  <a:pt x="0" y="9353"/>
                  <a:pt x="50" y="9273"/>
                  <a:pt x="128" y="9230"/>
                </a:cubicBezTo>
                <a:lnTo>
                  <a:pt x="16952" y="45"/>
                </a:lnTo>
                <a:cubicBezTo>
                  <a:pt x="17030" y="0"/>
                  <a:pt x="17127" y="0"/>
                  <a:pt x="17206" y="45"/>
                </a:cubicBezTo>
                <a:cubicBezTo>
                  <a:pt x="17283" y="88"/>
                  <a:pt x="17333" y="168"/>
                  <a:pt x="17333" y="254"/>
                </a:cubicBezTo>
                <a:lnTo>
                  <a:pt x="17333" y="7108"/>
                </a:lnTo>
                <a:cubicBezTo>
                  <a:pt x="17333" y="7194"/>
                  <a:pt x="17283" y="7272"/>
                  <a:pt x="17206" y="7314"/>
                </a:cubicBezTo>
                <a:lnTo>
                  <a:pt x="3734" y="14676"/>
                </a:lnTo>
                <a:cubicBezTo>
                  <a:pt x="3734" y="14676"/>
                  <a:pt x="3711" y="14688"/>
                  <a:pt x="3701" y="14691"/>
                </a:cubicBezTo>
                <a:lnTo>
                  <a:pt x="382" y="16502"/>
                </a:lnTo>
                <a:cubicBezTo>
                  <a:pt x="344" y="16523"/>
                  <a:pt x="299" y="16531"/>
                  <a:pt x="256" y="16531"/>
                </a:cubicBezTo>
                <a:close/>
              </a:path>
            </a:pathLst>
          </a:custGeom>
          <a:solidFill>
            <a:srgbClr val="7858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9" name="Editable vector"/>
          <p:cNvSpPr/>
          <p:nvPr/>
        </p:nvSpPr>
        <p:spPr>
          <a:xfrm>
            <a:off x="5966120" y="3069149"/>
            <a:ext cx="33844" cy="18894"/>
          </a:xfrm>
          <a:custGeom>
            <a:avLst/>
            <a:gdLst/>
            <a:ahLst/>
            <a:cxnLst/>
            <a:rect l="0" t="0" r="r" b="b"/>
            <a:pathLst>
              <a:path w="33844" h="18895" fill="norm" stroke="0" extrusionOk="0">
                <a:moveTo>
                  <a:pt x="16757" y="18892"/>
                </a:moveTo>
                <a:cubicBezTo>
                  <a:pt x="15875" y="18892"/>
                  <a:pt x="15034" y="18717"/>
                  <a:pt x="14389" y="18371"/>
                </a:cubicBezTo>
                <a:lnTo>
                  <a:pt x="1053" y="11127"/>
                </a:lnTo>
                <a:cubicBezTo>
                  <a:pt x="375" y="10762"/>
                  <a:pt x="0" y="10236"/>
                  <a:pt x="0" y="9648"/>
                </a:cubicBezTo>
                <a:cubicBezTo>
                  <a:pt x="0" y="8967"/>
                  <a:pt x="512" y="8301"/>
                  <a:pt x="1408" y="7810"/>
                </a:cubicBezTo>
                <a:lnTo>
                  <a:pt x="14026" y="963"/>
                </a:lnTo>
                <a:cubicBezTo>
                  <a:pt x="15641" y="88"/>
                  <a:pt x="18011" y="0"/>
                  <a:pt x="19420" y="768"/>
                </a:cubicBezTo>
                <a:lnTo>
                  <a:pt x="32756" y="8009"/>
                </a:lnTo>
                <a:cubicBezTo>
                  <a:pt x="33465" y="8396"/>
                  <a:pt x="33844" y="8967"/>
                  <a:pt x="33804" y="9579"/>
                </a:cubicBezTo>
                <a:lnTo>
                  <a:pt x="33804" y="9588"/>
                </a:lnTo>
                <a:cubicBezTo>
                  <a:pt x="33740" y="10259"/>
                  <a:pt x="33242" y="10864"/>
                  <a:pt x="32395" y="11326"/>
                </a:cubicBezTo>
                <a:lnTo>
                  <a:pt x="19783" y="18176"/>
                </a:lnTo>
                <a:cubicBezTo>
                  <a:pt x="18903" y="18655"/>
                  <a:pt x="17805" y="18895"/>
                  <a:pt x="16757" y="18895"/>
                </a:cubicBezTo>
                <a:close/>
                <a:moveTo>
                  <a:pt x="16757" y="18895"/>
                </a:moveTo>
                <a:lnTo>
                  <a:pt x="16757" y="18892"/>
                </a:lnTo>
                <a:close/>
              </a:path>
            </a:pathLst>
          </a:custGeom>
          <a:solidFill>
            <a:srgbClr val="E2D8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0" name="Editable vector"/>
          <p:cNvSpPr/>
          <p:nvPr/>
        </p:nvSpPr>
        <p:spPr>
          <a:xfrm>
            <a:off x="5971355" y="3071888"/>
            <a:ext cx="23369" cy="13111"/>
          </a:xfrm>
          <a:custGeom>
            <a:avLst/>
            <a:gdLst/>
            <a:ahLst/>
            <a:cxnLst/>
            <a:rect l="0" t="0" r="r" b="b"/>
            <a:pathLst>
              <a:path w="23370" h="13112" fill="norm" stroke="0" extrusionOk="0">
                <a:moveTo>
                  <a:pt x="11570" y="13109"/>
                </a:moveTo>
                <a:cubicBezTo>
                  <a:pt x="10961" y="13109"/>
                  <a:pt x="10380" y="12988"/>
                  <a:pt x="9934" y="12746"/>
                </a:cubicBezTo>
                <a:lnTo>
                  <a:pt x="726" y="7722"/>
                </a:lnTo>
                <a:cubicBezTo>
                  <a:pt x="259" y="7466"/>
                  <a:pt x="0" y="7101"/>
                  <a:pt x="0" y="6696"/>
                </a:cubicBezTo>
                <a:cubicBezTo>
                  <a:pt x="0" y="6224"/>
                  <a:pt x="353" y="5759"/>
                  <a:pt x="972" y="5420"/>
                </a:cubicBezTo>
                <a:lnTo>
                  <a:pt x="9685" y="669"/>
                </a:lnTo>
                <a:cubicBezTo>
                  <a:pt x="10799" y="59"/>
                  <a:pt x="12435" y="0"/>
                  <a:pt x="13410" y="533"/>
                </a:cubicBezTo>
                <a:lnTo>
                  <a:pt x="22616" y="5558"/>
                </a:lnTo>
                <a:cubicBezTo>
                  <a:pt x="23106" y="5825"/>
                  <a:pt x="23370" y="6224"/>
                  <a:pt x="23341" y="6646"/>
                </a:cubicBezTo>
                <a:lnTo>
                  <a:pt x="23341" y="6653"/>
                </a:lnTo>
                <a:cubicBezTo>
                  <a:pt x="23296" y="7120"/>
                  <a:pt x="22952" y="7540"/>
                  <a:pt x="22366" y="7860"/>
                </a:cubicBezTo>
                <a:lnTo>
                  <a:pt x="13658" y="12614"/>
                </a:lnTo>
                <a:cubicBezTo>
                  <a:pt x="13052" y="12943"/>
                  <a:pt x="12293" y="13112"/>
                  <a:pt x="11570" y="13112"/>
                </a:cubicBezTo>
                <a:close/>
                <a:moveTo>
                  <a:pt x="11570" y="13112"/>
                </a:moveTo>
                <a:lnTo>
                  <a:pt x="11570" y="13109"/>
                </a:lnTo>
                <a:close/>
              </a:path>
            </a:pathLst>
          </a:custGeom>
          <a:solidFill>
            <a:srgbClr val="F1EC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1" name="Editable vector"/>
          <p:cNvSpPr/>
          <p:nvPr/>
        </p:nvSpPr>
        <p:spPr>
          <a:xfrm>
            <a:off x="8395399" y="2694148"/>
            <a:ext cx="314311" cy="385617"/>
          </a:xfrm>
          <a:custGeom>
            <a:avLst/>
            <a:gdLst/>
            <a:ahLst/>
            <a:cxnLst/>
            <a:rect l="0" t="0" r="r" b="b"/>
            <a:pathLst>
              <a:path w="314312" h="385618" fill="norm" stroke="0" extrusionOk="0">
                <a:moveTo>
                  <a:pt x="225268" y="377475"/>
                </a:moveTo>
                <a:cubicBezTo>
                  <a:pt x="225397" y="377491"/>
                  <a:pt x="225552" y="377504"/>
                  <a:pt x="225707" y="377519"/>
                </a:cubicBezTo>
                <a:cubicBezTo>
                  <a:pt x="227878" y="377726"/>
                  <a:pt x="229481" y="379662"/>
                  <a:pt x="229274" y="381839"/>
                </a:cubicBezTo>
                <a:cubicBezTo>
                  <a:pt x="229067" y="384020"/>
                  <a:pt x="227129" y="385618"/>
                  <a:pt x="224958" y="385414"/>
                </a:cubicBezTo>
                <a:cubicBezTo>
                  <a:pt x="224803" y="385398"/>
                  <a:pt x="224622" y="385377"/>
                  <a:pt x="224467" y="385362"/>
                </a:cubicBezTo>
                <a:cubicBezTo>
                  <a:pt x="222296" y="385145"/>
                  <a:pt x="220719" y="383206"/>
                  <a:pt x="220925" y="381030"/>
                </a:cubicBezTo>
                <a:cubicBezTo>
                  <a:pt x="221132" y="378848"/>
                  <a:pt x="223071" y="377258"/>
                  <a:pt x="225268" y="377475"/>
                </a:cubicBezTo>
                <a:close/>
                <a:moveTo>
                  <a:pt x="255691" y="375165"/>
                </a:moveTo>
                <a:cubicBezTo>
                  <a:pt x="257783" y="374565"/>
                  <a:pt x="259981" y="375790"/>
                  <a:pt x="260576" y="377894"/>
                </a:cubicBezTo>
                <a:cubicBezTo>
                  <a:pt x="261170" y="380001"/>
                  <a:pt x="259955" y="382193"/>
                  <a:pt x="257835" y="382793"/>
                </a:cubicBezTo>
                <a:cubicBezTo>
                  <a:pt x="257680" y="382834"/>
                  <a:pt x="257525" y="382878"/>
                  <a:pt x="257370" y="382922"/>
                </a:cubicBezTo>
                <a:cubicBezTo>
                  <a:pt x="255251" y="383506"/>
                  <a:pt x="253080" y="382270"/>
                  <a:pt x="252485" y="380161"/>
                </a:cubicBezTo>
                <a:cubicBezTo>
                  <a:pt x="251916" y="378049"/>
                  <a:pt x="253157" y="375865"/>
                  <a:pt x="255251" y="375281"/>
                </a:cubicBezTo>
                <a:cubicBezTo>
                  <a:pt x="255406" y="375245"/>
                  <a:pt x="255535" y="375203"/>
                  <a:pt x="255691" y="375165"/>
                </a:cubicBezTo>
                <a:close/>
                <a:moveTo>
                  <a:pt x="190322" y="372851"/>
                </a:moveTo>
                <a:cubicBezTo>
                  <a:pt x="191072" y="370791"/>
                  <a:pt x="193346" y="369721"/>
                  <a:pt x="195388" y="370462"/>
                </a:cubicBezTo>
                <a:cubicBezTo>
                  <a:pt x="195544" y="370514"/>
                  <a:pt x="195673" y="370566"/>
                  <a:pt x="195828" y="370620"/>
                </a:cubicBezTo>
                <a:cubicBezTo>
                  <a:pt x="197896" y="371354"/>
                  <a:pt x="198955" y="373619"/>
                  <a:pt x="198231" y="375682"/>
                </a:cubicBezTo>
                <a:cubicBezTo>
                  <a:pt x="197508" y="377744"/>
                  <a:pt x="195233" y="378822"/>
                  <a:pt x="193166" y="378085"/>
                </a:cubicBezTo>
                <a:cubicBezTo>
                  <a:pt x="193011" y="378031"/>
                  <a:pt x="192856" y="377977"/>
                  <a:pt x="192701" y="377922"/>
                </a:cubicBezTo>
                <a:cubicBezTo>
                  <a:pt x="190658" y="377181"/>
                  <a:pt x="189573" y="374909"/>
                  <a:pt x="190322" y="372851"/>
                </a:cubicBezTo>
                <a:close/>
                <a:moveTo>
                  <a:pt x="281434" y="360694"/>
                </a:moveTo>
                <a:cubicBezTo>
                  <a:pt x="283011" y="359195"/>
                  <a:pt x="285544" y="359273"/>
                  <a:pt x="287043" y="360868"/>
                </a:cubicBezTo>
                <a:cubicBezTo>
                  <a:pt x="288542" y="362462"/>
                  <a:pt x="288465" y="364967"/>
                  <a:pt x="286862" y="366469"/>
                </a:cubicBezTo>
                <a:cubicBezTo>
                  <a:pt x="286733" y="366580"/>
                  <a:pt x="286630" y="366696"/>
                  <a:pt x="286500" y="366807"/>
                </a:cubicBezTo>
                <a:cubicBezTo>
                  <a:pt x="284898" y="368297"/>
                  <a:pt x="282391" y="368201"/>
                  <a:pt x="280891" y="366596"/>
                </a:cubicBezTo>
                <a:cubicBezTo>
                  <a:pt x="279418" y="364990"/>
                  <a:pt x="279495" y="362483"/>
                  <a:pt x="281098" y="360994"/>
                </a:cubicBezTo>
                <a:cubicBezTo>
                  <a:pt x="281227" y="360896"/>
                  <a:pt x="281331" y="360795"/>
                  <a:pt x="281434" y="360694"/>
                </a:cubicBezTo>
                <a:close/>
                <a:moveTo>
                  <a:pt x="161890" y="358869"/>
                </a:moveTo>
                <a:cubicBezTo>
                  <a:pt x="162976" y="356964"/>
                  <a:pt x="165380" y="356297"/>
                  <a:pt x="167292" y="357380"/>
                </a:cubicBezTo>
                <a:cubicBezTo>
                  <a:pt x="167422" y="357455"/>
                  <a:pt x="167551" y="357533"/>
                  <a:pt x="167706" y="357608"/>
                </a:cubicBezTo>
                <a:cubicBezTo>
                  <a:pt x="169593" y="358683"/>
                  <a:pt x="170265" y="361103"/>
                  <a:pt x="169205" y="363008"/>
                </a:cubicBezTo>
                <a:cubicBezTo>
                  <a:pt x="168119" y="364913"/>
                  <a:pt x="165690" y="365585"/>
                  <a:pt x="163803" y="364510"/>
                </a:cubicBezTo>
                <a:cubicBezTo>
                  <a:pt x="163648" y="364432"/>
                  <a:pt x="163519" y="364352"/>
                  <a:pt x="163389" y="364274"/>
                </a:cubicBezTo>
                <a:cubicBezTo>
                  <a:pt x="161477" y="363191"/>
                  <a:pt x="160805" y="360772"/>
                  <a:pt x="161890" y="358869"/>
                </a:cubicBezTo>
                <a:close/>
                <a:moveTo>
                  <a:pt x="135681" y="340971"/>
                </a:moveTo>
                <a:cubicBezTo>
                  <a:pt x="136999" y="339221"/>
                  <a:pt x="139481" y="338870"/>
                  <a:pt x="141238" y="340183"/>
                </a:cubicBezTo>
                <a:cubicBezTo>
                  <a:pt x="141290" y="340227"/>
                  <a:pt x="141342" y="340273"/>
                  <a:pt x="141419" y="340317"/>
                </a:cubicBezTo>
                <a:lnTo>
                  <a:pt x="141600" y="340457"/>
                </a:lnTo>
                <a:cubicBezTo>
                  <a:pt x="143358" y="341770"/>
                  <a:pt x="143694" y="344254"/>
                  <a:pt x="142401" y="346007"/>
                </a:cubicBezTo>
                <a:cubicBezTo>
                  <a:pt x="141083" y="347759"/>
                  <a:pt x="138602" y="348116"/>
                  <a:pt x="136844" y="346803"/>
                </a:cubicBezTo>
                <a:cubicBezTo>
                  <a:pt x="136792" y="346756"/>
                  <a:pt x="136715" y="346707"/>
                  <a:pt x="136663" y="346661"/>
                </a:cubicBezTo>
                <a:cubicBezTo>
                  <a:pt x="136585" y="346614"/>
                  <a:pt x="136534" y="346568"/>
                  <a:pt x="136457" y="346521"/>
                </a:cubicBezTo>
                <a:cubicBezTo>
                  <a:pt x="134720" y="345205"/>
                  <a:pt x="134368" y="342721"/>
                  <a:pt x="135681" y="340971"/>
                </a:cubicBezTo>
                <a:close/>
                <a:moveTo>
                  <a:pt x="298131" y="335978"/>
                </a:moveTo>
                <a:cubicBezTo>
                  <a:pt x="298984" y="333961"/>
                  <a:pt x="301311" y="333013"/>
                  <a:pt x="303326" y="333860"/>
                </a:cubicBezTo>
                <a:cubicBezTo>
                  <a:pt x="305343" y="334706"/>
                  <a:pt x="306299" y="337030"/>
                  <a:pt x="305446" y="339048"/>
                </a:cubicBezTo>
                <a:cubicBezTo>
                  <a:pt x="305395" y="339198"/>
                  <a:pt x="305317" y="339351"/>
                  <a:pt x="305265" y="339501"/>
                </a:cubicBezTo>
                <a:cubicBezTo>
                  <a:pt x="304412" y="341514"/>
                  <a:pt x="302086" y="342453"/>
                  <a:pt x="300070" y="341592"/>
                </a:cubicBezTo>
                <a:cubicBezTo>
                  <a:pt x="298054" y="340736"/>
                  <a:pt x="297097" y="338407"/>
                  <a:pt x="297976" y="336394"/>
                </a:cubicBezTo>
                <a:cubicBezTo>
                  <a:pt x="298028" y="336257"/>
                  <a:pt x="298079" y="336117"/>
                  <a:pt x="298131" y="335978"/>
                </a:cubicBezTo>
                <a:close/>
                <a:moveTo>
                  <a:pt x="112287" y="320889"/>
                </a:moveTo>
                <a:cubicBezTo>
                  <a:pt x="113773" y="319284"/>
                  <a:pt x="116280" y="319181"/>
                  <a:pt x="117887" y="320667"/>
                </a:cubicBezTo>
                <a:cubicBezTo>
                  <a:pt x="117999" y="320770"/>
                  <a:pt x="118108" y="320871"/>
                  <a:pt x="118218" y="320975"/>
                </a:cubicBezTo>
                <a:cubicBezTo>
                  <a:pt x="119826" y="322456"/>
                  <a:pt x="119930" y="324963"/>
                  <a:pt x="118446" y="326573"/>
                </a:cubicBezTo>
                <a:cubicBezTo>
                  <a:pt x="116963" y="328184"/>
                  <a:pt x="114455" y="328285"/>
                  <a:pt x="112845" y="326804"/>
                </a:cubicBezTo>
                <a:cubicBezTo>
                  <a:pt x="112733" y="326700"/>
                  <a:pt x="112620" y="326594"/>
                  <a:pt x="112509" y="326488"/>
                </a:cubicBezTo>
                <a:cubicBezTo>
                  <a:pt x="110901" y="325005"/>
                  <a:pt x="110800" y="322497"/>
                  <a:pt x="112287" y="320889"/>
                </a:cubicBezTo>
                <a:close/>
                <a:moveTo>
                  <a:pt x="310021" y="302896"/>
                </a:moveTo>
                <a:cubicBezTo>
                  <a:pt x="312193" y="303154"/>
                  <a:pt x="313743" y="305127"/>
                  <a:pt x="313485" y="307298"/>
                </a:cubicBezTo>
                <a:cubicBezTo>
                  <a:pt x="313485" y="307376"/>
                  <a:pt x="313459" y="307453"/>
                  <a:pt x="313459" y="307531"/>
                </a:cubicBezTo>
                <a:cubicBezTo>
                  <a:pt x="313433" y="307611"/>
                  <a:pt x="313433" y="307691"/>
                  <a:pt x="313433" y="307774"/>
                </a:cubicBezTo>
                <a:cubicBezTo>
                  <a:pt x="313149" y="309948"/>
                  <a:pt x="311184" y="311491"/>
                  <a:pt x="309013" y="311227"/>
                </a:cubicBezTo>
                <a:cubicBezTo>
                  <a:pt x="306842" y="310961"/>
                  <a:pt x="305291" y="308986"/>
                  <a:pt x="305550" y="306815"/>
                </a:cubicBezTo>
                <a:cubicBezTo>
                  <a:pt x="305575" y="306737"/>
                  <a:pt x="305575" y="306660"/>
                  <a:pt x="305575" y="306582"/>
                </a:cubicBezTo>
                <a:cubicBezTo>
                  <a:pt x="305602" y="306510"/>
                  <a:pt x="305602" y="306435"/>
                  <a:pt x="305602" y="306365"/>
                </a:cubicBezTo>
                <a:cubicBezTo>
                  <a:pt x="305860" y="304191"/>
                  <a:pt x="307850" y="302640"/>
                  <a:pt x="310021" y="302896"/>
                </a:cubicBezTo>
                <a:close/>
                <a:moveTo>
                  <a:pt x="90882" y="298693"/>
                </a:moveTo>
                <a:cubicBezTo>
                  <a:pt x="92505" y="297227"/>
                  <a:pt x="95010" y="297354"/>
                  <a:pt x="96479" y="298975"/>
                </a:cubicBezTo>
                <a:cubicBezTo>
                  <a:pt x="96579" y="299088"/>
                  <a:pt x="96680" y="299199"/>
                  <a:pt x="96781" y="299311"/>
                </a:cubicBezTo>
                <a:cubicBezTo>
                  <a:pt x="98251" y="300934"/>
                  <a:pt x="98125" y="303441"/>
                  <a:pt x="96502" y="304909"/>
                </a:cubicBezTo>
                <a:cubicBezTo>
                  <a:pt x="94881" y="306380"/>
                  <a:pt x="92373" y="306254"/>
                  <a:pt x="90905" y="304630"/>
                </a:cubicBezTo>
                <a:cubicBezTo>
                  <a:pt x="90802" y="304519"/>
                  <a:pt x="90699" y="304403"/>
                  <a:pt x="90595" y="304289"/>
                </a:cubicBezTo>
                <a:cubicBezTo>
                  <a:pt x="89130" y="302666"/>
                  <a:pt x="89257" y="300161"/>
                  <a:pt x="90882" y="298693"/>
                </a:cubicBezTo>
                <a:close/>
                <a:moveTo>
                  <a:pt x="71448" y="274746"/>
                </a:moveTo>
                <a:cubicBezTo>
                  <a:pt x="73187" y="273420"/>
                  <a:pt x="75674" y="273756"/>
                  <a:pt x="77002" y="275498"/>
                </a:cubicBezTo>
                <a:cubicBezTo>
                  <a:pt x="77093" y="275615"/>
                  <a:pt x="77186" y="275736"/>
                  <a:pt x="77277" y="275855"/>
                </a:cubicBezTo>
                <a:cubicBezTo>
                  <a:pt x="78605" y="277595"/>
                  <a:pt x="78271" y="280082"/>
                  <a:pt x="76532" y="281413"/>
                </a:cubicBezTo>
                <a:cubicBezTo>
                  <a:pt x="74792" y="282741"/>
                  <a:pt x="72306" y="282408"/>
                  <a:pt x="70977" y="280668"/>
                </a:cubicBezTo>
                <a:cubicBezTo>
                  <a:pt x="70884" y="280547"/>
                  <a:pt x="70791" y="280425"/>
                  <a:pt x="70698" y="280301"/>
                </a:cubicBezTo>
                <a:cubicBezTo>
                  <a:pt x="69369" y="278562"/>
                  <a:pt x="69706" y="276075"/>
                  <a:pt x="71448" y="274746"/>
                </a:cubicBezTo>
                <a:close/>
                <a:moveTo>
                  <a:pt x="309944" y="272092"/>
                </a:moveTo>
                <a:cubicBezTo>
                  <a:pt x="312115" y="271947"/>
                  <a:pt x="314002" y="273599"/>
                  <a:pt x="314157" y="275783"/>
                </a:cubicBezTo>
                <a:cubicBezTo>
                  <a:pt x="314157" y="275938"/>
                  <a:pt x="314182" y="276096"/>
                  <a:pt x="314182" y="276251"/>
                </a:cubicBezTo>
                <a:cubicBezTo>
                  <a:pt x="314312" y="278435"/>
                  <a:pt x="312658" y="280322"/>
                  <a:pt x="310486" y="280462"/>
                </a:cubicBezTo>
                <a:cubicBezTo>
                  <a:pt x="308290" y="280601"/>
                  <a:pt x="306402" y="278942"/>
                  <a:pt x="306274" y="276758"/>
                </a:cubicBezTo>
                <a:cubicBezTo>
                  <a:pt x="306274" y="276608"/>
                  <a:pt x="306247" y="276460"/>
                  <a:pt x="306247" y="276308"/>
                </a:cubicBezTo>
                <a:cubicBezTo>
                  <a:pt x="306092" y="274123"/>
                  <a:pt x="307746" y="272234"/>
                  <a:pt x="309944" y="272092"/>
                </a:cubicBezTo>
                <a:close/>
                <a:moveTo>
                  <a:pt x="305136" y="241636"/>
                </a:moveTo>
                <a:cubicBezTo>
                  <a:pt x="307281" y="241197"/>
                  <a:pt x="309375" y="242567"/>
                  <a:pt x="309840" y="244718"/>
                </a:cubicBezTo>
                <a:cubicBezTo>
                  <a:pt x="309866" y="244868"/>
                  <a:pt x="309892" y="245018"/>
                  <a:pt x="309918" y="245170"/>
                </a:cubicBezTo>
                <a:cubicBezTo>
                  <a:pt x="310357" y="247313"/>
                  <a:pt x="308987" y="249407"/>
                  <a:pt x="306842" y="249851"/>
                </a:cubicBezTo>
                <a:cubicBezTo>
                  <a:pt x="304697" y="250288"/>
                  <a:pt x="302603" y="248908"/>
                  <a:pt x="302164" y="246765"/>
                </a:cubicBezTo>
                <a:cubicBezTo>
                  <a:pt x="302137" y="246620"/>
                  <a:pt x="302086" y="246473"/>
                  <a:pt x="302060" y="246328"/>
                </a:cubicBezTo>
                <a:cubicBezTo>
                  <a:pt x="301621" y="244185"/>
                  <a:pt x="302991" y="242076"/>
                  <a:pt x="305136" y="241636"/>
                </a:cubicBezTo>
                <a:close/>
                <a:moveTo>
                  <a:pt x="38645" y="222560"/>
                </a:moveTo>
                <a:cubicBezTo>
                  <a:pt x="40576" y="221526"/>
                  <a:pt x="42976" y="222275"/>
                  <a:pt x="44010" y="224188"/>
                </a:cubicBezTo>
                <a:cubicBezTo>
                  <a:pt x="44080" y="224318"/>
                  <a:pt x="44153" y="224447"/>
                  <a:pt x="44223" y="224602"/>
                </a:cubicBezTo>
                <a:cubicBezTo>
                  <a:pt x="45259" y="226515"/>
                  <a:pt x="44533" y="228919"/>
                  <a:pt x="42604" y="229953"/>
                </a:cubicBezTo>
                <a:cubicBezTo>
                  <a:pt x="40677" y="230986"/>
                  <a:pt x="38275" y="230263"/>
                  <a:pt x="37239" y="228350"/>
                </a:cubicBezTo>
                <a:cubicBezTo>
                  <a:pt x="37167" y="228195"/>
                  <a:pt x="37094" y="228066"/>
                  <a:pt x="37022" y="227936"/>
                </a:cubicBezTo>
                <a:cubicBezTo>
                  <a:pt x="35988" y="225998"/>
                  <a:pt x="36716" y="223594"/>
                  <a:pt x="38645" y="222560"/>
                </a:cubicBezTo>
                <a:close/>
                <a:moveTo>
                  <a:pt x="296762" y="211962"/>
                </a:moveTo>
                <a:cubicBezTo>
                  <a:pt x="298829" y="211290"/>
                  <a:pt x="301078" y="212427"/>
                  <a:pt x="301750" y="214521"/>
                </a:cubicBezTo>
                <a:cubicBezTo>
                  <a:pt x="301802" y="214650"/>
                  <a:pt x="301854" y="214805"/>
                  <a:pt x="301905" y="214960"/>
                </a:cubicBezTo>
                <a:cubicBezTo>
                  <a:pt x="302577" y="217028"/>
                  <a:pt x="301440" y="219277"/>
                  <a:pt x="299346" y="219949"/>
                </a:cubicBezTo>
                <a:cubicBezTo>
                  <a:pt x="297252" y="220621"/>
                  <a:pt x="295029" y="219484"/>
                  <a:pt x="294358" y="217390"/>
                </a:cubicBezTo>
                <a:cubicBezTo>
                  <a:pt x="294306" y="217261"/>
                  <a:pt x="294254" y="217106"/>
                  <a:pt x="294202" y="216976"/>
                </a:cubicBezTo>
                <a:cubicBezTo>
                  <a:pt x="293530" y="214883"/>
                  <a:pt x="294668" y="212660"/>
                  <a:pt x="296762" y="211962"/>
                </a:cubicBezTo>
                <a:close/>
                <a:moveTo>
                  <a:pt x="285466" y="183269"/>
                </a:moveTo>
                <a:cubicBezTo>
                  <a:pt x="287482" y="182391"/>
                  <a:pt x="289809" y="183321"/>
                  <a:pt x="290687" y="185337"/>
                </a:cubicBezTo>
                <a:cubicBezTo>
                  <a:pt x="290739" y="185467"/>
                  <a:pt x="290816" y="185622"/>
                  <a:pt x="290868" y="185751"/>
                </a:cubicBezTo>
                <a:cubicBezTo>
                  <a:pt x="291721" y="187767"/>
                  <a:pt x="290816" y="190094"/>
                  <a:pt x="288800" y="190972"/>
                </a:cubicBezTo>
                <a:cubicBezTo>
                  <a:pt x="286784" y="191826"/>
                  <a:pt x="284458" y="190895"/>
                  <a:pt x="283580" y="188879"/>
                </a:cubicBezTo>
                <a:cubicBezTo>
                  <a:pt x="283528" y="188750"/>
                  <a:pt x="283476" y="188620"/>
                  <a:pt x="283398" y="188465"/>
                </a:cubicBezTo>
                <a:cubicBezTo>
                  <a:pt x="282546" y="186475"/>
                  <a:pt x="283476" y="184122"/>
                  <a:pt x="285466" y="183269"/>
                </a:cubicBezTo>
                <a:close/>
                <a:moveTo>
                  <a:pt x="14987" y="165666"/>
                </a:moveTo>
                <a:cubicBezTo>
                  <a:pt x="17067" y="164994"/>
                  <a:pt x="19303" y="166131"/>
                  <a:pt x="19978" y="168225"/>
                </a:cubicBezTo>
                <a:cubicBezTo>
                  <a:pt x="20024" y="168354"/>
                  <a:pt x="20071" y="168509"/>
                  <a:pt x="20117" y="168639"/>
                </a:cubicBezTo>
                <a:cubicBezTo>
                  <a:pt x="20795" y="170733"/>
                  <a:pt x="19657" y="172981"/>
                  <a:pt x="17576" y="173654"/>
                </a:cubicBezTo>
                <a:cubicBezTo>
                  <a:pt x="15494" y="174326"/>
                  <a:pt x="13257" y="173188"/>
                  <a:pt x="12581" y="171094"/>
                </a:cubicBezTo>
                <a:cubicBezTo>
                  <a:pt x="12531" y="170965"/>
                  <a:pt x="12485" y="170810"/>
                  <a:pt x="12438" y="170655"/>
                </a:cubicBezTo>
                <a:cubicBezTo>
                  <a:pt x="11764" y="168587"/>
                  <a:pt x="12903" y="166338"/>
                  <a:pt x="14987" y="165666"/>
                </a:cubicBezTo>
                <a:close/>
                <a:moveTo>
                  <a:pt x="271741" y="155663"/>
                </a:moveTo>
                <a:cubicBezTo>
                  <a:pt x="273654" y="154629"/>
                  <a:pt x="276058" y="155353"/>
                  <a:pt x="277092" y="157265"/>
                </a:cubicBezTo>
                <a:cubicBezTo>
                  <a:pt x="277169" y="157395"/>
                  <a:pt x="277247" y="157550"/>
                  <a:pt x="277324" y="157679"/>
                </a:cubicBezTo>
                <a:cubicBezTo>
                  <a:pt x="278358" y="159618"/>
                  <a:pt x="277609" y="162022"/>
                  <a:pt x="275696" y="163056"/>
                </a:cubicBezTo>
                <a:cubicBezTo>
                  <a:pt x="273757" y="164064"/>
                  <a:pt x="271353" y="163340"/>
                  <a:pt x="270320" y="161427"/>
                </a:cubicBezTo>
                <a:cubicBezTo>
                  <a:pt x="270242" y="161298"/>
                  <a:pt x="270190" y="161143"/>
                  <a:pt x="270113" y="161013"/>
                </a:cubicBezTo>
                <a:cubicBezTo>
                  <a:pt x="269079" y="159101"/>
                  <a:pt x="269803" y="156697"/>
                  <a:pt x="271741" y="155663"/>
                </a:cubicBezTo>
                <a:close/>
                <a:moveTo>
                  <a:pt x="7489" y="135759"/>
                </a:moveTo>
                <a:cubicBezTo>
                  <a:pt x="9634" y="135319"/>
                  <a:pt x="11730" y="136715"/>
                  <a:pt x="12169" y="138861"/>
                </a:cubicBezTo>
                <a:cubicBezTo>
                  <a:pt x="12200" y="138990"/>
                  <a:pt x="12229" y="139145"/>
                  <a:pt x="12260" y="139300"/>
                </a:cubicBezTo>
                <a:cubicBezTo>
                  <a:pt x="12705" y="141420"/>
                  <a:pt x="11326" y="143539"/>
                  <a:pt x="9184" y="143979"/>
                </a:cubicBezTo>
                <a:cubicBezTo>
                  <a:pt x="7041" y="144418"/>
                  <a:pt x="4942" y="143048"/>
                  <a:pt x="4498" y="140903"/>
                </a:cubicBezTo>
                <a:cubicBezTo>
                  <a:pt x="4467" y="140748"/>
                  <a:pt x="4435" y="140593"/>
                  <a:pt x="4404" y="140438"/>
                </a:cubicBezTo>
                <a:cubicBezTo>
                  <a:pt x="3966" y="138292"/>
                  <a:pt x="5345" y="136198"/>
                  <a:pt x="7489" y="135759"/>
                </a:cubicBezTo>
                <a:close/>
                <a:moveTo>
                  <a:pt x="255793" y="129245"/>
                </a:moveTo>
                <a:cubicBezTo>
                  <a:pt x="257628" y="128056"/>
                  <a:pt x="260084" y="128599"/>
                  <a:pt x="261273" y="130434"/>
                </a:cubicBezTo>
                <a:cubicBezTo>
                  <a:pt x="261351" y="130563"/>
                  <a:pt x="261428" y="130693"/>
                  <a:pt x="261531" y="130822"/>
                </a:cubicBezTo>
                <a:cubicBezTo>
                  <a:pt x="262695" y="132657"/>
                  <a:pt x="262178" y="135113"/>
                  <a:pt x="260342" y="136302"/>
                </a:cubicBezTo>
                <a:cubicBezTo>
                  <a:pt x="258481" y="137491"/>
                  <a:pt x="256026" y="136948"/>
                  <a:pt x="254863" y="135113"/>
                </a:cubicBezTo>
                <a:cubicBezTo>
                  <a:pt x="254760" y="134984"/>
                  <a:pt x="254682" y="134854"/>
                  <a:pt x="254605" y="134725"/>
                </a:cubicBezTo>
                <a:cubicBezTo>
                  <a:pt x="253416" y="132890"/>
                  <a:pt x="253958" y="130434"/>
                  <a:pt x="255793" y="129245"/>
                </a:cubicBezTo>
                <a:close/>
                <a:moveTo>
                  <a:pt x="3842" y="105154"/>
                </a:moveTo>
                <a:cubicBezTo>
                  <a:pt x="6025" y="105024"/>
                  <a:pt x="7912" y="106679"/>
                  <a:pt x="8051" y="108850"/>
                </a:cubicBezTo>
                <a:cubicBezTo>
                  <a:pt x="8062" y="109005"/>
                  <a:pt x="8070" y="109160"/>
                  <a:pt x="8080" y="109315"/>
                </a:cubicBezTo>
                <a:cubicBezTo>
                  <a:pt x="8225" y="111487"/>
                  <a:pt x="6573" y="113374"/>
                  <a:pt x="4389" y="113529"/>
                </a:cubicBezTo>
                <a:cubicBezTo>
                  <a:pt x="2205" y="113658"/>
                  <a:pt x="315" y="112030"/>
                  <a:pt x="171" y="109832"/>
                </a:cubicBezTo>
                <a:cubicBezTo>
                  <a:pt x="160" y="109677"/>
                  <a:pt x="150" y="109522"/>
                  <a:pt x="140" y="109367"/>
                </a:cubicBezTo>
                <a:cubicBezTo>
                  <a:pt x="0" y="107170"/>
                  <a:pt x="1657" y="105309"/>
                  <a:pt x="3842" y="105154"/>
                </a:cubicBezTo>
                <a:close/>
                <a:moveTo>
                  <a:pt x="237803" y="104198"/>
                </a:moveTo>
                <a:cubicBezTo>
                  <a:pt x="239535" y="102879"/>
                  <a:pt x="242043" y="103215"/>
                  <a:pt x="243361" y="104947"/>
                </a:cubicBezTo>
                <a:cubicBezTo>
                  <a:pt x="243464" y="105076"/>
                  <a:pt x="243542" y="105180"/>
                  <a:pt x="243645" y="105309"/>
                </a:cubicBezTo>
                <a:cubicBezTo>
                  <a:pt x="244963" y="107041"/>
                  <a:pt x="244627" y="109548"/>
                  <a:pt x="242895" y="110866"/>
                </a:cubicBezTo>
                <a:cubicBezTo>
                  <a:pt x="241138" y="112185"/>
                  <a:pt x="238657" y="111849"/>
                  <a:pt x="237338" y="110117"/>
                </a:cubicBezTo>
                <a:cubicBezTo>
                  <a:pt x="237235" y="109987"/>
                  <a:pt x="237158" y="109884"/>
                  <a:pt x="237054" y="109755"/>
                </a:cubicBezTo>
                <a:cubicBezTo>
                  <a:pt x="235736" y="108023"/>
                  <a:pt x="236072" y="105542"/>
                  <a:pt x="237803" y="104198"/>
                </a:cubicBezTo>
                <a:close/>
                <a:moveTo>
                  <a:pt x="217823" y="80701"/>
                </a:moveTo>
                <a:cubicBezTo>
                  <a:pt x="219452" y="79227"/>
                  <a:pt x="221959" y="79356"/>
                  <a:pt x="223432" y="80985"/>
                </a:cubicBezTo>
                <a:cubicBezTo>
                  <a:pt x="223536" y="81088"/>
                  <a:pt x="223639" y="81218"/>
                  <a:pt x="223743" y="81321"/>
                </a:cubicBezTo>
                <a:cubicBezTo>
                  <a:pt x="225216" y="82950"/>
                  <a:pt x="225086" y="85457"/>
                  <a:pt x="223458" y="86930"/>
                </a:cubicBezTo>
                <a:cubicBezTo>
                  <a:pt x="221830" y="88378"/>
                  <a:pt x="219322" y="88274"/>
                  <a:pt x="217849" y="86646"/>
                </a:cubicBezTo>
                <a:cubicBezTo>
                  <a:pt x="217746" y="86517"/>
                  <a:pt x="217643" y="86413"/>
                  <a:pt x="217565" y="86310"/>
                </a:cubicBezTo>
                <a:cubicBezTo>
                  <a:pt x="216091" y="84681"/>
                  <a:pt x="216221" y="82174"/>
                  <a:pt x="217823" y="80701"/>
                </a:cubicBezTo>
                <a:close/>
                <a:moveTo>
                  <a:pt x="5309" y="74394"/>
                </a:moveTo>
                <a:cubicBezTo>
                  <a:pt x="7483" y="74652"/>
                  <a:pt x="9029" y="76642"/>
                  <a:pt x="8762" y="78814"/>
                </a:cubicBezTo>
                <a:cubicBezTo>
                  <a:pt x="8755" y="78891"/>
                  <a:pt x="8744" y="78969"/>
                  <a:pt x="8737" y="79046"/>
                </a:cubicBezTo>
                <a:cubicBezTo>
                  <a:pt x="8727" y="79098"/>
                  <a:pt x="8719" y="79175"/>
                  <a:pt x="8708" y="79253"/>
                </a:cubicBezTo>
                <a:cubicBezTo>
                  <a:pt x="8452" y="81424"/>
                  <a:pt x="6480" y="82975"/>
                  <a:pt x="4307" y="82717"/>
                </a:cubicBezTo>
                <a:cubicBezTo>
                  <a:pt x="2132" y="82458"/>
                  <a:pt x="579" y="80494"/>
                  <a:pt x="838" y="78322"/>
                </a:cubicBezTo>
                <a:cubicBezTo>
                  <a:pt x="846" y="78245"/>
                  <a:pt x="856" y="78167"/>
                  <a:pt x="864" y="78090"/>
                </a:cubicBezTo>
                <a:lnTo>
                  <a:pt x="895" y="77831"/>
                </a:lnTo>
                <a:cubicBezTo>
                  <a:pt x="1158" y="75660"/>
                  <a:pt x="3135" y="74135"/>
                  <a:pt x="5309" y="74394"/>
                </a:cubicBezTo>
                <a:close/>
                <a:moveTo>
                  <a:pt x="195879" y="59039"/>
                </a:moveTo>
                <a:cubicBezTo>
                  <a:pt x="197378" y="57437"/>
                  <a:pt x="199885" y="57333"/>
                  <a:pt x="201488" y="58806"/>
                </a:cubicBezTo>
                <a:cubicBezTo>
                  <a:pt x="201592" y="58910"/>
                  <a:pt x="201720" y="59013"/>
                  <a:pt x="201824" y="59117"/>
                </a:cubicBezTo>
                <a:cubicBezTo>
                  <a:pt x="203426" y="60616"/>
                  <a:pt x="203530" y="63123"/>
                  <a:pt x="202057" y="64726"/>
                </a:cubicBezTo>
                <a:cubicBezTo>
                  <a:pt x="200558" y="66329"/>
                  <a:pt x="198050" y="66432"/>
                  <a:pt x="196448" y="64959"/>
                </a:cubicBezTo>
                <a:cubicBezTo>
                  <a:pt x="196345" y="64855"/>
                  <a:pt x="196241" y="64752"/>
                  <a:pt x="196112" y="64648"/>
                </a:cubicBezTo>
                <a:cubicBezTo>
                  <a:pt x="194509" y="63149"/>
                  <a:pt x="194406" y="60642"/>
                  <a:pt x="195879" y="59039"/>
                </a:cubicBezTo>
                <a:close/>
                <a:moveTo>
                  <a:pt x="9062" y="46115"/>
                </a:moveTo>
                <a:cubicBezTo>
                  <a:pt x="9920" y="44098"/>
                  <a:pt x="12247" y="43168"/>
                  <a:pt x="14260" y="44021"/>
                </a:cubicBezTo>
                <a:cubicBezTo>
                  <a:pt x="16277" y="44874"/>
                  <a:pt x="17212" y="47200"/>
                  <a:pt x="16354" y="49216"/>
                </a:cubicBezTo>
                <a:cubicBezTo>
                  <a:pt x="16294" y="49346"/>
                  <a:pt x="16238" y="49501"/>
                  <a:pt x="16178" y="49630"/>
                </a:cubicBezTo>
                <a:cubicBezTo>
                  <a:pt x="15333" y="51646"/>
                  <a:pt x="13009" y="52603"/>
                  <a:pt x="10991" y="51750"/>
                </a:cubicBezTo>
                <a:cubicBezTo>
                  <a:pt x="8975" y="50897"/>
                  <a:pt x="8024" y="48596"/>
                  <a:pt x="8871" y="46554"/>
                </a:cubicBezTo>
                <a:cubicBezTo>
                  <a:pt x="8933" y="46425"/>
                  <a:pt x="8998" y="46270"/>
                  <a:pt x="9062" y="46115"/>
                </a:cubicBezTo>
                <a:close/>
                <a:moveTo>
                  <a:pt x="171945" y="39601"/>
                </a:moveTo>
                <a:cubicBezTo>
                  <a:pt x="173263" y="37869"/>
                  <a:pt x="175744" y="37507"/>
                  <a:pt x="177476" y="38800"/>
                </a:cubicBezTo>
                <a:cubicBezTo>
                  <a:pt x="177554" y="38851"/>
                  <a:pt x="177605" y="38903"/>
                  <a:pt x="177683" y="38955"/>
                </a:cubicBezTo>
                <a:cubicBezTo>
                  <a:pt x="177734" y="39006"/>
                  <a:pt x="177812" y="39058"/>
                  <a:pt x="177864" y="39084"/>
                </a:cubicBezTo>
                <a:cubicBezTo>
                  <a:pt x="179621" y="40402"/>
                  <a:pt x="179957" y="42884"/>
                  <a:pt x="178665" y="44641"/>
                </a:cubicBezTo>
                <a:cubicBezTo>
                  <a:pt x="177347" y="46399"/>
                  <a:pt x="174865" y="46735"/>
                  <a:pt x="173107" y="45443"/>
                </a:cubicBezTo>
                <a:cubicBezTo>
                  <a:pt x="173056" y="45391"/>
                  <a:pt x="172979" y="45339"/>
                  <a:pt x="172927" y="45288"/>
                </a:cubicBezTo>
                <a:cubicBezTo>
                  <a:pt x="172875" y="45262"/>
                  <a:pt x="172797" y="45210"/>
                  <a:pt x="172746" y="45158"/>
                </a:cubicBezTo>
                <a:cubicBezTo>
                  <a:pt x="170988" y="43840"/>
                  <a:pt x="170626" y="41359"/>
                  <a:pt x="171945" y="39601"/>
                </a:cubicBezTo>
                <a:close/>
                <a:moveTo>
                  <a:pt x="145141" y="22618"/>
                </a:moveTo>
                <a:cubicBezTo>
                  <a:pt x="146200" y="20705"/>
                  <a:pt x="148630" y="20033"/>
                  <a:pt x="150543" y="21119"/>
                </a:cubicBezTo>
                <a:cubicBezTo>
                  <a:pt x="150672" y="21196"/>
                  <a:pt x="150802" y="21274"/>
                  <a:pt x="150957" y="21351"/>
                </a:cubicBezTo>
                <a:cubicBezTo>
                  <a:pt x="152843" y="22437"/>
                  <a:pt x="153515" y="24841"/>
                  <a:pt x="152429" y="26754"/>
                </a:cubicBezTo>
                <a:cubicBezTo>
                  <a:pt x="151370" y="28641"/>
                  <a:pt x="148941" y="29313"/>
                  <a:pt x="147027" y="28227"/>
                </a:cubicBezTo>
                <a:cubicBezTo>
                  <a:pt x="146898" y="28150"/>
                  <a:pt x="146769" y="28098"/>
                  <a:pt x="146640" y="28020"/>
                </a:cubicBezTo>
                <a:cubicBezTo>
                  <a:pt x="144727" y="26935"/>
                  <a:pt x="144056" y="24505"/>
                  <a:pt x="145141" y="22618"/>
                </a:cubicBezTo>
                <a:close/>
                <a:moveTo>
                  <a:pt x="27828" y="18818"/>
                </a:moveTo>
                <a:cubicBezTo>
                  <a:pt x="29432" y="17319"/>
                  <a:pt x="31937" y="17422"/>
                  <a:pt x="33426" y="19025"/>
                </a:cubicBezTo>
                <a:cubicBezTo>
                  <a:pt x="34915" y="20627"/>
                  <a:pt x="34819" y="23135"/>
                  <a:pt x="33217" y="24608"/>
                </a:cubicBezTo>
                <a:cubicBezTo>
                  <a:pt x="33108" y="24712"/>
                  <a:pt x="33000" y="24815"/>
                  <a:pt x="32893" y="24918"/>
                </a:cubicBezTo>
                <a:cubicBezTo>
                  <a:pt x="31299" y="26418"/>
                  <a:pt x="28791" y="26340"/>
                  <a:pt x="27290" y="24738"/>
                </a:cubicBezTo>
                <a:cubicBezTo>
                  <a:pt x="25791" y="23161"/>
                  <a:pt x="25868" y="20653"/>
                  <a:pt x="27463" y="19154"/>
                </a:cubicBezTo>
                <a:cubicBezTo>
                  <a:pt x="27582" y="19025"/>
                  <a:pt x="27706" y="18922"/>
                  <a:pt x="27828" y="18818"/>
                </a:cubicBezTo>
                <a:close/>
                <a:moveTo>
                  <a:pt x="116098" y="9926"/>
                </a:moveTo>
                <a:cubicBezTo>
                  <a:pt x="116832" y="7884"/>
                  <a:pt x="119100" y="6798"/>
                  <a:pt x="121162" y="7522"/>
                </a:cubicBezTo>
                <a:cubicBezTo>
                  <a:pt x="121314" y="7574"/>
                  <a:pt x="121467" y="7651"/>
                  <a:pt x="121620" y="7703"/>
                </a:cubicBezTo>
                <a:cubicBezTo>
                  <a:pt x="123677" y="8427"/>
                  <a:pt x="124747" y="10702"/>
                  <a:pt x="124006" y="12769"/>
                </a:cubicBezTo>
                <a:cubicBezTo>
                  <a:pt x="123264" y="14837"/>
                  <a:pt x="120994" y="15897"/>
                  <a:pt x="118937" y="15148"/>
                </a:cubicBezTo>
                <a:cubicBezTo>
                  <a:pt x="118792" y="15096"/>
                  <a:pt x="118645" y="15044"/>
                  <a:pt x="118500" y="14992"/>
                </a:cubicBezTo>
                <a:cubicBezTo>
                  <a:pt x="116440" y="14269"/>
                  <a:pt x="115362" y="11994"/>
                  <a:pt x="116098" y="9926"/>
                </a:cubicBezTo>
                <a:close/>
                <a:moveTo>
                  <a:pt x="56952" y="2688"/>
                </a:moveTo>
                <a:cubicBezTo>
                  <a:pt x="59062" y="2120"/>
                  <a:pt x="61245" y="3335"/>
                  <a:pt x="61830" y="5454"/>
                </a:cubicBezTo>
                <a:cubicBezTo>
                  <a:pt x="62414" y="7574"/>
                  <a:pt x="61175" y="9745"/>
                  <a:pt x="59067" y="10340"/>
                </a:cubicBezTo>
                <a:cubicBezTo>
                  <a:pt x="58924" y="10365"/>
                  <a:pt x="58782" y="10417"/>
                  <a:pt x="58643" y="10443"/>
                </a:cubicBezTo>
                <a:cubicBezTo>
                  <a:pt x="56536" y="11038"/>
                  <a:pt x="54344" y="9823"/>
                  <a:pt x="53747" y="7729"/>
                </a:cubicBezTo>
                <a:cubicBezTo>
                  <a:pt x="53150" y="5609"/>
                  <a:pt x="54373" y="3412"/>
                  <a:pt x="56479" y="2818"/>
                </a:cubicBezTo>
                <a:cubicBezTo>
                  <a:pt x="56637" y="2792"/>
                  <a:pt x="56794" y="2740"/>
                  <a:pt x="56952" y="2688"/>
                </a:cubicBezTo>
                <a:close/>
                <a:moveTo>
                  <a:pt x="89373" y="207"/>
                </a:moveTo>
                <a:cubicBezTo>
                  <a:pt x="89533" y="233"/>
                  <a:pt x="89693" y="233"/>
                  <a:pt x="89853" y="259"/>
                </a:cubicBezTo>
                <a:cubicBezTo>
                  <a:pt x="92032" y="465"/>
                  <a:pt x="93622" y="2404"/>
                  <a:pt x="93404" y="4601"/>
                </a:cubicBezTo>
                <a:cubicBezTo>
                  <a:pt x="93187" y="6772"/>
                  <a:pt x="91246" y="8349"/>
                  <a:pt x="89070" y="8143"/>
                </a:cubicBezTo>
                <a:cubicBezTo>
                  <a:pt x="88920" y="8117"/>
                  <a:pt x="88771" y="8117"/>
                  <a:pt x="88623" y="8091"/>
                </a:cubicBezTo>
                <a:cubicBezTo>
                  <a:pt x="86444" y="7884"/>
                  <a:pt x="84847" y="5945"/>
                  <a:pt x="85051" y="3774"/>
                </a:cubicBezTo>
                <a:cubicBezTo>
                  <a:pt x="85258" y="1603"/>
                  <a:pt x="87194" y="0"/>
                  <a:pt x="89373" y="207"/>
                </a:cubicBezTo>
                <a:close/>
              </a:path>
            </a:pathLst>
          </a:custGeom>
          <a:solidFill>
            <a:srgbClr val="9B76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2" name="Editable vector"/>
          <p:cNvSpPr/>
          <p:nvPr/>
        </p:nvSpPr>
        <p:spPr>
          <a:xfrm>
            <a:off x="8510196" y="2640176"/>
            <a:ext cx="108119" cy="151862"/>
          </a:xfrm>
          <a:custGeom>
            <a:avLst/>
            <a:gdLst/>
            <a:ahLst/>
            <a:cxnLst/>
            <a:rect l="0" t="0" r="r" b="b"/>
            <a:pathLst>
              <a:path w="108120" h="151863" fill="norm" stroke="0" extrusionOk="0">
                <a:moveTo>
                  <a:pt x="0" y="7264"/>
                </a:moveTo>
                <a:cubicBezTo>
                  <a:pt x="0" y="2094"/>
                  <a:pt x="3632" y="0"/>
                  <a:pt x="8110" y="2585"/>
                </a:cubicBezTo>
                <a:lnTo>
                  <a:pt x="100003" y="55653"/>
                </a:lnTo>
                <a:cubicBezTo>
                  <a:pt x="104475" y="58238"/>
                  <a:pt x="108119" y="64519"/>
                  <a:pt x="108119" y="69689"/>
                </a:cubicBezTo>
                <a:lnTo>
                  <a:pt x="108119" y="144599"/>
                </a:lnTo>
                <a:cubicBezTo>
                  <a:pt x="108120" y="149769"/>
                  <a:pt x="104475" y="151863"/>
                  <a:pt x="100003" y="149278"/>
                </a:cubicBezTo>
                <a:lnTo>
                  <a:pt x="8111" y="96210"/>
                </a:lnTo>
                <a:cubicBezTo>
                  <a:pt x="3632" y="93625"/>
                  <a:pt x="0" y="87344"/>
                  <a:pt x="0" y="82174"/>
                </a:cubicBezTo>
                <a:lnTo>
                  <a:pt x="0" y="7264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3" name="Editable vector"/>
          <p:cNvSpPr/>
          <p:nvPr/>
        </p:nvSpPr>
        <p:spPr>
          <a:xfrm>
            <a:off x="8510196" y="2640176"/>
            <a:ext cx="108119" cy="151862"/>
          </a:xfrm>
          <a:custGeom>
            <a:avLst/>
            <a:gdLst/>
            <a:ahLst/>
            <a:cxnLst/>
            <a:rect l="0" t="0" r="r" b="b"/>
            <a:pathLst>
              <a:path w="108120" h="151863" fill="norm" stroke="0" extrusionOk="0">
                <a:moveTo>
                  <a:pt x="0" y="7264"/>
                </a:moveTo>
                <a:cubicBezTo>
                  <a:pt x="0" y="2094"/>
                  <a:pt x="3632" y="0"/>
                  <a:pt x="8110" y="2585"/>
                </a:cubicBezTo>
                <a:lnTo>
                  <a:pt x="100003" y="55653"/>
                </a:lnTo>
                <a:cubicBezTo>
                  <a:pt x="104475" y="58238"/>
                  <a:pt x="108119" y="64519"/>
                  <a:pt x="108119" y="69689"/>
                </a:cubicBezTo>
                <a:lnTo>
                  <a:pt x="108119" y="144599"/>
                </a:lnTo>
                <a:cubicBezTo>
                  <a:pt x="108120" y="149769"/>
                  <a:pt x="104475" y="151863"/>
                  <a:pt x="100003" y="149278"/>
                </a:cubicBezTo>
                <a:lnTo>
                  <a:pt x="8111" y="96210"/>
                </a:lnTo>
                <a:cubicBezTo>
                  <a:pt x="3632" y="93625"/>
                  <a:pt x="0" y="87344"/>
                  <a:pt x="0" y="82174"/>
                </a:cubicBezTo>
                <a:lnTo>
                  <a:pt x="0" y="7264"/>
                </a:lnTo>
                <a:close/>
              </a:path>
            </a:pathLst>
          </a:custGeom>
          <a:solidFill>
            <a:srgbClr val="D3B6FF">
              <a:alpha val="79608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4" name="Editable vector"/>
          <p:cNvSpPr/>
          <p:nvPr/>
        </p:nvSpPr>
        <p:spPr>
          <a:xfrm>
            <a:off x="8618315" y="2698930"/>
            <a:ext cx="18920" cy="85844"/>
          </a:xfrm>
          <a:custGeom>
            <a:avLst/>
            <a:gdLst/>
            <a:ahLst/>
            <a:cxnLst/>
            <a:rect l="0" t="0" r="r" b="b"/>
            <a:pathLst>
              <a:path w="18921" h="85844" fill="norm" stroke="0" extrusionOk="0">
                <a:moveTo>
                  <a:pt x="0" y="10934"/>
                </a:moveTo>
                <a:lnTo>
                  <a:pt x="18921" y="0"/>
                </a:lnTo>
                <a:lnTo>
                  <a:pt x="18921" y="74910"/>
                </a:lnTo>
                <a:lnTo>
                  <a:pt x="0" y="85844"/>
                </a:lnTo>
                <a:lnTo>
                  <a:pt x="0" y="10934"/>
                </a:ln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5" name="Editable vector"/>
          <p:cNvSpPr/>
          <p:nvPr/>
        </p:nvSpPr>
        <p:spPr>
          <a:xfrm>
            <a:off x="8518306" y="2631826"/>
            <a:ext cx="110813" cy="64002"/>
          </a:xfrm>
          <a:custGeom>
            <a:avLst/>
            <a:gdLst/>
            <a:ahLst/>
            <a:cxnLst/>
            <a:rect l="0" t="0" r="r" b="b"/>
            <a:pathLst>
              <a:path w="110813" h="64002" fill="norm" stroke="0" extrusionOk="0">
                <a:moveTo>
                  <a:pt x="18926" y="0"/>
                </a:moveTo>
                <a:lnTo>
                  <a:pt x="110813" y="53068"/>
                </a:lnTo>
                <a:lnTo>
                  <a:pt x="91893" y="64002"/>
                </a:lnTo>
                <a:lnTo>
                  <a:pt x="0" y="10934"/>
                </a:lnTo>
                <a:lnTo>
                  <a:pt x="18926" y="0"/>
                </a:ln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6" name="Editable vector"/>
          <p:cNvSpPr/>
          <p:nvPr/>
        </p:nvSpPr>
        <p:spPr>
          <a:xfrm>
            <a:off x="8512571" y="2630353"/>
            <a:ext cx="24661" cy="12407"/>
          </a:xfrm>
          <a:custGeom>
            <a:avLst/>
            <a:gdLst/>
            <a:ahLst/>
            <a:cxnLst/>
            <a:rect l="0" t="0" r="r" b="b"/>
            <a:pathLst>
              <a:path w="24661" h="12408" fill="norm" stroke="0" extrusionOk="0">
                <a:moveTo>
                  <a:pt x="0" y="11839"/>
                </a:moveTo>
                <a:cubicBezTo>
                  <a:pt x="1584" y="10934"/>
                  <a:pt x="3660" y="11193"/>
                  <a:pt x="5733" y="12408"/>
                </a:cubicBezTo>
                <a:lnTo>
                  <a:pt x="24661" y="1473"/>
                </a:lnTo>
                <a:cubicBezTo>
                  <a:pt x="22568" y="284"/>
                  <a:pt x="20500" y="0"/>
                  <a:pt x="18923" y="905"/>
                </a:cubicBezTo>
                <a:lnTo>
                  <a:pt x="0" y="11839"/>
                </a:ln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7" name="Editable vector"/>
          <p:cNvSpPr/>
          <p:nvPr/>
        </p:nvSpPr>
        <p:spPr>
          <a:xfrm>
            <a:off x="8610199" y="2684895"/>
            <a:ext cx="27036" cy="24969"/>
          </a:xfrm>
          <a:custGeom>
            <a:avLst/>
            <a:gdLst/>
            <a:ahLst/>
            <a:cxnLst/>
            <a:rect l="0" t="0" r="r" b="b"/>
            <a:pathLst>
              <a:path w="27036" h="24970" fill="norm" stroke="0" extrusionOk="0">
                <a:moveTo>
                  <a:pt x="8116" y="24970"/>
                </a:moveTo>
                <a:cubicBezTo>
                  <a:pt x="8116" y="19800"/>
                  <a:pt x="4472" y="13519"/>
                  <a:pt x="0" y="10934"/>
                </a:cubicBezTo>
                <a:lnTo>
                  <a:pt x="18921" y="0"/>
                </a:lnTo>
                <a:cubicBezTo>
                  <a:pt x="23392" y="2585"/>
                  <a:pt x="27036" y="8866"/>
                  <a:pt x="27036" y="14036"/>
                </a:cubicBezTo>
                <a:lnTo>
                  <a:pt x="8116" y="24970"/>
                </a:ln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8" name="Editable vector"/>
          <p:cNvSpPr/>
          <p:nvPr/>
        </p:nvSpPr>
        <p:spPr>
          <a:xfrm>
            <a:off x="8615937" y="2773841"/>
            <a:ext cx="21297" cy="16181"/>
          </a:xfrm>
          <a:custGeom>
            <a:avLst/>
            <a:gdLst/>
            <a:ahLst/>
            <a:cxnLst/>
            <a:rect l="0" t="0" r="r" b="b"/>
            <a:pathLst>
              <a:path w="21298" h="16181" fill="norm" stroke="0" extrusionOk="0">
                <a:moveTo>
                  <a:pt x="0" y="16181"/>
                </a:moveTo>
                <a:cubicBezTo>
                  <a:pt x="1577" y="15277"/>
                  <a:pt x="2377" y="13338"/>
                  <a:pt x="2377" y="10934"/>
                </a:cubicBezTo>
                <a:lnTo>
                  <a:pt x="21298" y="0"/>
                </a:lnTo>
                <a:cubicBezTo>
                  <a:pt x="21298" y="2404"/>
                  <a:pt x="20496" y="4343"/>
                  <a:pt x="18920" y="5247"/>
                </a:cubicBezTo>
                <a:lnTo>
                  <a:pt x="0" y="16181"/>
                </a:ln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9" name="Editable vector"/>
          <p:cNvSpPr/>
          <p:nvPr/>
        </p:nvSpPr>
        <p:spPr>
          <a:xfrm>
            <a:off x="8527593" y="2700792"/>
            <a:ext cx="64434" cy="31406"/>
          </a:xfrm>
          <a:custGeom>
            <a:avLst/>
            <a:gdLst/>
            <a:ahLst/>
            <a:cxnLst/>
            <a:rect l="0" t="0" r="r" b="b"/>
            <a:pathLst>
              <a:path w="64435" h="31406" fill="norm" stroke="0" extrusionOk="0">
                <a:moveTo>
                  <a:pt x="62910" y="25875"/>
                </a:moveTo>
                <a:cubicBezTo>
                  <a:pt x="62858" y="26573"/>
                  <a:pt x="62109" y="26443"/>
                  <a:pt x="61644" y="25668"/>
                </a:cubicBezTo>
                <a:lnTo>
                  <a:pt x="59499" y="21946"/>
                </a:lnTo>
                <a:cubicBezTo>
                  <a:pt x="58620" y="20421"/>
                  <a:pt x="57172" y="19593"/>
                  <a:pt x="56293" y="20085"/>
                </a:cubicBezTo>
                <a:lnTo>
                  <a:pt x="37450" y="30993"/>
                </a:lnTo>
                <a:cubicBezTo>
                  <a:pt x="36701" y="31406"/>
                  <a:pt x="35744" y="31174"/>
                  <a:pt x="35306" y="30424"/>
                </a:cubicBezTo>
                <a:lnTo>
                  <a:pt x="26569" y="15303"/>
                </a:lnTo>
                <a:cubicBezTo>
                  <a:pt x="25690" y="13777"/>
                  <a:pt x="24243" y="12924"/>
                  <a:pt x="23364" y="13441"/>
                </a:cubicBezTo>
                <a:lnTo>
                  <a:pt x="5865" y="23574"/>
                </a:lnTo>
                <a:cubicBezTo>
                  <a:pt x="5555" y="23729"/>
                  <a:pt x="5090" y="23445"/>
                  <a:pt x="4805" y="22954"/>
                </a:cubicBezTo>
                <a:lnTo>
                  <a:pt x="300" y="15148"/>
                </a:lnTo>
                <a:cubicBezTo>
                  <a:pt x="0" y="14631"/>
                  <a:pt x="0" y="14088"/>
                  <a:pt x="300" y="13907"/>
                </a:cubicBezTo>
                <a:lnTo>
                  <a:pt x="23623" y="439"/>
                </a:lnTo>
                <a:cubicBezTo>
                  <a:pt x="24371" y="0"/>
                  <a:pt x="25328" y="258"/>
                  <a:pt x="25767" y="1008"/>
                </a:cubicBezTo>
                <a:lnTo>
                  <a:pt x="34504" y="16130"/>
                </a:lnTo>
                <a:cubicBezTo>
                  <a:pt x="35383" y="17655"/>
                  <a:pt x="36805" y="18482"/>
                  <a:pt x="37709" y="17965"/>
                </a:cubicBezTo>
                <a:lnTo>
                  <a:pt x="50736" y="10443"/>
                </a:lnTo>
                <a:cubicBezTo>
                  <a:pt x="51641" y="9926"/>
                  <a:pt x="51641" y="8272"/>
                  <a:pt x="50736" y="6746"/>
                </a:cubicBezTo>
                <a:lnTo>
                  <a:pt x="48358" y="2611"/>
                </a:lnTo>
                <a:cubicBezTo>
                  <a:pt x="47919" y="1835"/>
                  <a:pt x="48203" y="1111"/>
                  <a:pt x="48823" y="1396"/>
                </a:cubicBezTo>
                <a:lnTo>
                  <a:pt x="63505" y="8194"/>
                </a:lnTo>
                <a:cubicBezTo>
                  <a:pt x="64099" y="8479"/>
                  <a:pt x="64435" y="9099"/>
                  <a:pt x="64384" y="9745"/>
                </a:cubicBezTo>
                <a:lnTo>
                  <a:pt x="62962" y="25875"/>
                </a:lnTo>
                <a:lnTo>
                  <a:pt x="62910" y="25875"/>
                </a:ln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0" name="Editable vector"/>
          <p:cNvSpPr/>
          <p:nvPr/>
        </p:nvSpPr>
        <p:spPr>
          <a:xfrm>
            <a:off x="8323581" y="2713483"/>
            <a:ext cx="83533" cy="198933"/>
          </a:xfrm>
          <a:custGeom>
            <a:avLst/>
            <a:gdLst/>
            <a:ahLst/>
            <a:cxnLst/>
            <a:rect l="0" t="0" r="r" b="b"/>
            <a:pathLst>
              <a:path w="83534" h="198934" fill="norm" stroke="0" extrusionOk="0">
                <a:moveTo>
                  <a:pt x="0" y="17474"/>
                </a:moveTo>
                <a:cubicBezTo>
                  <a:pt x="0" y="5041"/>
                  <a:pt x="8726" y="0"/>
                  <a:pt x="19491" y="6230"/>
                </a:cubicBezTo>
                <a:lnTo>
                  <a:pt x="64042" y="31949"/>
                </a:lnTo>
                <a:cubicBezTo>
                  <a:pt x="74805" y="38153"/>
                  <a:pt x="83533" y="53275"/>
                  <a:pt x="83533" y="65708"/>
                </a:cubicBezTo>
                <a:lnTo>
                  <a:pt x="83534" y="181460"/>
                </a:lnTo>
                <a:cubicBezTo>
                  <a:pt x="83534" y="193893"/>
                  <a:pt x="74805" y="198934"/>
                  <a:pt x="64042" y="192704"/>
                </a:cubicBezTo>
                <a:lnTo>
                  <a:pt x="19491" y="166984"/>
                </a:lnTo>
                <a:cubicBezTo>
                  <a:pt x="8726" y="160781"/>
                  <a:pt x="0" y="145659"/>
                  <a:pt x="0" y="133226"/>
                </a:cubicBezTo>
                <a:lnTo>
                  <a:pt x="0" y="17474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1" name="Editable vector"/>
          <p:cNvSpPr/>
          <p:nvPr/>
        </p:nvSpPr>
        <p:spPr>
          <a:xfrm>
            <a:off x="8323581" y="2713483"/>
            <a:ext cx="83533" cy="198933"/>
          </a:xfrm>
          <a:custGeom>
            <a:avLst/>
            <a:gdLst/>
            <a:ahLst/>
            <a:cxnLst/>
            <a:rect l="0" t="0" r="r" b="b"/>
            <a:pathLst>
              <a:path w="83534" h="198934" fill="norm" stroke="0" extrusionOk="0">
                <a:moveTo>
                  <a:pt x="0" y="17474"/>
                </a:moveTo>
                <a:cubicBezTo>
                  <a:pt x="0" y="5041"/>
                  <a:pt x="8726" y="0"/>
                  <a:pt x="19491" y="6230"/>
                </a:cubicBezTo>
                <a:lnTo>
                  <a:pt x="64042" y="31949"/>
                </a:lnTo>
                <a:cubicBezTo>
                  <a:pt x="74805" y="38153"/>
                  <a:pt x="83533" y="53275"/>
                  <a:pt x="83533" y="65708"/>
                </a:cubicBezTo>
                <a:lnTo>
                  <a:pt x="83534" y="181460"/>
                </a:lnTo>
                <a:cubicBezTo>
                  <a:pt x="83534" y="193893"/>
                  <a:pt x="74805" y="198934"/>
                  <a:pt x="64042" y="192704"/>
                </a:cubicBezTo>
                <a:lnTo>
                  <a:pt x="19491" y="166984"/>
                </a:lnTo>
                <a:cubicBezTo>
                  <a:pt x="8726" y="160781"/>
                  <a:pt x="0" y="145659"/>
                  <a:pt x="0" y="133226"/>
                </a:cubicBezTo>
                <a:lnTo>
                  <a:pt x="0" y="17474"/>
                </a:lnTo>
                <a:close/>
              </a:path>
            </a:pathLst>
          </a:custGeom>
          <a:solidFill>
            <a:srgbClr val="D3B6FF">
              <a:alpha val="79608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2" name="Editable vector"/>
          <p:cNvSpPr/>
          <p:nvPr/>
        </p:nvSpPr>
        <p:spPr>
          <a:xfrm>
            <a:off x="8407113" y="2767921"/>
            <a:ext cx="19491" cy="127021"/>
          </a:xfrm>
          <a:custGeom>
            <a:avLst/>
            <a:gdLst/>
            <a:ahLst/>
            <a:cxnLst/>
            <a:rect l="0" t="0" r="r" b="b"/>
            <a:pathLst>
              <a:path w="19492" h="127022" fill="norm" stroke="0" extrusionOk="0">
                <a:moveTo>
                  <a:pt x="0" y="11270"/>
                </a:moveTo>
                <a:lnTo>
                  <a:pt x="19492" y="0"/>
                </a:lnTo>
                <a:lnTo>
                  <a:pt x="19492" y="115752"/>
                </a:lnTo>
                <a:lnTo>
                  <a:pt x="1" y="127022"/>
                </a:lnTo>
                <a:lnTo>
                  <a:pt x="0" y="11270"/>
                </a:ln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3" name="Editable vector"/>
          <p:cNvSpPr/>
          <p:nvPr/>
        </p:nvSpPr>
        <p:spPr>
          <a:xfrm>
            <a:off x="8343075" y="2708443"/>
            <a:ext cx="64038" cy="36989"/>
          </a:xfrm>
          <a:custGeom>
            <a:avLst/>
            <a:gdLst/>
            <a:ahLst/>
            <a:cxnLst/>
            <a:rect l="0" t="0" r="r" b="b"/>
            <a:pathLst>
              <a:path w="64039" h="36990" fill="norm" stroke="0" extrusionOk="0">
                <a:moveTo>
                  <a:pt x="19489" y="0"/>
                </a:moveTo>
                <a:lnTo>
                  <a:pt x="64039" y="25720"/>
                </a:lnTo>
                <a:lnTo>
                  <a:pt x="44548" y="36990"/>
                </a:lnTo>
                <a:lnTo>
                  <a:pt x="0" y="11270"/>
                </a:lnTo>
                <a:lnTo>
                  <a:pt x="19489" y="0"/>
                </a:ln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4" name="Editable vector"/>
          <p:cNvSpPr/>
          <p:nvPr/>
        </p:nvSpPr>
        <p:spPr>
          <a:xfrm>
            <a:off x="8329287" y="2704875"/>
            <a:ext cx="33273" cy="14837"/>
          </a:xfrm>
          <a:custGeom>
            <a:avLst/>
            <a:gdLst/>
            <a:ahLst/>
            <a:cxnLst/>
            <a:rect l="0" t="0" r="r" b="b"/>
            <a:pathLst>
              <a:path w="33273" h="14837" fill="norm" stroke="0" extrusionOk="0">
                <a:moveTo>
                  <a:pt x="0" y="13467"/>
                </a:moveTo>
                <a:cubicBezTo>
                  <a:pt x="3805" y="11270"/>
                  <a:pt x="8793" y="11942"/>
                  <a:pt x="13782" y="14837"/>
                </a:cubicBezTo>
                <a:lnTo>
                  <a:pt x="33273" y="3567"/>
                </a:lnTo>
                <a:cubicBezTo>
                  <a:pt x="28285" y="698"/>
                  <a:pt x="23296" y="0"/>
                  <a:pt x="19492" y="2197"/>
                </a:cubicBezTo>
                <a:lnTo>
                  <a:pt x="0" y="13467"/>
                </a:ln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5" name="Editable vector"/>
          <p:cNvSpPr/>
          <p:nvPr/>
        </p:nvSpPr>
        <p:spPr>
          <a:xfrm>
            <a:off x="8387619" y="2734162"/>
            <a:ext cx="38980" cy="45029"/>
          </a:xfrm>
          <a:custGeom>
            <a:avLst/>
            <a:gdLst/>
            <a:ahLst/>
            <a:cxnLst/>
            <a:rect l="0" t="0" r="r" b="b"/>
            <a:pathLst>
              <a:path w="38981" h="45029" fill="norm" stroke="0" extrusionOk="0">
                <a:moveTo>
                  <a:pt x="19492" y="45029"/>
                </a:moveTo>
                <a:cubicBezTo>
                  <a:pt x="19492" y="32596"/>
                  <a:pt x="10766" y="17474"/>
                  <a:pt x="0" y="11270"/>
                </a:cubicBezTo>
                <a:lnTo>
                  <a:pt x="19492" y="0"/>
                </a:lnTo>
                <a:cubicBezTo>
                  <a:pt x="30255" y="6230"/>
                  <a:pt x="38981" y="21325"/>
                  <a:pt x="38981" y="33759"/>
                </a:cubicBezTo>
                <a:lnTo>
                  <a:pt x="19492" y="45029"/>
                </a:ln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6" name="Editable vector"/>
          <p:cNvSpPr/>
          <p:nvPr/>
        </p:nvSpPr>
        <p:spPr>
          <a:xfrm>
            <a:off x="8401401" y="2883673"/>
            <a:ext cx="25198" cy="23884"/>
          </a:xfrm>
          <a:custGeom>
            <a:avLst/>
            <a:gdLst/>
            <a:ahLst/>
            <a:cxnLst/>
            <a:rect l="0" t="0" r="r" b="b"/>
            <a:pathLst>
              <a:path w="25198" h="23884" fill="norm" stroke="0" extrusionOk="0">
                <a:moveTo>
                  <a:pt x="0" y="23884"/>
                </a:moveTo>
                <a:cubicBezTo>
                  <a:pt x="3805" y="21687"/>
                  <a:pt x="5710" y="17034"/>
                  <a:pt x="5710" y="11270"/>
                </a:cubicBezTo>
                <a:lnTo>
                  <a:pt x="25198" y="0"/>
                </a:lnTo>
                <a:cubicBezTo>
                  <a:pt x="25198" y="5764"/>
                  <a:pt x="23296" y="10443"/>
                  <a:pt x="19492" y="12640"/>
                </a:cubicBezTo>
                <a:lnTo>
                  <a:pt x="0" y="23884"/>
                </a:ln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7" name="Editable vector"/>
          <p:cNvSpPr/>
          <p:nvPr/>
        </p:nvSpPr>
        <p:spPr>
          <a:xfrm>
            <a:off x="8348109" y="2738195"/>
            <a:ext cx="29435" cy="21971"/>
          </a:xfrm>
          <a:custGeom>
            <a:avLst/>
            <a:gdLst/>
            <a:ahLst/>
            <a:cxnLst/>
            <a:rect l="0" t="0" r="r" b="b"/>
            <a:pathLst>
              <a:path w="29435" h="21972" fill="norm" stroke="0" extrusionOk="0">
                <a:moveTo>
                  <a:pt x="4053" y="1086"/>
                </a:moveTo>
                <a:cubicBezTo>
                  <a:pt x="2264" y="0"/>
                  <a:pt x="0" y="1292"/>
                  <a:pt x="0" y="3386"/>
                </a:cubicBezTo>
                <a:cubicBezTo>
                  <a:pt x="0" y="4782"/>
                  <a:pt x="747" y="6100"/>
                  <a:pt x="1964" y="6824"/>
                </a:cubicBezTo>
                <a:lnTo>
                  <a:pt x="25781" y="21015"/>
                </a:lnTo>
                <a:cubicBezTo>
                  <a:pt x="27393" y="21972"/>
                  <a:pt x="29435" y="20808"/>
                  <a:pt x="29435" y="18947"/>
                </a:cubicBezTo>
                <a:cubicBezTo>
                  <a:pt x="29435" y="17241"/>
                  <a:pt x="28539" y="15664"/>
                  <a:pt x="27075" y="14786"/>
                </a:cubicBezTo>
                <a:lnTo>
                  <a:pt x="4053" y="1086"/>
                </a:ln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8" name="Editable vector"/>
          <p:cNvSpPr/>
          <p:nvPr/>
        </p:nvSpPr>
        <p:spPr>
          <a:xfrm>
            <a:off x="8348109" y="2795709"/>
            <a:ext cx="17700" cy="37196"/>
          </a:xfrm>
          <a:custGeom>
            <a:avLst/>
            <a:gdLst/>
            <a:ahLst/>
            <a:cxnLst/>
            <a:rect l="0" t="0" r="r" b="b"/>
            <a:pathLst>
              <a:path w="17700" h="37197" fill="norm" stroke="0" extrusionOk="0">
                <a:moveTo>
                  <a:pt x="17028" y="181"/>
                </a:moveTo>
                <a:lnTo>
                  <a:pt x="7238" y="6591"/>
                </a:lnTo>
                <a:cubicBezTo>
                  <a:pt x="7162" y="6643"/>
                  <a:pt x="7069" y="6643"/>
                  <a:pt x="6974" y="6591"/>
                </a:cubicBezTo>
                <a:lnTo>
                  <a:pt x="409" y="2792"/>
                </a:lnTo>
                <a:cubicBezTo>
                  <a:pt x="184" y="2662"/>
                  <a:pt x="0" y="2817"/>
                  <a:pt x="0" y="3153"/>
                </a:cubicBezTo>
                <a:lnTo>
                  <a:pt x="0" y="14811"/>
                </a:lnTo>
                <a:cubicBezTo>
                  <a:pt x="0" y="15148"/>
                  <a:pt x="184" y="15509"/>
                  <a:pt x="409" y="15639"/>
                </a:cubicBezTo>
                <a:lnTo>
                  <a:pt x="7245" y="19594"/>
                </a:lnTo>
                <a:cubicBezTo>
                  <a:pt x="7341" y="19645"/>
                  <a:pt x="7431" y="19749"/>
                  <a:pt x="7503" y="19878"/>
                </a:cubicBezTo>
                <a:lnTo>
                  <a:pt x="17036" y="36731"/>
                </a:lnTo>
                <a:cubicBezTo>
                  <a:pt x="17300" y="37197"/>
                  <a:pt x="17700" y="37171"/>
                  <a:pt x="17700" y="36680"/>
                </a:cubicBezTo>
                <a:lnTo>
                  <a:pt x="17700" y="1008"/>
                </a:lnTo>
                <a:cubicBezTo>
                  <a:pt x="17700" y="517"/>
                  <a:pt x="17292" y="0"/>
                  <a:pt x="17028" y="181"/>
                </a:cubicBez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9" name="Editable vector"/>
          <p:cNvSpPr/>
          <p:nvPr/>
        </p:nvSpPr>
        <p:spPr>
          <a:xfrm>
            <a:off x="8368581" y="2806126"/>
            <a:ext cx="4946" cy="24556"/>
          </a:xfrm>
          <a:custGeom>
            <a:avLst/>
            <a:gdLst/>
            <a:ahLst/>
            <a:cxnLst/>
            <a:rect l="0" t="0" r="r" b="b"/>
            <a:pathLst>
              <a:path w="4947" h="24556" fill="norm" stroke="0" extrusionOk="0">
                <a:moveTo>
                  <a:pt x="157" y="982"/>
                </a:moveTo>
                <a:lnTo>
                  <a:pt x="1160" y="129"/>
                </a:lnTo>
                <a:cubicBezTo>
                  <a:pt x="1320" y="0"/>
                  <a:pt x="1579" y="129"/>
                  <a:pt x="1736" y="465"/>
                </a:cubicBezTo>
                <a:cubicBezTo>
                  <a:pt x="2582" y="2171"/>
                  <a:pt x="4947" y="7625"/>
                  <a:pt x="4947" y="14734"/>
                </a:cubicBezTo>
                <a:cubicBezTo>
                  <a:pt x="4947" y="21868"/>
                  <a:pt x="2739" y="23910"/>
                  <a:pt x="1922" y="24453"/>
                </a:cubicBezTo>
                <a:cubicBezTo>
                  <a:pt x="1760" y="24556"/>
                  <a:pt x="1517" y="24401"/>
                  <a:pt x="1372" y="24091"/>
                </a:cubicBezTo>
                <a:lnTo>
                  <a:pt x="372" y="22049"/>
                </a:lnTo>
                <a:cubicBezTo>
                  <a:pt x="209" y="21713"/>
                  <a:pt x="222" y="21325"/>
                  <a:pt x="395" y="21196"/>
                </a:cubicBezTo>
                <a:cubicBezTo>
                  <a:pt x="1114" y="20705"/>
                  <a:pt x="2714" y="18870"/>
                  <a:pt x="2794" y="12588"/>
                </a:cubicBezTo>
                <a:cubicBezTo>
                  <a:pt x="2853" y="7936"/>
                  <a:pt x="889" y="3360"/>
                  <a:pt x="150" y="1809"/>
                </a:cubicBezTo>
                <a:cubicBezTo>
                  <a:pt x="0" y="1473"/>
                  <a:pt x="5" y="1137"/>
                  <a:pt x="160" y="982"/>
                </a:cubicBezTo>
                <a:close/>
                <a:moveTo>
                  <a:pt x="160" y="982"/>
                </a:moveTo>
                <a:lnTo>
                  <a:pt x="157" y="982"/>
                </a:ln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0" name="Editable vector"/>
          <p:cNvSpPr/>
          <p:nvPr/>
        </p:nvSpPr>
        <p:spPr>
          <a:xfrm>
            <a:off x="8372368" y="2802197"/>
            <a:ext cx="7073" cy="36524"/>
          </a:xfrm>
          <a:custGeom>
            <a:avLst/>
            <a:gdLst/>
            <a:ahLst/>
            <a:cxnLst/>
            <a:rect l="0" t="0" r="r" b="b"/>
            <a:pathLst>
              <a:path w="7074" h="36525" fill="norm" stroke="0" extrusionOk="0">
                <a:moveTo>
                  <a:pt x="165" y="1137"/>
                </a:moveTo>
                <a:lnTo>
                  <a:pt x="1222" y="155"/>
                </a:lnTo>
                <a:cubicBezTo>
                  <a:pt x="1388" y="0"/>
                  <a:pt x="1662" y="155"/>
                  <a:pt x="1819" y="517"/>
                </a:cubicBezTo>
                <a:cubicBezTo>
                  <a:pt x="2949" y="2972"/>
                  <a:pt x="6702" y="12046"/>
                  <a:pt x="6878" y="20085"/>
                </a:cubicBezTo>
                <a:cubicBezTo>
                  <a:pt x="7074" y="29261"/>
                  <a:pt x="5508" y="33500"/>
                  <a:pt x="2168" y="36395"/>
                </a:cubicBezTo>
                <a:cubicBezTo>
                  <a:pt x="2016" y="36525"/>
                  <a:pt x="1770" y="36369"/>
                  <a:pt x="1610" y="36085"/>
                </a:cubicBezTo>
                <a:lnTo>
                  <a:pt x="595" y="34172"/>
                </a:lnTo>
                <a:cubicBezTo>
                  <a:pt x="411" y="33836"/>
                  <a:pt x="416" y="33423"/>
                  <a:pt x="602" y="33293"/>
                </a:cubicBezTo>
                <a:cubicBezTo>
                  <a:pt x="1693" y="32595"/>
                  <a:pt x="4841" y="29778"/>
                  <a:pt x="4841" y="20653"/>
                </a:cubicBezTo>
                <a:cubicBezTo>
                  <a:pt x="4841" y="11529"/>
                  <a:pt x="1292" y="4032"/>
                  <a:pt x="186" y="1990"/>
                </a:cubicBezTo>
                <a:cubicBezTo>
                  <a:pt x="10" y="1680"/>
                  <a:pt x="0" y="1267"/>
                  <a:pt x="160" y="1137"/>
                </a:cubicBezTo>
                <a:close/>
                <a:moveTo>
                  <a:pt x="160" y="1137"/>
                </a:moveTo>
                <a:lnTo>
                  <a:pt x="165" y="1137"/>
                </a:ln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1" name="Editable vector"/>
          <p:cNvSpPr/>
          <p:nvPr/>
        </p:nvSpPr>
        <p:spPr>
          <a:xfrm>
            <a:off x="8643826" y="2926557"/>
            <a:ext cx="158289" cy="181087"/>
          </a:xfrm>
          <a:custGeom>
            <a:avLst/>
            <a:gdLst/>
            <a:ahLst/>
            <a:cxnLst/>
            <a:rect l="0" t="0" r="r" b="b"/>
            <a:pathLst>
              <a:path w="158290" h="181088" fill="norm" stroke="0" extrusionOk="0">
                <a:moveTo>
                  <a:pt x="124920" y="54043"/>
                </a:moveTo>
                <a:cubicBezTo>
                  <a:pt x="101968" y="20403"/>
                  <a:pt x="70176" y="0"/>
                  <a:pt x="45233" y="362"/>
                </a:cubicBezTo>
                <a:cubicBezTo>
                  <a:pt x="40968" y="207"/>
                  <a:pt x="36937" y="879"/>
                  <a:pt x="33265" y="2326"/>
                </a:cubicBezTo>
                <a:cubicBezTo>
                  <a:pt x="30449" y="3309"/>
                  <a:pt x="27760" y="4601"/>
                  <a:pt x="25279" y="6307"/>
                </a:cubicBezTo>
                <a:cubicBezTo>
                  <a:pt x="0" y="23541"/>
                  <a:pt x="3619" y="72886"/>
                  <a:pt x="33369" y="116504"/>
                </a:cubicBezTo>
                <a:cubicBezTo>
                  <a:pt x="45052" y="133650"/>
                  <a:pt x="59062" y="147337"/>
                  <a:pt x="73278" y="156614"/>
                </a:cubicBezTo>
                <a:lnTo>
                  <a:pt x="83617" y="179423"/>
                </a:lnTo>
                <a:cubicBezTo>
                  <a:pt x="84237" y="180819"/>
                  <a:pt x="85555" y="181088"/>
                  <a:pt x="85658" y="179837"/>
                </a:cubicBezTo>
                <a:lnTo>
                  <a:pt x="86847" y="164102"/>
                </a:lnTo>
                <a:cubicBezTo>
                  <a:pt x="95687" y="168068"/>
                  <a:pt x="104346" y="170177"/>
                  <a:pt x="112307" y="170192"/>
                </a:cubicBezTo>
                <a:cubicBezTo>
                  <a:pt x="117063" y="170446"/>
                  <a:pt x="121534" y="169717"/>
                  <a:pt x="125541" y="168052"/>
                </a:cubicBezTo>
                <a:cubicBezTo>
                  <a:pt x="128177" y="167098"/>
                  <a:pt x="130684" y="165847"/>
                  <a:pt x="133010" y="164260"/>
                </a:cubicBezTo>
                <a:cubicBezTo>
                  <a:pt x="158290" y="147021"/>
                  <a:pt x="154670" y="97676"/>
                  <a:pt x="124920" y="54058"/>
                </a:cubicBezTo>
                <a:lnTo>
                  <a:pt x="124920" y="54043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2" name="Editable vector"/>
          <p:cNvSpPr/>
          <p:nvPr/>
        </p:nvSpPr>
        <p:spPr>
          <a:xfrm>
            <a:off x="8643826" y="2926557"/>
            <a:ext cx="158289" cy="181087"/>
          </a:xfrm>
          <a:custGeom>
            <a:avLst/>
            <a:gdLst/>
            <a:ahLst/>
            <a:cxnLst/>
            <a:rect l="0" t="0" r="r" b="b"/>
            <a:pathLst>
              <a:path w="158290" h="181088" fill="norm" stroke="0" extrusionOk="0">
                <a:moveTo>
                  <a:pt x="124920" y="54043"/>
                </a:moveTo>
                <a:cubicBezTo>
                  <a:pt x="101968" y="20403"/>
                  <a:pt x="70176" y="0"/>
                  <a:pt x="45233" y="362"/>
                </a:cubicBezTo>
                <a:cubicBezTo>
                  <a:pt x="40968" y="207"/>
                  <a:pt x="36937" y="879"/>
                  <a:pt x="33265" y="2326"/>
                </a:cubicBezTo>
                <a:cubicBezTo>
                  <a:pt x="30449" y="3309"/>
                  <a:pt x="27760" y="4601"/>
                  <a:pt x="25279" y="6307"/>
                </a:cubicBezTo>
                <a:cubicBezTo>
                  <a:pt x="0" y="23541"/>
                  <a:pt x="3619" y="72886"/>
                  <a:pt x="33369" y="116504"/>
                </a:cubicBezTo>
                <a:cubicBezTo>
                  <a:pt x="45052" y="133650"/>
                  <a:pt x="59062" y="147337"/>
                  <a:pt x="73278" y="156614"/>
                </a:cubicBezTo>
                <a:lnTo>
                  <a:pt x="83617" y="179423"/>
                </a:lnTo>
                <a:cubicBezTo>
                  <a:pt x="84237" y="180819"/>
                  <a:pt x="85555" y="181088"/>
                  <a:pt x="85658" y="179837"/>
                </a:cubicBezTo>
                <a:lnTo>
                  <a:pt x="86847" y="164102"/>
                </a:lnTo>
                <a:cubicBezTo>
                  <a:pt x="95687" y="168068"/>
                  <a:pt x="104346" y="170177"/>
                  <a:pt x="112307" y="170192"/>
                </a:cubicBezTo>
                <a:cubicBezTo>
                  <a:pt x="117063" y="170446"/>
                  <a:pt x="121534" y="169717"/>
                  <a:pt x="125541" y="168052"/>
                </a:cubicBezTo>
                <a:cubicBezTo>
                  <a:pt x="128177" y="167098"/>
                  <a:pt x="130684" y="165847"/>
                  <a:pt x="133010" y="164260"/>
                </a:cubicBezTo>
                <a:cubicBezTo>
                  <a:pt x="158290" y="147021"/>
                  <a:pt x="154670" y="97676"/>
                  <a:pt x="124920" y="54058"/>
                </a:cubicBezTo>
                <a:lnTo>
                  <a:pt x="124920" y="54043"/>
                </a:lnTo>
                <a:close/>
              </a:path>
            </a:pathLst>
          </a:custGeom>
          <a:solidFill>
            <a:srgbClr val="D3B6FF">
              <a:alpha val="79608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3" name="Editable vector"/>
          <p:cNvSpPr/>
          <p:nvPr/>
        </p:nvSpPr>
        <p:spPr>
          <a:xfrm>
            <a:off x="8667684" y="2916579"/>
            <a:ext cx="90878" cy="33932"/>
          </a:xfrm>
          <a:custGeom>
            <a:avLst/>
            <a:gdLst/>
            <a:ahLst/>
            <a:cxnLst/>
            <a:rect l="0" t="0" r="r" b="b"/>
            <a:pathLst>
              <a:path w="90879" h="33932" fill="norm" stroke="0" extrusionOk="0">
                <a:moveTo>
                  <a:pt x="41020" y="181"/>
                </a:moveTo>
                <a:cubicBezTo>
                  <a:pt x="36703" y="52"/>
                  <a:pt x="32671" y="724"/>
                  <a:pt x="29001" y="2171"/>
                </a:cubicBezTo>
                <a:cubicBezTo>
                  <a:pt x="26157" y="3128"/>
                  <a:pt x="21608" y="4911"/>
                  <a:pt x="18015" y="6772"/>
                </a:cubicBezTo>
                <a:cubicBezTo>
                  <a:pt x="15896" y="7858"/>
                  <a:pt x="1629" y="15949"/>
                  <a:pt x="0" y="17655"/>
                </a:cubicBezTo>
                <a:cubicBezTo>
                  <a:pt x="2067" y="16414"/>
                  <a:pt x="4265" y="15380"/>
                  <a:pt x="6539" y="14605"/>
                </a:cubicBezTo>
                <a:cubicBezTo>
                  <a:pt x="10209" y="13183"/>
                  <a:pt x="14267" y="12485"/>
                  <a:pt x="18559" y="12640"/>
                </a:cubicBezTo>
                <a:cubicBezTo>
                  <a:pt x="33989" y="12433"/>
                  <a:pt x="52005" y="20111"/>
                  <a:pt x="68935" y="33932"/>
                </a:cubicBezTo>
                <a:lnTo>
                  <a:pt x="90879" y="20628"/>
                </a:lnTo>
                <a:cubicBezTo>
                  <a:pt x="74156" y="7186"/>
                  <a:pt x="56192" y="0"/>
                  <a:pt x="40994" y="207"/>
                </a:cubicBezTo>
                <a:lnTo>
                  <a:pt x="41020" y="181"/>
                </a:ln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4" name="Editable vector"/>
          <p:cNvSpPr/>
          <p:nvPr/>
        </p:nvSpPr>
        <p:spPr>
          <a:xfrm>
            <a:off x="8736645" y="2937206"/>
            <a:ext cx="87700" cy="152909"/>
          </a:xfrm>
          <a:custGeom>
            <a:avLst/>
            <a:gdLst/>
            <a:ahLst/>
            <a:cxnLst/>
            <a:rect l="0" t="0" r="r" b="b"/>
            <a:pathLst>
              <a:path w="87700" h="152910" fill="norm" stroke="0" extrusionOk="0">
                <a:moveTo>
                  <a:pt x="52185" y="33169"/>
                </a:moveTo>
                <a:cubicBezTo>
                  <a:pt x="43165" y="19909"/>
                  <a:pt x="32748" y="8711"/>
                  <a:pt x="21918" y="0"/>
                </a:cubicBezTo>
                <a:lnTo>
                  <a:pt x="0" y="13289"/>
                </a:lnTo>
                <a:cubicBezTo>
                  <a:pt x="10545" y="21899"/>
                  <a:pt x="20703" y="32908"/>
                  <a:pt x="29543" y="45866"/>
                </a:cubicBezTo>
                <a:cubicBezTo>
                  <a:pt x="57097" y="86248"/>
                  <a:pt x="62809" y="131649"/>
                  <a:pt x="41536" y="152910"/>
                </a:cubicBezTo>
                <a:cubicBezTo>
                  <a:pt x="42053" y="152610"/>
                  <a:pt x="57407" y="144589"/>
                  <a:pt x="60354" y="143097"/>
                </a:cubicBezTo>
                <a:cubicBezTo>
                  <a:pt x="87700" y="129126"/>
                  <a:pt x="82065" y="76927"/>
                  <a:pt x="52212" y="33169"/>
                </a:cubicBezTo>
                <a:lnTo>
                  <a:pt x="52185" y="33169"/>
                </a:ln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5" name="Editable vector"/>
          <p:cNvSpPr/>
          <p:nvPr/>
        </p:nvSpPr>
        <p:spPr>
          <a:xfrm>
            <a:off x="8684639" y="2989892"/>
            <a:ext cx="10752" cy="16225"/>
          </a:xfrm>
          <a:custGeom>
            <a:avLst/>
            <a:gdLst/>
            <a:ahLst/>
            <a:cxnLst/>
            <a:rect l="0" t="0" r="r" b="b"/>
            <a:pathLst>
              <a:path w="10753" h="16225" fill="norm" stroke="0" extrusionOk="0">
                <a:moveTo>
                  <a:pt x="5842" y="1936"/>
                </a:moveTo>
                <a:cubicBezTo>
                  <a:pt x="8659" y="3872"/>
                  <a:pt x="10753" y="8202"/>
                  <a:pt x="10494" y="11611"/>
                </a:cubicBezTo>
                <a:cubicBezTo>
                  <a:pt x="10236" y="15023"/>
                  <a:pt x="7729" y="16225"/>
                  <a:pt x="4911" y="14289"/>
                </a:cubicBezTo>
                <a:cubicBezTo>
                  <a:pt x="2094" y="12358"/>
                  <a:pt x="0" y="8029"/>
                  <a:pt x="259" y="4617"/>
                </a:cubicBezTo>
                <a:cubicBezTo>
                  <a:pt x="517" y="1207"/>
                  <a:pt x="3025" y="0"/>
                  <a:pt x="5842" y="1936"/>
                </a:cubicBez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6" name="Editable vector"/>
          <p:cNvSpPr/>
          <p:nvPr/>
        </p:nvSpPr>
        <p:spPr>
          <a:xfrm>
            <a:off x="8703663" y="3002899"/>
            <a:ext cx="10752" cy="16225"/>
          </a:xfrm>
          <a:custGeom>
            <a:avLst/>
            <a:gdLst/>
            <a:ahLst/>
            <a:cxnLst/>
            <a:rect l="0" t="0" r="r" b="b"/>
            <a:pathLst>
              <a:path w="10753" h="16225" fill="norm" stroke="0" extrusionOk="0">
                <a:moveTo>
                  <a:pt x="5842" y="1934"/>
                </a:moveTo>
                <a:cubicBezTo>
                  <a:pt x="8659" y="3870"/>
                  <a:pt x="10753" y="8199"/>
                  <a:pt x="10495" y="11609"/>
                </a:cubicBezTo>
                <a:cubicBezTo>
                  <a:pt x="10236" y="15021"/>
                  <a:pt x="7729" y="16225"/>
                  <a:pt x="4911" y="14292"/>
                </a:cubicBezTo>
                <a:cubicBezTo>
                  <a:pt x="2094" y="12356"/>
                  <a:pt x="0" y="8026"/>
                  <a:pt x="259" y="4614"/>
                </a:cubicBezTo>
                <a:cubicBezTo>
                  <a:pt x="517" y="1205"/>
                  <a:pt x="3025" y="0"/>
                  <a:pt x="5842" y="1934"/>
                </a:cubicBez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7" name="Editable vector"/>
          <p:cNvSpPr/>
          <p:nvPr/>
        </p:nvSpPr>
        <p:spPr>
          <a:xfrm>
            <a:off x="8722686" y="3015904"/>
            <a:ext cx="10752" cy="16228"/>
          </a:xfrm>
          <a:custGeom>
            <a:avLst/>
            <a:gdLst/>
            <a:ahLst/>
            <a:cxnLst/>
            <a:rect l="0" t="0" r="r" b="b"/>
            <a:pathLst>
              <a:path w="10753" h="16228" fill="norm" stroke="0" extrusionOk="0">
                <a:moveTo>
                  <a:pt x="5842" y="1936"/>
                </a:moveTo>
                <a:cubicBezTo>
                  <a:pt x="8659" y="3872"/>
                  <a:pt x="10753" y="8202"/>
                  <a:pt x="10495" y="11611"/>
                </a:cubicBezTo>
                <a:cubicBezTo>
                  <a:pt x="10236" y="15024"/>
                  <a:pt x="7729" y="16228"/>
                  <a:pt x="4911" y="14294"/>
                </a:cubicBezTo>
                <a:cubicBezTo>
                  <a:pt x="2094" y="12358"/>
                  <a:pt x="0" y="8029"/>
                  <a:pt x="259" y="4617"/>
                </a:cubicBezTo>
                <a:cubicBezTo>
                  <a:pt x="517" y="1207"/>
                  <a:pt x="3025" y="0"/>
                  <a:pt x="5842" y="1936"/>
                </a:cubicBez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8" name="Editable vector"/>
          <p:cNvSpPr/>
          <p:nvPr/>
        </p:nvSpPr>
        <p:spPr>
          <a:xfrm>
            <a:off x="8392143" y="2970642"/>
            <a:ext cx="260032" cy="218964"/>
          </a:xfrm>
          <a:custGeom>
            <a:avLst/>
            <a:gdLst/>
            <a:ahLst/>
            <a:cxnLst/>
            <a:rect l="0" t="0" r="r" b="b"/>
            <a:pathLst>
              <a:path w="260032" h="218964" fill="norm" stroke="0" extrusionOk="0">
                <a:moveTo>
                  <a:pt x="120084" y="5307"/>
                </a:moveTo>
                <a:cubicBezTo>
                  <a:pt x="157392" y="0"/>
                  <a:pt x="194432" y="24846"/>
                  <a:pt x="220796" y="57971"/>
                </a:cubicBezTo>
                <a:cubicBezTo>
                  <a:pt x="234004" y="74551"/>
                  <a:pt x="244601" y="93273"/>
                  <a:pt x="251244" y="111438"/>
                </a:cubicBezTo>
                <a:cubicBezTo>
                  <a:pt x="257215" y="127764"/>
                  <a:pt x="260032" y="143715"/>
                  <a:pt x="258688" y="157312"/>
                </a:cubicBezTo>
                <a:cubicBezTo>
                  <a:pt x="259619" y="169626"/>
                  <a:pt x="253984" y="181421"/>
                  <a:pt x="241009" y="191161"/>
                </a:cubicBezTo>
                <a:cubicBezTo>
                  <a:pt x="205314" y="217975"/>
                  <a:pt x="127668" y="218964"/>
                  <a:pt x="67581" y="193345"/>
                </a:cubicBezTo>
                <a:cubicBezTo>
                  <a:pt x="22389" y="174077"/>
                  <a:pt x="0" y="145268"/>
                  <a:pt x="6873" y="120756"/>
                </a:cubicBezTo>
                <a:cubicBezTo>
                  <a:pt x="14883" y="72274"/>
                  <a:pt x="55360" y="14504"/>
                  <a:pt x="120084" y="5289"/>
                </a:cubicBezTo>
                <a:lnTo>
                  <a:pt x="120084" y="5307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9" name="Editable vector"/>
          <p:cNvSpPr/>
          <p:nvPr/>
        </p:nvSpPr>
        <p:spPr>
          <a:xfrm>
            <a:off x="8392143" y="2970642"/>
            <a:ext cx="260032" cy="218964"/>
          </a:xfrm>
          <a:custGeom>
            <a:avLst/>
            <a:gdLst/>
            <a:ahLst/>
            <a:cxnLst/>
            <a:rect l="0" t="0" r="r" b="b"/>
            <a:pathLst>
              <a:path w="260032" h="218964" fill="norm" stroke="0" extrusionOk="0">
                <a:moveTo>
                  <a:pt x="120084" y="5307"/>
                </a:moveTo>
                <a:cubicBezTo>
                  <a:pt x="157392" y="0"/>
                  <a:pt x="194432" y="24846"/>
                  <a:pt x="220796" y="57971"/>
                </a:cubicBezTo>
                <a:cubicBezTo>
                  <a:pt x="234004" y="74551"/>
                  <a:pt x="244601" y="93273"/>
                  <a:pt x="251244" y="111438"/>
                </a:cubicBezTo>
                <a:cubicBezTo>
                  <a:pt x="257215" y="127764"/>
                  <a:pt x="260032" y="143715"/>
                  <a:pt x="258688" y="157312"/>
                </a:cubicBezTo>
                <a:cubicBezTo>
                  <a:pt x="259619" y="169626"/>
                  <a:pt x="253984" y="181421"/>
                  <a:pt x="241009" y="191161"/>
                </a:cubicBezTo>
                <a:cubicBezTo>
                  <a:pt x="205314" y="217975"/>
                  <a:pt x="127668" y="218964"/>
                  <a:pt x="67581" y="193345"/>
                </a:cubicBezTo>
                <a:cubicBezTo>
                  <a:pt x="22389" y="174077"/>
                  <a:pt x="0" y="145268"/>
                  <a:pt x="6873" y="120756"/>
                </a:cubicBezTo>
                <a:cubicBezTo>
                  <a:pt x="14883" y="72274"/>
                  <a:pt x="55360" y="14504"/>
                  <a:pt x="120084" y="5289"/>
                </a:cubicBezTo>
                <a:lnTo>
                  <a:pt x="120084" y="5307"/>
                </a:lnTo>
                <a:close/>
              </a:path>
            </a:pathLst>
          </a:custGeom>
          <a:solidFill>
            <a:srgbClr val="D3B6FF">
              <a:alpha val="79608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0" name="Editable vector"/>
          <p:cNvSpPr/>
          <p:nvPr/>
        </p:nvSpPr>
        <p:spPr>
          <a:xfrm>
            <a:off x="8545064" y="2978436"/>
            <a:ext cx="107421" cy="196923"/>
          </a:xfrm>
          <a:custGeom>
            <a:avLst/>
            <a:gdLst/>
            <a:ahLst/>
            <a:cxnLst/>
            <a:rect l="0" t="0" r="r" b="b"/>
            <a:pathLst>
              <a:path w="107421" h="196924" fill="norm" stroke="0" extrusionOk="0">
                <a:moveTo>
                  <a:pt x="98478" y="103592"/>
                </a:moveTo>
                <a:cubicBezTo>
                  <a:pt x="91835" y="85392"/>
                  <a:pt x="81238" y="66670"/>
                  <a:pt x="68030" y="50075"/>
                </a:cubicBezTo>
                <a:cubicBezTo>
                  <a:pt x="49446" y="26748"/>
                  <a:pt x="25563" y="7507"/>
                  <a:pt x="0" y="0"/>
                </a:cubicBezTo>
                <a:cubicBezTo>
                  <a:pt x="81729" y="96944"/>
                  <a:pt x="74311" y="171673"/>
                  <a:pt x="60379" y="196924"/>
                </a:cubicBezTo>
                <a:cubicBezTo>
                  <a:pt x="71106" y="193565"/>
                  <a:pt x="80540" y="189054"/>
                  <a:pt x="88088" y="183388"/>
                </a:cubicBezTo>
                <a:cubicBezTo>
                  <a:pt x="100650" y="173922"/>
                  <a:pt x="106362" y="162533"/>
                  <a:pt x="105819" y="150594"/>
                </a:cubicBezTo>
                <a:cubicBezTo>
                  <a:pt x="107421" y="136726"/>
                  <a:pt x="104604" y="120350"/>
                  <a:pt x="98478" y="103592"/>
                </a:cubicBez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1" name="Editable vector"/>
          <p:cNvSpPr/>
          <p:nvPr/>
        </p:nvSpPr>
        <p:spPr>
          <a:xfrm>
            <a:off x="8501491" y="2980769"/>
            <a:ext cx="73375" cy="29685"/>
          </a:xfrm>
          <a:custGeom>
            <a:avLst/>
            <a:gdLst/>
            <a:ahLst/>
            <a:cxnLst/>
            <a:rect l="0" t="0" r="r" b="b"/>
            <a:pathLst>
              <a:path w="73375" h="29685" fill="norm" stroke="0" extrusionOk="0">
                <a:moveTo>
                  <a:pt x="73375" y="24280"/>
                </a:moveTo>
                <a:cubicBezTo>
                  <a:pt x="28277" y="29685"/>
                  <a:pt x="5609" y="22352"/>
                  <a:pt x="0" y="18392"/>
                </a:cubicBezTo>
                <a:lnTo>
                  <a:pt x="38946" y="106"/>
                </a:lnTo>
                <a:cubicBezTo>
                  <a:pt x="40678" y="0"/>
                  <a:pt x="50009" y="4697"/>
                  <a:pt x="73375" y="24265"/>
                </a:cubicBezTo>
                <a:lnTo>
                  <a:pt x="73375" y="24280"/>
                </a:ln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2" name="Editable vector"/>
          <p:cNvSpPr/>
          <p:nvPr/>
        </p:nvSpPr>
        <p:spPr>
          <a:xfrm>
            <a:off x="8450483" y="2853482"/>
            <a:ext cx="152789" cy="152808"/>
          </a:xfrm>
          <a:custGeom>
            <a:avLst/>
            <a:gdLst/>
            <a:ahLst/>
            <a:cxnLst/>
            <a:rect l="0" t="0" r="r" b="b"/>
            <a:pathLst>
              <a:path w="152789" h="152809" fill="norm" stroke="0" extrusionOk="0">
                <a:moveTo>
                  <a:pt x="77963" y="151945"/>
                </a:moveTo>
                <a:cubicBezTo>
                  <a:pt x="119679" y="151080"/>
                  <a:pt x="152789" y="116558"/>
                  <a:pt x="151936" y="74833"/>
                </a:cubicBezTo>
                <a:cubicBezTo>
                  <a:pt x="151057" y="33113"/>
                  <a:pt x="116551" y="0"/>
                  <a:pt x="74831" y="879"/>
                </a:cubicBezTo>
                <a:cubicBezTo>
                  <a:pt x="33116" y="1732"/>
                  <a:pt x="0" y="36266"/>
                  <a:pt x="866" y="77986"/>
                </a:cubicBezTo>
                <a:cubicBezTo>
                  <a:pt x="1732" y="119691"/>
                  <a:pt x="36249" y="152809"/>
                  <a:pt x="77963" y="151945"/>
                </a:cubicBez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3" name="Editable vector"/>
          <p:cNvSpPr/>
          <p:nvPr/>
        </p:nvSpPr>
        <p:spPr>
          <a:xfrm>
            <a:off x="8450483" y="2853482"/>
            <a:ext cx="152789" cy="152808"/>
          </a:xfrm>
          <a:custGeom>
            <a:avLst/>
            <a:gdLst/>
            <a:ahLst/>
            <a:cxnLst/>
            <a:rect l="0" t="0" r="r" b="b"/>
            <a:pathLst>
              <a:path w="152789" h="152809" fill="norm" stroke="0" extrusionOk="0">
                <a:moveTo>
                  <a:pt x="77963" y="151945"/>
                </a:moveTo>
                <a:cubicBezTo>
                  <a:pt x="119679" y="151080"/>
                  <a:pt x="152789" y="116558"/>
                  <a:pt x="151936" y="74833"/>
                </a:cubicBezTo>
                <a:cubicBezTo>
                  <a:pt x="151057" y="33113"/>
                  <a:pt x="116551" y="0"/>
                  <a:pt x="74831" y="879"/>
                </a:cubicBezTo>
                <a:cubicBezTo>
                  <a:pt x="33116" y="1732"/>
                  <a:pt x="0" y="36266"/>
                  <a:pt x="866" y="77986"/>
                </a:cubicBezTo>
                <a:cubicBezTo>
                  <a:pt x="1732" y="119691"/>
                  <a:pt x="36249" y="152809"/>
                  <a:pt x="77963" y="151945"/>
                </a:cubicBezTo>
                <a:close/>
              </a:path>
            </a:pathLst>
          </a:custGeom>
          <a:solidFill>
            <a:srgbClr val="D3B6FF">
              <a:alpha val="79608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4" name="Editable vector"/>
          <p:cNvSpPr/>
          <p:nvPr/>
        </p:nvSpPr>
        <p:spPr>
          <a:xfrm>
            <a:off x="8486802" y="2858057"/>
            <a:ext cx="125542" cy="147685"/>
          </a:xfrm>
          <a:custGeom>
            <a:avLst/>
            <a:gdLst/>
            <a:ahLst/>
            <a:cxnLst/>
            <a:rect l="0" t="0" r="r" b="b"/>
            <a:pathLst>
              <a:path w="125543" h="147685" fill="norm" stroke="0" extrusionOk="0">
                <a:moveTo>
                  <a:pt x="41645" y="147370"/>
                </a:moveTo>
                <a:cubicBezTo>
                  <a:pt x="83360" y="146504"/>
                  <a:pt x="116470" y="111983"/>
                  <a:pt x="115617" y="70258"/>
                </a:cubicBezTo>
                <a:cubicBezTo>
                  <a:pt x="114919" y="37300"/>
                  <a:pt x="93234" y="9693"/>
                  <a:pt x="63560" y="0"/>
                </a:cubicBezTo>
                <a:cubicBezTo>
                  <a:pt x="125543" y="69482"/>
                  <a:pt x="70565" y="135950"/>
                  <a:pt x="0" y="135885"/>
                </a:cubicBezTo>
                <a:cubicBezTo>
                  <a:pt x="12050" y="143441"/>
                  <a:pt x="26364" y="147685"/>
                  <a:pt x="41645" y="147370"/>
                </a:cubicBez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5" name="Editable vector"/>
          <p:cNvSpPr/>
          <p:nvPr/>
        </p:nvSpPr>
        <p:spPr>
          <a:xfrm>
            <a:off x="7106422" y="2840539"/>
            <a:ext cx="201145" cy="169377"/>
          </a:xfrm>
          <a:custGeom>
            <a:avLst/>
            <a:gdLst/>
            <a:ahLst/>
            <a:cxnLst/>
            <a:rect l="0" t="0" r="r" b="b"/>
            <a:pathLst>
              <a:path w="201146" h="169377" fill="norm" stroke="0" extrusionOk="0">
                <a:moveTo>
                  <a:pt x="92894" y="4119"/>
                </a:moveTo>
                <a:cubicBezTo>
                  <a:pt x="121738" y="0"/>
                  <a:pt x="150401" y="19232"/>
                  <a:pt x="170805" y="44842"/>
                </a:cubicBezTo>
                <a:cubicBezTo>
                  <a:pt x="181026" y="57672"/>
                  <a:pt x="189215" y="72164"/>
                  <a:pt x="194356" y="86210"/>
                </a:cubicBezTo>
                <a:cubicBezTo>
                  <a:pt x="198967" y="98841"/>
                  <a:pt x="201146" y="111175"/>
                  <a:pt x="200106" y="121697"/>
                </a:cubicBezTo>
                <a:cubicBezTo>
                  <a:pt x="200826" y="131201"/>
                  <a:pt x="196468" y="140333"/>
                  <a:pt x="186438" y="147877"/>
                </a:cubicBezTo>
                <a:cubicBezTo>
                  <a:pt x="158820" y="168633"/>
                  <a:pt x="98767" y="169377"/>
                  <a:pt x="52285" y="149565"/>
                </a:cubicBezTo>
                <a:cubicBezTo>
                  <a:pt x="17317" y="134675"/>
                  <a:pt x="0" y="112390"/>
                  <a:pt x="5321" y="93431"/>
                </a:cubicBezTo>
                <a:cubicBezTo>
                  <a:pt x="11513" y="55935"/>
                  <a:pt x="42821" y="11241"/>
                  <a:pt x="92896" y="4119"/>
                </a:cubicBezTo>
                <a:close/>
                <a:moveTo>
                  <a:pt x="92896" y="4119"/>
                </a:moveTo>
                <a:lnTo>
                  <a:pt x="92894" y="4119"/>
                </a:lnTo>
                <a:close/>
              </a:path>
            </a:pathLst>
          </a:custGeom>
          <a:solidFill>
            <a:srgbClr val="9B76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6" name="Editable vector"/>
          <p:cNvSpPr/>
          <p:nvPr/>
        </p:nvSpPr>
        <p:spPr>
          <a:xfrm>
            <a:off x="7224710" y="2846595"/>
            <a:ext cx="83087" cy="152316"/>
          </a:xfrm>
          <a:custGeom>
            <a:avLst/>
            <a:gdLst/>
            <a:ahLst/>
            <a:cxnLst/>
            <a:rect l="0" t="0" r="r" b="b"/>
            <a:pathLst>
              <a:path w="83087" h="152317" fill="norm" stroke="0" extrusionOk="0">
                <a:moveTo>
                  <a:pt x="76177" y="80105"/>
                </a:moveTo>
                <a:cubicBezTo>
                  <a:pt x="71033" y="66035"/>
                  <a:pt x="62826" y="51542"/>
                  <a:pt x="52606" y="38713"/>
                </a:cubicBezTo>
                <a:cubicBezTo>
                  <a:pt x="38236" y="20696"/>
                  <a:pt x="19759" y="5807"/>
                  <a:pt x="0" y="0"/>
                </a:cubicBezTo>
                <a:cubicBezTo>
                  <a:pt x="63204" y="74968"/>
                  <a:pt x="57469" y="132764"/>
                  <a:pt x="46680" y="152317"/>
                </a:cubicBezTo>
                <a:cubicBezTo>
                  <a:pt x="54980" y="149714"/>
                  <a:pt x="62276" y="146215"/>
                  <a:pt x="68114" y="141847"/>
                </a:cubicBezTo>
                <a:cubicBezTo>
                  <a:pt x="77844" y="134526"/>
                  <a:pt x="82244" y="125692"/>
                  <a:pt x="81837" y="116485"/>
                </a:cubicBezTo>
                <a:cubicBezTo>
                  <a:pt x="83087" y="105765"/>
                  <a:pt x="80901" y="93109"/>
                  <a:pt x="76160" y="80130"/>
                </a:cubicBezTo>
                <a:lnTo>
                  <a:pt x="76177" y="80105"/>
                </a:ln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7" name="Editable vector"/>
          <p:cNvSpPr/>
          <p:nvPr/>
        </p:nvSpPr>
        <p:spPr>
          <a:xfrm>
            <a:off x="7151555" y="2749912"/>
            <a:ext cx="118190" cy="118197"/>
          </a:xfrm>
          <a:custGeom>
            <a:avLst/>
            <a:gdLst/>
            <a:ahLst/>
            <a:cxnLst/>
            <a:rect l="0" t="0" r="r" b="b"/>
            <a:pathLst>
              <a:path w="118190" h="118197" fill="norm" stroke="0" extrusionOk="0">
                <a:moveTo>
                  <a:pt x="60306" y="117528"/>
                </a:moveTo>
                <a:cubicBezTo>
                  <a:pt x="92574" y="116857"/>
                  <a:pt x="118190" y="90156"/>
                  <a:pt x="117520" y="57895"/>
                </a:cubicBezTo>
                <a:cubicBezTo>
                  <a:pt x="116850" y="25635"/>
                  <a:pt x="90150" y="0"/>
                  <a:pt x="57882" y="670"/>
                </a:cubicBezTo>
                <a:cubicBezTo>
                  <a:pt x="25615" y="1340"/>
                  <a:pt x="0" y="28042"/>
                  <a:pt x="670" y="60327"/>
                </a:cubicBezTo>
                <a:cubicBezTo>
                  <a:pt x="1340" y="92588"/>
                  <a:pt x="28040" y="118197"/>
                  <a:pt x="60306" y="117528"/>
                </a:cubicBezTo>
                <a:close/>
              </a:path>
            </a:pathLst>
          </a:custGeom>
          <a:solidFill>
            <a:srgbClr val="9B76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8" name="Editable vector"/>
          <p:cNvSpPr/>
          <p:nvPr/>
        </p:nvSpPr>
        <p:spPr>
          <a:xfrm>
            <a:off x="7179960" y="2753486"/>
            <a:ext cx="90015" cy="114202"/>
          </a:xfrm>
          <a:custGeom>
            <a:avLst/>
            <a:gdLst/>
            <a:ahLst/>
            <a:cxnLst/>
            <a:rect l="0" t="0" r="r" b="b"/>
            <a:pathLst>
              <a:path w="90015" h="114202" fill="norm" stroke="0" extrusionOk="0">
                <a:moveTo>
                  <a:pt x="31901" y="113954"/>
                </a:moveTo>
                <a:cubicBezTo>
                  <a:pt x="64167" y="113284"/>
                  <a:pt x="89782" y="86582"/>
                  <a:pt x="89112" y="54322"/>
                </a:cubicBezTo>
                <a:cubicBezTo>
                  <a:pt x="88584" y="28861"/>
                  <a:pt x="71854" y="7544"/>
                  <a:pt x="48968" y="0"/>
                </a:cubicBezTo>
                <a:cubicBezTo>
                  <a:pt x="90015" y="42683"/>
                  <a:pt x="67377" y="102340"/>
                  <a:pt x="0" y="105269"/>
                </a:cubicBezTo>
                <a:cubicBezTo>
                  <a:pt x="9253" y="111001"/>
                  <a:pt x="20211" y="114202"/>
                  <a:pt x="31901" y="113954"/>
                </a:cubicBez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9" name="Editable vector"/>
          <p:cNvSpPr/>
          <p:nvPr/>
        </p:nvSpPr>
        <p:spPr>
          <a:xfrm>
            <a:off x="7417310" y="2930522"/>
            <a:ext cx="226231" cy="190490"/>
          </a:xfrm>
          <a:custGeom>
            <a:avLst/>
            <a:gdLst/>
            <a:ahLst/>
            <a:cxnLst/>
            <a:rect l="0" t="0" r="r" b="b"/>
            <a:pathLst>
              <a:path w="226231" h="190491" fill="norm" stroke="0" extrusionOk="0">
                <a:moveTo>
                  <a:pt x="104468" y="4616"/>
                </a:moveTo>
                <a:cubicBezTo>
                  <a:pt x="136925" y="0"/>
                  <a:pt x="169134" y="21615"/>
                  <a:pt x="192087" y="50426"/>
                </a:cubicBezTo>
                <a:cubicBezTo>
                  <a:pt x="203576" y="64844"/>
                  <a:pt x="212782" y="81140"/>
                  <a:pt x="218563" y="96945"/>
                </a:cubicBezTo>
                <a:cubicBezTo>
                  <a:pt x="223775" y="111145"/>
                  <a:pt x="226231" y="125027"/>
                  <a:pt x="225040" y="136854"/>
                </a:cubicBezTo>
                <a:cubicBezTo>
                  <a:pt x="225859" y="147569"/>
                  <a:pt x="220945" y="157833"/>
                  <a:pt x="209680" y="166306"/>
                </a:cubicBezTo>
                <a:cubicBezTo>
                  <a:pt x="178612" y="189635"/>
                  <a:pt x="111068" y="190491"/>
                  <a:pt x="58785" y="168206"/>
                </a:cubicBezTo>
                <a:cubicBezTo>
                  <a:pt x="19479" y="151443"/>
                  <a:pt x="0" y="126377"/>
                  <a:pt x="5980" y="105050"/>
                </a:cubicBezTo>
                <a:cubicBezTo>
                  <a:pt x="12953" y="62858"/>
                  <a:pt x="48165" y="12606"/>
                  <a:pt x="104468" y="4591"/>
                </a:cubicBezTo>
                <a:lnTo>
                  <a:pt x="104468" y="4616"/>
                </a:lnTo>
                <a:close/>
              </a:path>
            </a:pathLst>
          </a:custGeom>
          <a:solidFill>
            <a:srgbClr val="9B76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0" name="Editable vector"/>
          <p:cNvSpPr/>
          <p:nvPr/>
        </p:nvSpPr>
        <p:spPr>
          <a:xfrm>
            <a:off x="7550364" y="2937296"/>
            <a:ext cx="93450" cy="171323"/>
          </a:xfrm>
          <a:custGeom>
            <a:avLst/>
            <a:gdLst/>
            <a:ahLst/>
            <a:cxnLst/>
            <a:rect l="0" t="0" r="r" b="b"/>
            <a:pathLst>
              <a:path w="93450" h="171323" fill="norm" stroke="0" extrusionOk="0">
                <a:moveTo>
                  <a:pt x="85658" y="90121"/>
                </a:moveTo>
                <a:cubicBezTo>
                  <a:pt x="79877" y="74291"/>
                  <a:pt x="70671" y="57995"/>
                  <a:pt x="59157" y="43552"/>
                </a:cubicBezTo>
                <a:cubicBezTo>
                  <a:pt x="43003" y="23277"/>
                  <a:pt x="22209" y="6527"/>
                  <a:pt x="0" y="0"/>
                </a:cubicBezTo>
                <a:cubicBezTo>
                  <a:pt x="71093" y="84341"/>
                  <a:pt x="64616" y="149356"/>
                  <a:pt x="52507" y="171323"/>
                </a:cubicBezTo>
                <a:cubicBezTo>
                  <a:pt x="61837" y="168402"/>
                  <a:pt x="70050" y="164476"/>
                  <a:pt x="76602" y="159545"/>
                </a:cubicBezTo>
                <a:cubicBezTo>
                  <a:pt x="87544" y="151314"/>
                  <a:pt x="92507" y="141400"/>
                  <a:pt x="92035" y="131017"/>
                </a:cubicBezTo>
                <a:cubicBezTo>
                  <a:pt x="93450" y="118947"/>
                  <a:pt x="90994" y="104705"/>
                  <a:pt x="85658" y="90121"/>
                </a:cubicBez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1" name="Editable vector"/>
          <p:cNvSpPr/>
          <p:nvPr/>
        </p:nvSpPr>
        <p:spPr>
          <a:xfrm>
            <a:off x="7468055" y="2828578"/>
            <a:ext cx="132929" cy="132938"/>
          </a:xfrm>
          <a:custGeom>
            <a:avLst/>
            <a:gdLst/>
            <a:ahLst/>
            <a:cxnLst/>
            <a:rect l="0" t="0" r="r" b="b"/>
            <a:pathLst>
              <a:path w="132930" h="132938" fill="norm" stroke="0" extrusionOk="0">
                <a:moveTo>
                  <a:pt x="67842" y="132194"/>
                </a:moveTo>
                <a:cubicBezTo>
                  <a:pt x="104121" y="131449"/>
                  <a:pt x="132930" y="101422"/>
                  <a:pt x="132185" y="65117"/>
                </a:cubicBezTo>
                <a:cubicBezTo>
                  <a:pt x="131441" y="28811"/>
                  <a:pt x="101391" y="0"/>
                  <a:pt x="65112" y="769"/>
                </a:cubicBezTo>
                <a:cubicBezTo>
                  <a:pt x="28809" y="1514"/>
                  <a:pt x="0" y="31541"/>
                  <a:pt x="744" y="67846"/>
                </a:cubicBezTo>
                <a:cubicBezTo>
                  <a:pt x="1514" y="104127"/>
                  <a:pt x="31539" y="132938"/>
                  <a:pt x="67842" y="132194"/>
                </a:cubicBezTo>
                <a:close/>
              </a:path>
            </a:pathLst>
          </a:custGeom>
          <a:solidFill>
            <a:srgbClr val="9B76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2" name="Editable vector"/>
          <p:cNvSpPr/>
          <p:nvPr/>
        </p:nvSpPr>
        <p:spPr>
          <a:xfrm>
            <a:off x="7499644" y="2832574"/>
            <a:ext cx="109232" cy="128471"/>
          </a:xfrm>
          <a:custGeom>
            <a:avLst/>
            <a:gdLst/>
            <a:ahLst/>
            <a:cxnLst/>
            <a:rect l="0" t="0" r="r" b="b"/>
            <a:pathLst>
              <a:path w="109232" h="128471" fill="norm" stroke="0" extrusionOk="0">
                <a:moveTo>
                  <a:pt x="36254" y="128198"/>
                </a:moveTo>
                <a:cubicBezTo>
                  <a:pt x="72532" y="127454"/>
                  <a:pt x="101341" y="97427"/>
                  <a:pt x="100596" y="61121"/>
                </a:cubicBezTo>
                <a:cubicBezTo>
                  <a:pt x="100001" y="32434"/>
                  <a:pt x="81118" y="8437"/>
                  <a:pt x="55311" y="0"/>
                </a:cubicBezTo>
                <a:cubicBezTo>
                  <a:pt x="109232" y="60451"/>
                  <a:pt x="61390" y="118272"/>
                  <a:pt x="0" y="118222"/>
                </a:cubicBezTo>
                <a:cubicBezTo>
                  <a:pt x="10496" y="124774"/>
                  <a:pt x="22953" y="128471"/>
                  <a:pt x="36254" y="128198"/>
                </a:cubicBez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3" name="Editable vector"/>
          <p:cNvSpPr/>
          <p:nvPr/>
        </p:nvSpPr>
        <p:spPr>
          <a:xfrm>
            <a:off x="7177439" y="2968142"/>
            <a:ext cx="297763" cy="250731"/>
          </a:xfrm>
          <a:custGeom>
            <a:avLst/>
            <a:gdLst/>
            <a:ahLst/>
            <a:cxnLst/>
            <a:rect l="0" t="0" r="r" b="b"/>
            <a:pathLst>
              <a:path w="297763" h="250731" fill="norm" stroke="0" extrusionOk="0">
                <a:moveTo>
                  <a:pt x="137508" y="6080"/>
                </a:moveTo>
                <a:cubicBezTo>
                  <a:pt x="180218" y="0"/>
                  <a:pt x="222626" y="28439"/>
                  <a:pt x="252849" y="66377"/>
                </a:cubicBezTo>
                <a:cubicBezTo>
                  <a:pt x="267961" y="85361"/>
                  <a:pt x="280071" y="106802"/>
                  <a:pt x="287689" y="127603"/>
                </a:cubicBezTo>
                <a:cubicBezTo>
                  <a:pt x="294537" y="146296"/>
                  <a:pt x="297763" y="164563"/>
                  <a:pt x="296225" y="180130"/>
                </a:cubicBezTo>
                <a:cubicBezTo>
                  <a:pt x="297291" y="194233"/>
                  <a:pt x="290815" y="207743"/>
                  <a:pt x="275976" y="218897"/>
                </a:cubicBezTo>
                <a:cubicBezTo>
                  <a:pt x="235107" y="249600"/>
                  <a:pt x="146193" y="250731"/>
                  <a:pt x="77388" y="221396"/>
                </a:cubicBezTo>
                <a:cubicBezTo>
                  <a:pt x="25636" y="199333"/>
                  <a:pt x="0" y="166343"/>
                  <a:pt x="7871" y="138273"/>
                </a:cubicBezTo>
                <a:cubicBezTo>
                  <a:pt x="17042" y="82753"/>
                  <a:pt x="63393" y="16602"/>
                  <a:pt x="137508" y="6055"/>
                </a:cubicBezTo>
                <a:lnTo>
                  <a:pt x="137508" y="6080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4" name="Editable vector"/>
          <p:cNvSpPr/>
          <p:nvPr/>
        </p:nvSpPr>
        <p:spPr>
          <a:xfrm>
            <a:off x="7177439" y="2968142"/>
            <a:ext cx="297763" cy="250731"/>
          </a:xfrm>
          <a:custGeom>
            <a:avLst/>
            <a:gdLst/>
            <a:ahLst/>
            <a:cxnLst/>
            <a:rect l="0" t="0" r="r" b="b"/>
            <a:pathLst>
              <a:path w="297763" h="250731" fill="norm" stroke="0" extrusionOk="0">
                <a:moveTo>
                  <a:pt x="137508" y="6080"/>
                </a:moveTo>
                <a:cubicBezTo>
                  <a:pt x="180218" y="0"/>
                  <a:pt x="222626" y="28439"/>
                  <a:pt x="252849" y="66377"/>
                </a:cubicBezTo>
                <a:cubicBezTo>
                  <a:pt x="267961" y="85361"/>
                  <a:pt x="280071" y="106802"/>
                  <a:pt x="287689" y="127603"/>
                </a:cubicBezTo>
                <a:cubicBezTo>
                  <a:pt x="294537" y="146296"/>
                  <a:pt x="297763" y="164563"/>
                  <a:pt x="296225" y="180130"/>
                </a:cubicBezTo>
                <a:cubicBezTo>
                  <a:pt x="297291" y="194233"/>
                  <a:pt x="290815" y="207743"/>
                  <a:pt x="275976" y="218897"/>
                </a:cubicBezTo>
                <a:cubicBezTo>
                  <a:pt x="235107" y="249600"/>
                  <a:pt x="146193" y="250731"/>
                  <a:pt x="77388" y="221396"/>
                </a:cubicBezTo>
                <a:cubicBezTo>
                  <a:pt x="25636" y="199333"/>
                  <a:pt x="0" y="166343"/>
                  <a:pt x="7871" y="138273"/>
                </a:cubicBezTo>
                <a:cubicBezTo>
                  <a:pt x="17042" y="82753"/>
                  <a:pt x="63393" y="16602"/>
                  <a:pt x="137508" y="6055"/>
                </a:cubicBezTo>
                <a:lnTo>
                  <a:pt x="137508" y="6080"/>
                </a:lnTo>
                <a:close/>
              </a:path>
            </a:pathLst>
          </a:custGeom>
          <a:solidFill>
            <a:srgbClr val="D3B6FF">
              <a:alpha val="79608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5" name="Editable vector"/>
          <p:cNvSpPr/>
          <p:nvPr/>
        </p:nvSpPr>
        <p:spPr>
          <a:xfrm>
            <a:off x="7352570" y="2977051"/>
            <a:ext cx="123004" cy="225505"/>
          </a:xfrm>
          <a:custGeom>
            <a:avLst/>
            <a:gdLst/>
            <a:ahLst/>
            <a:cxnLst/>
            <a:rect l="0" t="0" r="r" b="b"/>
            <a:pathLst>
              <a:path w="123004" h="225506" fill="norm" stroke="0" extrusionOk="0">
                <a:moveTo>
                  <a:pt x="112756" y="118632"/>
                </a:moveTo>
                <a:cubicBezTo>
                  <a:pt x="105113" y="97794"/>
                  <a:pt x="93004" y="76356"/>
                  <a:pt x="77867" y="57349"/>
                </a:cubicBezTo>
                <a:cubicBezTo>
                  <a:pt x="56601" y="30637"/>
                  <a:pt x="29256" y="8611"/>
                  <a:pt x="0" y="0"/>
                </a:cubicBezTo>
                <a:cubicBezTo>
                  <a:pt x="93574" y="111021"/>
                  <a:pt x="85063" y="196593"/>
                  <a:pt x="69107" y="225506"/>
                </a:cubicBezTo>
                <a:cubicBezTo>
                  <a:pt x="81390" y="221662"/>
                  <a:pt x="92185" y="216498"/>
                  <a:pt x="100845" y="210006"/>
                </a:cubicBezTo>
                <a:cubicBezTo>
                  <a:pt x="115237" y="199171"/>
                  <a:pt x="121763" y="186126"/>
                  <a:pt x="121143" y="172455"/>
                </a:cubicBezTo>
                <a:cubicBezTo>
                  <a:pt x="123004" y="156573"/>
                  <a:pt x="119778" y="137824"/>
                  <a:pt x="112756" y="118632"/>
                </a:cubicBez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6" name="Editable vector"/>
          <p:cNvSpPr/>
          <p:nvPr/>
        </p:nvSpPr>
        <p:spPr>
          <a:xfrm>
            <a:off x="7302651" y="2979731"/>
            <a:ext cx="84013" cy="33995"/>
          </a:xfrm>
          <a:custGeom>
            <a:avLst/>
            <a:gdLst/>
            <a:ahLst/>
            <a:cxnLst/>
            <a:rect l="0" t="0" r="r" b="b"/>
            <a:pathLst>
              <a:path w="84013" h="33995" fill="norm" stroke="0" extrusionOk="0">
                <a:moveTo>
                  <a:pt x="84013" y="27806"/>
                </a:moveTo>
                <a:cubicBezTo>
                  <a:pt x="32378" y="33995"/>
                  <a:pt x="6422" y="25597"/>
                  <a:pt x="0" y="21059"/>
                </a:cubicBezTo>
                <a:lnTo>
                  <a:pt x="44583" y="124"/>
                </a:lnTo>
                <a:cubicBezTo>
                  <a:pt x="46593" y="0"/>
                  <a:pt x="57289" y="5385"/>
                  <a:pt x="84013" y="27789"/>
                </a:cubicBezTo>
                <a:lnTo>
                  <a:pt x="84013" y="27806"/>
                </a:ln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7" name="Editable vector"/>
          <p:cNvSpPr/>
          <p:nvPr/>
        </p:nvSpPr>
        <p:spPr>
          <a:xfrm>
            <a:off x="7244241" y="2833988"/>
            <a:ext cx="174955" cy="174971"/>
          </a:xfrm>
          <a:custGeom>
            <a:avLst/>
            <a:gdLst/>
            <a:ahLst/>
            <a:cxnLst/>
            <a:rect l="0" t="0" r="r" b="b"/>
            <a:pathLst>
              <a:path w="174955" h="174971" fill="norm" stroke="0" extrusionOk="0">
                <a:moveTo>
                  <a:pt x="89279" y="173978"/>
                </a:moveTo>
                <a:cubicBezTo>
                  <a:pt x="137039" y="172986"/>
                  <a:pt x="174955" y="133459"/>
                  <a:pt x="173988" y="85689"/>
                </a:cubicBezTo>
                <a:cubicBezTo>
                  <a:pt x="172995" y="37919"/>
                  <a:pt x="133465" y="0"/>
                  <a:pt x="85689" y="993"/>
                </a:cubicBezTo>
                <a:cubicBezTo>
                  <a:pt x="37921" y="1985"/>
                  <a:pt x="0" y="41517"/>
                  <a:pt x="991" y="89287"/>
                </a:cubicBezTo>
                <a:cubicBezTo>
                  <a:pt x="1983" y="137058"/>
                  <a:pt x="41509" y="174971"/>
                  <a:pt x="89279" y="173978"/>
                </a:cubicBez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8" name="Editable vector"/>
          <p:cNvSpPr/>
          <p:nvPr/>
        </p:nvSpPr>
        <p:spPr>
          <a:xfrm>
            <a:off x="7244241" y="2833988"/>
            <a:ext cx="174955" cy="174971"/>
          </a:xfrm>
          <a:custGeom>
            <a:avLst/>
            <a:gdLst/>
            <a:ahLst/>
            <a:cxnLst/>
            <a:rect l="0" t="0" r="r" b="b"/>
            <a:pathLst>
              <a:path w="174955" h="174971" fill="norm" stroke="0" extrusionOk="0">
                <a:moveTo>
                  <a:pt x="89279" y="173978"/>
                </a:moveTo>
                <a:cubicBezTo>
                  <a:pt x="137039" y="172986"/>
                  <a:pt x="174955" y="133459"/>
                  <a:pt x="173988" y="85689"/>
                </a:cubicBezTo>
                <a:cubicBezTo>
                  <a:pt x="172995" y="37919"/>
                  <a:pt x="133465" y="0"/>
                  <a:pt x="85689" y="993"/>
                </a:cubicBezTo>
                <a:cubicBezTo>
                  <a:pt x="37921" y="1985"/>
                  <a:pt x="0" y="41517"/>
                  <a:pt x="991" y="89287"/>
                </a:cubicBezTo>
                <a:cubicBezTo>
                  <a:pt x="1983" y="137058"/>
                  <a:pt x="41509" y="174971"/>
                  <a:pt x="89279" y="173978"/>
                </a:cubicBezTo>
                <a:close/>
              </a:path>
            </a:pathLst>
          </a:custGeom>
          <a:solidFill>
            <a:srgbClr val="D3B6FF">
              <a:alpha val="79608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9" name="Editable vector"/>
          <p:cNvSpPr/>
          <p:nvPr/>
        </p:nvSpPr>
        <p:spPr>
          <a:xfrm>
            <a:off x="7285832" y="2839224"/>
            <a:ext cx="143760" cy="169104"/>
          </a:xfrm>
          <a:custGeom>
            <a:avLst/>
            <a:gdLst/>
            <a:ahLst/>
            <a:cxnLst/>
            <a:rect l="0" t="0" r="r" b="b"/>
            <a:pathLst>
              <a:path w="143761" h="169105" fill="norm" stroke="0" extrusionOk="0">
                <a:moveTo>
                  <a:pt x="47688" y="168742"/>
                </a:moveTo>
                <a:cubicBezTo>
                  <a:pt x="95448" y="167750"/>
                  <a:pt x="133389" y="128223"/>
                  <a:pt x="132397" y="80453"/>
                </a:cubicBezTo>
                <a:cubicBezTo>
                  <a:pt x="131602" y="42708"/>
                  <a:pt x="106763" y="11093"/>
                  <a:pt x="72792" y="0"/>
                </a:cubicBezTo>
                <a:cubicBezTo>
                  <a:pt x="143761" y="79559"/>
                  <a:pt x="80807" y="155669"/>
                  <a:pt x="0" y="155595"/>
                </a:cubicBezTo>
                <a:cubicBezTo>
                  <a:pt x="13797" y="164246"/>
                  <a:pt x="30189" y="169105"/>
                  <a:pt x="47688" y="168742"/>
                </a:cubicBezTo>
                <a:close/>
              </a:path>
            </a:pathLst>
          </a:custGeom>
          <a:solidFill>
            <a:srgbClr val="470C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0" name="Editable vector"/>
          <p:cNvSpPr/>
          <p:nvPr/>
        </p:nvSpPr>
        <p:spPr>
          <a:xfrm>
            <a:off x="3320415" y="3157473"/>
            <a:ext cx="1112011" cy="334264"/>
          </a:xfrm>
          <a:custGeom>
            <a:avLst/>
            <a:gdLst/>
            <a:ahLst/>
            <a:cxnLst/>
            <a:rect l="0" t="0" r="r" b="b"/>
            <a:pathLst>
              <a:path w="1112012" h="334264" fill="norm" stroke="1" extrusionOk="0">
                <a:moveTo>
                  <a:pt x="0" y="153670"/>
                </a:moveTo>
                <a:cubicBezTo>
                  <a:pt x="0" y="68834"/>
                  <a:pt x="68834" y="0"/>
                  <a:pt x="153797" y="0"/>
                </a:cubicBezTo>
                <a:lnTo>
                  <a:pt x="958215" y="0"/>
                </a:lnTo>
                <a:cubicBezTo>
                  <a:pt x="1043178" y="0"/>
                  <a:pt x="1112012" y="68834"/>
                  <a:pt x="1112012" y="153670"/>
                </a:cubicBezTo>
                <a:lnTo>
                  <a:pt x="1112012" y="180594"/>
                </a:lnTo>
                <a:cubicBezTo>
                  <a:pt x="1112012" y="265430"/>
                  <a:pt x="1043178" y="334264"/>
                  <a:pt x="958215" y="334264"/>
                </a:cubicBezTo>
                <a:lnTo>
                  <a:pt x="153797" y="334264"/>
                </a:lnTo>
                <a:cubicBezTo>
                  <a:pt x="68834" y="334264"/>
                  <a:pt x="0" y="265430"/>
                  <a:pt x="0" y="180594"/>
                </a:cubicBezTo>
                <a:lnTo>
                  <a:pt x="0" y="153670"/>
                </a:lnTo>
                <a:close/>
              </a:path>
            </a:pathLst>
          </a:custGeom>
          <a:solidFill>
            <a:srgbClr val="E2D9FF">
              <a:alpha val="89804"/>
            </a:srgbClr>
          </a:solidFill>
          <a:ln w="6350" cap="flat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3" name="Editable vector"/>
          <p:cNvSpPr/>
          <p:nvPr/>
        </p:nvSpPr>
        <p:spPr>
          <a:xfrm>
            <a:off x="5657977" y="3157473"/>
            <a:ext cx="1115314" cy="334264"/>
          </a:xfrm>
          <a:custGeom>
            <a:avLst/>
            <a:gdLst/>
            <a:ahLst/>
            <a:cxnLst/>
            <a:rect l="0" t="0" r="r" b="b"/>
            <a:pathLst>
              <a:path w="1115314" h="334264" fill="norm" stroke="1" extrusionOk="0">
                <a:moveTo>
                  <a:pt x="0" y="153670"/>
                </a:moveTo>
                <a:cubicBezTo>
                  <a:pt x="0" y="68834"/>
                  <a:pt x="68834" y="0"/>
                  <a:pt x="153670" y="0"/>
                </a:cubicBezTo>
                <a:lnTo>
                  <a:pt x="961644" y="0"/>
                </a:lnTo>
                <a:cubicBezTo>
                  <a:pt x="1046480" y="0"/>
                  <a:pt x="1115314" y="68834"/>
                  <a:pt x="1115314" y="153670"/>
                </a:cubicBezTo>
                <a:lnTo>
                  <a:pt x="1115314" y="180594"/>
                </a:lnTo>
                <a:cubicBezTo>
                  <a:pt x="1115314" y="265430"/>
                  <a:pt x="1046480" y="334264"/>
                  <a:pt x="961644" y="334264"/>
                </a:cubicBezTo>
                <a:lnTo>
                  <a:pt x="153670" y="334264"/>
                </a:lnTo>
                <a:cubicBezTo>
                  <a:pt x="68834" y="334264"/>
                  <a:pt x="0" y="265430"/>
                  <a:pt x="0" y="180594"/>
                </a:cubicBezTo>
                <a:lnTo>
                  <a:pt x="0" y="153670"/>
                </a:lnTo>
                <a:close/>
              </a:path>
            </a:pathLst>
          </a:custGeom>
          <a:solidFill>
            <a:srgbClr val="E2D9FF">
              <a:alpha val="89804"/>
            </a:srgbClr>
          </a:solidFill>
          <a:ln w="6350" cap="flat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6" name="Editable vector"/>
          <p:cNvSpPr/>
          <p:nvPr/>
        </p:nvSpPr>
        <p:spPr>
          <a:xfrm>
            <a:off x="8018780" y="3157473"/>
            <a:ext cx="1257300" cy="334264"/>
          </a:xfrm>
          <a:custGeom>
            <a:avLst/>
            <a:gdLst/>
            <a:ahLst/>
            <a:cxnLst/>
            <a:rect l="0" t="0" r="r" b="b"/>
            <a:pathLst>
              <a:path w="1257300" h="334264" fill="norm" stroke="1" extrusionOk="0">
                <a:moveTo>
                  <a:pt x="0" y="153670"/>
                </a:moveTo>
                <a:cubicBezTo>
                  <a:pt x="0" y="68834"/>
                  <a:pt x="68834" y="0"/>
                  <a:pt x="153670" y="0"/>
                </a:cubicBezTo>
                <a:lnTo>
                  <a:pt x="1103630" y="0"/>
                </a:lnTo>
                <a:cubicBezTo>
                  <a:pt x="1188465" y="0"/>
                  <a:pt x="1257300" y="68834"/>
                  <a:pt x="1257300" y="153670"/>
                </a:cubicBezTo>
                <a:lnTo>
                  <a:pt x="1257300" y="180594"/>
                </a:lnTo>
                <a:cubicBezTo>
                  <a:pt x="1257300" y="265430"/>
                  <a:pt x="1188465" y="334264"/>
                  <a:pt x="1103630" y="334264"/>
                </a:cubicBezTo>
                <a:lnTo>
                  <a:pt x="153670" y="334264"/>
                </a:lnTo>
                <a:cubicBezTo>
                  <a:pt x="68834" y="334264"/>
                  <a:pt x="0" y="265430"/>
                  <a:pt x="0" y="180594"/>
                </a:cubicBezTo>
                <a:lnTo>
                  <a:pt x="0" y="153670"/>
                </a:lnTo>
                <a:close/>
              </a:path>
            </a:pathLst>
          </a:custGeom>
          <a:solidFill>
            <a:srgbClr val="E2D9FF">
              <a:alpha val="89804"/>
            </a:srgbClr>
          </a:solidFill>
          <a:ln w="6350" cap="flat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9" name="Editable vector"/>
          <p:cNvSpPr/>
          <p:nvPr/>
        </p:nvSpPr>
        <p:spPr>
          <a:xfrm>
            <a:off x="6818756" y="3157473"/>
            <a:ext cx="1154430" cy="334264"/>
          </a:xfrm>
          <a:custGeom>
            <a:avLst/>
            <a:gdLst/>
            <a:ahLst/>
            <a:cxnLst/>
            <a:rect l="0" t="0" r="r" b="b"/>
            <a:pathLst>
              <a:path w="1154430" h="334264" fill="norm" stroke="1" extrusionOk="0">
                <a:moveTo>
                  <a:pt x="0" y="153670"/>
                </a:moveTo>
                <a:cubicBezTo>
                  <a:pt x="0" y="68834"/>
                  <a:pt x="68835" y="0"/>
                  <a:pt x="153798" y="0"/>
                </a:cubicBezTo>
                <a:lnTo>
                  <a:pt x="1000761" y="0"/>
                </a:lnTo>
                <a:cubicBezTo>
                  <a:pt x="1085724" y="0"/>
                  <a:pt x="1154430" y="68834"/>
                  <a:pt x="1154430" y="153670"/>
                </a:cubicBezTo>
                <a:lnTo>
                  <a:pt x="1154430" y="180594"/>
                </a:lnTo>
                <a:cubicBezTo>
                  <a:pt x="1154430" y="265430"/>
                  <a:pt x="1085724" y="334264"/>
                  <a:pt x="1000761" y="334264"/>
                </a:cubicBezTo>
                <a:lnTo>
                  <a:pt x="153798" y="334264"/>
                </a:lnTo>
                <a:cubicBezTo>
                  <a:pt x="68835" y="334264"/>
                  <a:pt x="0" y="265430"/>
                  <a:pt x="0" y="180594"/>
                </a:cubicBezTo>
                <a:lnTo>
                  <a:pt x="0" y="153670"/>
                </a:lnTo>
                <a:close/>
              </a:path>
            </a:pathLst>
          </a:custGeom>
          <a:solidFill>
            <a:srgbClr val="E2D9FF">
              <a:alpha val="89804"/>
            </a:srgbClr>
          </a:solidFill>
          <a:ln w="6350" cap="flat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2" name="Editable vector"/>
          <p:cNvSpPr/>
          <p:nvPr/>
        </p:nvSpPr>
        <p:spPr>
          <a:xfrm>
            <a:off x="4477892" y="3157473"/>
            <a:ext cx="1134491" cy="334264"/>
          </a:xfrm>
          <a:custGeom>
            <a:avLst/>
            <a:gdLst/>
            <a:ahLst/>
            <a:cxnLst/>
            <a:rect l="0" t="0" r="r" b="b"/>
            <a:pathLst>
              <a:path w="1134491" h="334264" fill="norm" stroke="1" extrusionOk="0">
                <a:moveTo>
                  <a:pt x="0" y="153670"/>
                </a:moveTo>
                <a:cubicBezTo>
                  <a:pt x="0" y="68834"/>
                  <a:pt x="68834" y="0"/>
                  <a:pt x="153670" y="0"/>
                </a:cubicBezTo>
                <a:lnTo>
                  <a:pt x="980821" y="0"/>
                </a:lnTo>
                <a:cubicBezTo>
                  <a:pt x="1065657" y="0"/>
                  <a:pt x="1134491" y="68834"/>
                  <a:pt x="1134491" y="153670"/>
                </a:cubicBezTo>
                <a:lnTo>
                  <a:pt x="1134491" y="180594"/>
                </a:lnTo>
                <a:cubicBezTo>
                  <a:pt x="1134491" y="265430"/>
                  <a:pt x="1065657" y="334264"/>
                  <a:pt x="980821" y="334264"/>
                </a:cubicBezTo>
                <a:lnTo>
                  <a:pt x="153670" y="334264"/>
                </a:lnTo>
                <a:cubicBezTo>
                  <a:pt x="68834" y="334264"/>
                  <a:pt x="0" y="265430"/>
                  <a:pt x="0" y="180594"/>
                </a:cubicBezTo>
                <a:lnTo>
                  <a:pt x="0" y="153670"/>
                </a:lnTo>
                <a:close/>
              </a:path>
            </a:pathLst>
          </a:custGeom>
          <a:solidFill>
            <a:srgbClr val="E2D9FF">
              <a:alpha val="89804"/>
            </a:srgbClr>
          </a:solidFill>
          <a:ln w="6350" cap="flat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5" name="Editable vector"/>
          <p:cNvSpPr/>
          <p:nvPr/>
        </p:nvSpPr>
        <p:spPr>
          <a:xfrm>
            <a:off x="3375659" y="4308475"/>
            <a:ext cx="111760" cy="119888"/>
          </a:xfrm>
          <a:custGeom>
            <a:avLst/>
            <a:gdLst/>
            <a:ahLst/>
            <a:cxnLst/>
            <a:rect l="0" t="0" r="r" b="b"/>
            <a:pathLst>
              <a:path w="111760" h="119888" fill="norm" stroke="0" extrusionOk="0">
                <a:moveTo>
                  <a:pt x="64897" y="7493"/>
                </a:moveTo>
                <a:cubicBezTo>
                  <a:pt x="63881" y="3048"/>
                  <a:pt x="60071" y="0"/>
                  <a:pt x="55880" y="0"/>
                </a:cubicBezTo>
                <a:cubicBezTo>
                  <a:pt x="51562" y="0"/>
                  <a:pt x="47879" y="3048"/>
                  <a:pt x="46736" y="7493"/>
                </a:cubicBezTo>
                <a:lnTo>
                  <a:pt x="45593" y="12573"/>
                </a:lnTo>
                <a:cubicBezTo>
                  <a:pt x="41402" y="30480"/>
                  <a:pt x="28448" y="44450"/>
                  <a:pt x="11684" y="48895"/>
                </a:cubicBezTo>
                <a:lnTo>
                  <a:pt x="6985" y="50165"/>
                </a:lnTo>
                <a:cubicBezTo>
                  <a:pt x="2921" y="51308"/>
                  <a:pt x="0" y="55372"/>
                  <a:pt x="0" y="59944"/>
                </a:cubicBezTo>
                <a:cubicBezTo>
                  <a:pt x="0" y="64516"/>
                  <a:pt x="2921" y="68453"/>
                  <a:pt x="6985" y="69596"/>
                </a:cubicBezTo>
                <a:lnTo>
                  <a:pt x="11684" y="70866"/>
                </a:lnTo>
                <a:cubicBezTo>
                  <a:pt x="28448" y="75311"/>
                  <a:pt x="41402" y="89281"/>
                  <a:pt x="45593" y="107188"/>
                </a:cubicBezTo>
                <a:lnTo>
                  <a:pt x="46736" y="112268"/>
                </a:lnTo>
                <a:cubicBezTo>
                  <a:pt x="47879" y="116713"/>
                  <a:pt x="51562" y="119888"/>
                  <a:pt x="55880" y="119888"/>
                </a:cubicBezTo>
                <a:cubicBezTo>
                  <a:pt x="60071" y="119888"/>
                  <a:pt x="63881" y="116713"/>
                  <a:pt x="64897" y="112268"/>
                </a:cubicBezTo>
                <a:lnTo>
                  <a:pt x="66040" y="107188"/>
                </a:lnTo>
                <a:cubicBezTo>
                  <a:pt x="70231" y="89281"/>
                  <a:pt x="83185" y="75311"/>
                  <a:pt x="99949" y="70866"/>
                </a:cubicBezTo>
                <a:lnTo>
                  <a:pt x="104648" y="69596"/>
                </a:lnTo>
                <a:cubicBezTo>
                  <a:pt x="108839" y="68453"/>
                  <a:pt x="111760" y="64516"/>
                  <a:pt x="111760" y="59944"/>
                </a:cubicBezTo>
                <a:cubicBezTo>
                  <a:pt x="111760" y="55372"/>
                  <a:pt x="108839" y="51308"/>
                  <a:pt x="104648" y="50165"/>
                </a:cubicBezTo>
                <a:lnTo>
                  <a:pt x="99949" y="48895"/>
                </a:lnTo>
                <a:cubicBezTo>
                  <a:pt x="83185" y="44450"/>
                  <a:pt x="70231" y="30480"/>
                  <a:pt x="66040" y="12573"/>
                </a:cubicBezTo>
                <a:lnTo>
                  <a:pt x="64897" y="7493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6" name="Editable vector"/>
          <p:cNvSpPr/>
          <p:nvPr/>
        </p:nvSpPr>
        <p:spPr>
          <a:xfrm>
            <a:off x="4550283" y="4308475"/>
            <a:ext cx="111759" cy="119888"/>
          </a:xfrm>
          <a:custGeom>
            <a:avLst/>
            <a:gdLst/>
            <a:ahLst/>
            <a:cxnLst/>
            <a:rect l="0" t="0" r="r" b="b"/>
            <a:pathLst>
              <a:path w="111760" h="119888" fill="norm" stroke="0" extrusionOk="0">
                <a:moveTo>
                  <a:pt x="64897" y="7493"/>
                </a:moveTo>
                <a:cubicBezTo>
                  <a:pt x="63881" y="3048"/>
                  <a:pt x="60198" y="0"/>
                  <a:pt x="55880" y="0"/>
                </a:cubicBezTo>
                <a:cubicBezTo>
                  <a:pt x="51562" y="0"/>
                  <a:pt x="47879" y="3048"/>
                  <a:pt x="46863" y="7493"/>
                </a:cubicBezTo>
                <a:lnTo>
                  <a:pt x="45720" y="12573"/>
                </a:lnTo>
                <a:cubicBezTo>
                  <a:pt x="41529" y="30480"/>
                  <a:pt x="28448" y="44450"/>
                  <a:pt x="11811" y="48895"/>
                </a:cubicBezTo>
                <a:lnTo>
                  <a:pt x="7112" y="50165"/>
                </a:lnTo>
                <a:cubicBezTo>
                  <a:pt x="2921" y="51308"/>
                  <a:pt x="0" y="55372"/>
                  <a:pt x="0" y="59944"/>
                </a:cubicBezTo>
                <a:cubicBezTo>
                  <a:pt x="0" y="64516"/>
                  <a:pt x="2921" y="68453"/>
                  <a:pt x="7112" y="69596"/>
                </a:cubicBezTo>
                <a:lnTo>
                  <a:pt x="11811" y="70866"/>
                </a:lnTo>
                <a:cubicBezTo>
                  <a:pt x="28448" y="75311"/>
                  <a:pt x="41529" y="89281"/>
                  <a:pt x="45720" y="107188"/>
                </a:cubicBezTo>
                <a:lnTo>
                  <a:pt x="46863" y="112268"/>
                </a:lnTo>
                <a:cubicBezTo>
                  <a:pt x="47879" y="116713"/>
                  <a:pt x="51562" y="119888"/>
                  <a:pt x="55880" y="119888"/>
                </a:cubicBezTo>
                <a:cubicBezTo>
                  <a:pt x="60198" y="119888"/>
                  <a:pt x="63881" y="116713"/>
                  <a:pt x="64897" y="112268"/>
                </a:cubicBezTo>
                <a:lnTo>
                  <a:pt x="66040" y="107188"/>
                </a:lnTo>
                <a:cubicBezTo>
                  <a:pt x="70231" y="89281"/>
                  <a:pt x="83312" y="75311"/>
                  <a:pt x="99949" y="70866"/>
                </a:cubicBezTo>
                <a:lnTo>
                  <a:pt x="104648" y="69596"/>
                </a:lnTo>
                <a:cubicBezTo>
                  <a:pt x="108839" y="68453"/>
                  <a:pt x="111760" y="64516"/>
                  <a:pt x="111760" y="59944"/>
                </a:cubicBezTo>
                <a:cubicBezTo>
                  <a:pt x="111760" y="55372"/>
                  <a:pt x="108839" y="51308"/>
                  <a:pt x="104648" y="50165"/>
                </a:cubicBezTo>
                <a:lnTo>
                  <a:pt x="99949" y="48895"/>
                </a:lnTo>
                <a:cubicBezTo>
                  <a:pt x="83312" y="44450"/>
                  <a:pt x="70231" y="30480"/>
                  <a:pt x="66040" y="12573"/>
                </a:cubicBezTo>
                <a:lnTo>
                  <a:pt x="64897" y="7493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7" name="Editable vector"/>
          <p:cNvSpPr/>
          <p:nvPr/>
        </p:nvSpPr>
        <p:spPr>
          <a:xfrm>
            <a:off x="5731002" y="4308475"/>
            <a:ext cx="111759" cy="119888"/>
          </a:xfrm>
          <a:custGeom>
            <a:avLst/>
            <a:gdLst/>
            <a:ahLst/>
            <a:cxnLst/>
            <a:rect l="0" t="0" r="r" b="b"/>
            <a:pathLst>
              <a:path w="111760" h="119888" fill="norm" stroke="0" extrusionOk="0">
                <a:moveTo>
                  <a:pt x="65024" y="7493"/>
                </a:moveTo>
                <a:cubicBezTo>
                  <a:pt x="63881" y="3048"/>
                  <a:pt x="60198" y="0"/>
                  <a:pt x="55880" y="0"/>
                </a:cubicBezTo>
                <a:cubicBezTo>
                  <a:pt x="51689" y="0"/>
                  <a:pt x="47879" y="3048"/>
                  <a:pt x="46863" y="7493"/>
                </a:cubicBezTo>
                <a:lnTo>
                  <a:pt x="45720" y="12573"/>
                </a:lnTo>
                <a:cubicBezTo>
                  <a:pt x="41529" y="30480"/>
                  <a:pt x="28575" y="44450"/>
                  <a:pt x="11811" y="48895"/>
                </a:cubicBezTo>
                <a:lnTo>
                  <a:pt x="7112" y="50165"/>
                </a:lnTo>
                <a:cubicBezTo>
                  <a:pt x="2921" y="51308"/>
                  <a:pt x="0" y="55372"/>
                  <a:pt x="0" y="59944"/>
                </a:cubicBezTo>
                <a:cubicBezTo>
                  <a:pt x="0" y="64516"/>
                  <a:pt x="2921" y="68453"/>
                  <a:pt x="7112" y="69596"/>
                </a:cubicBezTo>
                <a:lnTo>
                  <a:pt x="11811" y="70866"/>
                </a:lnTo>
                <a:cubicBezTo>
                  <a:pt x="28575" y="75311"/>
                  <a:pt x="41529" y="89281"/>
                  <a:pt x="45720" y="107188"/>
                </a:cubicBezTo>
                <a:lnTo>
                  <a:pt x="46863" y="112268"/>
                </a:lnTo>
                <a:cubicBezTo>
                  <a:pt x="47879" y="116713"/>
                  <a:pt x="51689" y="119888"/>
                  <a:pt x="55880" y="119888"/>
                </a:cubicBezTo>
                <a:cubicBezTo>
                  <a:pt x="60198" y="119888"/>
                  <a:pt x="63881" y="116713"/>
                  <a:pt x="65024" y="112268"/>
                </a:cubicBezTo>
                <a:lnTo>
                  <a:pt x="66167" y="107188"/>
                </a:lnTo>
                <a:cubicBezTo>
                  <a:pt x="70358" y="89281"/>
                  <a:pt x="83312" y="75311"/>
                  <a:pt x="100076" y="70866"/>
                </a:cubicBezTo>
                <a:lnTo>
                  <a:pt x="104775" y="69596"/>
                </a:lnTo>
                <a:cubicBezTo>
                  <a:pt x="108966" y="68453"/>
                  <a:pt x="111760" y="64516"/>
                  <a:pt x="111760" y="59944"/>
                </a:cubicBezTo>
                <a:cubicBezTo>
                  <a:pt x="111760" y="55372"/>
                  <a:pt x="108966" y="51308"/>
                  <a:pt x="104775" y="50165"/>
                </a:cubicBezTo>
                <a:lnTo>
                  <a:pt x="100076" y="48895"/>
                </a:lnTo>
                <a:cubicBezTo>
                  <a:pt x="83312" y="44450"/>
                  <a:pt x="70358" y="30480"/>
                  <a:pt x="66167" y="12573"/>
                </a:cubicBezTo>
                <a:lnTo>
                  <a:pt x="65024" y="7493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8" name="Editable vector"/>
          <p:cNvSpPr/>
          <p:nvPr/>
        </p:nvSpPr>
        <p:spPr>
          <a:xfrm>
            <a:off x="6903719" y="4308475"/>
            <a:ext cx="111760" cy="119888"/>
          </a:xfrm>
          <a:custGeom>
            <a:avLst/>
            <a:gdLst/>
            <a:ahLst/>
            <a:cxnLst/>
            <a:rect l="0" t="0" r="r" b="b"/>
            <a:pathLst>
              <a:path w="111761" h="119888" fill="norm" stroke="0" extrusionOk="0">
                <a:moveTo>
                  <a:pt x="64898" y="7493"/>
                </a:moveTo>
                <a:cubicBezTo>
                  <a:pt x="63881" y="3048"/>
                  <a:pt x="60199" y="0"/>
                  <a:pt x="55880" y="0"/>
                </a:cubicBezTo>
                <a:cubicBezTo>
                  <a:pt x="51562" y="0"/>
                  <a:pt x="47879" y="3048"/>
                  <a:pt x="46863" y="7493"/>
                </a:cubicBezTo>
                <a:lnTo>
                  <a:pt x="45720" y="12573"/>
                </a:lnTo>
                <a:cubicBezTo>
                  <a:pt x="41529" y="30480"/>
                  <a:pt x="28449" y="44450"/>
                  <a:pt x="11812" y="48895"/>
                </a:cubicBezTo>
                <a:lnTo>
                  <a:pt x="7112" y="50165"/>
                </a:lnTo>
                <a:cubicBezTo>
                  <a:pt x="2922" y="51308"/>
                  <a:pt x="0" y="55372"/>
                  <a:pt x="0" y="59944"/>
                </a:cubicBezTo>
                <a:cubicBezTo>
                  <a:pt x="0" y="64516"/>
                  <a:pt x="2922" y="68453"/>
                  <a:pt x="7112" y="69596"/>
                </a:cubicBezTo>
                <a:lnTo>
                  <a:pt x="11812" y="70866"/>
                </a:lnTo>
                <a:cubicBezTo>
                  <a:pt x="28449" y="75311"/>
                  <a:pt x="41529" y="89281"/>
                  <a:pt x="45720" y="107188"/>
                </a:cubicBezTo>
                <a:lnTo>
                  <a:pt x="46863" y="112268"/>
                </a:lnTo>
                <a:cubicBezTo>
                  <a:pt x="47879" y="116713"/>
                  <a:pt x="51562" y="119888"/>
                  <a:pt x="55880" y="119888"/>
                </a:cubicBezTo>
                <a:cubicBezTo>
                  <a:pt x="60199" y="119888"/>
                  <a:pt x="63881" y="116713"/>
                  <a:pt x="64898" y="112268"/>
                </a:cubicBezTo>
                <a:lnTo>
                  <a:pt x="66040" y="107188"/>
                </a:lnTo>
                <a:cubicBezTo>
                  <a:pt x="70231" y="89281"/>
                  <a:pt x="83312" y="75311"/>
                  <a:pt x="99949" y="70866"/>
                </a:cubicBezTo>
                <a:lnTo>
                  <a:pt x="104649" y="69596"/>
                </a:lnTo>
                <a:cubicBezTo>
                  <a:pt x="108839" y="68453"/>
                  <a:pt x="111761" y="64516"/>
                  <a:pt x="111761" y="59944"/>
                </a:cubicBezTo>
                <a:cubicBezTo>
                  <a:pt x="111761" y="55372"/>
                  <a:pt x="108839" y="51308"/>
                  <a:pt x="104649" y="50165"/>
                </a:cubicBezTo>
                <a:lnTo>
                  <a:pt x="99949" y="48895"/>
                </a:lnTo>
                <a:cubicBezTo>
                  <a:pt x="83312" y="44450"/>
                  <a:pt x="70231" y="30480"/>
                  <a:pt x="66040" y="12573"/>
                </a:cubicBezTo>
                <a:lnTo>
                  <a:pt x="64898" y="7493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9" name="Editable vector"/>
          <p:cNvSpPr/>
          <p:nvPr/>
        </p:nvSpPr>
        <p:spPr>
          <a:xfrm>
            <a:off x="8103361" y="4308475"/>
            <a:ext cx="111759" cy="119888"/>
          </a:xfrm>
          <a:custGeom>
            <a:avLst/>
            <a:gdLst/>
            <a:ahLst/>
            <a:cxnLst/>
            <a:rect l="0" t="0" r="r" b="b"/>
            <a:pathLst>
              <a:path w="111760" h="119888" fill="norm" stroke="0" extrusionOk="0">
                <a:moveTo>
                  <a:pt x="64897" y="7493"/>
                </a:moveTo>
                <a:cubicBezTo>
                  <a:pt x="63881" y="3048"/>
                  <a:pt x="60198" y="0"/>
                  <a:pt x="55880" y="0"/>
                </a:cubicBezTo>
                <a:cubicBezTo>
                  <a:pt x="51562" y="0"/>
                  <a:pt x="47879" y="3048"/>
                  <a:pt x="46863" y="7493"/>
                </a:cubicBezTo>
                <a:lnTo>
                  <a:pt x="45720" y="12573"/>
                </a:lnTo>
                <a:cubicBezTo>
                  <a:pt x="41529" y="30480"/>
                  <a:pt x="28448" y="44450"/>
                  <a:pt x="11811" y="48895"/>
                </a:cubicBezTo>
                <a:lnTo>
                  <a:pt x="7112" y="50165"/>
                </a:lnTo>
                <a:cubicBezTo>
                  <a:pt x="2921" y="51308"/>
                  <a:pt x="0" y="55372"/>
                  <a:pt x="0" y="59944"/>
                </a:cubicBezTo>
                <a:cubicBezTo>
                  <a:pt x="0" y="64516"/>
                  <a:pt x="2921" y="68453"/>
                  <a:pt x="7112" y="69596"/>
                </a:cubicBezTo>
                <a:lnTo>
                  <a:pt x="11811" y="70866"/>
                </a:lnTo>
                <a:cubicBezTo>
                  <a:pt x="28448" y="75311"/>
                  <a:pt x="41529" y="89281"/>
                  <a:pt x="45720" y="107188"/>
                </a:cubicBezTo>
                <a:lnTo>
                  <a:pt x="46863" y="112268"/>
                </a:lnTo>
                <a:cubicBezTo>
                  <a:pt x="47879" y="116713"/>
                  <a:pt x="51562" y="119888"/>
                  <a:pt x="55880" y="119888"/>
                </a:cubicBezTo>
                <a:cubicBezTo>
                  <a:pt x="60198" y="119888"/>
                  <a:pt x="63881" y="116713"/>
                  <a:pt x="64897" y="112268"/>
                </a:cubicBezTo>
                <a:lnTo>
                  <a:pt x="66040" y="107188"/>
                </a:lnTo>
                <a:cubicBezTo>
                  <a:pt x="70231" y="89281"/>
                  <a:pt x="83312" y="75311"/>
                  <a:pt x="99949" y="70866"/>
                </a:cubicBezTo>
                <a:lnTo>
                  <a:pt x="104648" y="69596"/>
                </a:lnTo>
                <a:cubicBezTo>
                  <a:pt x="108839" y="68453"/>
                  <a:pt x="111760" y="64516"/>
                  <a:pt x="111760" y="59944"/>
                </a:cubicBezTo>
                <a:cubicBezTo>
                  <a:pt x="111760" y="55372"/>
                  <a:pt x="108839" y="51308"/>
                  <a:pt x="104648" y="50165"/>
                </a:cubicBezTo>
                <a:lnTo>
                  <a:pt x="99949" y="48895"/>
                </a:lnTo>
                <a:cubicBezTo>
                  <a:pt x="83312" y="44450"/>
                  <a:pt x="70231" y="30480"/>
                  <a:pt x="66040" y="12573"/>
                </a:cubicBezTo>
                <a:lnTo>
                  <a:pt x="64897" y="7493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0" name="Editable vector"/>
          <p:cNvSpPr/>
          <p:nvPr/>
        </p:nvSpPr>
        <p:spPr>
          <a:xfrm>
            <a:off x="3313048" y="5307710"/>
            <a:ext cx="5834888" cy="374624"/>
          </a:xfrm>
          <a:custGeom>
            <a:avLst/>
            <a:gdLst/>
            <a:ahLst/>
            <a:cxnLst/>
            <a:rect l="0" t="0" r="r" b="b"/>
            <a:pathLst>
              <a:path w="5834888" h="374625" fill="norm" stroke="1" extrusionOk="0">
                <a:moveTo>
                  <a:pt x="0" y="52324"/>
                </a:moveTo>
                <a:cubicBezTo>
                  <a:pt x="0" y="23368"/>
                  <a:pt x="23368" y="0"/>
                  <a:pt x="52197" y="0"/>
                </a:cubicBezTo>
                <a:lnTo>
                  <a:pt x="5782564" y="0"/>
                </a:lnTo>
                <a:cubicBezTo>
                  <a:pt x="5811393" y="0"/>
                  <a:pt x="5834888" y="23368"/>
                  <a:pt x="5834888" y="52324"/>
                </a:cubicBezTo>
                <a:lnTo>
                  <a:pt x="5834888" y="322364"/>
                </a:lnTo>
                <a:cubicBezTo>
                  <a:pt x="5834888" y="351231"/>
                  <a:pt x="5811393" y="374625"/>
                  <a:pt x="5782564" y="374625"/>
                </a:cubicBezTo>
                <a:lnTo>
                  <a:pt x="52197" y="374625"/>
                </a:lnTo>
                <a:cubicBezTo>
                  <a:pt x="23368" y="374625"/>
                  <a:pt x="0" y="351231"/>
                  <a:pt x="0" y="322364"/>
                </a:cubicBezTo>
                <a:lnTo>
                  <a:pt x="0" y="52324"/>
                </a:lnTo>
                <a:close/>
              </a:path>
            </a:pathLst>
          </a:custGeom>
          <a:solidFill>
            <a:srgbClr val="FFFFFF"/>
          </a:solidFill>
          <a:ln w="9144" cap="flat">
            <a:solidFill>
              <a:srgbClr val="7858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2" name="Editable vector"/>
          <p:cNvSpPr/>
          <p:nvPr/>
        </p:nvSpPr>
        <p:spPr>
          <a:xfrm>
            <a:off x="3320415" y="5750941"/>
            <a:ext cx="5827521" cy="374611"/>
          </a:xfrm>
          <a:custGeom>
            <a:avLst/>
            <a:gdLst/>
            <a:ahLst/>
            <a:cxnLst/>
            <a:rect l="0" t="0" r="r" b="b"/>
            <a:pathLst>
              <a:path w="5827522" h="374612" fill="norm" stroke="0" extrusionOk="0">
                <a:moveTo>
                  <a:pt x="5827522" y="40106"/>
                </a:moveTo>
                <a:cubicBezTo>
                  <a:pt x="5827522" y="17958"/>
                  <a:pt x="5809488" y="0"/>
                  <a:pt x="5787390" y="0"/>
                </a:cubicBezTo>
                <a:lnTo>
                  <a:pt x="40132" y="0"/>
                </a:lnTo>
                <a:cubicBezTo>
                  <a:pt x="18034" y="0"/>
                  <a:pt x="0" y="17958"/>
                  <a:pt x="0" y="40106"/>
                </a:cubicBezTo>
                <a:lnTo>
                  <a:pt x="0" y="334505"/>
                </a:lnTo>
                <a:cubicBezTo>
                  <a:pt x="0" y="356654"/>
                  <a:pt x="18034" y="374612"/>
                  <a:pt x="40132" y="374612"/>
                </a:cubicBezTo>
                <a:lnTo>
                  <a:pt x="5787390" y="374612"/>
                </a:lnTo>
                <a:cubicBezTo>
                  <a:pt x="5809488" y="374612"/>
                  <a:pt x="5827522" y="356654"/>
                  <a:pt x="5827522" y="334505"/>
                </a:cubicBezTo>
                <a:lnTo>
                  <a:pt x="5827522" y="40106"/>
                </a:lnTo>
                <a:close/>
              </a:path>
            </a:pathLst>
          </a:custGeom>
          <a:solidFill>
            <a:srgbClr val="E2D8FF">
              <a:alpha val="50196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64" name="Picture 463" descr="image.png"/>
          <p:cNvPicPr>
            <a:picLocks noChangeAspect="1"/>
          </p:cNvPicPr>
          <p:nvPr/>
        </p:nvPicPr>
        <p:blipFill>
          <a:blip r:embed="rId165"/>
          <a:stretch>
            <a:fillRect/>
          </a:stretch>
        </p:blipFill>
        <p:spPr>
          <a:xfrm>
            <a:off x="3340100" y="5130800"/>
            <a:ext cx="177800" cy="279400"/>
          </a:xfrm>
          <a:prstGeom prst="rect">
            <a:avLst/>
          </a:prstGeom>
        </p:spPr>
      </p:pic>
      <p:pic>
        <p:nvPicPr>
          <p:cNvPr id="465" name="Picture 464" descr="image.png"/>
          <p:cNvPicPr>
            <a:picLocks noChangeAspect="1"/>
          </p:cNvPicPr>
          <p:nvPr/>
        </p:nvPicPr>
        <p:blipFill>
          <a:blip r:embed="rId165"/>
          <a:stretch>
            <a:fillRect/>
          </a:stretch>
        </p:blipFill>
        <p:spPr>
          <a:xfrm>
            <a:off x="3340100" y="5130800"/>
            <a:ext cx="177800" cy="279400"/>
          </a:xfrm>
          <a:prstGeom prst="rect">
            <a:avLst/>
          </a:prstGeom>
        </p:spPr>
      </p:pic>
      <p:pic>
        <p:nvPicPr>
          <p:cNvPr id="466" name="Picture 465" descr="image.png"/>
          <p:cNvPicPr>
            <a:picLocks noChangeAspect="1"/>
          </p:cNvPicPr>
          <p:nvPr/>
        </p:nvPicPr>
        <p:blipFill>
          <a:blip r:embed="rId166"/>
          <a:stretch>
            <a:fillRect/>
          </a:stretch>
        </p:blipFill>
        <p:spPr>
          <a:xfrm>
            <a:off x="3505200" y="5130800"/>
            <a:ext cx="177800" cy="279400"/>
          </a:xfrm>
          <a:prstGeom prst="rect">
            <a:avLst/>
          </a:prstGeom>
        </p:spPr>
      </p:pic>
      <p:pic>
        <p:nvPicPr>
          <p:cNvPr id="467" name="Picture 466" descr="image.png"/>
          <p:cNvPicPr>
            <a:picLocks noChangeAspect="1"/>
          </p:cNvPicPr>
          <p:nvPr/>
        </p:nvPicPr>
        <p:blipFill>
          <a:blip r:embed="rId166"/>
          <a:stretch>
            <a:fillRect/>
          </a:stretch>
        </p:blipFill>
        <p:spPr>
          <a:xfrm>
            <a:off x="3505200" y="5130800"/>
            <a:ext cx="177800" cy="279400"/>
          </a:xfrm>
          <a:prstGeom prst="rect">
            <a:avLst/>
          </a:prstGeom>
        </p:spPr>
      </p:pic>
      <p:pic>
        <p:nvPicPr>
          <p:cNvPr id="468" name="Picture 467" descr="image.png"/>
          <p:cNvPicPr>
            <a:picLocks noChangeAspect="1"/>
          </p:cNvPicPr>
          <p:nvPr/>
        </p:nvPicPr>
        <p:blipFill>
          <a:blip r:embed="rId167"/>
          <a:stretch>
            <a:fillRect/>
          </a:stretch>
        </p:blipFill>
        <p:spPr>
          <a:xfrm>
            <a:off x="3340100" y="5041900"/>
            <a:ext cx="177800" cy="292100"/>
          </a:xfrm>
          <a:prstGeom prst="rect">
            <a:avLst/>
          </a:prstGeom>
        </p:spPr>
      </p:pic>
      <p:pic>
        <p:nvPicPr>
          <p:cNvPr id="469" name="Picture 468" descr="image.png"/>
          <p:cNvPicPr>
            <a:picLocks noChangeAspect="1"/>
          </p:cNvPicPr>
          <p:nvPr/>
        </p:nvPicPr>
        <p:blipFill>
          <a:blip r:embed="rId167"/>
          <a:stretch>
            <a:fillRect/>
          </a:stretch>
        </p:blipFill>
        <p:spPr>
          <a:xfrm>
            <a:off x="3340100" y="5041900"/>
            <a:ext cx="177800" cy="292100"/>
          </a:xfrm>
          <a:prstGeom prst="rect">
            <a:avLst/>
          </a:prstGeom>
        </p:spPr>
      </p:pic>
      <p:pic>
        <p:nvPicPr>
          <p:cNvPr id="470" name="Picture 469" descr="image.png"/>
          <p:cNvPicPr>
            <a:picLocks noChangeAspect="1"/>
          </p:cNvPicPr>
          <p:nvPr/>
        </p:nvPicPr>
        <p:blipFill>
          <a:blip r:embed="rId168"/>
          <a:stretch>
            <a:fillRect/>
          </a:stretch>
        </p:blipFill>
        <p:spPr>
          <a:xfrm>
            <a:off x="3505200" y="5041900"/>
            <a:ext cx="177800" cy="292100"/>
          </a:xfrm>
          <a:prstGeom prst="rect">
            <a:avLst/>
          </a:prstGeom>
        </p:spPr>
      </p:pic>
      <p:pic>
        <p:nvPicPr>
          <p:cNvPr id="471" name="Picture 470" descr="image.png"/>
          <p:cNvPicPr>
            <a:picLocks noChangeAspect="1"/>
          </p:cNvPicPr>
          <p:nvPr/>
        </p:nvPicPr>
        <p:blipFill>
          <a:blip r:embed="rId168"/>
          <a:stretch>
            <a:fillRect/>
          </a:stretch>
        </p:blipFill>
        <p:spPr>
          <a:xfrm>
            <a:off x="3505200" y="5041900"/>
            <a:ext cx="177800" cy="292100"/>
          </a:xfrm>
          <a:prstGeom prst="rect">
            <a:avLst/>
          </a:prstGeom>
        </p:spPr>
      </p:pic>
      <p:pic>
        <p:nvPicPr>
          <p:cNvPr id="472" name="Picture 471" descr="image.png"/>
          <p:cNvPicPr>
            <a:picLocks noChangeAspect="1"/>
          </p:cNvPicPr>
          <p:nvPr/>
        </p:nvPicPr>
        <p:blipFill>
          <a:blip r:embed="rId169"/>
          <a:stretch>
            <a:fillRect/>
          </a:stretch>
        </p:blipFill>
        <p:spPr>
          <a:xfrm>
            <a:off x="3340100" y="4965700"/>
            <a:ext cx="177800" cy="279400"/>
          </a:xfrm>
          <a:prstGeom prst="rect">
            <a:avLst/>
          </a:prstGeom>
        </p:spPr>
      </p:pic>
      <p:pic>
        <p:nvPicPr>
          <p:cNvPr id="473" name="Picture 472" descr="image.png"/>
          <p:cNvPicPr>
            <a:picLocks noChangeAspect="1"/>
          </p:cNvPicPr>
          <p:nvPr/>
        </p:nvPicPr>
        <p:blipFill>
          <a:blip r:embed="rId169"/>
          <a:stretch>
            <a:fillRect/>
          </a:stretch>
        </p:blipFill>
        <p:spPr>
          <a:xfrm>
            <a:off x="3340100" y="4965700"/>
            <a:ext cx="177800" cy="279400"/>
          </a:xfrm>
          <a:prstGeom prst="rect">
            <a:avLst/>
          </a:prstGeom>
        </p:spPr>
      </p:pic>
      <p:pic>
        <p:nvPicPr>
          <p:cNvPr id="474" name="Picture 473" descr="image.png"/>
          <p:cNvPicPr>
            <a:picLocks noChangeAspect="1"/>
          </p:cNvPicPr>
          <p:nvPr/>
        </p:nvPicPr>
        <p:blipFill>
          <a:blip r:embed="rId170"/>
          <a:stretch>
            <a:fillRect/>
          </a:stretch>
        </p:blipFill>
        <p:spPr>
          <a:xfrm>
            <a:off x="3505200" y="4965700"/>
            <a:ext cx="177800" cy="279400"/>
          </a:xfrm>
          <a:prstGeom prst="rect">
            <a:avLst/>
          </a:prstGeom>
        </p:spPr>
      </p:pic>
      <p:pic>
        <p:nvPicPr>
          <p:cNvPr id="475" name="Picture 474" descr="image.png"/>
          <p:cNvPicPr>
            <a:picLocks noChangeAspect="1"/>
          </p:cNvPicPr>
          <p:nvPr/>
        </p:nvPicPr>
        <p:blipFill>
          <a:blip r:embed="rId170"/>
          <a:stretch>
            <a:fillRect/>
          </a:stretch>
        </p:blipFill>
        <p:spPr>
          <a:xfrm>
            <a:off x="3505200" y="4965700"/>
            <a:ext cx="177800" cy="279400"/>
          </a:xfrm>
          <a:prstGeom prst="rect">
            <a:avLst/>
          </a:prstGeom>
        </p:spPr>
      </p:pic>
      <p:pic>
        <p:nvPicPr>
          <p:cNvPr id="476" name="Picture 475" descr="image.png"/>
          <p:cNvPicPr>
            <a:picLocks noChangeAspect="1"/>
          </p:cNvPicPr>
          <p:nvPr/>
        </p:nvPicPr>
        <p:blipFill>
          <a:blip r:embed="rId171"/>
          <a:stretch>
            <a:fillRect/>
          </a:stretch>
        </p:blipFill>
        <p:spPr>
          <a:xfrm>
            <a:off x="3314700" y="4876800"/>
            <a:ext cx="177800" cy="292100"/>
          </a:xfrm>
          <a:prstGeom prst="rect">
            <a:avLst/>
          </a:prstGeom>
        </p:spPr>
      </p:pic>
      <p:pic>
        <p:nvPicPr>
          <p:cNvPr id="477" name="Picture 476" descr="image.png"/>
          <p:cNvPicPr>
            <a:picLocks noChangeAspect="1"/>
          </p:cNvPicPr>
          <p:nvPr/>
        </p:nvPicPr>
        <p:blipFill>
          <a:blip r:embed="rId171"/>
          <a:stretch>
            <a:fillRect/>
          </a:stretch>
        </p:blipFill>
        <p:spPr>
          <a:xfrm>
            <a:off x="3314700" y="4876800"/>
            <a:ext cx="177800" cy="292100"/>
          </a:xfrm>
          <a:prstGeom prst="rect">
            <a:avLst/>
          </a:prstGeom>
        </p:spPr>
      </p:pic>
      <p:pic>
        <p:nvPicPr>
          <p:cNvPr id="478" name="Picture 477" descr="image.png"/>
          <p:cNvPicPr>
            <a:picLocks noChangeAspect="1"/>
          </p:cNvPicPr>
          <p:nvPr/>
        </p:nvPicPr>
        <p:blipFill>
          <a:blip r:embed="rId172"/>
          <a:stretch>
            <a:fillRect/>
          </a:stretch>
        </p:blipFill>
        <p:spPr>
          <a:xfrm>
            <a:off x="3505200" y="4876800"/>
            <a:ext cx="177800" cy="292100"/>
          </a:xfrm>
          <a:prstGeom prst="rect">
            <a:avLst/>
          </a:prstGeom>
        </p:spPr>
      </p:pic>
      <p:pic>
        <p:nvPicPr>
          <p:cNvPr id="479" name="Picture 478" descr="image.png"/>
          <p:cNvPicPr>
            <a:picLocks noChangeAspect="1"/>
          </p:cNvPicPr>
          <p:nvPr/>
        </p:nvPicPr>
        <p:blipFill>
          <a:blip r:embed="rId172"/>
          <a:stretch>
            <a:fillRect/>
          </a:stretch>
        </p:blipFill>
        <p:spPr>
          <a:xfrm>
            <a:off x="3505200" y="4876800"/>
            <a:ext cx="177800" cy="292100"/>
          </a:xfrm>
          <a:prstGeom prst="rect">
            <a:avLst/>
          </a:prstGeom>
        </p:spPr>
      </p:pic>
      <p:pic>
        <p:nvPicPr>
          <p:cNvPr id="480" name="Picture 479" descr="image.png"/>
          <p:cNvPicPr>
            <a:picLocks noChangeAspect="1"/>
          </p:cNvPicPr>
          <p:nvPr/>
        </p:nvPicPr>
        <p:blipFill>
          <a:blip r:embed="rId173"/>
          <a:stretch>
            <a:fillRect/>
          </a:stretch>
        </p:blipFill>
        <p:spPr>
          <a:xfrm>
            <a:off x="3340100" y="4800600"/>
            <a:ext cx="165100" cy="279400"/>
          </a:xfrm>
          <a:prstGeom prst="rect">
            <a:avLst/>
          </a:prstGeom>
        </p:spPr>
      </p:pic>
      <p:pic>
        <p:nvPicPr>
          <p:cNvPr id="481" name="Picture 480" descr="image.png"/>
          <p:cNvPicPr>
            <a:picLocks noChangeAspect="1"/>
          </p:cNvPicPr>
          <p:nvPr/>
        </p:nvPicPr>
        <p:blipFill>
          <a:blip r:embed="rId174"/>
          <a:stretch>
            <a:fillRect/>
          </a:stretch>
        </p:blipFill>
        <p:spPr>
          <a:xfrm>
            <a:off x="3505200" y="4800600"/>
            <a:ext cx="177800" cy="279400"/>
          </a:xfrm>
          <a:prstGeom prst="rect">
            <a:avLst/>
          </a:prstGeom>
        </p:spPr>
      </p:pic>
      <p:pic>
        <p:nvPicPr>
          <p:cNvPr id="482" name="Picture 481" descr="image.png"/>
          <p:cNvPicPr>
            <a:picLocks noChangeAspect="1"/>
          </p:cNvPicPr>
          <p:nvPr/>
        </p:nvPicPr>
        <p:blipFill>
          <a:blip r:embed="rId175"/>
          <a:stretch>
            <a:fillRect/>
          </a:stretch>
        </p:blipFill>
        <p:spPr>
          <a:xfrm>
            <a:off x="3721100" y="5130800"/>
            <a:ext cx="165100" cy="279400"/>
          </a:xfrm>
          <a:prstGeom prst="rect">
            <a:avLst/>
          </a:prstGeom>
        </p:spPr>
      </p:pic>
      <p:pic>
        <p:nvPicPr>
          <p:cNvPr id="483" name="Picture 482" descr="image.png"/>
          <p:cNvPicPr>
            <a:picLocks noChangeAspect="1"/>
          </p:cNvPicPr>
          <p:nvPr/>
        </p:nvPicPr>
        <p:blipFill>
          <a:blip r:embed="rId175"/>
          <a:stretch>
            <a:fillRect/>
          </a:stretch>
        </p:blipFill>
        <p:spPr>
          <a:xfrm>
            <a:off x="3721100" y="5130800"/>
            <a:ext cx="165100" cy="279400"/>
          </a:xfrm>
          <a:prstGeom prst="rect">
            <a:avLst/>
          </a:prstGeom>
        </p:spPr>
      </p:pic>
      <p:pic>
        <p:nvPicPr>
          <p:cNvPr id="484" name="Picture 483" descr="image.png"/>
          <p:cNvPicPr>
            <a:picLocks noChangeAspect="1"/>
          </p:cNvPicPr>
          <p:nvPr/>
        </p:nvPicPr>
        <p:blipFill>
          <a:blip r:embed="rId176"/>
          <a:stretch>
            <a:fillRect/>
          </a:stretch>
        </p:blipFill>
        <p:spPr>
          <a:xfrm>
            <a:off x="3886200" y="5130800"/>
            <a:ext cx="177800" cy="279400"/>
          </a:xfrm>
          <a:prstGeom prst="rect">
            <a:avLst/>
          </a:prstGeom>
        </p:spPr>
      </p:pic>
      <p:pic>
        <p:nvPicPr>
          <p:cNvPr id="485" name="Picture 484" descr="image.png"/>
          <p:cNvPicPr>
            <a:picLocks noChangeAspect="1"/>
          </p:cNvPicPr>
          <p:nvPr/>
        </p:nvPicPr>
        <p:blipFill>
          <a:blip r:embed="rId176"/>
          <a:stretch>
            <a:fillRect/>
          </a:stretch>
        </p:blipFill>
        <p:spPr>
          <a:xfrm>
            <a:off x="3886200" y="5130800"/>
            <a:ext cx="177800" cy="279400"/>
          </a:xfrm>
          <a:prstGeom prst="rect">
            <a:avLst/>
          </a:prstGeom>
        </p:spPr>
      </p:pic>
      <p:pic>
        <p:nvPicPr>
          <p:cNvPr id="486" name="Picture 485" descr="image.png"/>
          <p:cNvPicPr>
            <a:picLocks noChangeAspect="1"/>
          </p:cNvPicPr>
          <p:nvPr/>
        </p:nvPicPr>
        <p:blipFill>
          <a:blip r:embed="rId177"/>
          <a:stretch>
            <a:fillRect/>
          </a:stretch>
        </p:blipFill>
        <p:spPr>
          <a:xfrm>
            <a:off x="3721100" y="5041900"/>
            <a:ext cx="165100" cy="292100"/>
          </a:xfrm>
          <a:prstGeom prst="rect">
            <a:avLst/>
          </a:prstGeom>
        </p:spPr>
      </p:pic>
      <p:pic>
        <p:nvPicPr>
          <p:cNvPr id="487" name="Picture 486" descr="image.png"/>
          <p:cNvPicPr>
            <a:picLocks noChangeAspect="1"/>
          </p:cNvPicPr>
          <p:nvPr/>
        </p:nvPicPr>
        <p:blipFill>
          <a:blip r:embed="rId177"/>
          <a:stretch>
            <a:fillRect/>
          </a:stretch>
        </p:blipFill>
        <p:spPr>
          <a:xfrm>
            <a:off x="3721100" y="5041900"/>
            <a:ext cx="165100" cy="292100"/>
          </a:xfrm>
          <a:prstGeom prst="rect">
            <a:avLst/>
          </a:prstGeom>
        </p:spPr>
      </p:pic>
      <p:pic>
        <p:nvPicPr>
          <p:cNvPr id="488" name="Picture 487" descr="image.png"/>
          <p:cNvPicPr>
            <a:picLocks noChangeAspect="1"/>
          </p:cNvPicPr>
          <p:nvPr/>
        </p:nvPicPr>
        <p:blipFill>
          <a:blip r:embed="rId178"/>
          <a:stretch>
            <a:fillRect/>
          </a:stretch>
        </p:blipFill>
        <p:spPr>
          <a:xfrm>
            <a:off x="3886200" y="5041900"/>
            <a:ext cx="177800" cy="292100"/>
          </a:xfrm>
          <a:prstGeom prst="rect">
            <a:avLst/>
          </a:prstGeom>
        </p:spPr>
      </p:pic>
      <p:pic>
        <p:nvPicPr>
          <p:cNvPr id="489" name="Picture 488" descr="image.png"/>
          <p:cNvPicPr>
            <a:picLocks noChangeAspect="1"/>
          </p:cNvPicPr>
          <p:nvPr/>
        </p:nvPicPr>
        <p:blipFill>
          <a:blip r:embed="rId178"/>
          <a:stretch>
            <a:fillRect/>
          </a:stretch>
        </p:blipFill>
        <p:spPr>
          <a:xfrm>
            <a:off x="3886200" y="5041900"/>
            <a:ext cx="177800" cy="292100"/>
          </a:xfrm>
          <a:prstGeom prst="rect">
            <a:avLst/>
          </a:prstGeom>
        </p:spPr>
      </p:pic>
      <p:pic>
        <p:nvPicPr>
          <p:cNvPr id="490" name="Picture 489" descr="image.png"/>
          <p:cNvPicPr>
            <a:picLocks noChangeAspect="1"/>
          </p:cNvPicPr>
          <p:nvPr/>
        </p:nvPicPr>
        <p:blipFill>
          <a:blip r:embed="rId179"/>
          <a:stretch>
            <a:fillRect/>
          </a:stretch>
        </p:blipFill>
        <p:spPr>
          <a:xfrm>
            <a:off x="3721100" y="4965700"/>
            <a:ext cx="165100" cy="279400"/>
          </a:xfrm>
          <a:prstGeom prst="rect">
            <a:avLst/>
          </a:prstGeom>
        </p:spPr>
      </p:pic>
      <p:pic>
        <p:nvPicPr>
          <p:cNvPr id="491" name="Picture 490" descr="image.png"/>
          <p:cNvPicPr>
            <a:picLocks noChangeAspect="1"/>
          </p:cNvPicPr>
          <p:nvPr/>
        </p:nvPicPr>
        <p:blipFill>
          <a:blip r:embed="rId179"/>
          <a:stretch>
            <a:fillRect/>
          </a:stretch>
        </p:blipFill>
        <p:spPr>
          <a:xfrm>
            <a:off x="3721100" y="4965700"/>
            <a:ext cx="165100" cy="279400"/>
          </a:xfrm>
          <a:prstGeom prst="rect">
            <a:avLst/>
          </a:prstGeom>
        </p:spPr>
      </p:pic>
      <p:pic>
        <p:nvPicPr>
          <p:cNvPr id="492" name="Picture 491" descr="image.png"/>
          <p:cNvPicPr>
            <a:picLocks noChangeAspect="1"/>
          </p:cNvPicPr>
          <p:nvPr/>
        </p:nvPicPr>
        <p:blipFill>
          <a:blip r:embed="rId180"/>
          <a:stretch>
            <a:fillRect/>
          </a:stretch>
        </p:blipFill>
        <p:spPr>
          <a:xfrm>
            <a:off x="3886200" y="4965700"/>
            <a:ext cx="177800" cy="279400"/>
          </a:xfrm>
          <a:prstGeom prst="rect">
            <a:avLst/>
          </a:prstGeom>
        </p:spPr>
      </p:pic>
      <p:pic>
        <p:nvPicPr>
          <p:cNvPr id="493" name="Picture 492" descr="image.png"/>
          <p:cNvPicPr>
            <a:picLocks noChangeAspect="1"/>
          </p:cNvPicPr>
          <p:nvPr/>
        </p:nvPicPr>
        <p:blipFill>
          <a:blip r:embed="rId180"/>
          <a:stretch>
            <a:fillRect/>
          </a:stretch>
        </p:blipFill>
        <p:spPr>
          <a:xfrm>
            <a:off x="3886200" y="4965700"/>
            <a:ext cx="177800" cy="279400"/>
          </a:xfrm>
          <a:prstGeom prst="rect">
            <a:avLst/>
          </a:prstGeom>
        </p:spPr>
      </p:pic>
      <p:pic>
        <p:nvPicPr>
          <p:cNvPr id="494" name="Picture 493" descr="image.png"/>
          <p:cNvPicPr>
            <a:picLocks noChangeAspect="1"/>
          </p:cNvPicPr>
          <p:nvPr/>
        </p:nvPicPr>
        <p:blipFill>
          <a:blip r:embed="rId181"/>
          <a:stretch>
            <a:fillRect/>
          </a:stretch>
        </p:blipFill>
        <p:spPr>
          <a:xfrm>
            <a:off x="3721100" y="4876800"/>
            <a:ext cx="165100" cy="292100"/>
          </a:xfrm>
          <a:prstGeom prst="rect">
            <a:avLst/>
          </a:prstGeom>
        </p:spPr>
      </p:pic>
      <p:pic>
        <p:nvPicPr>
          <p:cNvPr id="495" name="Picture 494" descr="image.png"/>
          <p:cNvPicPr>
            <a:picLocks noChangeAspect="1"/>
          </p:cNvPicPr>
          <p:nvPr/>
        </p:nvPicPr>
        <p:blipFill>
          <a:blip r:embed="rId181"/>
          <a:stretch>
            <a:fillRect/>
          </a:stretch>
        </p:blipFill>
        <p:spPr>
          <a:xfrm>
            <a:off x="3721100" y="4876800"/>
            <a:ext cx="165100" cy="292100"/>
          </a:xfrm>
          <a:prstGeom prst="rect">
            <a:avLst/>
          </a:prstGeom>
        </p:spPr>
      </p:pic>
      <p:pic>
        <p:nvPicPr>
          <p:cNvPr id="496" name="Picture 495" descr="image.png"/>
          <p:cNvPicPr>
            <a:picLocks noChangeAspect="1"/>
          </p:cNvPicPr>
          <p:nvPr/>
        </p:nvPicPr>
        <p:blipFill>
          <a:blip r:embed="rId182"/>
          <a:stretch>
            <a:fillRect/>
          </a:stretch>
        </p:blipFill>
        <p:spPr>
          <a:xfrm>
            <a:off x="3886200" y="4876800"/>
            <a:ext cx="177800" cy="292100"/>
          </a:xfrm>
          <a:prstGeom prst="rect">
            <a:avLst/>
          </a:prstGeom>
        </p:spPr>
      </p:pic>
      <p:pic>
        <p:nvPicPr>
          <p:cNvPr id="497" name="Picture 496" descr="image.png"/>
          <p:cNvPicPr>
            <a:picLocks noChangeAspect="1"/>
          </p:cNvPicPr>
          <p:nvPr/>
        </p:nvPicPr>
        <p:blipFill>
          <a:blip r:embed="rId182"/>
          <a:stretch>
            <a:fillRect/>
          </a:stretch>
        </p:blipFill>
        <p:spPr>
          <a:xfrm>
            <a:off x="3886200" y="4876800"/>
            <a:ext cx="177800" cy="292100"/>
          </a:xfrm>
          <a:prstGeom prst="rect">
            <a:avLst/>
          </a:prstGeom>
        </p:spPr>
      </p:pic>
      <p:pic>
        <p:nvPicPr>
          <p:cNvPr id="498" name="Picture 497" descr="image.png"/>
          <p:cNvPicPr>
            <a:picLocks noChangeAspect="1"/>
          </p:cNvPicPr>
          <p:nvPr/>
        </p:nvPicPr>
        <p:blipFill>
          <a:blip r:embed="rId183"/>
          <a:stretch>
            <a:fillRect/>
          </a:stretch>
        </p:blipFill>
        <p:spPr>
          <a:xfrm>
            <a:off x="3721100" y="4800600"/>
            <a:ext cx="165100" cy="279400"/>
          </a:xfrm>
          <a:prstGeom prst="rect">
            <a:avLst/>
          </a:prstGeom>
        </p:spPr>
      </p:pic>
      <p:pic>
        <p:nvPicPr>
          <p:cNvPr id="499" name="Picture 498" descr="image.png"/>
          <p:cNvPicPr>
            <a:picLocks noChangeAspect="1"/>
          </p:cNvPicPr>
          <p:nvPr/>
        </p:nvPicPr>
        <p:blipFill>
          <a:blip r:embed="rId184"/>
          <a:stretch>
            <a:fillRect/>
          </a:stretch>
        </p:blipFill>
        <p:spPr>
          <a:xfrm>
            <a:off x="3886200" y="4800600"/>
            <a:ext cx="177800" cy="279400"/>
          </a:xfrm>
          <a:prstGeom prst="rect">
            <a:avLst/>
          </a:prstGeom>
        </p:spPr>
      </p:pic>
      <p:pic>
        <p:nvPicPr>
          <p:cNvPr id="500" name="Picture 499" descr="image.png"/>
          <p:cNvPicPr>
            <a:picLocks noChangeAspect="1"/>
          </p:cNvPicPr>
          <p:nvPr/>
        </p:nvPicPr>
        <p:blipFill>
          <a:blip r:embed="rId185"/>
          <a:stretch>
            <a:fillRect/>
          </a:stretch>
        </p:blipFill>
        <p:spPr>
          <a:xfrm>
            <a:off x="4089400" y="5130800"/>
            <a:ext cx="177800" cy="279400"/>
          </a:xfrm>
          <a:prstGeom prst="rect">
            <a:avLst/>
          </a:prstGeom>
        </p:spPr>
      </p:pic>
      <p:pic>
        <p:nvPicPr>
          <p:cNvPr id="501" name="Picture 500" descr="image.png"/>
          <p:cNvPicPr>
            <a:picLocks noChangeAspect="1"/>
          </p:cNvPicPr>
          <p:nvPr/>
        </p:nvPicPr>
        <p:blipFill>
          <a:blip r:embed="rId185"/>
          <a:stretch>
            <a:fillRect/>
          </a:stretch>
        </p:blipFill>
        <p:spPr>
          <a:xfrm>
            <a:off x="4089400" y="5130800"/>
            <a:ext cx="177800" cy="279400"/>
          </a:xfrm>
          <a:prstGeom prst="rect">
            <a:avLst/>
          </a:prstGeom>
        </p:spPr>
      </p:pic>
      <p:pic>
        <p:nvPicPr>
          <p:cNvPr id="502" name="Picture 501" descr="image.png"/>
          <p:cNvPicPr>
            <a:picLocks noChangeAspect="1"/>
          </p:cNvPicPr>
          <p:nvPr/>
        </p:nvPicPr>
        <p:blipFill>
          <a:blip r:embed="rId186"/>
          <a:stretch>
            <a:fillRect/>
          </a:stretch>
        </p:blipFill>
        <p:spPr>
          <a:xfrm>
            <a:off x="4267200" y="5130800"/>
            <a:ext cx="177800" cy="279400"/>
          </a:xfrm>
          <a:prstGeom prst="rect">
            <a:avLst/>
          </a:prstGeom>
        </p:spPr>
      </p:pic>
      <p:pic>
        <p:nvPicPr>
          <p:cNvPr id="503" name="Picture 502" descr="image.png"/>
          <p:cNvPicPr>
            <a:picLocks noChangeAspect="1"/>
          </p:cNvPicPr>
          <p:nvPr/>
        </p:nvPicPr>
        <p:blipFill>
          <a:blip r:embed="rId186"/>
          <a:stretch>
            <a:fillRect/>
          </a:stretch>
        </p:blipFill>
        <p:spPr>
          <a:xfrm>
            <a:off x="4267200" y="5130800"/>
            <a:ext cx="177800" cy="279400"/>
          </a:xfrm>
          <a:prstGeom prst="rect">
            <a:avLst/>
          </a:prstGeom>
        </p:spPr>
      </p:pic>
      <p:pic>
        <p:nvPicPr>
          <p:cNvPr id="504" name="Picture 503" descr="image.png"/>
          <p:cNvPicPr>
            <a:picLocks noChangeAspect="1"/>
          </p:cNvPicPr>
          <p:nvPr/>
        </p:nvPicPr>
        <p:blipFill>
          <a:blip r:embed="rId187"/>
          <a:stretch>
            <a:fillRect/>
          </a:stretch>
        </p:blipFill>
        <p:spPr>
          <a:xfrm>
            <a:off x="4089400" y="5041900"/>
            <a:ext cx="177800" cy="292100"/>
          </a:xfrm>
          <a:prstGeom prst="rect">
            <a:avLst/>
          </a:prstGeom>
        </p:spPr>
      </p:pic>
      <p:pic>
        <p:nvPicPr>
          <p:cNvPr id="505" name="Picture 504" descr="image.png"/>
          <p:cNvPicPr>
            <a:picLocks noChangeAspect="1"/>
          </p:cNvPicPr>
          <p:nvPr/>
        </p:nvPicPr>
        <p:blipFill>
          <a:blip r:embed="rId187"/>
          <a:stretch>
            <a:fillRect/>
          </a:stretch>
        </p:blipFill>
        <p:spPr>
          <a:xfrm>
            <a:off x="4089400" y="5041900"/>
            <a:ext cx="177800" cy="292100"/>
          </a:xfrm>
          <a:prstGeom prst="rect">
            <a:avLst/>
          </a:prstGeom>
        </p:spPr>
      </p:pic>
      <p:pic>
        <p:nvPicPr>
          <p:cNvPr id="506" name="Picture 505" descr="image.png"/>
          <p:cNvPicPr>
            <a:picLocks noChangeAspect="1"/>
          </p:cNvPicPr>
          <p:nvPr/>
        </p:nvPicPr>
        <p:blipFill>
          <a:blip r:embed="rId188"/>
          <a:stretch>
            <a:fillRect/>
          </a:stretch>
        </p:blipFill>
        <p:spPr>
          <a:xfrm>
            <a:off x="4267200" y="5041900"/>
            <a:ext cx="177800" cy="292100"/>
          </a:xfrm>
          <a:prstGeom prst="rect">
            <a:avLst/>
          </a:prstGeom>
        </p:spPr>
      </p:pic>
      <p:pic>
        <p:nvPicPr>
          <p:cNvPr id="507" name="Picture 506" descr="image.png"/>
          <p:cNvPicPr>
            <a:picLocks noChangeAspect="1"/>
          </p:cNvPicPr>
          <p:nvPr/>
        </p:nvPicPr>
        <p:blipFill>
          <a:blip r:embed="rId188"/>
          <a:stretch>
            <a:fillRect/>
          </a:stretch>
        </p:blipFill>
        <p:spPr>
          <a:xfrm>
            <a:off x="4267200" y="5041900"/>
            <a:ext cx="177800" cy="292100"/>
          </a:xfrm>
          <a:prstGeom prst="rect">
            <a:avLst/>
          </a:prstGeom>
        </p:spPr>
      </p:pic>
      <p:pic>
        <p:nvPicPr>
          <p:cNvPr id="508" name="Picture 507" descr="image.png"/>
          <p:cNvPicPr>
            <a:picLocks noChangeAspect="1"/>
          </p:cNvPicPr>
          <p:nvPr/>
        </p:nvPicPr>
        <p:blipFill>
          <a:blip r:embed="rId189"/>
          <a:stretch>
            <a:fillRect/>
          </a:stretch>
        </p:blipFill>
        <p:spPr>
          <a:xfrm>
            <a:off x="4089400" y="4965700"/>
            <a:ext cx="177800" cy="279400"/>
          </a:xfrm>
          <a:prstGeom prst="rect">
            <a:avLst/>
          </a:prstGeom>
        </p:spPr>
      </p:pic>
      <p:pic>
        <p:nvPicPr>
          <p:cNvPr id="509" name="Picture 508" descr="image.png"/>
          <p:cNvPicPr>
            <a:picLocks noChangeAspect="1"/>
          </p:cNvPicPr>
          <p:nvPr/>
        </p:nvPicPr>
        <p:blipFill>
          <a:blip r:embed="rId189"/>
          <a:stretch>
            <a:fillRect/>
          </a:stretch>
        </p:blipFill>
        <p:spPr>
          <a:xfrm>
            <a:off x="4089400" y="4965700"/>
            <a:ext cx="177800" cy="279400"/>
          </a:xfrm>
          <a:prstGeom prst="rect">
            <a:avLst/>
          </a:prstGeom>
        </p:spPr>
      </p:pic>
      <p:pic>
        <p:nvPicPr>
          <p:cNvPr id="510" name="Picture 509" descr="image.png"/>
          <p:cNvPicPr>
            <a:picLocks noChangeAspect="1"/>
          </p:cNvPicPr>
          <p:nvPr/>
        </p:nvPicPr>
        <p:blipFill>
          <a:blip r:embed="rId190"/>
          <a:stretch>
            <a:fillRect/>
          </a:stretch>
        </p:blipFill>
        <p:spPr>
          <a:xfrm>
            <a:off x="4267200" y="4965700"/>
            <a:ext cx="177800" cy="279400"/>
          </a:xfrm>
          <a:prstGeom prst="rect">
            <a:avLst/>
          </a:prstGeom>
        </p:spPr>
      </p:pic>
      <p:pic>
        <p:nvPicPr>
          <p:cNvPr id="511" name="Picture 510" descr="image.png"/>
          <p:cNvPicPr>
            <a:picLocks noChangeAspect="1"/>
          </p:cNvPicPr>
          <p:nvPr/>
        </p:nvPicPr>
        <p:blipFill>
          <a:blip r:embed="rId190"/>
          <a:stretch>
            <a:fillRect/>
          </a:stretch>
        </p:blipFill>
        <p:spPr>
          <a:xfrm>
            <a:off x="4267200" y="4965700"/>
            <a:ext cx="177800" cy="279400"/>
          </a:xfrm>
          <a:prstGeom prst="rect">
            <a:avLst/>
          </a:prstGeom>
        </p:spPr>
      </p:pic>
      <p:pic>
        <p:nvPicPr>
          <p:cNvPr id="512" name="Picture 511" descr="image.png"/>
          <p:cNvPicPr>
            <a:picLocks noChangeAspect="1"/>
          </p:cNvPicPr>
          <p:nvPr/>
        </p:nvPicPr>
        <p:blipFill>
          <a:blip r:embed="rId191"/>
          <a:stretch>
            <a:fillRect/>
          </a:stretch>
        </p:blipFill>
        <p:spPr>
          <a:xfrm>
            <a:off x="4089400" y="4876800"/>
            <a:ext cx="177800" cy="292100"/>
          </a:xfrm>
          <a:prstGeom prst="rect">
            <a:avLst/>
          </a:prstGeom>
        </p:spPr>
      </p:pic>
      <p:pic>
        <p:nvPicPr>
          <p:cNvPr id="513" name="Picture 512" descr="image.png"/>
          <p:cNvPicPr>
            <a:picLocks noChangeAspect="1"/>
          </p:cNvPicPr>
          <p:nvPr/>
        </p:nvPicPr>
        <p:blipFill>
          <a:blip r:embed="rId191"/>
          <a:stretch>
            <a:fillRect/>
          </a:stretch>
        </p:blipFill>
        <p:spPr>
          <a:xfrm>
            <a:off x="4089400" y="4876800"/>
            <a:ext cx="177800" cy="292100"/>
          </a:xfrm>
          <a:prstGeom prst="rect">
            <a:avLst/>
          </a:prstGeom>
        </p:spPr>
      </p:pic>
      <p:pic>
        <p:nvPicPr>
          <p:cNvPr id="514" name="Picture 513" descr="image.png"/>
          <p:cNvPicPr>
            <a:picLocks noChangeAspect="1"/>
          </p:cNvPicPr>
          <p:nvPr/>
        </p:nvPicPr>
        <p:blipFill>
          <a:blip r:embed="rId192"/>
          <a:stretch>
            <a:fillRect/>
          </a:stretch>
        </p:blipFill>
        <p:spPr>
          <a:xfrm>
            <a:off x="4267200" y="4876800"/>
            <a:ext cx="177800" cy="292100"/>
          </a:xfrm>
          <a:prstGeom prst="rect">
            <a:avLst/>
          </a:prstGeom>
        </p:spPr>
      </p:pic>
      <p:pic>
        <p:nvPicPr>
          <p:cNvPr id="515" name="Picture 514" descr="image.png"/>
          <p:cNvPicPr>
            <a:picLocks noChangeAspect="1"/>
          </p:cNvPicPr>
          <p:nvPr/>
        </p:nvPicPr>
        <p:blipFill>
          <a:blip r:embed="rId192"/>
          <a:stretch>
            <a:fillRect/>
          </a:stretch>
        </p:blipFill>
        <p:spPr>
          <a:xfrm>
            <a:off x="4267200" y="4876800"/>
            <a:ext cx="177800" cy="292100"/>
          </a:xfrm>
          <a:prstGeom prst="rect">
            <a:avLst/>
          </a:prstGeom>
        </p:spPr>
      </p:pic>
      <p:pic>
        <p:nvPicPr>
          <p:cNvPr id="516" name="Picture 515" descr="image.png"/>
          <p:cNvPicPr>
            <a:picLocks noChangeAspect="1"/>
          </p:cNvPicPr>
          <p:nvPr/>
        </p:nvPicPr>
        <p:blipFill>
          <a:blip r:embed="rId193"/>
          <a:stretch>
            <a:fillRect/>
          </a:stretch>
        </p:blipFill>
        <p:spPr>
          <a:xfrm>
            <a:off x="4089400" y="4800600"/>
            <a:ext cx="177800" cy="279400"/>
          </a:xfrm>
          <a:prstGeom prst="rect">
            <a:avLst/>
          </a:prstGeom>
        </p:spPr>
      </p:pic>
      <p:pic>
        <p:nvPicPr>
          <p:cNvPr id="517" name="Picture 516" descr="image.png"/>
          <p:cNvPicPr>
            <a:picLocks noChangeAspect="1"/>
          </p:cNvPicPr>
          <p:nvPr/>
        </p:nvPicPr>
        <p:blipFill>
          <a:blip r:embed="rId194"/>
          <a:stretch>
            <a:fillRect/>
          </a:stretch>
        </p:blipFill>
        <p:spPr>
          <a:xfrm>
            <a:off x="4267200" y="4800600"/>
            <a:ext cx="165100" cy="279400"/>
          </a:xfrm>
          <a:prstGeom prst="rect">
            <a:avLst/>
          </a:prstGeom>
        </p:spPr>
      </p:pic>
      <p:pic>
        <p:nvPicPr>
          <p:cNvPr id="518" name="Picture 517" descr="image.png"/>
          <p:cNvPicPr>
            <a:picLocks noChangeAspect="1"/>
          </p:cNvPicPr>
          <p:nvPr/>
        </p:nvPicPr>
        <p:blipFill>
          <a:blip r:embed="rId195"/>
          <a:stretch>
            <a:fillRect/>
          </a:stretch>
        </p:blipFill>
        <p:spPr>
          <a:xfrm>
            <a:off x="4495800" y="5130800"/>
            <a:ext cx="177800" cy="279400"/>
          </a:xfrm>
          <a:prstGeom prst="rect">
            <a:avLst/>
          </a:prstGeom>
        </p:spPr>
      </p:pic>
      <p:pic>
        <p:nvPicPr>
          <p:cNvPr id="519" name="Picture 518" descr="image.png"/>
          <p:cNvPicPr>
            <a:picLocks noChangeAspect="1"/>
          </p:cNvPicPr>
          <p:nvPr/>
        </p:nvPicPr>
        <p:blipFill>
          <a:blip r:embed="rId195"/>
          <a:stretch>
            <a:fillRect/>
          </a:stretch>
        </p:blipFill>
        <p:spPr>
          <a:xfrm>
            <a:off x="4495800" y="5130800"/>
            <a:ext cx="177800" cy="279400"/>
          </a:xfrm>
          <a:prstGeom prst="rect">
            <a:avLst/>
          </a:prstGeom>
        </p:spPr>
      </p:pic>
      <p:pic>
        <p:nvPicPr>
          <p:cNvPr id="520" name="Picture 519" descr="image.png"/>
          <p:cNvPicPr>
            <a:picLocks noChangeAspect="1"/>
          </p:cNvPicPr>
          <p:nvPr/>
        </p:nvPicPr>
        <p:blipFill>
          <a:blip r:embed="rId196"/>
          <a:stretch>
            <a:fillRect/>
          </a:stretch>
        </p:blipFill>
        <p:spPr>
          <a:xfrm>
            <a:off x="4660900" y="5130800"/>
            <a:ext cx="177800" cy="279400"/>
          </a:xfrm>
          <a:prstGeom prst="rect">
            <a:avLst/>
          </a:prstGeom>
        </p:spPr>
      </p:pic>
      <p:pic>
        <p:nvPicPr>
          <p:cNvPr id="521" name="Picture 520" descr="image.png"/>
          <p:cNvPicPr>
            <a:picLocks noChangeAspect="1"/>
          </p:cNvPicPr>
          <p:nvPr/>
        </p:nvPicPr>
        <p:blipFill>
          <a:blip r:embed="rId196"/>
          <a:stretch>
            <a:fillRect/>
          </a:stretch>
        </p:blipFill>
        <p:spPr>
          <a:xfrm>
            <a:off x="4660900" y="5130800"/>
            <a:ext cx="177800" cy="279400"/>
          </a:xfrm>
          <a:prstGeom prst="rect">
            <a:avLst/>
          </a:prstGeom>
        </p:spPr>
      </p:pic>
      <p:pic>
        <p:nvPicPr>
          <p:cNvPr id="522" name="Picture 521" descr="image.png"/>
          <p:cNvPicPr>
            <a:picLocks noChangeAspect="1"/>
          </p:cNvPicPr>
          <p:nvPr/>
        </p:nvPicPr>
        <p:blipFill>
          <a:blip r:embed="rId197"/>
          <a:stretch>
            <a:fillRect/>
          </a:stretch>
        </p:blipFill>
        <p:spPr>
          <a:xfrm>
            <a:off x="4495800" y="5041900"/>
            <a:ext cx="177800" cy="292100"/>
          </a:xfrm>
          <a:prstGeom prst="rect">
            <a:avLst/>
          </a:prstGeom>
        </p:spPr>
      </p:pic>
      <p:pic>
        <p:nvPicPr>
          <p:cNvPr id="523" name="Picture 522" descr="image.png"/>
          <p:cNvPicPr>
            <a:picLocks noChangeAspect="1"/>
          </p:cNvPicPr>
          <p:nvPr/>
        </p:nvPicPr>
        <p:blipFill>
          <a:blip r:embed="rId197"/>
          <a:stretch>
            <a:fillRect/>
          </a:stretch>
        </p:blipFill>
        <p:spPr>
          <a:xfrm>
            <a:off x="4495800" y="5041900"/>
            <a:ext cx="177800" cy="292100"/>
          </a:xfrm>
          <a:prstGeom prst="rect">
            <a:avLst/>
          </a:prstGeom>
        </p:spPr>
      </p:pic>
      <p:pic>
        <p:nvPicPr>
          <p:cNvPr id="524" name="Picture 523" descr="image.png"/>
          <p:cNvPicPr>
            <a:picLocks noChangeAspect="1"/>
          </p:cNvPicPr>
          <p:nvPr/>
        </p:nvPicPr>
        <p:blipFill>
          <a:blip r:embed="rId198"/>
          <a:stretch>
            <a:fillRect/>
          </a:stretch>
        </p:blipFill>
        <p:spPr>
          <a:xfrm>
            <a:off x="4660900" y="5041900"/>
            <a:ext cx="177800" cy="292100"/>
          </a:xfrm>
          <a:prstGeom prst="rect">
            <a:avLst/>
          </a:prstGeom>
        </p:spPr>
      </p:pic>
      <p:pic>
        <p:nvPicPr>
          <p:cNvPr id="525" name="Picture 524" descr="image.png"/>
          <p:cNvPicPr>
            <a:picLocks noChangeAspect="1"/>
          </p:cNvPicPr>
          <p:nvPr/>
        </p:nvPicPr>
        <p:blipFill>
          <a:blip r:embed="rId198"/>
          <a:stretch>
            <a:fillRect/>
          </a:stretch>
        </p:blipFill>
        <p:spPr>
          <a:xfrm>
            <a:off x="4660900" y="5041900"/>
            <a:ext cx="177800" cy="292100"/>
          </a:xfrm>
          <a:prstGeom prst="rect">
            <a:avLst/>
          </a:prstGeom>
        </p:spPr>
      </p:pic>
      <p:pic>
        <p:nvPicPr>
          <p:cNvPr id="526" name="Picture 525" descr="image.png"/>
          <p:cNvPicPr>
            <a:picLocks noChangeAspect="1"/>
          </p:cNvPicPr>
          <p:nvPr/>
        </p:nvPicPr>
        <p:blipFill>
          <a:blip r:embed="rId199"/>
          <a:stretch>
            <a:fillRect/>
          </a:stretch>
        </p:blipFill>
        <p:spPr>
          <a:xfrm>
            <a:off x="4495800" y="4965700"/>
            <a:ext cx="177800" cy="279400"/>
          </a:xfrm>
          <a:prstGeom prst="rect">
            <a:avLst/>
          </a:prstGeom>
        </p:spPr>
      </p:pic>
      <p:pic>
        <p:nvPicPr>
          <p:cNvPr id="527" name="Picture 526" descr="image.png"/>
          <p:cNvPicPr>
            <a:picLocks noChangeAspect="1"/>
          </p:cNvPicPr>
          <p:nvPr/>
        </p:nvPicPr>
        <p:blipFill>
          <a:blip r:embed="rId199"/>
          <a:stretch>
            <a:fillRect/>
          </a:stretch>
        </p:blipFill>
        <p:spPr>
          <a:xfrm>
            <a:off x="4495800" y="4965700"/>
            <a:ext cx="177800" cy="279400"/>
          </a:xfrm>
          <a:prstGeom prst="rect">
            <a:avLst/>
          </a:prstGeom>
        </p:spPr>
      </p:pic>
      <p:pic>
        <p:nvPicPr>
          <p:cNvPr id="528" name="Picture 527" descr="image.png"/>
          <p:cNvPicPr>
            <a:picLocks noChangeAspect="1"/>
          </p:cNvPicPr>
          <p:nvPr/>
        </p:nvPicPr>
        <p:blipFill>
          <a:blip r:embed="rId200"/>
          <a:stretch>
            <a:fillRect/>
          </a:stretch>
        </p:blipFill>
        <p:spPr>
          <a:xfrm>
            <a:off x="4660900" y="4965700"/>
            <a:ext cx="177800" cy="279400"/>
          </a:xfrm>
          <a:prstGeom prst="rect">
            <a:avLst/>
          </a:prstGeom>
        </p:spPr>
      </p:pic>
      <p:pic>
        <p:nvPicPr>
          <p:cNvPr id="529" name="Picture 528" descr="image.png"/>
          <p:cNvPicPr>
            <a:picLocks noChangeAspect="1"/>
          </p:cNvPicPr>
          <p:nvPr/>
        </p:nvPicPr>
        <p:blipFill>
          <a:blip r:embed="rId200"/>
          <a:stretch>
            <a:fillRect/>
          </a:stretch>
        </p:blipFill>
        <p:spPr>
          <a:xfrm>
            <a:off x="4660900" y="4965700"/>
            <a:ext cx="177800" cy="279400"/>
          </a:xfrm>
          <a:prstGeom prst="rect">
            <a:avLst/>
          </a:prstGeom>
        </p:spPr>
      </p:pic>
      <p:pic>
        <p:nvPicPr>
          <p:cNvPr id="530" name="Picture 529" descr="image.png"/>
          <p:cNvPicPr>
            <a:picLocks noChangeAspect="1"/>
          </p:cNvPicPr>
          <p:nvPr/>
        </p:nvPicPr>
        <p:blipFill>
          <a:blip r:embed="rId201"/>
          <a:stretch>
            <a:fillRect/>
          </a:stretch>
        </p:blipFill>
        <p:spPr>
          <a:xfrm>
            <a:off x="4470400" y="4876800"/>
            <a:ext cx="177800" cy="292100"/>
          </a:xfrm>
          <a:prstGeom prst="rect">
            <a:avLst/>
          </a:prstGeom>
        </p:spPr>
      </p:pic>
      <p:pic>
        <p:nvPicPr>
          <p:cNvPr id="531" name="Picture 530" descr="image.png"/>
          <p:cNvPicPr>
            <a:picLocks noChangeAspect="1"/>
          </p:cNvPicPr>
          <p:nvPr/>
        </p:nvPicPr>
        <p:blipFill>
          <a:blip r:embed="rId201"/>
          <a:stretch>
            <a:fillRect/>
          </a:stretch>
        </p:blipFill>
        <p:spPr>
          <a:xfrm>
            <a:off x="4470400" y="4876800"/>
            <a:ext cx="177800" cy="292100"/>
          </a:xfrm>
          <a:prstGeom prst="rect">
            <a:avLst/>
          </a:prstGeom>
        </p:spPr>
      </p:pic>
      <p:pic>
        <p:nvPicPr>
          <p:cNvPr id="532" name="Picture 531" descr="image.png"/>
          <p:cNvPicPr>
            <a:picLocks noChangeAspect="1"/>
          </p:cNvPicPr>
          <p:nvPr/>
        </p:nvPicPr>
        <p:blipFill>
          <a:blip r:embed="rId202"/>
          <a:stretch>
            <a:fillRect/>
          </a:stretch>
        </p:blipFill>
        <p:spPr>
          <a:xfrm>
            <a:off x="4660900" y="4876800"/>
            <a:ext cx="177800" cy="292100"/>
          </a:xfrm>
          <a:prstGeom prst="rect">
            <a:avLst/>
          </a:prstGeom>
        </p:spPr>
      </p:pic>
      <p:pic>
        <p:nvPicPr>
          <p:cNvPr id="533" name="Picture 532" descr="image.png"/>
          <p:cNvPicPr>
            <a:picLocks noChangeAspect="1"/>
          </p:cNvPicPr>
          <p:nvPr/>
        </p:nvPicPr>
        <p:blipFill>
          <a:blip r:embed="rId202"/>
          <a:stretch>
            <a:fillRect/>
          </a:stretch>
        </p:blipFill>
        <p:spPr>
          <a:xfrm>
            <a:off x="4660900" y="4876800"/>
            <a:ext cx="177800" cy="292100"/>
          </a:xfrm>
          <a:prstGeom prst="rect">
            <a:avLst/>
          </a:prstGeom>
        </p:spPr>
      </p:pic>
      <p:pic>
        <p:nvPicPr>
          <p:cNvPr id="534" name="Picture 533" descr="image.png"/>
          <p:cNvPicPr>
            <a:picLocks noChangeAspect="1"/>
          </p:cNvPicPr>
          <p:nvPr/>
        </p:nvPicPr>
        <p:blipFill>
          <a:blip r:embed="rId203"/>
          <a:stretch>
            <a:fillRect/>
          </a:stretch>
        </p:blipFill>
        <p:spPr>
          <a:xfrm>
            <a:off x="4495800" y="4800600"/>
            <a:ext cx="165100" cy="279400"/>
          </a:xfrm>
          <a:prstGeom prst="rect">
            <a:avLst/>
          </a:prstGeom>
        </p:spPr>
      </p:pic>
      <p:pic>
        <p:nvPicPr>
          <p:cNvPr id="535" name="Picture 534" descr="image.png"/>
          <p:cNvPicPr>
            <a:picLocks noChangeAspect="1"/>
          </p:cNvPicPr>
          <p:nvPr/>
        </p:nvPicPr>
        <p:blipFill>
          <a:blip r:embed="rId204"/>
          <a:stretch>
            <a:fillRect/>
          </a:stretch>
        </p:blipFill>
        <p:spPr>
          <a:xfrm>
            <a:off x="4876800" y="5130800"/>
            <a:ext cx="165100" cy="279400"/>
          </a:xfrm>
          <a:prstGeom prst="rect">
            <a:avLst/>
          </a:prstGeom>
        </p:spPr>
      </p:pic>
      <p:pic>
        <p:nvPicPr>
          <p:cNvPr id="536" name="Picture 535" descr="image.png"/>
          <p:cNvPicPr>
            <a:picLocks noChangeAspect="1"/>
          </p:cNvPicPr>
          <p:nvPr/>
        </p:nvPicPr>
        <p:blipFill>
          <a:blip r:embed="rId204"/>
          <a:stretch>
            <a:fillRect/>
          </a:stretch>
        </p:blipFill>
        <p:spPr>
          <a:xfrm>
            <a:off x="4876800" y="5130800"/>
            <a:ext cx="165100" cy="279400"/>
          </a:xfrm>
          <a:prstGeom prst="rect">
            <a:avLst/>
          </a:prstGeom>
        </p:spPr>
      </p:pic>
      <p:pic>
        <p:nvPicPr>
          <p:cNvPr id="537" name="Picture 536" descr="image.png"/>
          <p:cNvPicPr>
            <a:picLocks noChangeAspect="1"/>
          </p:cNvPicPr>
          <p:nvPr/>
        </p:nvPicPr>
        <p:blipFill>
          <a:blip r:embed="rId205"/>
          <a:stretch>
            <a:fillRect/>
          </a:stretch>
        </p:blipFill>
        <p:spPr>
          <a:xfrm>
            <a:off x="5041900" y="5130800"/>
            <a:ext cx="177800" cy="279400"/>
          </a:xfrm>
          <a:prstGeom prst="rect">
            <a:avLst/>
          </a:prstGeom>
        </p:spPr>
      </p:pic>
      <p:pic>
        <p:nvPicPr>
          <p:cNvPr id="538" name="Picture 537" descr="image.png"/>
          <p:cNvPicPr>
            <a:picLocks noChangeAspect="1"/>
          </p:cNvPicPr>
          <p:nvPr/>
        </p:nvPicPr>
        <p:blipFill>
          <a:blip r:embed="rId205"/>
          <a:stretch>
            <a:fillRect/>
          </a:stretch>
        </p:blipFill>
        <p:spPr>
          <a:xfrm>
            <a:off x="5041900" y="5130800"/>
            <a:ext cx="177800" cy="279400"/>
          </a:xfrm>
          <a:prstGeom prst="rect">
            <a:avLst/>
          </a:prstGeom>
        </p:spPr>
      </p:pic>
      <p:pic>
        <p:nvPicPr>
          <p:cNvPr id="539" name="Picture 538" descr="image.png"/>
          <p:cNvPicPr>
            <a:picLocks noChangeAspect="1"/>
          </p:cNvPicPr>
          <p:nvPr/>
        </p:nvPicPr>
        <p:blipFill>
          <a:blip r:embed="rId206"/>
          <a:stretch>
            <a:fillRect/>
          </a:stretch>
        </p:blipFill>
        <p:spPr>
          <a:xfrm>
            <a:off x="4876800" y="5041900"/>
            <a:ext cx="165100" cy="292100"/>
          </a:xfrm>
          <a:prstGeom prst="rect">
            <a:avLst/>
          </a:prstGeom>
        </p:spPr>
      </p:pic>
      <p:pic>
        <p:nvPicPr>
          <p:cNvPr id="540" name="Picture 539" descr="image.png"/>
          <p:cNvPicPr>
            <a:picLocks noChangeAspect="1"/>
          </p:cNvPicPr>
          <p:nvPr/>
        </p:nvPicPr>
        <p:blipFill>
          <a:blip r:embed="rId206"/>
          <a:stretch>
            <a:fillRect/>
          </a:stretch>
        </p:blipFill>
        <p:spPr>
          <a:xfrm>
            <a:off x="4876800" y="5041900"/>
            <a:ext cx="165100" cy="292100"/>
          </a:xfrm>
          <a:prstGeom prst="rect">
            <a:avLst/>
          </a:prstGeom>
        </p:spPr>
      </p:pic>
      <p:pic>
        <p:nvPicPr>
          <p:cNvPr id="541" name="Picture 540" descr="image.png"/>
          <p:cNvPicPr>
            <a:picLocks noChangeAspect="1"/>
          </p:cNvPicPr>
          <p:nvPr/>
        </p:nvPicPr>
        <p:blipFill>
          <a:blip r:embed="rId207"/>
          <a:stretch>
            <a:fillRect/>
          </a:stretch>
        </p:blipFill>
        <p:spPr>
          <a:xfrm>
            <a:off x="5041900" y="5041900"/>
            <a:ext cx="177800" cy="292100"/>
          </a:xfrm>
          <a:prstGeom prst="rect">
            <a:avLst/>
          </a:prstGeom>
        </p:spPr>
      </p:pic>
      <p:pic>
        <p:nvPicPr>
          <p:cNvPr id="542" name="Picture 541" descr="image.png"/>
          <p:cNvPicPr>
            <a:picLocks noChangeAspect="1"/>
          </p:cNvPicPr>
          <p:nvPr/>
        </p:nvPicPr>
        <p:blipFill>
          <a:blip r:embed="rId207"/>
          <a:stretch>
            <a:fillRect/>
          </a:stretch>
        </p:blipFill>
        <p:spPr>
          <a:xfrm>
            <a:off x="5041900" y="5041900"/>
            <a:ext cx="177800" cy="292100"/>
          </a:xfrm>
          <a:prstGeom prst="rect">
            <a:avLst/>
          </a:prstGeom>
        </p:spPr>
      </p:pic>
      <p:pic>
        <p:nvPicPr>
          <p:cNvPr id="543" name="Picture 542" descr="image.png"/>
          <p:cNvPicPr>
            <a:picLocks noChangeAspect="1"/>
          </p:cNvPicPr>
          <p:nvPr/>
        </p:nvPicPr>
        <p:blipFill>
          <a:blip r:embed="rId208"/>
          <a:stretch>
            <a:fillRect/>
          </a:stretch>
        </p:blipFill>
        <p:spPr>
          <a:xfrm>
            <a:off x="4876800" y="4965700"/>
            <a:ext cx="165100" cy="279400"/>
          </a:xfrm>
          <a:prstGeom prst="rect">
            <a:avLst/>
          </a:prstGeom>
        </p:spPr>
      </p:pic>
      <p:pic>
        <p:nvPicPr>
          <p:cNvPr id="544" name="Picture 543" descr="image.png"/>
          <p:cNvPicPr>
            <a:picLocks noChangeAspect="1"/>
          </p:cNvPicPr>
          <p:nvPr/>
        </p:nvPicPr>
        <p:blipFill>
          <a:blip r:embed="rId208"/>
          <a:stretch>
            <a:fillRect/>
          </a:stretch>
        </p:blipFill>
        <p:spPr>
          <a:xfrm>
            <a:off x="4876800" y="4965700"/>
            <a:ext cx="165100" cy="279400"/>
          </a:xfrm>
          <a:prstGeom prst="rect">
            <a:avLst/>
          </a:prstGeom>
        </p:spPr>
      </p:pic>
      <p:pic>
        <p:nvPicPr>
          <p:cNvPr id="545" name="Picture 544" descr="image.png"/>
          <p:cNvPicPr>
            <a:picLocks noChangeAspect="1"/>
          </p:cNvPicPr>
          <p:nvPr/>
        </p:nvPicPr>
        <p:blipFill>
          <a:blip r:embed="rId209"/>
          <a:stretch>
            <a:fillRect/>
          </a:stretch>
        </p:blipFill>
        <p:spPr>
          <a:xfrm>
            <a:off x="5257800" y="5130800"/>
            <a:ext cx="165100" cy="279400"/>
          </a:xfrm>
          <a:prstGeom prst="rect">
            <a:avLst/>
          </a:prstGeom>
        </p:spPr>
      </p:pic>
      <p:pic>
        <p:nvPicPr>
          <p:cNvPr id="546" name="Picture 545" descr="image.png"/>
          <p:cNvPicPr>
            <a:picLocks noChangeAspect="1"/>
          </p:cNvPicPr>
          <p:nvPr/>
        </p:nvPicPr>
        <p:blipFill>
          <a:blip r:embed="rId209"/>
          <a:stretch>
            <a:fillRect/>
          </a:stretch>
        </p:blipFill>
        <p:spPr>
          <a:xfrm>
            <a:off x="5257800" y="5130800"/>
            <a:ext cx="165100" cy="279400"/>
          </a:xfrm>
          <a:prstGeom prst="rect">
            <a:avLst/>
          </a:prstGeom>
        </p:spPr>
      </p:pic>
      <p:pic>
        <p:nvPicPr>
          <p:cNvPr id="547" name="Picture 546" descr="image.png"/>
          <p:cNvPicPr>
            <a:picLocks noChangeAspect="1"/>
          </p:cNvPicPr>
          <p:nvPr/>
        </p:nvPicPr>
        <p:blipFill>
          <a:blip r:embed="rId210"/>
          <a:stretch>
            <a:fillRect/>
          </a:stretch>
        </p:blipFill>
        <p:spPr>
          <a:xfrm>
            <a:off x="2923032" y="5242559"/>
            <a:ext cx="792340" cy="784898"/>
          </a:xfrm>
          <a:prstGeom prst="rect">
            <a:avLst/>
          </a:prstGeom>
        </p:spPr>
      </p:pic>
      <p:pic>
        <p:nvPicPr>
          <p:cNvPr id="548" name="Picture 547" descr="image.png"/>
          <p:cNvPicPr>
            <a:picLocks noChangeAspect="1"/>
          </p:cNvPicPr>
          <p:nvPr/>
        </p:nvPicPr>
        <p:blipFill>
          <a:blip r:embed="rId211"/>
          <a:stretch>
            <a:fillRect/>
          </a:stretch>
        </p:blipFill>
        <p:spPr>
          <a:xfrm>
            <a:off x="4076700" y="6375400"/>
            <a:ext cx="2032000" cy="203200"/>
          </a:xfrm>
          <a:prstGeom prst="rect">
            <a:avLst/>
          </a:prstGeom>
        </p:spPr>
      </p:pic>
      <p:sp>
        <p:nvSpPr>
          <p:cNvPr id="549" name="Editable vector"/>
          <p:cNvSpPr/>
          <p:nvPr/>
        </p:nvSpPr>
        <p:spPr>
          <a:xfrm>
            <a:off x="3191764" y="5358638"/>
            <a:ext cx="274065" cy="265938"/>
          </a:xfrm>
          <a:custGeom>
            <a:avLst/>
            <a:gdLst/>
            <a:ahLst/>
            <a:cxnLst/>
            <a:rect l="0" t="0" r="r" b="b"/>
            <a:pathLst>
              <a:path w="274066" h="265938" fill="norm" stroke="0" extrusionOk="0">
                <a:moveTo>
                  <a:pt x="0" y="132969"/>
                </a:moveTo>
                <a:cubicBezTo>
                  <a:pt x="0" y="59563"/>
                  <a:pt x="59563" y="0"/>
                  <a:pt x="132969" y="0"/>
                </a:cubicBezTo>
                <a:lnTo>
                  <a:pt x="141097" y="0"/>
                </a:lnTo>
                <a:cubicBezTo>
                  <a:pt x="214503" y="0"/>
                  <a:pt x="274066" y="59563"/>
                  <a:pt x="274066" y="132969"/>
                </a:cubicBezTo>
                <a:cubicBezTo>
                  <a:pt x="274066" y="206375"/>
                  <a:pt x="214503" y="265938"/>
                  <a:pt x="141097" y="265938"/>
                </a:cubicBezTo>
                <a:lnTo>
                  <a:pt x="132969" y="265938"/>
                </a:lnTo>
                <a:cubicBezTo>
                  <a:pt x="59563" y="265938"/>
                  <a:pt x="0" y="206375"/>
                  <a:pt x="0" y="132969"/>
                </a:cubicBezTo>
                <a:close/>
              </a:path>
            </a:pathLst>
          </a:custGeom>
          <a:solidFill>
            <a:srgbClr val="7858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51" name="Picture 550" descr="image.png"/>
          <p:cNvPicPr>
            <a:picLocks noChangeAspect="1"/>
          </p:cNvPicPr>
          <p:nvPr/>
        </p:nvPicPr>
        <p:blipFill>
          <a:blip r:embed="rId212"/>
          <a:stretch>
            <a:fillRect/>
          </a:stretch>
        </p:blipFill>
        <p:spPr>
          <a:xfrm>
            <a:off x="5190744" y="176758"/>
            <a:ext cx="368820" cy="350545"/>
          </a:xfrm>
          <a:prstGeom prst="rect">
            <a:avLst/>
          </a:prstGeom>
        </p:spPr>
      </p:pic>
      <p:pic>
        <p:nvPicPr>
          <p:cNvPr id="552" name="Picture 551" descr="image.png"/>
          <p:cNvPicPr>
            <a:picLocks noChangeAspect="1"/>
          </p:cNvPicPr>
          <p:nvPr/>
        </p:nvPicPr>
        <p:blipFill>
          <a:blip r:embed="rId213"/>
          <a:stretch>
            <a:fillRect/>
          </a:stretch>
        </p:blipFill>
        <p:spPr>
          <a:xfrm>
            <a:off x="5166359" y="140170"/>
            <a:ext cx="417563" cy="475526"/>
          </a:xfrm>
          <a:prstGeom prst="rect">
            <a:avLst/>
          </a:prstGeom>
        </p:spPr>
      </p:pic>
      <p:sp>
        <p:nvSpPr>
          <p:cNvPr id="553" name="Editable vector"/>
          <p:cNvSpPr/>
          <p:nvPr/>
        </p:nvSpPr>
        <p:spPr>
          <a:xfrm>
            <a:off x="5248655" y="234950"/>
            <a:ext cx="257302" cy="238378"/>
          </a:xfrm>
          <a:custGeom>
            <a:avLst/>
            <a:gdLst/>
            <a:ahLst/>
            <a:cxnLst/>
            <a:rect l="0" t="0" r="r" b="b"/>
            <a:pathLst>
              <a:path w="257302" h="238379" fill="norm" stroke="1" extrusionOk="0">
                <a:moveTo>
                  <a:pt x="0" y="39751"/>
                </a:moveTo>
                <a:cubicBezTo>
                  <a:pt x="0" y="17780"/>
                  <a:pt x="17780" y="0"/>
                  <a:pt x="39751" y="0"/>
                </a:cubicBezTo>
                <a:lnTo>
                  <a:pt x="217551" y="0"/>
                </a:lnTo>
                <a:cubicBezTo>
                  <a:pt x="239522" y="0"/>
                  <a:pt x="257302" y="17780"/>
                  <a:pt x="257302" y="39751"/>
                </a:cubicBezTo>
                <a:lnTo>
                  <a:pt x="257302" y="198628"/>
                </a:lnTo>
                <a:cubicBezTo>
                  <a:pt x="257302" y="220599"/>
                  <a:pt x="239522" y="238379"/>
                  <a:pt x="217551" y="238379"/>
                </a:cubicBezTo>
                <a:lnTo>
                  <a:pt x="39751" y="238379"/>
                </a:lnTo>
                <a:cubicBezTo>
                  <a:pt x="17780" y="238379"/>
                  <a:pt x="0" y="220599"/>
                  <a:pt x="0" y="198628"/>
                </a:cubicBezTo>
                <a:lnTo>
                  <a:pt x="0" y="39751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9" name="Editable vector"/>
          <p:cNvSpPr/>
          <p:nvPr/>
        </p:nvSpPr>
        <p:spPr>
          <a:xfrm>
            <a:off x="4325492" y="6540055"/>
            <a:ext cx="1533144" cy="9143"/>
          </a:xfrm>
          <a:custGeom>
            <a:avLst/>
            <a:gdLst/>
            <a:ahLst/>
            <a:cxnLst/>
            <a:rect l="0" t="0" r="r" b="b"/>
            <a:pathLst>
              <a:path w="1533144" h="9144" fill="norm" stroke="0" extrusionOk="0">
                <a:moveTo>
                  <a:pt x="0" y="0"/>
                </a:moveTo>
                <a:lnTo>
                  <a:pt x="383286" y="0"/>
                </a:lnTo>
                <a:lnTo>
                  <a:pt x="766572" y="0"/>
                </a:lnTo>
                <a:lnTo>
                  <a:pt x="1149858" y="0"/>
                </a:lnTo>
                <a:lnTo>
                  <a:pt x="1533144" y="0"/>
                </a:lnTo>
                <a:lnTo>
                  <a:pt x="1533144" y="9144"/>
                </a:lnTo>
                <a:lnTo>
                  <a:pt x="1149858" y="9144"/>
                </a:lnTo>
                <a:lnTo>
                  <a:pt x="766572" y="9144"/>
                </a:lnTo>
                <a:lnTo>
                  <a:pt x="383286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Editable text — PUBLIC"/>
          <p:cNvSpPr txBox="1"/>
          <p:nvPr/>
        </p:nvSpPr>
        <p:spPr>
          <a:xfrm>
            <a:off x="281940" y="6590857"/>
            <a:ext cx="381711" cy="170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6" b="0" i="0" spc="-2">
                <a:solidFill>
                  <a:srgbClr val="000000"/>
                </a:solidFill>
                <a:latin typeface="Arial"/>
              </a:rPr>
              <a:t>PUBLIC</a:t>
            </a:r>
          </a:p>
        </p:txBody>
      </p:sp>
      <p:sp>
        <p:nvSpPr>
          <p:cNvPr id="6" name="Editable text — The Autonomous Suite runs based on AI assistants and "/>
          <p:cNvSpPr txBox="1"/>
          <p:nvPr/>
        </p:nvSpPr>
        <p:spPr>
          <a:xfrm>
            <a:off x="1813305" y="674067"/>
            <a:ext cx="8712830" cy="57073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795" b="0" i="0" spc="-32">
                <a:solidFill>
                  <a:srgbClr val="0D2981"/>
                </a:solidFill>
                <a:latin typeface="Arial"/>
              </a:rPr>
              <a:t>The Autonomous Suite runs based on AI assistants and </a:t>
            </a:r>
          </a:p>
        </p:txBody>
      </p:sp>
      <p:sp>
        <p:nvSpPr>
          <p:cNvPr id="7" name="Editable text — agents executing work across all domains"/>
          <p:cNvSpPr txBox="1"/>
          <p:nvPr/>
        </p:nvSpPr>
        <p:spPr>
          <a:xfrm>
            <a:off x="2868167" y="1100512"/>
            <a:ext cx="6523549" cy="5711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798" b="0" i="0" spc="-24">
                <a:solidFill>
                  <a:srgbClr val="0D2981"/>
                </a:solidFill>
                <a:latin typeface="Arial"/>
              </a:rPr>
              <a:t>agents executing work across all domains</a:t>
            </a:r>
          </a:p>
        </p:txBody>
      </p:sp>
      <p:sp>
        <p:nvSpPr>
          <p:cNvPr id="63" name="Editable text — CX"/>
          <p:cNvSpPr txBox="1"/>
          <p:nvPr/>
        </p:nvSpPr>
        <p:spPr>
          <a:xfrm>
            <a:off x="8549640" y="3852974"/>
            <a:ext cx="188859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 spc="-121">
                <a:solidFill>
                  <a:srgbClr val="00144A"/>
                </a:solidFill>
                <a:latin typeface="Arial"/>
              </a:rPr>
              <a:t>CX</a:t>
            </a:r>
          </a:p>
        </p:txBody>
      </p:sp>
      <p:sp>
        <p:nvSpPr>
          <p:cNvPr id="64" name="Editable text — Assistants"/>
          <p:cNvSpPr txBox="1"/>
          <p:nvPr/>
        </p:nvSpPr>
        <p:spPr>
          <a:xfrm>
            <a:off x="8391143" y="3974894"/>
            <a:ext cx="505730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 spc="-20">
                <a:solidFill>
                  <a:srgbClr val="00144A"/>
                </a:solidFill>
                <a:latin typeface="Arial"/>
              </a:rPr>
              <a:t>Assistants</a:t>
            </a:r>
          </a:p>
        </p:txBody>
      </p:sp>
      <p:sp>
        <p:nvSpPr>
          <p:cNvPr id="185" name="Editable text — HR"/>
          <p:cNvSpPr txBox="1"/>
          <p:nvPr/>
        </p:nvSpPr>
        <p:spPr>
          <a:xfrm>
            <a:off x="7341996" y="3852974"/>
            <a:ext cx="197115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 spc="-109">
                <a:solidFill>
                  <a:srgbClr val="00144A"/>
                </a:solidFill>
                <a:latin typeface="Arial"/>
              </a:rPr>
              <a:t>HR</a:t>
            </a:r>
          </a:p>
        </p:txBody>
      </p:sp>
      <p:sp>
        <p:nvSpPr>
          <p:cNvPr id="186" name="Editable text — Assistants"/>
          <p:cNvSpPr txBox="1"/>
          <p:nvPr/>
        </p:nvSpPr>
        <p:spPr>
          <a:xfrm>
            <a:off x="7188072" y="3974894"/>
            <a:ext cx="505730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 spc="-20">
                <a:solidFill>
                  <a:srgbClr val="00144A"/>
                </a:solidFill>
                <a:latin typeface="Arial"/>
              </a:rPr>
              <a:t>Assistants</a:t>
            </a:r>
          </a:p>
        </p:txBody>
      </p:sp>
      <p:sp>
        <p:nvSpPr>
          <p:cNvPr id="251" name="Editable text — Supply Chain"/>
          <p:cNvSpPr txBox="1"/>
          <p:nvPr/>
        </p:nvSpPr>
        <p:spPr>
          <a:xfrm>
            <a:off x="5943600" y="3852974"/>
            <a:ext cx="650314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 spc="-15">
                <a:solidFill>
                  <a:srgbClr val="00144A"/>
                </a:solidFill>
                <a:latin typeface="Arial"/>
              </a:rPr>
              <a:t>Supply Chain</a:t>
            </a:r>
          </a:p>
        </p:txBody>
      </p:sp>
      <p:sp>
        <p:nvSpPr>
          <p:cNvPr id="252" name="Editable text — Assistants"/>
          <p:cNvSpPr txBox="1"/>
          <p:nvPr/>
        </p:nvSpPr>
        <p:spPr>
          <a:xfrm>
            <a:off x="6015228" y="3974894"/>
            <a:ext cx="505729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 spc="-20">
                <a:solidFill>
                  <a:srgbClr val="00144A"/>
                </a:solidFill>
                <a:latin typeface="Arial"/>
              </a:rPr>
              <a:t>Assistants</a:t>
            </a:r>
          </a:p>
        </p:txBody>
      </p:sp>
      <p:sp>
        <p:nvSpPr>
          <p:cNvPr id="275" name="Editable text — Procurement"/>
          <p:cNvSpPr txBox="1"/>
          <p:nvPr/>
        </p:nvSpPr>
        <p:spPr>
          <a:xfrm>
            <a:off x="4767071" y="3852974"/>
            <a:ext cx="638878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 spc="-7">
                <a:solidFill>
                  <a:srgbClr val="00144A"/>
                </a:solidFill>
                <a:latin typeface="Arial"/>
              </a:rPr>
              <a:t>Procurement</a:t>
            </a:r>
          </a:p>
        </p:txBody>
      </p:sp>
      <p:sp>
        <p:nvSpPr>
          <p:cNvPr id="276" name="Editable text — Assistants"/>
          <p:cNvSpPr txBox="1"/>
          <p:nvPr/>
        </p:nvSpPr>
        <p:spPr>
          <a:xfrm>
            <a:off x="4834128" y="3974894"/>
            <a:ext cx="505729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 spc="-20">
                <a:solidFill>
                  <a:srgbClr val="00144A"/>
                </a:solidFill>
                <a:latin typeface="Arial"/>
              </a:rPr>
              <a:t>Assistants</a:t>
            </a:r>
          </a:p>
        </p:txBody>
      </p:sp>
      <p:sp>
        <p:nvSpPr>
          <p:cNvPr id="293" name="Editable text — Finance"/>
          <p:cNvSpPr txBox="1"/>
          <p:nvPr/>
        </p:nvSpPr>
        <p:spPr>
          <a:xfrm>
            <a:off x="3706621" y="3852974"/>
            <a:ext cx="407603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 spc="-25">
                <a:solidFill>
                  <a:srgbClr val="00144A"/>
                </a:solidFill>
                <a:latin typeface="Arial"/>
              </a:rPr>
              <a:t>Finance</a:t>
            </a:r>
          </a:p>
        </p:txBody>
      </p:sp>
      <p:sp>
        <p:nvSpPr>
          <p:cNvPr id="294" name="Editable text — Assistants"/>
          <p:cNvSpPr txBox="1"/>
          <p:nvPr/>
        </p:nvSpPr>
        <p:spPr>
          <a:xfrm>
            <a:off x="3657853" y="3974894"/>
            <a:ext cx="505729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 spc="-20">
                <a:solidFill>
                  <a:srgbClr val="00144A"/>
                </a:solidFill>
                <a:latin typeface="Arial"/>
              </a:rPr>
              <a:t>Assistants</a:t>
            </a:r>
          </a:p>
        </p:txBody>
      </p:sp>
      <p:sp>
        <p:nvSpPr>
          <p:cNvPr id="295" name="Editable text — Agents"/>
          <p:cNvSpPr txBox="1"/>
          <p:nvPr/>
        </p:nvSpPr>
        <p:spPr>
          <a:xfrm>
            <a:off x="2742310" y="4274106"/>
            <a:ext cx="367373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 spc="-22">
                <a:solidFill>
                  <a:srgbClr val="00144A"/>
                </a:solidFill>
                <a:latin typeface="Arial"/>
              </a:rPr>
              <a:t>Agents</a:t>
            </a:r>
          </a:p>
        </p:txBody>
      </p:sp>
      <p:sp>
        <p:nvSpPr>
          <p:cNvPr id="296" name="Editable text — Skills"/>
          <p:cNvSpPr txBox="1"/>
          <p:nvPr/>
        </p:nvSpPr>
        <p:spPr>
          <a:xfrm>
            <a:off x="2742310" y="4809665"/>
            <a:ext cx="291302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 spc="-16">
                <a:solidFill>
                  <a:srgbClr val="0D2981"/>
                </a:solidFill>
                <a:latin typeface="Arial"/>
              </a:rPr>
              <a:t>Skills</a:t>
            </a:r>
          </a:p>
        </p:txBody>
      </p:sp>
      <p:sp>
        <p:nvSpPr>
          <p:cNvPr id="297" name="Editable text — Assistants"/>
          <p:cNvSpPr txBox="1"/>
          <p:nvPr/>
        </p:nvSpPr>
        <p:spPr>
          <a:xfrm>
            <a:off x="2742310" y="3802047"/>
            <a:ext cx="505729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 spc="-20">
                <a:solidFill>
                  <a:srgbClr val="00144A"/>
                </a:solidFill>
                <a:latin typeface="Arial"/>
              </a:rPr>
              <a:t>Assistants</a:t>
            </a:r>
          </a:p>
        </p:txBody>
      </p:sp>
      <p:sp>
        <p:nvSpPr>
          <p:cNvPr id="299" name="Editable text — SAP Autonomous Suite"/>
          <p:cNvSpPr txBox="1"/>
          <p:nvPr/>
        </p:nvSpPr>
        <p:spPr>
          <a:xfrm>
            <a:off x="2995548" y="3538070"/>
            <a:ext cx="1076715" cy="18211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755" b="1" i="0" spc="-27">
                <a:solidFill>
                  <a:srgbClr val="00144A"/>
                </a:solidFill>
                <a:latin typeface="Arial"/>
              </a:rPr>
              <a:t>SAP Autonomous Suite</a:t>
            </a:r>
          </a:p>
        </p:txBody>
      </p:sp>
      <p:sp>
        <p:nvSpPr>
          <p:cNvPr id="303" name="Editable text — Joule"/>
          <p:cNvSpPr txBox="1"/>
          <p:nvPr/>
        </p:nvSpPr>
        <p:spPr>
          <a:xfrm>
            <a:off x="6043548" y="2554780"/>
            <a:ext cx="327551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1" i="0" spc="-5">
                <a:solidFill>
                  <a:srgbClr val="000000"/>
                </a:solidFill>
                <a:latin typeface="Arial"/>
              </a:rPr>
              <a:t>Joule</a:t>
            </a:r>
          </a:p>
        </p:txBody>
      </p:sp>
      <p:sp>
        <p:nvSpPr>
          <p:cNvPr id="441" name="Editable text — Autonomous"/>
          <p:cNvSpPr txBox="1"/>
          <p:nvPr/>
        </p:nvSpPr>
        <p:spPr>
          <a:xfrm>
            <a:off x="3573779" y="3210100"/>
            <a:ext cx="669816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1" i="0" spc="-20">
                <a:solidFill>
                  <a:srgbClr val="00144A"/>
                </a:solidFill>
                <a:latin typeface="Arial"/>
              </a:rPr>
              <a:t>Autonomous</a:t>
            </a:r>
          </a:p>
        </p:txBody>
      </p:sp>
      <p:sp>
        <p:nvSpPr>
          <p:cNvPr id="442" name="Editable text — Finance"/>
          <p:cNvSpPr txBox="1"/>
          <p:nvPr/>
        </p:nvSpPr>
        <p:spPr>
          <a:xfrm>
            <a:off x="3692652" y="3332020"/>
            <a:ext cx="432620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1" i="0" spc="-22">
                <a:solidFill>
                  <a:srgbClr val="00144A"/>
                </a:solidFill>
                <a:latin typeface="Arial"/>
              </a:rPr>
              <a:t>Finance</a:t>
            </a:r>
          </a:p>
        </p:txBody>
      </p:sp>
      <p:sp>
        <p:nvSpPr>
          <p:cNvPr id="444" name="Editable text — Autonomous"/>
          <p:cNvSpPr txBox="1"/>
          <p:nvPr/>
        </p:nvSpPr>
        <p:spPr>
          <a:xfrm>
            <a:off x="5913120" y="3210100"/>
            <a:ext cx="670123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1" i="0" spc="-20">
                <a:solidFill>
                  <a:srgbClr val="00144A"/>
                </a:solidFill>
                <a:latin typeface="Arial"/>
              </a:rPr>
              <a:t>Autonomous</a:t>
            </a:r>
          </a:p>
        </p:txBody>
      </p:sp>
      <p:sp>
        <p:nvSpPr>
          <p:cNvPr id="445" name="Editable text — SCM"/>
          <p:cNvSpPr txBox="1"/>
          <p:nvPr/>
        </p:nvSpPr>
        <p:spPr>
          <a:xfrm>
            <a:off x="6108446" y="3332020"/>
            <a:ext cx="279151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1" i="0" spc="-44">
                <a:solidFill>
                  <a:srgbClr val="00144A"/>
                </a:solidFill>
                <a:latin typeface="Arial"/>
              </a:rPr>
              <a:t>SCM</a:t>
            </a:r>
          </a:p>
        </p:txBody>
      </p:sp>
      <p:sp>
        <p:nvSpPr>
          <p:cNvPr id="447" name="Editable text — Autonomous "/>
          <p:cNvSpPr txBox="1"/>
          <p:nvPr/>
        </p:nvSpPr>
        <p:spPr>
          <a:xfrm>
            <a:off x="8345423" y="3210100"/>
            <a:ext cx="693303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1" i="0" spc="-22">
                <a:solidFill>
                  <a:srgbClr val="00144A"/>
                </a:solidFill>
                <a:latin typeface="Arial"/>
              </a:rPr>
              <a:t>Autonomous </a:t>
            </a:r>
          </a:p>
        </p:txBody>
      </p:sp>
      <p:sp>
        <p:nvSpPr>
          <p:cNvPr id="448" name="Editable text — CX"/>
          <p:cNvSpPr txBox="1"/>
          <p:nvPr/>
        </p:nvSpPr>
        <p:spPr>
          <a:xfrm>
            <a:off x="8583421" y="3332020"/>
            <a:ext cx="194374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1" i="0" spc="-86">
                <a:solidFill>
                  <a:srgbClr val="00144A"/>
                </a:solidFill>
                <a:latin typeface="Arial"/>
              </a:rPr>
              <a:t>CX</a:t>
            </a:r>
          </a:p>
        </p:txBody>
      </p:sp>
      <p:sp>
        <p:nvSpPr>
          <p:cNvPr id="450" name="Editable text — Autonomous"/>
          <p:cNvSpPr txBox="1"/>
          <p:nvPr/>
        </p:nvSpPr>
        <p:spPr>
          <a:xfrm>
            <a:off x="7093966" y="3210100"/>
            <a:ext cx="669818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1" i="0" spc="-20">
                <a:solidFill>
                  <a:srgbClr val="00144A"/>
                </a:solidFill>
                <a:latin typeface="Arial"/>
              </a:rPr>
              <a:t>Autonomous</a:t>
            </a:r>
          </a:p>
        </p:txBody>
      </p:sp>
      <p:sp>
        <p:nvSpPr>
          <p:cNvPr id="451" name="Editable text — HCM"/>
          <p:cNvSpPr txBox="1"/>
          <p:nvPr/>
        </p:nvSpPr>
        <p:spPr>
          <a:xfrm>
            <a:off x="7282942" y="3332020"/>
            <a:ext cx="289666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1" i="0" spc="-25">
                <a:solidFill>
                  <a:srgbClr val="00144A"/>
                </a:solidFill>
                <a:latin typeface="Arial"/>
              </a:rPr>
              <a:t>HCM</a:t>
            </a:r>
          </a:p>
        </p:txBody>
      </p:sp>
      <p:sp>
        <p:nvSpPr>
          <p:cNvPr id="453" name="Editable text — Autonomous"/>
          <p:cNvSpPr txBox="1"/>
          <p:nvPr/>
        </p:nvSpPr>
        <p:spPr>
          <a:xfrm>
            <a:off x="4742434" y="3210100"/>
            <a:ext cx="669816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1" i="0" spc="-20">
                <a:solidFill>
                  <a:srgbClr val="00144A"/>
                </a:solidFill>
                <a:latin typeface="Arial"/>
              </a:rPr>
              <a:t>Autonomous</a:t>
            </a:r>
          </a:p>
        </p:txBody>
      </p:sp>
      <p:sp>
        <p:nvSpPr>
          <p:cNvPr id="454" name="Editable text — Spend"/>
          <p:cNvSpPr txBox="1"/>
          <p:nvPr/>
        </p:nvSpPr>
        <p:spPr>
          <a:xfrm>
            <a:off x="4890261" y="3332020"/>
            <a:ext cx="371967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1" i="0" spc="-7">
                <a:solidFill>
                  <a:srgbClr val="00144A"/>
                </a:solidFill>
                <a:latin typeface="Arial"/>
              </a:rPr>
              <a:t>Spend</a:t>
            </a:r>
          </a:p>
        </p:txBody>
      </p:sp>
      <p:sp>
        <p:nvSpPr>
          <p:cNvPr id="461" name="Editable text — Joule Studio to build, extend and connect agents targeted to"/>
          <p:cNvSpPr txBox="1"/>
          <p:nvPr/>
        </p:nvSpPr>
        <p:spPr>
          <a:xfrm>
            <a:off x="3729482" y="5428671"/>
            <a:ext cx="5065398" cy="2282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8" b="1" i="0" spc="6">
                <a:solidFill>
                  <a:srgbClr val="2100AC"/>
                </a:solidFill>
                <a:latin typeface="Arial"/>
              </a:rPr>
              <a:t>Joule Studio </a:t>
            </a:r>
            <a:r>
              <a:rPr sz="998" b="0" i="0" spc="-1">
                <a:solidFill>
                  <a:srgbClr val="2100AC"/>
                </a:solidFill>
                <a:latin typeface="Arial"/>
              </a:rPr>
              <a:t>to build, extend and connect agents targeted to customers’ business needs</a:t>
            </a:r>
          </a:p>
        </p:txBody>
      </p:sp>
      <p:sp>
        <p:nvSpPr>
          <p:cNvPr id="463" name="Editable text — Applications"/>
          <p:cNvSpPr txBox="1"/>
          <p:nvPr/>
        </p:nvSpPr>
        <p:spPr>
          <a:xfrm>
            <a:off x="5866765" y="5872406"/>
            <a:ext cx="798796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-17">
                <a:solidFill>
                  <a:srgbClr val="0D2981"/>
                </a:solidFill>
                <a:latin typeface="Arial"/>
              </a:rPr>
              <a:t>Applications</a:t>
            </a:r>
          </a:p>
        </p:txBody>
      </p:sp>
      <p:sp>
        <p:nvSpPr>
          <p:cNvPr id="550" name="Editable text — +"/>
          <p:cNvSpPr txBox="1"/>
          <p:nvPr/>
        </p:nvSpPr>
        <p:spPr>
          <a:xfrm>
            <a:off x="3258946" y="5362172"/>
            <a:ext cx="202216" cy="38145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2" b="1" i="0">
                <a:solidFill>
                  <a:srgbClr val="FFFFFF"/>
                </a:solidFill>
                <a:latin typeface="Arial"/>
              </a:rPr>
              <a:t>+</a:t>
            </a:r>
          </a:p>
        </p:txBody>
      </p:sp>
      <p:sp>
        <p:nvSpPr>
          <p:cNvPr id="554" name="Editable text — 2"/>
          <p:cNvSpPr txBox="1"/>
          <p:nvPr/>
        </p:nvSpPr>
        <p:spPr>
          <a:xfrm>
            <a:off x="5327015" y="258366"/>
            <a:ext cx="166027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>
                <a:solidFill>
                  <a:srgbClr val="002986"/>
                </a:solidFill>
                <a:latin typeface="Arial"/>
              </a:rPr>
              <a:t>2</a:t>
            </a:r>
          </a:p>
        </p:txBody>
      </p:sp>
      <p:sp>
        <p:nvSpPr>
          <p:cNvPr id="555" name="Editable text — Autonomous Suite"/>
          <p:cNvSpPr txBox="1"/>
          <p:nvPr/>
        </p:nvSpPr>
        <p:spPr>
          <a:xfrm>
            <a:off x="5637529" y="293624"/>
            <a:ext cx="1357222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-32">
                <a:solidFill>
                  <a:srgbClr val="002986"/>
                </a:solidFill>
                <a:latin typeface="Arial"/>
              </a:rPr>
              <a:t>Autonomous Suite</a:t>
            </a:r>
          </a:p>
        </p:txBody>
      </p:sp>
      <p:sp>
        <p:nvSpPr>
          <p:cNvPr id="556" name="Editable text — Discover Joule Assistants"/>
          <p:cNvSpPr txBox="1"/>
          <p:nvPr/>
        </p:nvSpPr>
        <p:spPr>
          <a:xfrm>
            <a:off x="6259957" y="6365671"/>
            <a:ext cx="212608" cy="609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" b="0" i="0" spc="-8">
                <a:solidFill>
                  <a:srgbClr val="000000">
                    <a:alpha val="0"/>
                  </a:srgbClr>
                </a:solidFill>
                <a:latin typeface="Arial"/>
                <a:hlinkClick r:id="rId214"/>
              </a:rPr>
              <a:t>Discover Joule Assistants</a:t>
            </a:r>
          </a:p>
        </p:txBody>
      </p:sp>
      <p:sp>
        <p:nvSpPr>
          <p:cNvPr id="557" name="Editable text — Discover Joule Assistants"/>
          <p:cNvSpPr txBox="1"/>
          <p:nvPr/>
        </p:nvSpPr>
        <p:spPr>
          <a:xfrm>
            <a:off x="6520942" y="6413426"/>
            <a:ext cx="1555979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-27">
                <a:solidFill>
                  <a:srgbClr val="FFFFFF"/>
                </a:solidFill>
                <a:latin typeface="Arial"/>
                <a:hlinkClick r:id="rId214"/>
              </a:rPr>
              <a:t>Discover Joule Assistants</a:t>
            </a:r>
          </a:p>
        </p:txBody>
      </p:sp>
      <p:sp>
        <p:nvSpPr>
          <p:cNvPr id="558" name="Editable text — Domain-specific Overview"/>
          <p:cNvSpPr txBox="1"/>
          <p:nvPr/>
        </p:nvSpPr>
        <p:spPr>
          <a:xfrm>
            <a:off x="4086478" y="6365671"/>
            <a:ext cx="222117" cy="609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" b="0" i="0" spc="-6">
                <a:solidFill>
                  <a:srgbClr val="000000">
                    <a:alpha val="0"/>
                  </a:srgbClr>
                </a:solidFill>
                <a:latin typeface="Arial"/>
                <a:hlinkClick r:id="rId214"/>
              </a:rPr>
              <a:t>Domain-specific Overview</a:t>
            </a:r>
          </a:p>
        </p:txBody>
      </p:sp>
      <p:sp>
        <p:nvSpPr>
          <p:cNvPr id="560" name="Editable text — Domain-specific Overview"/>
          <p:cNvSpPr txBox="1"/>
          <p:nvPr/>
        </p:nvSpPr>
        <p:spPr>
          <a:xfrm>
            <a:off x="4326001" y="6413426"/>
            <a:ext cx="1595530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-15">
                <a:solidFill>
                  <a:srgbClr val="FFFFFF"/>
                </a:solidFill>
                <a:latin typeface="Arial"/>
                <a:hlinkClick r:id="rId214"/>
              </a:rPr>
              <a:t>Domain-specific Overview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5175" cy="6858000"/>
          </a:xfrm>
          <a:prstGeom prst="rect">
            <a:avLst/>
          </a:prstGeom>
        </p:spPr>
      </p:pic>
      <p:sp>
        <p:nvSpPr>
          <p:cNvPr id="5" name="Editable vector"/>
          <p:cNvSpPr/>
          <p:nvPr/>
        </p:nvSpPr>
        <p:spPr>
          <a:xfrm>
            <a:off x="506628" y="6582778"/>
            <a:ext cx="1186535" cy="71856"/>
          </a:xfrm>
          <a:custGeom>
            <a:avLst/>
            <a:gdLst/>
            <a:ahLst/>
            <a:cxnLst/>
            <a:rect l="0" t="0" r="r" b="b"/>
            <a:pathLst>
              <a:path w="1186536" h="71857" fill="norm" stroke="0" extrusionOk="0">
                <a:moveTo>
                  <a:pt x="0" y="2832"/>
                </a:moveTo>
                <a:lnTo>
                  <a:pt x="0" y="55258"/>
                </a:lnTo>
                <a:lnTo>
                  <a:pt x="7074" y="55258"/>
                </a:lnTo>
                <a:lnTo>
                  <a:pt x="7074" y="2832"/>
                </a:lnTo>
                <a:close/>
                <a:moveTo>
                  <a:pt x="19812" y="2832"/>
                </a:moveTo>
                <a:lnTo>
                  <a:pt x="28181" y="2832"/>
                </a:lnTo>
                <a:lnTo>
                  <a:pt x="54712" y="47410"/>
                </a:lnTo>
                <a:cubicBezTo>
                  <a:pt x="54661" y="46266"/>
                  <a:pt x="54610" y="44717"/>
                  <a:pt x="54572" y="42761"/>
                </a:cubicBezTo>
                <a:cubicBezTo>
                  <a:pt x="54521" y="40793"/>
                  <a:pt x="54496" y="38862"/>
                  <a:pt x="54496" y="36957"/>
                </a:cubicBezTo>
                <a:lnTo>
                  <a:pt x="54496" y="2832"/>
                </a:lnTo>
                <a:lnTo>
                  <a:pt x="60820" y="2832"/>
                </a:lnTo>
                <a:lnTo>
                  <a:pt x="60820" y="55258"/>
                </a:lnTo>
                <a:lnTo>
                  <a:pt x="52108" y="55258"/>
                </a:lnTo>
                <a:lnTo>
                  <a:pt x="25921" y="11202"/>
                </a:lnTo>
                <a:cubicBezTo>
                  <a:pt x="25972" y="12345"/>
                  <a:pt x="26010" y="13894"/>
                  <a:pt x="26060" y="15837"/>
                </a:cubicBezTo>
                <a:cubicBezTo>
                  <a:pt x="26111" y="17780"/>
                  <a:pt x="26137" y="19724"/>
                  <a:pt x="26137" y="21654"/>
                </a:cubicBezTo>
                <a:lnTo>
                  <a:pt x="26137" y="55258"/>
                </a:lnTo>
                <a:lnTo>
                  <a:pt x="19812" y="55258"/>
                </a:lnTo>
                <a:lnTo>
                  <a:pt x="19812" y="2832"/>
                </a:lnTo>
                <a:close/>
                <a:moveTo>
                  <a:pt x="84125" y="9385"/>
                </a:moveTo>
                <a:lnTo>
                  <a:pt x="67653" y="9385"/>
                </a:lnTo>
                <a:lnTo>
                  <a:pt x="67653" y="2832"/>
                </a:lnTo>
                <a:lnTo>
                  <a:pt x="107683" y="2832"/>
                </a:lnTo>
                <a:lnTo>
                  <a:pt x="107683" y="9385"/>
                </a:lnTo>
                <a:lnTo>
                  <a:pt x="91199" y="9385"/>
                </a:lnTo>
                <a:lnTo>
                  <a:pt x="91199" y="55258"/>
                </a:lnTo>
                <a:lnTo>
                  <a:pt x="84125" y="55258"/>
                </a:lnTo>
                <a:lnTo>
                  <a:pt x="84125" y="9385"/>
                </a:lnTo>
                <a:close/>
                <a:moveTo>
                  <a:pt x="114300" y="2832"/>
                </a:moveTo>
                <a:lnTo>
                  <a:pt x="147980" y="2832"/>
                </a:lnTo>
                <a:lnTo>
                  <a:pt x="147980" y="9385"/>
                </a:lnTo>
                <a:lnTo>
                  <a:pt x="121374" y="9385"/>
                </a:lnTo>
                <a:lnTo>
                  <a:pt x="121374" y="25083"/>
                </a:lnTo>
                <a:lnTo>
                  <a:pt x="145783" y="25083"/>
                </a:lnTo>
                <a:lnTo>
                  <a:pt x="145783" y="31483"/>
                </a:lnTo>
                <a:lnTo>
                  <a:pt x="121374" y="31483"/>
                </a:lnTo>
                <a:lnTo>
                  <a:pt x="121374" y="48705"/>
                </a:lnTo>
                <a:lnTo>
                  <a:pt x="149504" y="48705"/>
                </a:lnTo>
                <a:lnTo>
                  <a:pt x="149504" y="55258"/>
                </a:lnTo>
                <a:lnTo>
                  <a:pt x="114300" y="55258"/>
                </a:lnTo>
                <a:lnTo>
                  <a:pt x="114300" y="2832"/>
                </a:lnTo>
                <a:close/>
                <a:moveTo>
                  <a:pt x="158496" y="2832"/>
                </a:moveTo>
                <a:lnTo>
                  <a:pt x="178626" y="2832"/>
                </a:lnTo>
                <a:cubicBezTo>
                  <a:pt x="182550" y="2832"/>
                  <a:pt x="185877" y="3442"/>
                  <a:pt x="188633" y="4674"/>
                </a:cubicBezTo>
                <a:cubicBezTo>
                  <a:pt x="191389" y="5906"/>
                  <a:pt x="193485" y="7671"/>
                  <a:pt x="194907" y="9996"/>
                </a:cubicBezTo>
                <a:cubicBezTo>
                  <a:pt x="196329" y="12319"/>
                  <a:pt x="197041" y="15088"/>
                  <a:pt x="197041" y="18314"/>
                </a:cubicBezTo>
                <a:cubicBezTo>
                  <a:pt x="197041" y="20613"/>
                  <a:pt x="196596" y="22797"/>
                  <a:pt x="195707" y="24854"/>
                </a:cubicBezTo>
                <a:cubicBezTo>
                  <a:pt x="194818" y="26912"/>
                  <a:pt x="193408" y="28702"/>
                  <a:pt x="191478" y="30214"/>
                </a:cubicBezTo>
                <a:cubicBezTo>
                  <a:pt x="189560" y="31725"/>
                  <a:pt x="187122" y="32766"/>
                  <a:pt x="184175" y="33338"/>
                </a:cubicBezTo>
                <a:lnTo>
                  <a:pt x="199200" y="55258"/>
                </a:lnTo>
                <a:lnTo>
                  <a:pt x="190944" y="55258"/>
                </a:lnTo>
                <a:lnTo>
                  <a:pt x="177254" y="34240"/>
                </a:lnTo>
                <a:lnTo>
                  <a:pt x="165570" y="34240"/>
                </a:lnTo>
                <a:lnTo>
                  <a:pt x="165570" y="55258"/>
                </a:lnTo>
                <a:lnTo>
                  <a:pt x="158496" y="55258"/>
                </a:lnTo>
                <a:lnTo>
                  <a:pt x="158496" y="2832"/>
                </a:lnTo>
                <a:close/>
                <a:moveTo>
                  <a:pt x="178143" y="27915"/>
                </a:moveTo>
                <a:cubicBezTo>
                  <a:pt x="180797" y="27915"/>
                  <a:pt x="183007" y="27496"/>
                  <a:pt x="184785" y="26657"/>
                </a:cubicBezTo>
                <a:cubicBezTo>
                  <a:pt x="186563" y="25832"/>
                  <a:pt x="187871" y="24702"/>
                  <a:pt x="188709" y="23279"/>
                </a:cubicBezTo>
                <a:cubicBezTo>
                  <a:pt x="189548" y="21857"/>
                  <a:pt x="189979" y="20219"/>
                  <a:pt x="189979" y="18390"/>
                </a:cubicBezTo>
                <a:cubicBezTo>
                  <a:pt x="189979" y="15380"/>
                  <a:pt x="188925" y="13119"/>
                  <a:pt x="186817" y="11595"/>
                </a:cubicBezTo>
                <a:cubicBezTo>
                  <a:pt x="184709" y="10071"/>
                  <a:pt x="181712" y="9310"/>
                  <a:pt x="177851" y="9310"/>
                </a:cubicBezTo>
                <a:lnTo>
                  <a:pt x="165570" y="9310"/>
                </a:lnTo>
                <a:lnTo>
                  <a:pt x="165570" y="27915"/>
                </a:lnTo>
                <a:lnTo>
                  <a:pt x="178143" y="27915"/>
                </a:lnTo>
                <a:close/>
                <a:moveTo>
                  <a:pt x="207264" y="2832"/>
                </a:moveTo>
                <a:lnTo>
                  <a:pt x="215633" y="2832"/>
                </a:lnTo>
                <a:lnTo>
                  <a:pt x="242164" y="47410"/>
                </a:lnTo>
                <a:cubicBezTo>
                  <a:pt x="242113" y="46266"/>
                  <a:pt x="242062" y="44717"/>
                  <a:pt x="242024" y="42761"/>
                </a:cubicBezTo>
                <a:cubicBezTo>
                  <a:pt x="241973" y="40793"/>
                  <a:pt x="241948" y="38862"/>
                  <a:pt x="241948" y="36957"/>
                </a:cubicBezTo>
                <a:lnTo>
                  <a:pt x="241948" y="2832"/>
                </a:lnTo>
                <a:lnTo>
                  <a:pt x="248272" y="2832"/>
                </a:lnTo>
                <a:lnTo>
                  <a:pt x="248272" y="55258"/>
                </a:lnTo>
                <a:lnTo>
                  <a:pt x="239560" y="55258"/>
                </a:lnTo>
                <a:lnTo>
                  <a:pt x="213373" y="11202"/>
                </a:lnTo>
                <a:cubicBezTo>
                  <a:pt x="213424" y="12345"/>
                  <a:pt x="213462" y="13894"/>
                  <a:pt x="213512" y="15837"/>
                </a:cubicBezTo>
                <a:cubicBezTo>
                  <a:pt x="213563" y="17780"/>
                  <a:pt x="213589" y="19724"/>
                  <a:pt x="213589" y="21654"/>
                </a:cubicBezTo>
                <a:lnTo>
                  <a:pt x="213589" y="55258"/>
                </a:lnTo>
                <a:lnTo>
                  <a:pt x="207264" y="55258"/>
                </a:lnTo>
                <a:lnTo>
                  <a:pt x="207264" y="2832"/>
                </a:lnTo>
                <a:close/>
                <a:moveTo>
                  <a:pt x="274079" y="2832"/>
                </a:moveTo>
                <a:lnTo>
                  <a:pt x="282181" y="2832"/>
                </a:lnTo>
                <a:lnTo>
                  <a:pt x="301904" y="55258"/>
                </a:lnTo>
                <a:lnTo>
                  <a:pt x="294500" y="55258"/>
                </a:lnTo>
                <a:lnTo>
                  <a:pt x="289547" y="41085"/>
                </a:lnTo>
                <a:lnTo>
                  <a:pt x="266560" y="41085"/>
                </a:lnTo>
                <a:lnTo>
                  <a:pt x="261607" y="55258"/>
                </a:lnTo>
                <a:lnTo>
                  <a:pt x="254356" y="55258"/>
                </a:lnTo>
                <a:lnTo>
                  <a:pt x="274079" y="2832"/>
                </a:lnTo>
                <a:close/>
                <a:moveTo>
                  <a:pt x="287401" y="34900"/>
                </a:moveTo>
                <a:lnTo>
                  <a:pt x="281178" y="17158"/>
                </a:lnTo>
                <a:cubicBezTo>
                  <a:pt x="280607" y="15545"/>
                  <a:pt x="280048" y="13932"/>
                  <a:pt x="279489" y="12319"/>
                </a:cubicBezTo>
                <a:cubicBezTo>
                  <a:pt x="278930" y="10706"/>
                  <a:pt x="278448" y="9322"/>
                  <a:pt x="278054" y="8154"/>
                </a:cubicBezTo>
                <a:cubicBezTo>
                  <a:pt x="277660" y="9322"/>
                  <a:pt x="277178" y="10706"/>
                  <a:pt x="276619" y="12319"/>
                </a:cubicBezTo>
                <a:cubicBezTo>
                  <a:pt x="276060" y="13932"/>
                  <a:pt x="275501" y="15545"/>
                  <a:pt x="274930" y="17158"/>
                </a:cubicBezTo>
                <a:lnTo>
                  <a:pt x="268719" y="34900"/>
                </a:lnTo>
                <a:lnTo>
                  <a:pt x="287401" y="34900"/>
                </a:lnTo>
                <a:close/>
                <a:moveTo>
                  <a:pt x="307848" y="2832"/>
                </a:moveTo>
                <a:lnTo>
                  <a:pt x="314922" y="2832"/>
                </a:lnTo>
                <a:lnTo>
                  <a:pt x="314922" y="48705"/>
                </a:lnTo>
                <a:lnTo>
                  <a:pt x="339179" y="48705"/>
                </a:lnTo>
                <a:lnTo>
                  <a:pt x="339179" y="55258"/>
                </a:lnTo>
                <a:lnTo>
                  <a:pt x="307848" y="55258"/>
                </a:lnTo>
                <a:lnTo>
                  <a:pt x="307848" y="2832"/>
                </a:lnTo>
                <a:close/>
                <a:moveTo>
                  <a:pt x="362268" y="32410"/>
                </a:moveTo>
                <a:lnTo>
                  <a:pt x="362268" y="37580"/>
                </a:lnTo>
                <a:lnTo>
                  <a:pt x="404609" y="37580"/>
                </a:lnTo>
                <a:lnTo>
                  <a:pt x="404609" y="32410"/>
                </a:lnTo>
                <a:close/>
                <a:moveTo>
                  <a:pt x="446773" y="56007"/>
                </a:moveTo>
                <a:cubicBezTo>
                  <a:pt x="442481" y="56007"/>
                  <a:pt x="438696" y="55309"/>
                  <a:pt x="435407" y="53911"/>
                </a:cubicBezTo>
                <a:cubicBezTo>
                  <a:pt x="432118" y="52528"/>
                  <a:pt x="429387" y="50432"/>
                  <a:pt x="427203" y="47625"/>
                </a:cubicBezTo>
                <a:lnTo>
                  <a:pt x="432041" y="42787"/>
                </a:lnTo>
                <a:cubicBezTo>
                  <a:pt x="433210" y="44260"/>
                  <a:pt x="434429" y="45492"/>
                  <a:pt x="435724" y="46495"/>
                </a:cubicBezTo>
                <a:cubicBezTo>
                  <a:pt x="437007" y="47498"/>
                  <a:pt x="438556" y="48299"/>
                  <a:pt x="440373" y="48895"/>
                </a:cubicBezTo>
                <a:cubicBezTo>
                  <a:pt x="442189" y="49492"/>
                  <a:pt x="444322" y="49785"/>
                  <a:pt x="446773" y="49785"/>
                </a:cubicBezTo>
                <a:cubicBezTo>
                  <a:pt x="449199" y="49785"/>
                  <a:pt x="451371" y="49479"/>
                  <a:pt x="453288" y="48870"/>
                </a:cubicBezTo>
                <a:cubicBezTo>
                  <a:pt x="455193" y="48273"/>
                  <a:pt x="456705" y="47320"/>
                  <a:pt x="457822" y="46025"/>
                </a:cubicBezTo>
                <a:cubicBezTo>
                  <a:pt x="458940" y="44742"/>
                  <a:pt x="459499" y="43117"/>
                  <a:pt x="459499" y="41161"/>
                </a:cubicBezTo>
                <a:cubicBezTo>
                  <a:pt x="459499" y="39192"/>
                  <a:pt x="458915" y="37605"/>
                  <a:pt x="457746" y="36399"/>
                </a:cubicBezTo>
                <a:cubicBezTo>
                  <a:pt x="456578" y="35179"/>
                  <a:pt x="455104" y="34227"/>
                  <a:pt x="453326" y="33541"/>
                </a:cubicBezTo>
                <a:cubicBezTo>
                  <a:pt x="451536" y="32868"/>
                  <a:pt x="449161" y="32157"/>
                  <a:pt x="446215" y="31407"/>
                </a:cubicBezTo>
                <a:cubicBezTo>
                  <a:pt x="442646" y="30518"/>
                  <a:pt x="439712" y="29579"/>
                  <a:pt x="437439" y="28601"/>
                </a:cubicBezTo>
                <a:cubicBezTo>
                  <a:pt x="435153" y="27623"/>
                  <a:pt x="433222" y="26124"/>
                  <a:pt x="431635" y="24118"/>
                </a:cubicBezTo>
                <a:cubicBezTo>
                  <a:pt x="430047" y="22111"/>
                  <a:pt x="429247" y="19431"/>
                  <a:pt x="429247" y="16078"/>
                </a:cubicBezTo>
                <a:cubicBezTo>
                  <a:pt x="429247" y="12878"/>
                  <a:pt x="430060" y="10237"/>
                  <a:pt x="431660" y="8128"/>
                </a:cubicBezTo>
                <a:cubicBezTo>
                  <a:pt x="433273" y="6033"/>
                  <a:pt x="435458" y="4496"/>
                  <a:pt x="438201" y="3518"/>
                </a:cubicBezTo>
                <a:cubicBezTo>
                  <a:pt x="440931" y="2540"/>
                  <a:pt x="444017" y="2045"/>
                  <a:pt x="447446" y="2045"/>
                </a:cubicBezTo>
                <a:cubicBezTo>
                  <a:pt x="451561" y="2045"/>
                  <a:pt x="455054" y="2718"/>
                  <a:pt x="457937" y="4039"/>
                </a:cubicBezTo>
                <a:cubicBezTo>
                  <a:pt x="460807" y="5373"/>
                  <a:pt x="463220" y="7201"/>
                  <a:pt x="465150" y="9525"/>
                </a:cubicBezTo>
                <a:lnTo>
                  <a:pt x="460426" y="14212"/>
                </a:lnTo>
                <a:cubicBezTo>
                  <a:pt x="458762" y="12306"/>
                  <a:pt x="456870" y="10833"/>
                  <a:pt x="454736" y="9792"/>
                </a:cubicBezTo>
                <a:cubicBezTo>
                  <a:pt x="452603" y="8751"/>
                  <a:pt x="450050" y="8230"/>
                  <a:pt x="447065" y="8230"/>
                </a:cubicBezTo>
                <a:cubicBezTo>
                  <a:pt x="444665" y="8230"/>
                  <a:pt x="442646" y="8560"/>
                  <a:pt x="441007" y="9208"/>
                </a:cubicBezTo>
                <a:cubicBezTo>
                  <a:pt x="439369" y="9868"/>
                  <a:pt x="438150" y="10770"/>
                  <a:pt x="437363" y="11913"/>
                </a:cubicBezTo>
                <a:cubicBezTo>
                  <a:pt x="436562" y="13056"/>
                  <a:pt x="436169" y="14364"/>
                  <a:pt x="436169" y="15850"/>
                </a:cubicBezTo>
                <a:cubicBezTo>
                  <a:pt x="436169" y="17666"/>
                  <a:pt x="436715" y="19139"/>
                  <a:pt x="437820" y="20269"/>
                </a:cubicBezTo>
                <a:cubicBezTo>
                  <a:pt x="438925" y="21387"/>
                  <a:pt x="440309" y="22276"/>
                  <a:pt x="441960" y="22911"/>
                </a:cubicBezTo>
                <a:cubicBezTo>
                  <a:pt x="443598" y="23533"/>
                  <a:pt x="445872" y="24244"/>
                  <a:pt x="448742" y="25006"/>
                </a:cubicBezTo>
                <a:cubicBezTo>
                  <a:pt x="452514" y="25946"/>
                  <a:pt x="455587" y="26912"/>
                  <a:pt x="457949" y="27915"/>
                </a:cubicBezTo>
                <a:cubicBezTo>
                  <a:pt x="460324" y="28905"/>
                  <a:pt x="462343" y="30429"/>
                  <a:pt x="463995" y="32487"/>
                </a:cubicBezTo>
                <a:cubicBezTo>
                  <a:pt x="465658" y="34544"/>
                  <a:pt x="466496" y="37313"/>
                  <a:pt x="466496" y="40780"/>
                </a:cubicBezTo>
                <a:cubicBezTo>
                  <a:pt x="466496" y="43765"/>
                  <a:pt x="465734" y="46393"/>
                  <a:pt x="464223" y="48692"/>
                </a:cubicBezTo>
                <a:cubicBezTo>
                  <a:pt x="462712" y="50991"/>
                  <a:pt x="460477" y="52781"/>
                  <a:pt x="457505" y="54064"/>
                </a:cubicBezTo>
                <a:cubicBezTo>
                  <a:pt x="454546" y="55359"/>
                  <a:pt x="450964" y="56007"/>
                  <a:pt x="446773" y="56007"/>
                </a:cubicBezTo>
                <a:close/>
                <a:moveTo>
                  <a:pt x="488963" y="2832"/>
                </a:moveTo>
                <a:lnTo>
                  <a:pt x="497065" y="2832"/>
                </a:lnTo>
                <a:lnTo>
                  <a:pt x="516788" y="55258"/>
                </a:lnTo>
                <a:lnTo>
                  <a:pt x="509384" y="55258"/>
                </a:lnTo>
                <a:lnTo>
                  <a:pt x="504431" y="41085"/>
                </a:lnTo>
                <a:lnTo>
                  <a:pt x="481444" y="41085"/>
                </a:lnTo>
                <a:lnTo>
                  <a:pt x="476491" y="55258"/>
                </a:lnTo>
                <a:lnTo>
                  <a:pt x="469240" y="55258"/>
                </a:lnTo>
                <a:lnTo>
                  <a:pt x="488963" y="2832"/>
                </a:lnTo>
                <a:close/>
                <a:moveTo>
                  <a:pt x="502285" y="34900"/>
                </a:moveTo>
                <a:lnTo>
                  <a:pt x="496062" y="17158"/>
                </a:lnTo>
                <a:cubicBezTo>
                  <a:pt x="495490" y="15545"/>
                  <a:pt x="494932" y="13932"/>
                  <a:pt x="494373" y="12319"/>
                </a:cubicBezTo>
                <a:cubicBezTo>
                  <a:pt x="493814" y="10706"/>
                  <a:pt x="493332" y="9322"/>
                  <a:pt x="492938" y="8154"/>
                </a:cubicBezTo>
                <a:cubicBezTo>
                  <a:pt x="492544" y="9322"/>
                  <a:pt x="492062" y="10706"/>
                  <a:pt x="491503" y="12319"/>
                </a:cubicBezTo>
                <a:cubicBezTo>
                  <a:pt x="490944" y="13932"/>
                  <a:pt x="490385" y="15545"/>
                  <a:pt x="489814" y="17158"/>
                </a:cubicBezTo>
                <a:lnTo>
                  <a:pt x="483603" y="34900"/>
                </a:lnTo>
                <a:lnTo>
                  <a:pt x="502285" y="34900"/>
                </a:lnTo>
                <a:close/>
                <a:moveTo>
                  <a:pt x="522732" y="2832"/>
                </a:moveTo>
                <a:lnTo>
                  <a:pt x="542531" y="2832"/>
                </a:lnTo>
                <a:cubicBezTo>
                  <a:pt x="546570" y="2832"/>
                  <a:pt x="549974" y="3493"/>
                  <a:pt x="552729" y="4801"/>
                </a:cubicBezTo>
                <a:cubicBezTo>
                  <a:pt x="555473" y="6121"/>
                  <a:pt x="557543" y="7963"/>
                  <a:pt x="558914" y="10351"/>
                </a:cubicBezTo>
                <a:cubicBezTo>
                  <a:pt x="560299" y="12726"/>
                  <a:pt x="560984" y="15532"/>
                  <a:pt x="560984" y="18759"/>
                </a:cubicBezTo>
                <a:cubicBezTo>
                  <a:pt x="560984" y="21908"/>
                  <a:pt x="560299" y="24727"/>
                  <a:pt x="558940" y="27204"/>
                </a:cubicBezTo>
                <a:cubicBezTo>
                  <a:pt x="557568" y="29680"/>
                  <a:pt x="555536" y="31636"/>
                  <a:pt x="552831" y="33058"/>
                </a:cubicBezTo>
                <a:cubicBezTo>
                  <a:pt x="550126" y="34493"/>
                  <a:pt x="546837" y="35205"/>
                  <a:pt x="542938" y="35205"/>
                </a:cubicBezTo>
                <a:lnTo>
                  <a:pt x="529806" y="35205"/>
                </a:lnTo>
                <a:lnTo>
                  <a:pt x="529806" y="55258"/>
                </a:lnTo>
                <a:lnTo>
                  <a:pt x="522732" y="55258"/>
                </a:lnTo>
                <a:lnTo>
                  <a:pt x="522732" y="2832"/>
                </a:lnTo>
                <a:close/>
                <a:moveTo>
                  <a:pt x="541934" y="28804"/>
                </a:moveTo>
                <a:cubicBezTo>
                  <a:pt x="545948" y="28804"/>
                  <a:pt x="548957" y="27953"/>
                  <a:pt x="550939" y="26251"/>
                </a:cubicBezTo>
                <a:cubicBezTo>
                  <a:pt x="552920" y="24550"/>
                  <a:pt x="553911" y="22085"/>
                  <a:pt x="553911" y="18835"/>
                </a:cubicBezTo>
                <a:cubicBezTo>
                  <a:pt x="553911" y="15710"/>
                  <a:pt x="552882" y="13336"/>
                  <a:pt x="550812" y="11723"/>
                </a:cubicBezTo>
                <a:cubicBezTo>
                  <a:pt x="548742" y="10109"/>
                  <a:pt x="545681" y="9310"/>
                  <a:pt x="541630" y="9310"/>
                </a:cubicBezTo>
                <a:lnTo>
                  <a:pt x="529806" y="9310"/>
                </a:lnTo>
                <a:lnTo>
                  <a:pt x="529806" y="28804"/>
                </a:lnTo>
                <a:lnTo>
                  <a:pt x="541934" y="28804"/>
                </a:lnTo>
                <a:close/>
                <a:moveTo>
                  <a:pt x="595973" y="56007"/>
                </a:moveTo>
                <a:cubicBezTo>
                  <a:pt x="593585" y="56007"/>
                  <a:pt x="591464" y="55538"/>
                  <a:pt x="589610" y="54623"/>
                </a:cubicBezTo>
                <a:cubicBezTo>
                  <a:pt x="587743" y="53708"/>
                  <a:pt x="586296" y="52363"/>
                  <a:pt x="585254" y="50610"/>
                </a:cubicBezTo>
                <a:cubicBezTo>
                  <a:pt x="584213" y="48844"/>
                  <a:pt x="583692" y="46736"/>
                  <a:pt x="583692" y="44285"/>
                </a:cubicBezTo>
                <a:cubicBezTo>
                  <a:pt x="583692" y="41275"/>
                  <a:pt x="584479" y="38812"/>
                  <a:pt x="586054" y="36881"/>
                </a:cubicBezTo>
                <a:cubicBezTo>
                  <a:pt x="587629" y="34938"/>
                  <a:pt x="589775" y="33528"/>
                  <a:pt x="592506" y="32652"/>
                </a:cubicBezTo>
                <a:cubicBezTo>
                  <a:pt x="595236" y="31776"/>
                  <a:pt x="598399" y="31331"/>
                  <a:pt x="601993" y="31331"/>
                </a:cubicBezTo>
                <a:lnTo>
                  <a:pt x="609143" y="31331"/>
                </a:lnTo>
                <a:lnTo>
                  <a:pt x="609143" y="28575"/>
                </a:lnTo>
                <a:cubicBezTo>
                  <a:pt x="609143" y="25756"/>
                  <a:pt x="608470" y="23597"/>
                  <a:pt x="607111" y="22123"/>
                </a:cubicBezTo>
                <a:cubicBezTo>
                  <a:pt x="605765" y="20651"/>
                  <a:pt x="603720" y="19914"/>
                  <a:pt x="600989" y="19914"/>
                </a:cubicBezTo>
                <a:cubicBezTo>
                  <a:pt x="598513" y="19914"/>
                  <a:pt x="596354" y="20409"/>
                  <a:pt x="594500" y="21413"/>
                </a:cubicBezTo>
                <a:cubicBezTo>
                  <a:pt x="592658" y="22416"/>
                  <a:pt x="591020" y="23876"/>
                  <a:pt x="589610" y="25794"/>
                </a:cubicBezTo>
                <a:lnTo>
                  <a:pt x="585292" y="21476"/>
                </a:lnTo>
                <a:cubicBezTo>
                  <a:pt x="589305" y="16663"/>
                  <a:pt x="594690" y="14250"/>
                  <a:pt x="601434" y="14250"/>
                </a:cubicBezTo>
                <a:cubicBezTo>
                  <a:pt x="604545" y="14250"/>
                  <a:pt x="607174" y="14846"/>
                  <a:pt x="609333" y="16040"/>
                </a:cubicBezTo>
                <a:cubicBezTo>
                  <a:pt x="611480" y="17234"/>
                  <a:pt x="613105" y="18898"/>
                  <a:pt x="614197" y="21044"/>
                </a:cubicBezTo>
                <a:cubicBezTo>
                  <a:pt x="615290" y="23191"/>
                  <a:pt x="615836" y="25705"/>
                  <a:pt x="615836" y="28575"/>
                </a:cubicBezTo>
                <a:lnTo>
                  <a:pt x="615836" y="55258"/>
                </a:lnTo>
                <a:lnTo>
                  <a:pt x="609435" y="55258"/>
                </a:lnTo>
                <a:lnTo>
                  <a:pt x="609435" y="47778"/>
                </a:lnTo>
                <a:lnTo>
                  <a:pt x="609295" y="47778"/>
                </a:lnTo>
                <a:cubicBezTo>
                  <a:pt x="607949" y="50635"/>
                  <a:pt x="606209" y="52718"/>
                  <a:pt x="604076" y="54026"/>
                </a:cubicBezTo>
                <a:cubicBezTo>
                  <a:pt x="601942" y="55347"/>
                  <a:pt x="599250" y="56007"/>
                  <a:pt x="595973" y="56007"/>
                </a:cubicBezTo>
                <a:close/>
                <a:moveTo>
                  <a:pt x="590614" y="44133"/>
                </a:moveTo>
                <a:cubicBezTo>
                  <a:pt x="590614" y="45403"/>
                  <a:pt x="590893" y="46495"/>
                  <a:pt x="591464" y="47447"/>
                </a:cubicBezTo>
                <a:cubicBezTo>
                  <a:pt x="592036" y="48387"/>
                  <a:pt x="592861" y="49111"/>
                  <a:pt x="593941" y="49619"/>
                </a:cubicBezTo>
                <a:cubicBezTo>
                  <a:pt x="595020" y="50127"/>
                  <a:pt x="596303" y="50381"/>
                  <a:pt x="597789" y="50381"/>
                </a:cubicBezTo>
                <a:cubicBezTo>
                  <a:pt x="600151" y="50381"/>
                  <a:pt x="602183" y="49911"/>
                  <a:pt x="603898" y="48946"/>
                </a:cubicBezTo>
                <a:cubicBezTo>
                  <a:pt x="605612" y="47993"/>
                  <a:pt x="606908" y="46749"/>
                  <a:pt x="607797" y="45187"/>
                </a:cubicBezTo>
                <a:cubicBezTo>
                  <a:pt x="608698" y="43638"/>
                  <a:pt x="609143" y="41999"/>
                  <a:pt x="609143" y="40260"/>
                </a:cubicBezTo>
                <a:lnTo>
                  <a:pt x="609143" y="36361"/>
                </a:lnTo>
                <a:lnTo>
                  <a:pt x="602894" y="36361"/>
                </a:lnTo>
                <a:cubicBezTo>
                  <a:pt x="599199" y="36361"/>
                  <a:pt x="596227" y="36919"/>
                  <a:pt x="593979" y="38050"/>
                </a:cubicBezTo>
                <a:cubicBezTo>
                  <a:pt x="591731" y="39180"/>
                  <a:pt x="590614" y="41199"/>
                  <a:pt x="590614" y="44133"/>
                </a:cubicBezTo>
                <a:close/>
                <a:moveTo>
                  <a:pt x="625285" y="15037"/>
                </a:moveTo>
                <a:lnTo>
                  <a:pt x="631685" y="15037"/>
                </a:lnTo>
                <a:lnTo>
                  <a:pt x="631685" y="23406"/>
                </a:lnTo>
                <a:lnTo>
                  <a:pt x="631838" y="23406"/>
                </a:lnTo>
                <a:cubicBezTo>
                  <a:pt x="632828" y="20803"/>
                  <a:pt x="634340" y="18631"/>
                  <a:pt x="636372" y="16879"/>
                </a:cubicBezTo>
                <a:cubicBezTo>
                  <a:pt x="638404" y="15126"/>
                  <a:pt x="641248" y="14250"/>
                  <a:pt x="644893" y="14250"/>
                </a:cubicBezTo>
                <a:cubicBezTo>
                  <a:pt x="647675" y="14250"/>
                  <a:pt x="649999" y="14834"/>
                  <a:pt x="651866" y="16002"/>
                </a:cubicBezTo>
                <a:cubicBezTo>
                  <a:pt x="653745" y="17171"/>
                  <a:pt x="655142" y="18821"/>
                  <a:pt x="656082" y="20955"/>
                </a:cubicBezTo>
                <a:cubicBezTo>
                  <a:pt x="657009" y="23089"/>
                  <a:pt x="657466" y="25578"/>
                  <a:pt x="657466" y="28435"/>
                </a:cubicBezTo>
                <a:lnTo>
                  <a:pt x="657466" y="55258"/>
                </a:lnTo>
                <a:lnTo>
                  <a:pt x="650735" y="55258"/>
                </a:lnTo>
                <a:lnTo>
                  <a:pt x="650735" y="29731"/>
                </a:lnTo>
                <a:cubicBezTo>
                  <a:pt x="650735" y="26632"/>
                  <a:pt x="650088" y="24270"/>
                  <a:pt x="648805" y="22644"/>
                </a:cubicBezTo>
                <a:cubicBezTo>
                  <a:pt x="647510" y="21019"/>
                  <a:pt x="645389" y="20206"/>
                  <a:pt x="642442" y="20206"/>
                </a:cubicBezTo>
                <a:cubicBezTo>
                  <a:pt x="640334" y="20206"/>
                  <a:pt x="638493" y="20663"/>
                  <a:pt x="636918" y="21590"/>
                </a:cubicBezTo>
                <a:cubicBezTo>
                  <a:pt x="635343" y="22505"/>
                  <a:pt x="634124" y="23838"/>
                  <a:pt x="633273" y="25603"/>
                </a:cubicBezTo>
                <a:cubicBezTo>
                  <a:pt x="632409" y="27369"/>
                  <a:pt x="631990" y="29477"/>
                  <a:pt x="631990" y="31928"/>
                </a:cubicBezTo>
                <a:lnTo>
                  <a:pt x="631990" y="55258"/>
                </a:lnTo>
                <a:lnTo>
                  <a:pt x="625285" y="55258"/>
                </a:lnTo>
                <a:lnTo>
                  <a:pt x="625285" y="15037"/>
                </a:lnTo>
                <a:close/>
                <a:moveTo>
                  <a:pt x="683209" y="56007"/>
                </a:moveTo>
                <a:cubicBezTo>
                  <a:pt x="679691" y="56007"/>
                  <a:pt x="676593" y="55118"/>
                  <a:pt x="673926" y="53366"/>
                </a:cubicBezTo>
                <a:cubicBezTo>
                  <a:pt x="671259" y="51601"/>
                  <a:pt x="669201" y="49137"/>
                  <a:pt x="667741" y="45987"/>
                </a:cubicBezTo>
                <a:cubicBezTo>
                  <a:pt x="666267" y="42838"/>
                  <a:pt x="665543" y="39218"/>
                  <a:pt x="665543" y="35128"/>
                </a:cubicBezTo>
                <a:cubicBezTo>
                  <a:pt x="665543" y="31039"/>
                  <a:pt x="666255" y="27419"/>
                  <a:pt x="667677" y="24270"/>
                </a:cubicBezTo>
                <a:cubicBezTo>
                  <a:pt x="669112" y="21108"/>
                  <a:pt x="671144" y="18656"/>
                  <a:pt x="673786" y="16891"/>
                </a:cubicBezTo>
                <a:cubicBezTo>
                  <a:pt x="676427" y="15139"/>
                  <a:pt x="679488" y="14250"/>
                  <a:pt x="682993" y="14250"/>
                </a:cubicBezTo>
                <a:cubicBezTo>
                  <a:pt x="685571" y="14250"/>
                  <a:pt x="687857" y="14656"/>
                  <a:pt x="689839" y="15443"/>
                </a:cubicBezTo>
                <a:cubicBezTo>
                  <a:pt x="691820" y="16243"/>
                  <a:pt x="693471" y="17297"/>
                  <a:pt x="694792" y="18631"/>
                </a:cubicBezTo>
                <a:cubicBezTo>
                  <a:pt x="696100" y="19952"/>
                  <a:pt x="697116" y="21451"/>
                  <a:pt x="697840" y="23114"/>
                </a:cubicBezTo>
                <a:lnTo>
                  <a:pt x="697979" y="23114"/>
                </a:lnTo>
                <a:lnTo>
                  <a:pt x="697979" y="0"/>
                </a:lnTo>
                <a:lnTo>
                  <a:pt x="704685" y="0"/>
                </a:lnTo>
                <a:lnTo>
                  <a:pt x="704685" y="55258"/>
                </a:lnTo>
                <a:lnTo>
                  <a:pt x="698284" y="55258"/>
                </a:lnTo>
                <a:lnTo>
                  <a:pt x="698284" y="46736"/>
                </a:lnTo>
                <a:lnTo>
                  <a:pt x="698208" y="46736"/>
                </a:lnTo>
                <a:cubicBezTo>
                  <a:pt x="697090" y="49492"/>
                  <a:pt x="695363" y="51727"/>
                  <a:pt x="693014" y="53429"/>
                </a:cubicBezTo>
                <a:cubicBezTo>
                  <a:pt x="690677" y="55144"/>
                  <a:pt x="687400" y="56007"/>
                  <a:pt x="683209" y="56007"/>
                </a:cubicBezTo>
                <a:close/>
                <a:moveTo>
                  <a:pt x="672541" y="35128"/>
                </a:moveTo>
                <a:cubicBezTo>
                  <a:pt x="672541" y="38380"/>
                  <a:pt x="673087" y="41148"/>
                  <a:pt x="674192" y="43421"/>
                </a:cubicBezTo>
                <a:cubicBezTo>
                  <a:pt x="675297" y="45707"/>
                  <a:pt x="676808" y="47422"/>
                  <a:pt x="678726" y="48578"/>
                </a:cubicBezTo>
                <a:cubicBezTo>
                  <a:pt x="680657" y="49733"/>
                  <a:pt x="682828" y="50305"/>
                  <a:pt x="685267" y="50305"/>
                </a:cubicBezTo>
                <a:cubicBezTo>
                  <a:pt x="687692" y="50305"/>
                  <a:pt x="689864" y="49733"/>
                  <a:pt x="691794" y="48578"/>
                </a:cubicBezTo>
                <a:cubicBezTo>
                  <a:pt x="693712" y="47422"/>
                  <a:pt x="695223" y="45707"/>
                  <a:pt x="696328" y="43447"/>
                </a:cubicBezTo>
                <a:cubicBezTo>
                  <a:pt x="697433" y="41173"/>
                  <a:pt x="697979" y="38405"/>
                  <a:pt x="697979" y="35128"/>
                </a:cubicBezTo>
                <a:cubicBezTo>
                  <a:pt x="697979" y="31877"/>
                  <a:pt x="697433" y="29121"/>
                  <a:pt x="696328" y="26848"/>
                </a:cubicBezTo>
                <a:cubicBezTo>
                  <a:pt x="695223" y="24574"/>
                  <a:pt x="693712" y="22873"/>
                  <a:pt x="691794" y="21717"/>
                </a:cubicBezTo>
                <a:cubicBezTo>
                  <a:pt x="689864" y="20562"/>
                  <a:pt x="687692" y="19990"/>
                  <a:pt x="685267" y="19990"/>
                </a:cubicBezTo>
                <a:cubicBezTo>
                  <a:pt x="682828" y="19990"/>
                  <a:pt x="680657" y="20562"/>
                  <a:pt x="678726" y="21717"/>
                </a:cubicBezTo>
                <a:cubicBezTo>
                  <a:pt x="676808" y="22873"/>
                  <a:pt x="675297" y="24574"/>
                  <a:pt x="674192" y="26848"/>
                </a:cubicBezTo>
                <a:cubicBezTo>
                  <a:pt x="673087" y="29121"/>
                  <a:pt x="672541" y="31877"/>
                  <a:pt x="672541" y="35128"/>
                </a:cubicBezTo>
                <a:close/>
                <a:moveTo>
                  <a:pt x="734568" y="2832"/>
                </a:moveTo>
                <a:lnTo>
                  <a:pt x="754367" y="2832"/>
                </a:lnTo>
                <a:cubicBezTo>
                  <a:pt x="758406" y="2832"/>
                  <a:pt x="761810" y="3493"/>
                  <a:pt x="764515" y="4801"/>
                </a:cubicBezTo>
                <a:cubicBezTo>
                  <a:pt x="767309" y="6121"/>
                  <a:pt x="769341" y="7963"/>
                  <a:pt x="770738" y="10351"/>
                </a:cubicBezTo>
                <a:cubicBezTo>
                  <a:pt x="772135" y="12726"/>
                  <a:pt x="772770" y="15532"/>
                  <a:pt x="772770" y="18759"/>
                </a:cubicBezTo>
                <a:cubicBezTo>
                  <a:pt x="772770" y="21908"/>
                  <a:pt x="772135" y="24727"/>
                  <a:pt x="770738" y="27204"/>
                </a:cubicBezTo>
                <a:cubicBezTo>
                  <a:pt x="769468" y="29680"/>
                  <a:pt x="767436" y="31636"/>
                  <a:pt x="764642" y="33058"/>
                </a:cubicBezTo>
                <a:cubicBezTo>
                  <a:pt x="761962" y="34493"/>
                  <a:pt x="758673" y="35205"/>
                  <a:pt x="754774" y="35205"/>
                </a:cubicBezTo>
                <a:lnTo>
                  <a:pt x="741642" y="35205"/>
                </a:lnTo>
                <a:lnTo>
                  <a:pt x="741642" y="55258"/>
                </a:lnTo>
                <a:lnTo>
                  <a:pt x="734568" y="55258"/>
                </a:lnTo>
                <a:lnTo>
                  <a:pt x="734568" y="2832"/>
                </a:lnTo>
                <a:close/>
                <a:moveTo>
                  <a:pt x="753770" y="28804"/>
                </a:moveTo>
                <a:cubicBezTo>
                  <a:pt x="757784" y="28804"/>
                  <a:pt x="760793" y="27953"/>
                  <a:pt x="762775" y="26251"/>
                </a:cubicBezTo>
                <a:cubicBezTo>
                  <a:pt x="764769" y="24550"/>
                  <a:pt x="765785" y="22085"/>
                  <a:pt x="765785" y="18835"/>
                </a:cubicBezTo>
                <a:cubicBezTo>
                  <a:pt x="765785" y="15710"/>
                  <a:pt x="764769" y="13336"/>
                  <a:pt x="762648" y="11723"/>
                </a:cubicBezTo>
                <a:cubicBezTo>
                  <a:pt x="760578" y="10109"/>
                  <a:pt x="757517" y="9310"/>
                  <a:pt x="753466" y="9310"/>
                </a:cubicBezTo>
                <a:lnTo>
                  <a:pt x="741642" y="9310"/>
                </a:lnTo>
                <a:lnTo>
                  <a:pt x="741642" y="28804"/>
                </a:lnTo>
                <a:lnTo>
                  <a:pt x="753770" y="28804"/>
                </a:lnTo>
                <a:close/>
                <a:moveTo>
                  <a:pt x="789534" y="56007"/>
                </a:moveTo>
                <a:cubicBezTo>
                  <a:pt x="787121" y="56007"/>
                  <a:pt x="784962" y="55538"/>
                  <a:pt x="783184" y="54623"/>
                </a:cubicBezTo>
                <a:cubicBezTo>
                  <a:pt x="781279" y="53708"/>
                  <a:pt x="779882" y="52363"/>
                  <a:pt x="778739" y="50610"/>
                </a:cubicBezTo>
                <a:cubicBezTo>
                  <a:pt x="777723" y="48844"/>
                  <a:pt x="777215" y="46736"/>
                  <a:pt x="777215" y="44285"/>
                </a:cubicBezTo>
                <a:cubicBezTo>
                  <a:pt x="777215" y="41275"/>
                  <a:pt x="777977" y="38812"/>
                  <a:pt x="779628" y="36881"/>
                </a:cubicBezTo>
                <a:cubicBezTo>
                  <a:pt x="781152" y="34938"/>
                  <a:pt x="783311" y="33528"/>
                  <a:pt x="786105" y="32652"/>
                </a:cubicBezTo>
                <a:cubicBezTo>
                  <a:pt x="788772" y="31776"/>
                  <a:pt x="791947" y="31331"/>
                  <a:pt x="795503" y="31331"/>
                </a:cubicBezTo>
                <a:lnTo>
                  <a:pt x="802742" y="31331"/>
                </a:lnTo>
                <a:lnTo>
                  <a:pt x="802742" y="28575"/>
                </a:lnTo>
                <a:cubicBezTo>
                  <a:pt x="802742" y="25756"/>
                  <a:pt x="801980" y="23597"/>
                  <a:pt x="800710" y="22123"/>
                </a:cubicBezTo>
                <a:cubicBezTo>
                  <a:pt x="799313" y="20651"/>
                  <a:pt x="797281" y="19914"/>
                  <a:pt x="794487" y="19914"/>
                </a:cubicBezTo>
                <a:cubicBezTo>
                  <a:pt x="792074" y="19914"/>
                  <a:pt x="789915" y="20409"/>
                  <a:pt x="788010" y="21413"/>
                </a:cubicBezTo>
                <a:cubicBezTo>
                  <a:pt x="786232" y="22416"/>
                  <a:pt x="784581" y="23876"/>
                  <a:pt x="783184" y="25794"/>
                </a:cubicBezTo>
                <a:lnTo>
                  <a:pt x="778866" y="21476"/>
                </a:lnTo>
                <a:cubicBezTo>
                  <a:pt x="782803" y="16663"/>
                  <a:pt x="788264" y="14250"/>
                  <a:pt x="794995" y="14250"/>
                </a:cubicBezTo>
                <a:cubicBezTo>
                  <a:pt x="798043" y="14250"/>
                  <a:pt x="800710" y="14846"/>
                  <a:pt x="802869" y="16040"/>
                </a:cubicBezTo>
                <a:cubicBezTo>
                  <a:pt x="805028" y="17234"/>
                  <a:pt x="806679" y="18898"/>
                  <a:pt x="807695" y="21044"/>
                </a:cubicBezTo>
                <a:cubicBezTo>
                  <a:pt x="808838" y="23191"/>
                  <a:pt x="809346" y="25705"/>
                  <a:pt x="809346" y="28575"/>
                </a:cubicBezTo>
                <a:lnTo>
                  <a:pt x="809346" y="55258"/>
                </a:lnTo>
                <a:lnTo>
                  <a:pt x="802996" y="55258"/>
                </a:lnTo>
                <a:lnTo>
                  <a:pt x="802996" y="47778"/>
                </a:lnTo>
                <a:lnTo>
                  <a:pt x="802869" y="47778"/>
                </a:lnTo>
                <a:cubicBezTo>
                  <a:pt x="801472" y="50635"/>
                  <a:pt x="799821" y="52718"/>
                  <a:pt x="797662" y="54026"/>
                </a:cubicBezTo>
                <a:cubicBezTo>
                  <a:pt x="795503" y="55347"/>
                  <a:pt x="792836" y="56007"/>
                  <a:pt x="789534" y="56007"/>
                </a:cubicBezTo>
                <a:close/>
                <a:moveTo>
                  <a:pt x="784200" y="44133"/>
                </a:moveTo>
                <a:cubicBezTo>
                  <a:pt x="784200" y="45403"/>
                  <a:pt x="784454" y="46495"/>
                  <a:pt x="784962" y="47447"/>
                </a:cubicBezTo>
                <a:cubicBezTo>
                  <a:pt x="785597" y="48387"/>
                  <a:pt x="786359" y="49111"/>
                  <a:pt x="787502" y="49619"/>
                </a:cubicBezTo>
                <a:cubicBezTo>
                  <a:pt x="788518" y="50127"/>
                  <a:pt x="789915" y="50381"/>
                  <a:pt x="791312" y="50381"/>
                </a:cubicBezTo>
                <a:cubicBezTo>
                  <a:pt x="793725" y="50381"/>
                  <a:pt x="795757" y="49911"/>
                  <a:pt x="797408" y="48946"/>
                </a:cubicBezTo>
                <a:cubicBezTo>
                  <a:pt x="799186" y="47993"/>
                  <a:pt x="800456" y="46749"/>
                  <a:pt x="801345" y="45187"/>
                </a:cubicBezTo>
                <a:cubicBezTo>
                  <a:pt x="802234" y="43638"/>
                  <a:pt x="802742" y="41999"/>
                  <a:pt x="802742" y="40260"/>
                </a:cubicBezTo>
                <a:lnTo>
                  <a:pt x="802742" y="36361"/>
                </a:lnTo>
                <a:lnTo>
                  <a:pt x="796392" y="36361"/>
                </a:lnTo>
                <a:cubicBezTo>
                  <a:pt x="792709" y="36361"/>
                  <a:pt x="789788" y="36919"/>
                  <a:pt x="787502" y="38050"/>
                </a:cubicBezTo>
                <a:cubicBezTo>
                  <a:pt x="785343" y="39180"/>
                  <a:pt x="784200" y="41199"/>
                  <a:pt x="784200" y="44133"/>
                </a:cubicBezTo>
                <a:close/>
                <a:moveTo>
                  <a:pt x="818871" y="15037"/>
                </a:moveTo>
                <a:lnTo>
                  <a:pt x="825221" y="15037"/>
                </a:lnTo>
                <a:lnTo>
                  <a:pt x="825221" y="23635"/>
                </a:lnTo>
                <a:lnTo>
                  <a:pt x="825348" y="23635"/>
                </a:lnTo>
                <a:cubicBezTo>
                  <a:pt x="826110" y="20333"/>
                  <a:pt x="827253" y="17945"/>
                  <a:pt x="828904" y="16472"/>
                </a:cubicBezTo>
                <a:cubicBezTo>
                  <a:pt x="830428" y="14999"/>
                  <a:pt x="832460" y="14250"/>
                  <a:pt x="834873" y="14250"/>
                </a:cubicBezTo>
                <a:cubicBezTo>
                  <a:pt x="835508" y="14250"/>
                  <a:pt x="836016" y="14288"/>
                  <a:pt x="836651" y="14364"/>
                </a:cubicBezTo>
                <a:cubicBezTo>
                  <a:pt x="837159" y="14440"/>
                  <a:pt x="837667" y="14529"/>
                  <a:pt x="838048" y="14631"/>
                </a:cubicBezTo>
                <a:lnTo>
                  <a:pt x="838048" y="21210"/>
                </a:lnTo>
                <a:cubicBezTo>
                  <a:pt x="837667" y="21095"/>
                  <a:pt x="837159" y="20993"/>
                  <a:pt x="836524" y="20917"/>
                </a:cubicBezTo>
                <a:cubicBezTo>
                  <a:pt x="835889" y="20841"/>
                  <a:pt x="835254" y="20803"/>
                  <a:pt x="834746" y="20803"/>
                </a:cubicBezTo>
                <a:cubicBezTo>
                  <a:pt x="831444" y="20803"/>
                  <a:pt x="829031" y="21946"/>
                  <a:pt x="827634" y="24244"/>
                </a:cubicBezTo>
                <a:cubicBezTo>
                  <a:pt x="826237" y="26543"/>
                  <a:pt x="825475" y="29896"/>
                  <a:pt x="825475" y="34316"/>
                </a:cubicBezTo>
                <a:lnTo>
                  <a:pt x="825475" y="55258"/>
                </a:lnTo>
                <a:lnTo>
                  <a:pt x="818871" y="55258"/>
                </a:lnTo>
                <a:lnTo>
                  <a:pt x="818871" y="15037"/>
                </a:lnTo>
                <a:close/>
                <a:moveTo>
                  <a:pt x="855701" y="55855"/>
                </a:moveTo>
                <a:cubicBezTo>
                  <a:pt x="853288" y="55855"/>
                  <a:pt x="851383" y="55525"/>
                  <a:pt x="849859" y="54890"/>
                </a:cubicBezTo>
                <a:cubicBezTo>
                  <a:pt x="848462" y="54242"/>
                  <a:pt x="847319" y="53239"/>
                  <a:pt x="846557" y="51867"/>
                </a:cubicBezTo>
                <a:cubicBezTo>
                  <a:pt x="845922" y="50509"/>
                  <a:pt x="845541" y="48743"/>
                  <a:pt x="845541" y="46584"/>
                </a:cubicBezTo>
                <a:lnTo>
                  <a:pt x="845541" y="20651"/>
                </a:lnTo>
                <a:lnTo>
                  <a:pt x="839572" y="20651"/>
                </a:lnTo>
                <a:lnTo>
                  <a:pt x="839572" y="17158"/>
                </a:lnTo>
                <a:lnTo>
                  <a:pt x="851383" y="5283"/>
                </a:lnTo>
                <a:lnTo>
                  <a:pt x="852272" y="5283"/>
                </a:lnTo>
                <a:lnTo>
                  <a:pt x="852272" y="15037"/>
                </a:lnTo>
                <a:lnTo>
                  <a:pt x="861289" y="15037"/>
                </a:lnTo>
                <a:lnTo>
                  <a:pt x="861289" y="20651"/>
                </a:lnTo>
                <a:lnTo>
                  <a:pt x="852272" y="20651"/>
                </a:lnTo>
                <a:lnTo>
                  <a:pt x="852272" y="45212"/>
                </a:lnTo>
                <a:cubicBezTo>
                  <a:pt x="852272" y="46406"/>
                  <a:pt x="852399" y="47320"/>
                  <a:pt x="852653" y="47981"/>
                </a:cubicBezTo>
                <a:cubicBezTo>
                  <a:pt x="852907" y="48641"/>
                  <a:pt x="853415" y="49111"/>
                  <a:pt x="854050" y="49378"/>
                </a:cubicBezTo>
                <a:cubicBezTo>
                  <a:pt x="854685" y="49657"/>
                  <a:pt x="855574" y="49785"/>
                  <a:pt x="856590" y="49785"/>
                </a:cubicBezTo>
                <a:cubicBezTo>
                  <a:pt x="858114" y="49785"/>
                  <a:pt x="859638" y="49581"/>
                  <a:pt x="861289" y="49149"/>
                </a:cubicBezTo>
                <a:lnTo>
                  <a:pt x="861289" y="55258"/>
                </a:lnTo>
                <a:cubicBezTo>
                  <a:pt x="860527" y="55435"/>
                  <a:pt x="859638" y="55576"/>
                  <a:pt x="858622" y="55690"/>
                </a:cubicBezTo>
                <a:cubicBezTo>
                  <a:pt x="857606" y="55791"/>
                  <a:pt x="856590" y="55855"/>
                  <a:pt x="855701" y="55855"/>
                </a:cubicBezTo>
                <a:close/>
                <a:moveTo>
                  <a:pt x="869163" y="15037"/>
                </a:moveTo>
                <a:lnTo>
                  <a:pt x="875513" y="15037"/>
                </a:lnTo>
                <a:lnTo>
                  <a:pt x="875513" y="23406"/>
                </a:lnTo>
                <a:lnTo>
                  <a:pt x="875640" y="23406"/>
                </a:lnTo>
                <a:cubicBezTo>
                  <a:pt x="876656" y="20803"/>
                  <a:pt x="878180" y="18631"/>
                  <a:pt x="880212" y="16879"/>
                </a:cubicBezTo>
                <a:cubicBezTo>
                  <a:pt x="882244" y="15126"/>
                  <a:pt x="885038" y="14250"/>
                  <a:pt x="888721" y="14250"/>
                </a:cubicBezTo>
                <a:cubicBezTo>
                  <a:pt x="891515" y="14250"/>
                  <a:pt x="893801" y="14834"/>
                  <a:pt x="895706" y="16002"/>
                </a:cubicBezTo>
                <a:cubicBezTo>
                  <a:pt x="897611" y="17171"/>
                  <a:pt x="899008" y="18821"/>
                  <a:pt x="899897" y="20955"/>
                </a:cubicBezTo>
                <a:cubicBezTo>
                  <a:pt x="900786" y="23089"/>
                  <a:pt x="901294" y="25578"/>
                  <a:pt x="901294" y="28435"/>
                </a:cubicBezTo>
                <a:lnTo>
                  <a:pt x="901294" y="55258"/>
                </a:lnTo>
                <a:lnTo>
                  <a:pt x="894563" y="55258"/>
                </a:lnTo>
                <a:lnTo>
                  <a:pt x="894563" y="29731"/>
                </a:lnTo>
                <a:cubicBezTo>
                  <a:pt x="894563" y="26632"/>
                  <a:pt x="893928" y="24270"/>
                  <a:pt x="892658" y="22644"/>
                </a:cubicBezTo>
                <a:cubicBezTo>
                  <a:pt x="891388" y="21019"/>
                  <a:pt x="889229" y="20206"/>
                  <a:pt x="886308" y="20206"/>
                </a:cubicBezTo>
                <a:cubicBezTo>
                  <a:pt x="884149" y="20206"/>
                  <a:pt x="882371" y="20663"/>
                  <a:pt x="880720" y="21590"/>
                </a:cubicBezTo>
                <a:cubicBezTo>
                  <a:pt x="879196" y="22505"/>
                  <a:pt x="877926" y="23838"/>
                  <a:pt x="877164" y="25603"/>
                </a:cubicBezTo>
                <a:cubicBezTo>
                  <a:pt x="876275" y="27369"/>
                  <a:pt x="875767" y="29477"/>
                  <a:pt x="875767" y="31928"/>
                </a:cubicBezTo>
                <a:lnTo>
                  <a:pt x="875767" y="55258"/>
                </a:lnTo>
                <a:lnTo>
                  <a:pt x="869163" y="55258"/>
                </a:lnTo>
                <a:lnTo>
                  <a:pt x="869163" y="15037"/>
                </a:lnTo>
                <a:close/>
                <a:moveTo>
                  <a:pt x="929615" y="56007"/>
                </a:moveTo>
                <a:cubicBezTo>
                  <a:pt x="925551" y="56007"/>
                  <a:pt x="921995" y="55207"/>
                  <a:pt x="918947" y="53607"/>
                </a:cubicBezTo>
                <a:cubicBezTo>
                  <a:pt x="915899" y="52007"/>
                  <a:pt x="913486" y="49632"/>
                  <a:pt x="911835" y="46495"/>
                </a:cubicBezTo>
                <a:cubicBezTo>
                  <a:pt x="910184" y="43358"/>
                  <a:pt x="909422" y="39574"/>
                  <a:pt x="909422" y="35128"/>
                </a:cubicBezTo>
                <a:cubicBezTo>
                  <a:pt x="909422" y="30633"/>
                  <a:pt x="910311" y="26822"/>
                  <a:pt x="911962" y="23685"/>
                </a:cubicBezTo>
                <a:cubicBezTo>
                  <a:pt x="913740" y="20549"/>
                  <a:pt x="916153" y="18186"/>
                  <a:pt x="919074" y="16612"/>
                </a:cubicBezTo>
                <a:cubicBezTo>
                  <a:pt x="921995" y="15037"/>
                  <a:pt x="925297" y="14250"/>
                  <a:pt x="928853" y="14250"/>
                </a:cubicBezTo>
                <a:cubicBezTo>
                  <a:pt x="932917" y="14250"/>
                  <a:pt x="936346" y="15202"/>
                  <a:pt x="938886" y="17107"/>
                </a:cubicBezTo>
                <a:cubicBezTo>
                  <a:pt x="941553" y="19000"/>
                  <a:pt x="943458" y="21425"/>
                  <a:pt x="944601" y="24371"/>
                </a:cubicBezTo>
                <a:cubicBezTo>
                  <a:pt x="945871" y="27331"/>
                  <a:pt x="946379" y="30429"/>
                  <a:pt x="946379" y="33681"/>
                </a:cubicBezTo>
                <a:cubicBezTo>
                  <a:pt x="946379" y="34798"/>
                  <a:pt x="946379" y="35840"/>
                  <a:pt x="946252" y="36805"/>
                </a:cubicBezTo>
                <a:lnTo>
                  <a:pt x="916407" y="36805"/>
                </a:lnTo>
                <a:cubicBezTo>
                  <a:pt x="916661" y="41199"/>
                  <a:pt x="917931" y="44539"/>
                  <a:pt x="920090" y="46851"/>
                </a:cubicBezTo>
                <a:cubicBezTo>
                  <a:pt x="922376" y="49149"/>
                  <a:pt x="925551" y="50305"/>
                  <a:pt x="929615" y="50305"/>
                </a:cubicBezTo>
                <a:cubicBezTo>
                  <a:pt x="932155" y="50305"/>
                  <a:pt x="934187" y="49936"/>
                  <a:pt x="935965" y="49188"/>
                </a:cubicBezTo>
                <a:cubicBezTo>
                  <a:pt x="937743" y="48451"/>
                  <a:pt x="939394" y="47219"/>
                  <a:pt x="940791" y="45504"/>
                </a:cubicBezTo>
                <a:lnTo>
                  <a:pt x="944982" y="49670"/>
                </a:lnTo>
                <a:cubicBezTo>
                  <a:pt x="943712" y="51168"/>
                  <a:pt x="942315" y="52375"/>
                  <a:pt x="940791" y="53302"/>
                </a:cubicBezTo>
                <a:cubicBezTo>
                  <a:pt x="939267" y="54229"/>
                  <a:pt x="937743" y="54915"/>
                  <a:pt x="935838" y="55347"/>
                </a:cubicBezTo>
                <a:cubicBezTo>
                  <a:pt x="934060" y="55779"/>
                  <a:pt x="932028" y="56007"/>
                  <a:pt x="929615" y="56007"/>
                </a:cubicBezTo>
                <a:close/>
                <a:moveTo>
                  <a:pt x="939648" y="31636"/>
                </a:moveTo>
                <a:cubicBezTo>
                  <a:pt x="939267" y="27763"/>
                  <a:pt x="938124" y="24854"/>
                  <a:pt x="936219" y="22911"/>
                </a:cubicBezTo>
                <a:cubicBezTo>
                  <a:pt x="934314" y="20955"/>
                  <a:pt x="931774" y="19990"/>
                  <a:pt x="928599" y="19990"/>
                </a:cubicBezTo>
                <a:cubicBezTo>
                  <a:pt x="926440" y="19990"/>
                  <a:pt x="924662" y="20422"/>
                  <a:pt x="922884" y="21286"/>
                </a:cubicBezTo>
                <a:cubicBezTo>
                  <a:pt x="921233" y="22149"/>
                  <a:pt x="919836" y="23457"/>
                  <a:pt x="918820" y="25197"/>
                </a:cubicBezTo>
                <a:cubicBezTo>
                  <a:pt x="917677" y="26924"/>
                  <a:pt x="916915" y="29070"/>
                  <a:pt x="916661" y="31636"/>
                </a:cubicBezTo>
                <a:lnTo>
                  <a:pt x="939648" y="31636"/>
                </a:lnTo>
                <a:close/>
                <a:moveTo>
                  <a:pt x="954507" y="15037"/>
                </a:moveTo>
                <a:lnTo>
                  <a:pt x="960857" y="15037"/>
                </a:lnTo>
                <a:lnTo>
                  <a:pt x="960857" y="23635"/>
                </a:lnTo>
                <a:lnTo>
                  <a:pt x="960984" y="23635"/>
                </a:lnTo>
                <a:cubicBezTo>
                  <a:pt x="961746" y="20333"/>
                  <a:pt x="962889" y="17945"/>
                  <a:pt x="964540" y="16472"/>
                </a:cubicBezTo>
                <a:cubicBezTo>
                  <a:pt x="966064" y="14999"/>
                  <a:pt x="968096" y="14250"/>
                  <a:pt x="970509" y="14250"/>
                </a:cubicBezTo>
                <a:cubicBezTo>
                  <a:pt x="971144" y="14250"/>
                  <a:pt x="971652" y="14288"/>
                  <a:pt x="972287" y="14364"/>
                </a:cubicBezTo>
                <a:cubicBezTo>
                  <a:pt x="972795" y="14440"/>
                  <a:pt x="973303" y="14529"/>
                  <a:pt x="973684" y="14631"/>
                </a:cubicBezTo>
                <a:lnTo>
                  <a:pt x="973684" y="21210"/>
                </a:lnTo>
                <a:cubicBezTo>
                  <a:pt x="973303" y="21095"/>
                  <a:pt x="972795" y="20993"/>
                  <a:pt x="972160" y="20917"/>
                </a:cubicBezTo>
                <a:cubicBezTo>
                  <a:pt x="971525" y="20841"/>
                  <a:pt x="970890" y="20803"/>
                  <a:pt x="970382" y="20803"/>
                </a:cubicBezTo>
                <a:cubicBezTo>
                  <a:pt x="967080" y="20803"/>
                  <a:pt x="964667" y="21946"/>
                  <a:pt x="963270" y="24244"/>
                </a:cubicBezTo>
                <a:cubicBezTo>
                  <a:pt x="961873" y="26543"/>
                  <a:pt x="961111" y="29896"/>
                  <a:pt x="961111" y="34316"/>
                </a:cubicBezTo>
                <a:lnTo>
                  <a:pt x="961111" y="55258"/>
                </a:lnTo>
                <a:lnTo>
                  <a:pt x="954507" y="55258"/>
                </a:lnTo>
                <a:lnTo>
                  <a:pt x="954507" y="15037"/>
                </a:lnTo>
                <a:close/>
                <a:moveTo>
                  <a:pt x="992988" y="56007"/>
                </a:moveTo>
                <a:cubicBezTo>
                  <a:pt x="986130" y="56007"/>
                  <a:pt x="980669" y="53899"/>
                  <a:pt x="976859" y="49670"/>
                </a:cubicBezTo>
                <a:lnTo>
                  <a:pt x="981177" y="45403"/>
                </a:lnTo>
                <a:cubicBezTo>
                  <a:pt x="982955" y="47257"/>
                  <a:pt x="984733" y="48565"/>
                  <a:pt x="986638" y="49327"/>
                </a:cubicBezTo>
                <a:cubicBezTo>
                  <a:pt x="988416" y="50076"/>
                  <a:pt x="990575" y="50457"/>
                  <a:pt x="992988" y="50457"/>
                </a:cubicBezTo>
                <a:cubicBezTo>
                  <a:pt x="995401" y="50457"/>
                  <a:pt x="997433" y="50000"/>
                  <a:pt x="999084" y="49099"/>
                </a:cubicBezTo>
                <a:cubicBezTo>
                  <a:pt x="1000735" y="48197"/>
                  <a:pt x="1001624" y="46711"/>
                  <a:pt x="1001624" y="44653"/>
                </a:cubicBezTo>
                <a:cubicBezTo>
                  <a:pt x="1001624" y="43193"/>
                  <a:pt x="1001243" y="41999"/>
                  <a:pt x="1000354" y="41097"/>
                </a:cubicBezTo>
                <a:cubicBezTo>
                  <a:pt x="999592" y="40196"/>
                  <a:pt x="998449" y="39484"/>
                  <a:pt x="997179" y="38964"/>
                </a:cubicBezTo>
                <a:cubicBezTo>
                  <a:pt x="995909" y="38443"/>
                  <a:pt x="993877" y="37833"/>
                  <a:pt x="991464" y="37135"/>
                </a:cubicBezTo>
                <a:cubicBezTo>
                  <a:pt x="988924" y="36424"/>
                  <a:pt x="986765" y="35649"/>
                  <a:pt x="984987" y="34837"/>
                </a:cubicBezTo>
                <a:cubicBezTo>
                  <a:pt x="983209" y="34011"/>
                  <a:pt x="981685" y="32842"/>
                  <a:pt x="980542" y="31318"/>
                </a:cubicBezTo>
                <a:cubicBezTo>
                  <a:pt x="979272" y="29794"/>
                  <a:pt x="978764" y="27839"/>
                  <a:pt x="978764" y="25451"/>
                </a:cubicBezTo>
                <a:cubicBezTo>
                  <a:pt x="978764" y="23076"/>
                  <a:pt x="979272" y="21044"/>
                  <a:pt x="980415" y="19355"/>
                </a:cubicBezTo>
                <a:cubicBezTo>
                  <a:pt x="981685" y="17666"/>
                  <a:pt x="983336" y="16396"/>
                  <a:pt x="985495" y="15532"/>
                </a:cubicBezTo>
                <a:cubicBezTo>
                  <a:pt x="987527" y="14681"/>
                  <a:pt x="990067" y="14250"/>
                  <a:pt x="992861" y="14250"/>
                </a:cubicBezTo>
                <a:cubicBezTo>
                  <a:pt x="995655" y="14250"/>
                  <a:pt x="998195" y="14707"/>
                  <a:pt x="1000735" y="15608"/>
                </a:cubicBezTo>
                <a:cubicBezTo>
                  <a:pt x="1003275" y="16523"/>
                  <a:pt x="1005307" y="17844"/>
                  <a:pt x="1006958" y="19571"/>
                </a:cubicBezTo>
                <a:lnTo>
                  <a:pt x="1002767" y="23851"/>
                </a:lnTo>
                <a:cubicBezTo>
                  <a:pt x="1000100" y="21222"/>
                  <a:pt x="996798" y="19914"/>
                  <a:pt x="992861" y="19914"/>
                </a:cubicBezTo>
                <a:cubicBezTo>
                  <a:pt x="990448" y="19914"/>
                  <a:pt x="988670" y="20346"/>
                  <a:pt x="987273" y="21210"/>
                </a:cubicBezTo>
                <a:cubicBezTo>
                  <a:pt x="985876" y="22085"/>
                  <a:pt x="985241" y="23394"/>
                  <a:pt x="985241" y="25159"/>
                </a:cubicBezTo>
                <a:cubicBezTo>
                  <a:pt x="985241" y="26327"/>
                  <a:pt x="985622" y="27293"/>
                  <a:pt x="986384" y="28055"/>
                </a:cubicBezTo>
                <a:cubicBezTo>
                  <a:pt x="987273" y="28829"/>
                  <a:pt x="988289" y="29464"/>
                  <a:pt x="989686" y="29973"/>
                </a:cubicBezTo>
                <a:cubicBezTo>
                  <a:pt x="990956" y="30480"/>
                  <a:pt x="992861" y="31090"/>
                  <a:pt x="995401" y="31776"/>
                </a:cubicBezTo>
                <a:cubicBezTo>
                  <a:pt x="997941" y="32500"/>
                  <a:pt x="1000100" y="33262"/>
                  <a:pt x="1001878" y="34049"/>
                </a:cubicBezTo>
                <a:cubicBezTo>
                  <a:pt x="1003529" y="34849"/>
                  <a:pt x="1005053" y="36055"/>
                  <a:pt x="1006323" y="37681"/>
                </a:cubicBezTo>
                <a:cubicBezTo>
                  <a:pt x="1007466" y="39307"/>
                  <a:pt x="1008101" y="41453"/>
                  <a:pt x="1008101" y="44133"/>
                </a:cubicBezTo>
                <a:cubicBezTo>
                  <a:pt x="1008101" y="46610"/>
                  <a:pt x="1007466" y="48743"/>
                  <a:pt x="1006196" y="50533"/>
                </a:cubicBezTo>
                <a:cubicBezTo>
                  <a:pt x="1004926" y="52312"/>
                  <a:pt x="1003148" y="53670"/>
                  <a:pt x="1000862" y="54611"/>
                </a:cubicBezTo>
                <a:cubicBezTo>
                  <a:pt x="998576" y="55538"/>
                  <a:pt x="995909" y="56007"/>
                  <a:pt x="992988" y="56007"/>
                </a:cubicBezTo>
                <a:close/>
                <a:moveTo>
                  <a:pt x="1057250" y="56007"/>
                </a:moveTo>
                <a:cubicBezTo>
                  <a:pt x="1052170" y="56007"/>
                  <a:pt x="1047725" y="54902"/>
                  <a:pt x="1043915" y="52693"/>
                </a:cubicBezTo>
                <a:cubicBezTo>
                  <a:pt x="1039978" y="50483"/>
                  <a:pt x="1037057" y="47334"/>
                  <a:pt x="1034898" y="43256"/>
                </a:cubicBezTo>
                <a:cubicBezTo>
                  <a:pt x="1032739" y="39180"/>
                  <a:pt x="1031596" y="34430"/>
                  <a:pt x="1031596" y="29032"/>
                </a:cubicBezTo>
                <a:cubicBezTo>
                  <a:pt x="1031596" y="23623"/>
                  <a:pt x="1032739" y="18885"/>
                  <a:pt x="1034898" y="14808"/>
                </a:cubicBezTo>
                <a:cubicBezTo>
                  <a:pt x="1037057" y="10744"/>
                  <a:pt x="1039978" y="7595"/>
                  <a:pt x="1043915" y="5385"/>
                </a:cubicBezTo>
                <a:cubicBezTo>
                  <a:pt x="1047725" y="3163"/>
                  <a:pt x="1052170" y="2045"/>
                  <a:pt x="1057250" y="2045"/>
                </a:cubicBezTo>
                <a:cubicBezTo>
                  <a:pt x="1062203" y="2045"/>
                  <a:pt x="1066648" y="3163"/>
                  <a:pt x="1070458" y="5385"/>
                </a:cubicBezTo>
                <a:cubicBezTo>
                  <a:pt x="1074395" y="7595"/>
                  <a:pt x="1077443" y="10744"/>
                  <a:pt x="1079602" y="14808"/>
                </a:cubicBezTo>
                <a:cubicBezTo>
                  <a:pt x="1081761" y="18885"/>
                  <a:pt x="1082777" y="23623"/>
                  <a:pt x="1082777" y="29032"/>
                </a:cubicBezTo>
                <a:cubicBezTo>
                  <a:pt x="1082777" y="34430"/>
                  <a:pt x="1081761" y="39180"/>
                  <a:pt x="1079602" y="43256"/>
                </a:cubicBezTo>
                <a:cubicBezTo>
                  <a:pt x="1077443" y="47334"/>
                  <a:pt x="1074395" y="50483"/>
                  <a:pt x="1070458" y="52693"/>
                </a:cubicBezTo>
                <a:cubicBezTo>
                  <a:pt x="1066648" y="54902"/>
                  <a:pt x="1062203" y="56007"/>
                  <a:pt x="1057250" y="56007"/>
                </a:cubicBezTo>
                <a:close/>
                <a:moveTo>
                  <a:pt x="1038835" y="29032"/>
                </a:moveTo>
                <a:cubicBezTo>
                  <a:pt x="1038835" y="33198"/>
                  <a:pt x="1039597" y="36818"/>
                  <a:pt x="1040994" y="39891"/>
                </a:cubicBezTo>
                <a:cubicBezTo>
                  <a:pt x="1042518" y="42964"/>
                  <a:pt x="1044677" y="45327"/>
                  <a:pt x="1047471" y="46978"/>
                </a:cubicBezTo>
                <a:cubicBezTo>
                  <a:pt x="1050138" y="48629"/>
                  <a:pt x="1053440" y="49454"/>
                  <a:pt x="1057250" y="49454"/>
                </a:cubicBezTo>
                <a:cubicBezTo>
                  <a:pt x="1060933" y="49454"/>
                  <a:pt x="1064235" y="48629"/>
                  <a:pt x="1066902" y="46978"/>
                </a:cubicBezTo>
                <a:cubicBezTo>
                  <a:pt x="1069696" y="45327"/>
                  <a:pt x="1071855" y="42964"/>
                  <a:pt x="1073379" y="39891"/>
                </a:cubicBezTo>
                <a:cubicBezTo>
                  <a:pt x="1074776" y="36818"/>
                  <a:pt x="1075538" y="33198"/>
                  <a:pt x="1075538" y="29032"/>
                </a:cubicBezTo>
                <a:cubicBezTo>
                  <a:pt x="1075538" y="24854"/>
                  <a:pt x="1074776" y="21248"/>
                  <a:pt x="1073379" y="18174"/>
                </a:cubicBezTo>
                <a:cubicBezTo>
                  <a:pt x="1071855" y="15113"/>
                  <a:pt x="1069696" y="12764"/>
                  <a:pt x="1066902" y="11112"/>
                </a:cubicBezTo>
                <a:cubicBezTo>
                  <a:pt x="1064235" y="9461"/>
                  <a:pt x="1060933" y="8636"/>
                  <a:pt x="1057250" y="8636"/>
                </a:cubicBezTo>
                <a:cubicBezTo>
                  <a:pt x="1053440" y="8636"/>
                  <a:pt x="1050138" y="9461"/>
                  <a:pt x="1047471" y="11112"/>
                </a:cubicBezTo>
                <a:cubicBezTo>
                  <a:pt x="1044677" y="12764"/>
                  <a:pt x="1042518" y="15113"/>
                  <a:pt x="1040994" y="18174"/>
                </a:cubicBezTo>
                <a:cubicBezTo>
                  <a:pt x="1039597" y="21248"/>
                  <a:pt x="1038835" y="24854"/>
                  <a:pt x="1038835" y="29032"/>
                </a:cubicBezTo>
                <a:close/>
                <a:moveTo>
                  <a:pt x="1091667" y="15037"/>
                </a:moveTo>
                <a:lnTo>
                  <a:pt x="1098017" y="15037"/>
                </a:lnTo>
                <a:lnTo>
                  <a:pt x="1098017" y="23406"/>
                </a:lnTo>
                <a:lnTo>
                  <a:pt x="1098144" y="23406"/>
                </a:lnTo>
                <a:cubicBezTo>
                  <a:pt x="1099160" y="20803"/>
                  <a:pt x="1100684" y="18631"/>
                  <a:pt x="1102716" y="16879"/>
                </a:cubicBezTo>
                <a:cubicBezTo>
                  <a:pt x="1104748" y="15126"/>
                  <a:pt x="1107542" y="14250"/>
                  <a:pt x="1111225" y="14250"/>
                </a:cubicBezTo>
                <a:cubicBezTo>
                  <a:pt x="1114019" y="14250"/>
                  <a:pt x="1116305" y="14834"/>
                  <a:pt x="1118210" y="16002"/>
                </a:cubicBezTo>
                <a:cubicBezTo>
                  <a:pt x="1120115" y="17171"/>
                  <a:pt x="1121512" y="18821"/>
                  <a:pt x="1122401" y="20955"/>
                </a:cubicBezTo>
                <a:cubicBezTo>
                  <a:pt x="1123290" y="23089"/>
                  <a:pt x="1123798" y="25578"/>
                  <a:pt x="1123798" y="28435"/>
                </a:cubicBezTo>
                <a:lnTo>
                  <a:pt x="1123798" y="55258"/>
                </a:lnTo>
                <a:lnTo>
                  <a:pt x="1117067" y="55258"/>
                </a:lnTo>
                <a:lnTo>
                  <a:pt x="1117067" y="29731"/>
                </a:lnTo>
                <a:cubicBezTo>
                  <a:pt x="1117067" y="26632"/>
                  <a:pt x="1116432" y="24270"/>
                  <a:pt x="1115162" y="22644"/>
                </a:cubicBezTo>
                <a:cubicBezTo>
                  <a:pt x="1113892" y="21019"/>
                  <a:pt x="1111733" y="20206"/>
                  <a:pt x="1108812" y="20206"/>
                </a:cubicBezTo>
                <a:cubicBezTo>
                  <a:pt x="1106653" y="20206"/>
                  <a:pt x="1104875" y="20663"/>
                  <a:pt x="1103224" y="21590"/>
                </a:cubicBezTo>
                <a:cubicBezTo>
                  <a:pt x="1101700" y="22505"/>
                  <a:pt x="1100430" y="23838"/>
                  <a:pt x="1099668" y="25603"/>
                </a:cubicBezTo>
                <a:cubicBezTo>
                  <a:pt x="1098779" y="27369"/>
                  <a:pt x="1098271" y="29477"/>
                  <a:pt x="1098271" y="31928"/>
                </a:cubicBezTo>
                <a:lnTo>
                  <a:pt x="1098271" y="55258"/>
                </a:lnTo>
                <a:lnTo>
                  <a:pt x="1091667" y="55258"/>
                </a:lnTo>
                <a:lnTo>
                  <a:pt x="1091667" y="15037"/>
                </a:lnTo>
                <a:close/>
                <a:moveTo>
                  <a:pt x="1143229" y="55855"/>
                </a:moveTo>
                <a:cubicBezTo>
                  <a:pt x="1141070" y="55855"/>
                  <a:pt x="1139292" y="55487"/>
                  <a:pt x="1137895" y="54776"/>
                </a:cubicBezTo>
                <a:cubicBezTo>
                  <a:pt x="1136498" y="54052"/>
                  <a:pt x="1135609" y="52984"/>
                  <a:pt x="1134974" y="51550"/>
                </a:cubicBezTo>
                <a:cubicBezTo>
                  <a:pt x="1134339" y="50127"/>
                  <a:pt x="1133958" y="48311"/>
                  <a:pt x="1133958" y="46101"/>
                </a:cubicBezTo>
                <a:lnTo>
                  <a:pt x="1133958" y="0"/>
                </a:lnTo>
                <a:lnTo>
                  <a:pt x="1140689" y="0"/>
                </a:lnTo>
                <a:lnTo>
                  <a:pt x="1140689" y="45060"/>
                </a:lnTo>
                <a:cubicBezTo>
                  <a:pt x="1140689" y="46304"/>
                  <a:pt x="1140816" y="47257"/>
                  <a:pt x="1141070" y="47930"/>
                </a:cubicBezTo>
                <a:cubicBezTo>
                  <a:pt x="1141324" y="48603"/>
                  <a:pt x="1141705" y="49073"/>
                  <a:pt x="1142213" y="49365"/>
                </a:cubicBezTo>
                <a:cubicBezTo>
                  <a:pt x="1142721" y="49644"/>
                  <a:pt x="1143483" y="49785"/>
                  <a:pt x="1144499" y="49785"/>
                </a:cubicBezTo>
                <a:cubicBezTo>
                  <a:pt x="1145134" y="49785"/>
                  <a:pt x="1145769" y="49733"/>
                  <a:pt x="1146404" y="49644"/>
                </a:cubicBezTo>
                <a:cubicBezTo>
                  <a:pt x="1147039" y="49543"/>
                  <a:pt x="1147547" y="49429"/>
                  <a:pt x="1148055" y="49302"/>
                </a:cubicBezTo>
                <a:lnTo>
                  <a:pt x="1148055" y="55258"/>
                </a:lnTo>
                <a:cubicBezTo>
                  <a:pt x="1147420" y="55461"/>
                  <a:pt x="1146658" y="55601"/>
                  <a:pt x="1145896" y="55703"/>
                </a:cubicBezTo>
                <a:cubicBezTo>
                  <a:pt x="1145007" y="55804"/>
                  <a:pt x="1144118" y="55855"/>
                  <a:pt x="1143229" y="55855"/>
                </a:cubicBezTo>
                <a:close/>
                <a:moveTo>
                  <a:pt x="1155294" y="71857"/>
                </a:moveTo>
                <a:cubicBezTo>
                  <a:pt x="1153897" y="71857"/>
                  <a:pt x="1152373" y="71755"/>
                  <a:pt x="1150976" y="71552"/>
                </a:cubicBezTo>
                <a:lnTo>
                  <a:pt x="1150976" y="65786"/>
                </a:lnTo>
                <a:cubicBezTo>
                  <a:pt x="1151992" y="66078"/>
                  <a:pt x="1153135" y="66231"/>
                  <a:pt x="1154786" y="66231"/>
                </a:cubicBezTo>
                <a:cubicBezTo>
                  <a:pt x="1156310" y="66231"/>
                  <a:pt x="1157580" y="66040"/>
                  <a:pt x="1158469" y="65660"/>
                </a:cubicBezTo>
                <a:cubicBezTo>
                  <a:pt x="1159485" y="65278"/>
                  <a:pt x="1160374" y="64694"/>
                  <a:pt x="1160882" y="63932"/>
                </a:cubicBezTo>
                <a:cubicBezTo>
                  <a:pt x="1161517" y="63157"/>
                  <a:pt x="1162152" y="62129"/>
                  <a:pt x="1162660" y="60833"/>
                </a:cubicBezTo>
                <a:lnTo>
                  <a:pt x="1164819" y="55144"/>
                </a:lnTo>
                <a:lnTo>
                  <a:pt x="1148690" y="15037"/>
                </a:lnTo>
                <a:lnTo>
                  <a:pt x="1155802" y="15037"/>
                </a:lnTo>
                <a:lnTo>
                  <a:pt x="1164438" y="37288"/>
                </a:lnTo>
                <a:cubicBezTo>
                  <a:pt x="1165073" y="39142"/>
                  <a:pt x="1165835" y="41237"/>
                  <a:pt x="1166597" y="43574"/>
                </a:cubicBezTo>
                <a:cubicBezTo>
                  <a:pt x="1167359" y="45910"/>
                  <a:pt x="1167867" y="47282"/>
                  <a:pt x="1167994" y="47702"/>
                </a:cubicBezTo>
                <a:cubicBezTo>
                  <a:pt x="1168121" y="47358"/>
                  <a:pt x="1168629" y="46038"/>
                  <a:pt x="1169391" y="43765"/>
                </a:cubicBezTo>
                <a:cubicBezTo>
                  <a:pt x="1170534" y="40932"/>
                  <a:pt x="1171169" y="39002"/>
                  <a:pt x="1171550" y="37960"/>
                </a:cubicBezTo>
                <a:lnTo>
                  <a:pt x="1179424" y="15037"/>
                </a:lnTo>
                <a:lnTo>
                  <a:pt x="1186536" y="15037"/>
                </a:lnTo>
                <a:lnTo>
                  <a:pt x="1167994" y="63030"/>
                </a:lnTo>
                <a:cubicBezTo>
                  <a:pt x="1167232" y="65088"/>
                  <a:pt x="1166343" y="66752"/>
                  <a:pt x="1165327" y="67996"/>
                </a:cubicBezTo>
                <a:cubicBezTo>
                  <a:pt x="1164438" y="69253"/>
                  <a:pt x="1163041" y="70206"/>
                  <a:pt x="1161517" y="70866"/>
                </a:cubicBezTo>
                <a:cubicBezTo>
                  <a:pt x="1159866" y="71527"/>
                  <a:pt x="1157834" y="71857"/>
                  <a:pt x="1155294" y="71857"/>
                </a:cubicBezTo>
                <a:close/>
              </a:path>
            </a:pathLst>
          </a:custGeom>
          <a:solidFill>
            <a:srgbClr val="000000">
              <a:alpha val="50196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5175" cy="6858000"/>
          </a:xfrm>
          <a:prstGeom prst="rect">
            <a:avLst/>
          </a:prstGeom>
        </p:spPr>
      </p:pic>
      <p:sp>
        <p:nvSpPr>
          <p:cNvPr id="10" name="Editable vector"/>
          <p:cNvSpPr/>
          <p:nvPr/>
        </p:nvSpPr>
        <p:spPr>
          <a:xfrm>
            <a:off x="4613655" y="1910715"/>
            <a:ext cx="5678932" cy="3965917"/>
          </a:xfrm>
          <a:custGeom>
            <a:avLst/>
            <a:gdLst/>
            <a:ahLst/>
            <a:cxnLst/>
            <a:rect l="0" t="0" r="r" b="b"/>
            <a:pathLst>
              <a:path w="5678932" h="3965918" fill="norm" stroke="0" extrusionOk="0">
                <a:moveTo>
                  <a:pt x="40132" y="3965918"/>
                </a:moveTo>
                <a:lnTo>
                  <a:pt x="5638800" y="3965918"/>
                </a:lnTo>
                <a:cubicBezTo>
                  <a:pt x="5660898" y="3965918"/>
                  <a:pt x="5678932" y="3947947"/>
                  <a:pt x="5678932" y="3925773"/>
                </a:cubicBezTo>
                <a:lnTo>
                  <a:pt x="5678932" y="0"/>
                </a:lnTo>
                <a:lnTo>
                  <a:pt x="0" y="0"/>
                </a:lnTo>
                <a:lnTo>
                  <a:pt x="0" y="3925773"/>
                </a:lnTo>
                <a:cubicBezTo>
                  <a:pt x="0" y="3947947"/>
                  <a:pt x="18034" y="3965918"/>
                  <a:pt x="40132" y="3965918"/>
                </a:cubicBezTo>
                <a:close/>
              </a:path>
            </a:pathLst>
          </a:custGeom>
          <a:solidFill>
            <a:srgbClr val="E2D8FF">
              <a:alpha val="29020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Editable vector"/>
          <p:cNvSpPr/>
          <p:nvPr/>
        </p:nvSpPr>
        <p:spPr>
          <a:xfrm>
            <a:off x="4613655" y="1718817"/>
            <a:ext cx="5678932" cy="353314"/>
          </a:xfrm>
          <a:custGeom>
            <a:avLst/>
            <a:gdLst/>
            <a:ahLst/>
            <a:cxnLst/>
            <a:rect l="0" t="0" r="r" b="b"/>
            <a:pathLst>
              <a:path w="5678932" h="353314" fill="norm" stroke="0" extrusionOk="0">
                <a:moveTo>
                  <a:pt x="29464" y="0"/>
                </a:moveTo>
                <a:lnTo>
                  <a:pt x="5649468" y="0"/>
                </a:lnTo>
                <a:cubicBezTo>
                  <a:pt x="5665724" y="0"/>
                  <a:pt x="5678932" y="13208"/>
                  <a:pt x="5678932" y="29464"/>
                </a:cubicBezTo>
                <a:lnTo>
                  <a:pt x="5678932" y="353314"/>
                </a:lnTo>
                <a:lnTo>
                  <a:pt x="0" y="353314"/>
                </a:lnTo>
                <a:lnTo>
                  <a:pt x="0" y="29464"/>
                </a:lnTo>
                <a:cubicBezTo>
                  <a:pt x="0" y="13208"/>
                  <a:pt x="13208" y="0"/>
                  <a:pt x="29464" y="0"/>
                </a:cubicBezTo>
                <a:close/>
              </a:path>
            </a:pathLst>
          </a:custGeom>
          <a:solidFill>
            <a:srgbClr val="5D36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Editable vector"/>
          <p:cNvSpPr/>
          <p:nvPr/>
        </p:nvSpPr>
        <p:spPr>
          <a:xfrm>
            <a:off x="6258814" y="5346953"/>
            <a:ext cx="2410079" cy="280517"/>
          </a:xfrm>
          <a:custGeom>
            <a:avLst/>
            <a:gdLst/>
            <a:ahLst/>
            <a:cxnLst/>
            <a:rect l="0" t="0" r="r" b="b"/>
            <a:pathLst>
              <a:path w="2410079" h="280518" fill="norm" stroke="0" extrusionOk="0">
                <a:moveTo>
                  <a:pt x="0" y="140208"/>
                </a:moveTo>
                <a:cubicBezTo>
                  <a:pt x="0" y="62738"/>
                  <a:pt x="62865" y="0"/>
                  <a:pt x="140208" y="0"/>
                </a:cubicBezTo>
                <a:lnTo>
                  <a:pt x="2269744" y="0"/>
                </a:lnTo>
                <a:cubicBezTo>
                  <a:pt x="2347214" y="0"/>
                  <a:pt x="2410079" y="62738"/>
                  <a:pt x="2410079" y="140208"/>
                </a:cubicBezTo>
                <a:cubicBezTo>
                  <a:pt x="2410079" y="217678"/>
                  <a:pt x="2347214" y="280518"/>
                  <a:pt x="2269744" y="280518"/>
                </a:cubicBezTo>
                <a:lnTo>
                  <a:pt x="140208" y="280518"/>
                </a:lnTo>
                <a:cubicBezTo>
                  <a:pt x="62865" y="280518"/>
                  <a:pt x="0" y="217678"/>
                  <a:pt x="0" y="140208"/>
                </a:cubicBezTo>
                <a:close/>
              </a:path>
            </a:pathLst>
          </a:custGeom>
          <a:solidFill>
            <a:srgbClr val="5D36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Editable vector"/>
          <p:cNvSpPr/>
          <p:nvPr/>
        </p:nvSpPr>
        <p:spPr>
          <a:xfrm>
            <a:off x="8406638" y="2334514"/>
            <a:ext cx="1735708" cy="2823717"/>
          </a:xfrm>
          <a:custGeom>
            <a:avLst/>
            <a:gdLst/>
            <a:ahLst/>
            <a:cxnLst/>
            <a:rect l="0" t="0" r="r" b="b"/>
            <a:pathLst>
              <a:path w="1735709" h="2823718" fill="none" stroke="1" extrusionOk="0">
                <a:moveTo>
                  <a:pt x="0" y="28702"/>
                </a:moveTo>
                <a:cubicBezTo>
                  <a:pt x="0" y="12827"/>
                  <a:pt x="12954" y="0"/>
                  <a:pt x="28829" y="0"/>
                </a:cubicBezTo>
                <a:lnTo>
                  <a:pt x="1707007" y="0"/>
                </a:lnTo>
                <a:cubicBezTo>
                  <a:pt x="1722882" y="0"/>
                  <a:pt x="1735709" y="12827"/>
                  <a:pt x="1735709" y="28702"/>
                </a:cubicBezTo>
                <a:lnTo>
                  <a:pt x="1735709" y="2795016"/>
                </a:lnTo>
                <a:cubicBezTo>
                  <a:pt x="1735709" y="2810891"/>
                  <a:pt x="1722882" y="2823718"/>
                  <a:pt x="1707007" y="2823718"/>
                </a:cubicBezTo>
                <a:lnTo>
                  <a:pt x="28829" y="2823718"/>
                </a:lnTo>
                <a:cubicBezTo>
                  <a:pt x="12954" y="2823718"/>
                  <a:pt x="0" y="2810891"/>
                  <a:pt x="0" y="2795016"/>
                </a:cubicBezTo>
                <a:lnTo>
                  <a:pt x="0" y="28702"/>
                </a:lnTo>
                <a:close/>
              </a:path>
            </a:pathLst>
          </a:custGeom>
          <a:noFill/>
          <a:ln w="6350" cap="flat">
            <a:solidFill>
              <a:srgbClr val="671EC7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8992" y="4639055"/>
            <a:ext cx="1147571" cy="77723"/>
          </a:xfrm>
          <a:prstGeom prst="rect">
            <a:avLst/>
          </a:prstGeom>
        </p:spPr>
      </p:pic>
      <p:sp>
        <p:nvSpPr>
          <p:cNvPr id="20" name="Editable vector"/>
          <p:cNvSpPr/>
          <p:nvPr/>
        </p:nvSpPr>
        <p:spPr>
          <a:xfrm>
            <a:off x="8738996" y="4650740"/>
            <a:ext cx="1070991" cy="12"/>
          </a:xfrm>
          <a:custGeom>
            <a:avLst/>
            <a:gdLst/>
            <a:ahLst/>
            <a:cxnLst/>
            <a:rect l="0" t="0" r="r" b="b"/>
            <a:pathLst>
              <a:path w="1070991" h="13" fill="none" stroke="1" extrusionOk="0">
                <a:moveTo>
                  <a:pt x="0" y="0"/>
                </a:moveTo>
                <a:lnTo>
                  <a:pt x="1070991" y="0"/>
                </a:lnTo>
              </a:path>
            </a:pathLst>
          </a:custGeom>
          <a:noFill/>
          <a:ln w="3175" cap="flat">
            <a:solidFill>
              <a:srgbClr val="B894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Editable vector"/>
          <p:cNvSpPr/>
          <p:nvPr/>
        </p:nvSpPr>
        <p:spPr>
          <a:xfrm>
            <a:off x="8591042" y="3255771"/>
            <a:ext cx="1367027" cy="353948"/>
          </a:xfrm>
          <a:custGeom>
            <a:avLst/>
            <a:gdLst/>
            <a:ahLst/>
            <a:cxnLst/>
            <a:rect l="0" t="0" r="r" b="b"/>
            <a:pathLst>
              <a:path w="1367027" h="353949" fill="norm" stroke="0" extrusionOk="0">
                <a:moveTo>
                  <a:pt x="0" y="28702"/>
                </a:moveTo>
                <a:cubicBezTo>
                  <a:pt x="0" y="12827"/>
                  <a:pt x="12953" y="0"/>
                  <a:pt x="28828" y="0"/>
                </a:cubicBezTo>
                <a:lnTo>
                  <a:pt x="1338199" y="0"/>
                </a:lnTo>
                <a:cubicBezTo>
                  <a:pt x="1354074" y="0"/>
                  <a:pt x="1367027" y="12827"/>
                  <a:pt x="1367027" y="28702"/>
                </a:cubicBezTo>
                <a:lnTo>
                  <a:pt x="1367027" y="325120"/>
                </a:lnTo>
                <a:cubicBezTo>
                  <a:pt x="1367027" y="340995"/>
                  <a:pt x="1354074" y="353949"/>
                  <a:pt x="1338199" y="353949"/>
                </a:cubicBezTo>
                <a:lnTo>
                  <a:pt x="28828" y="353949"/>
                </a:lnTo>
                <a:cubicBezTo>
                  <a:pt x="12953" y="353949"/>
                  <a:pt x="0" y="340995"/>
                  <a:pt x="0" y="325120"/>
                </a:cubicBezTo>
                <a:lnTo>
                  <a:pt x="0" y="28702"/>
                </a:lnTo>
                <a:close/>
              </a:path>
            </a:pathLst>
          </a:custGeom>
          <a:solidFill>
            <a:srgbClr val="E2D8FF">
              <a:alpha val="54118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Editable vector"/>
          <p:cNvSpPr/>
          <p:nvPr/>
        </p:nvSpPr>
        <p:spPr>
          <a:xfrm>
            <a:off x="4763770" y="2334514"/>
            <a:ext cx="3522472" cy="2823717"/>
          </a:xfrm>
          <a:custGeom>
            <a:avLst/>
            <a:gdLst/>
            <a:ahLst/>
            <a:cxnLst/>
            <a:rect l="0" t="0" r="r" b="b"/>
            <a:pathLst>
              <a:path w="3522472" h="2823718" fill="none" stroke="1" extrusionOk="0">
                <a:moveTo>
                  <a:pt x="0" y="46736"/>
                </a:moveTo>
                <a:cubicBezTo>
                  <a:pt x="0" y="20955"/>
                  <a:pt x="20955" y="0"/>
                  <a:pt x="46863" y="0"/>
                </a:cubicBezTo>
                <a:lnTo>
                  <a:pt x="3475609" y="0"/>
                </a:lnTo>
                <a:cubicBezTo>
                  <a:pt x="3501517" y="0"/>
                  <a:pt x="3522472" y="20955"/>
                  <a:pt x="3522472" y="46736"/>
                </a:cubicBezTo>
                <a:lnTo>
                  <a:pt x="3522472" y="2776982"/>
                </a:lnTo>
                <a:cubicBezTo>
                  <a:pt x="3522472" y="2802763"/>
                  <a:pt x="3501517" y="2823718"/>
                  <a:pt x="3475609" y="2823718"/>
                </a:cubicBezTo>
                <a:lnTo>
                  <a:pt x="46863" y="2823718"/>
                </a:lnTo>
                <a:cubicBezTo>
                  <a:pt x="20955" y="2823718"/>
                  <a:pt x="0" y="2802763"/>
                  <a:pt x="0" y="2776982"/>
                </a:cubicBezTo>
                <a:lnTo>
                  <a:pt x="0" y="46736"/>
                </a:lnTo>
                <a:close/>
              </a:path>
            </a:pathLst>
          </a:custGeom>
          <a:noFill/>
          <a:ln w="6350" cap="flat">
            <a:solidFill>
              <a:srgbClr val="671EC7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1788" y="4639055"/>
            <a:ext cx="1146047" cy="77723"/>
          </a:xfrm>
          <a:prstGeom prst="rect">
            <a:avLst/>
          </a:prstGeom>
        </p:spPr>
      </p:pic>
      <p:sp>
        <p:nvSpPr>
          <p:cNvPr id="28" name="Editable vector"/>
          <p:cNvSpPr/>
          <p:nvPr/>
        </p:nvSpPr>
        <p:spPr>
          <a:xfrm>
            <a:off x="5200903" y="4650740"/>
            <a:ext cx="1070991" cy="12"/>
          </a:xfrm>
          <a:custGeom>
            <a:avLst/>
            <a:gdLst/>
            <a:ahLst/>
            <a:cxnLst/>
            <a:rect l="0" t="0" r="r" b="b"/>
            <a:pathLst>
              <a:path w="1070991" h="13" fill="none" stroke="1" extrusionOk="0">
                <a:moveTo>
                  <a:pt x="0" y="0"/>
                </a:moveTo>
                <a:lnTo>
                  <a:pt x="1070991" y="0"/>
                </a:lnTo>
              </a:path>
            </a:pathLst>
          </a:custGeom>
          <a:noFill/>
          <a:ln w="3175" cap="flat">
            <a:solidFill>
              <a:srgbClr val="B894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7196" y="2763049"/>
            <a:ext cx="1473708" cy="409918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0764" y="2778213"/>
            <a:ext cx="768121" cy="422186"/>
          </a:xfrm>
          <a:prstGeom prst="rect">
            <a:avLst/>
          </a:prstGeom>
        </p:spPr>
      </p:pic>
      <p:sp>
        <p:nvSpPr>
          <p:cNvPr id="31" name="Editable vector"/>
          <p:cNvSpPr/>
          <p:nvPr/>
        </p:nvSpPr>
        <p:spPr>
          <a:xfrm>
            <a:off x="5050535" y="2817114"/>
            <a:ext cx="1371727" cy="306958"/>
          </a:xfrm>
          <a:custGeom>
            <a:avLst/>
            <a:gdLst/>
            <a:ahLst/>
            <a:cxnLst/>
            <a:rect l="0" t="0" r="r" b="b"/>
            <a:pathLst>
              <a:path w="1371727" h="306959" fill="norm" stroke="0" extrusionOk="0">
                <a:moveTo>
                  <a:pt x="0" y="51181"/>
                </a:moveTo>
                <a:cubicBezTo>
                  <a:pt x="0" y="22860"/>
                  <a:pt x="22860" y="0"/>
                  <a:pt x="51181" y="0"/>
                </a:cubicBezTo>
                <a:lnTo>
                  <a:pt x="1320546" y="0"/>
                </a:lnTo>
                <a:cubicBezTo>
                  <a:pt x="1348867" y="0"/>
                  <a:pt x="1371727" y="22860"/>
                  <a:pt x="1371727" y="51181"/>
                </a:cubicBezTo>
                <a:lnTo>
                  <a:pt x="1371727" y="255778"/>
                </a:lnTo>
                <a:cubicBezTo>
                  <a:pt x="1371727" y="284099"/>
                  <a:pt x="1348867" y="306959"/>
                  <a:pt x="1320546" y="306959"/>
                </a:cubicBezTo>
                <a:lnTo>
                  <a:pt x="51181" y="306959"/>
                </a:lnTo>
                <a:cubicBezTo>
                  <a:pt x="22860" y="306959"/>
                  <a:pt x="0" y="284099"/>
                  <a:pt x="0" y="255778"/>
                </a:cubicBezTo>
                <a:lnTo>
                  <a:pt x="0" y="51181"/>
                </a:lnTo>
                <a:close/>
              </a:path>
            </a:pathLst>
          </a:custGeom>
          <a:solidFill>
            <a:srgbClr val="5D36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0652" y="4639055"/>
            <a:ext cx="1147571" cy="77723"/>
          </a:xfrm>
          <a:prstGeom prst="rect">
            <a:avLst/>
          </a:prstGeom>
        </p:spPr>
      </p:pic>
      <p:sp>
        <p:nvSpPr>
          <p:cNvPr id="36" name="Editable vector"/>
          <p:cNvSpPr/>
          <p:nvPr/>
        </p:nvSpPr>
        <p:spPr>
          <a:xfrm>
            <a:off x="6780530" y="4650740"/>
            <a:ext cx="1070990" cy="12"/>
          </a:xfrm>
          <a:custGeom>
            <a:avLst/>
            <a:gdLst/>
            <a:ahLst/>
            <a:cxnLst/>
            <a:rect l="0" t="0" r="r" b="b"/>
            <a:pathLst>
              <a:path w="1070990" h="13" fill="none" stroke="1" extrusionOk="0">
                <a:moveTo>
                  <a:pt x="0" y="0"/>
                </a:moveTo>
                <a:lnTo>
                  <a:pt x="1070990" y="0"/>
                </a:lnTo>
              </a:path>
            </a:pathLst>
          </a:custGeom>
          <a:noFill/>
          <a:ln w="3175" cap="flat">
            <a:solidFill>
              <a:srgbClr val="B894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9107" y="2763049"/>
            <a:ext cx="1469135" cy="409918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93992" y="2778213"/>
            <a:ext cx="1037844" cy="422186"/>
          </a:xfrm>
          <a:prstGeom prst="rect">
            <a:avLst/>
          </a:prstGeom>
        </p:spPr>
      </p:pic>
      <p:sp>
        <p:nvSpPr>
          <p:cNvPr id="39" name="Editable vector"/>
          <p:cNvSpPr/>
          <p:nvPr/>
        </p:nvSpPr>
        <p:spPr>
          <a:xfrm>
            <a:off x="6632575" y="2817114"/>
            <a:ext cx="1366901" cy="306958"/>
          </a:xfrm>
          <a:custGeom>
            <a:avLst/>
            <a:gdLst/>
            <a:ahLst/>
            <a:cxnLst/>
            <a:rect l="0" t="0" r="r" b="b"/>
            <a:pathLst>
              <a:path w="1366901" h="306959" fill="norm" stroke="0" extrusionOk="0">
                <a:moveTo>
                  <a:pt x="0" y="51181"/>
                </a:moveTo>
                <a:cubicBezTo>
                  <a:pt x="0" y="22860"/>
                  <a:pt x="22860" y="0"/>
                  <a:pt x="51181" y="0"/>
                </a:cubicBezTo>
                <a:lnTo>
                  <a:pt x="1315847" y="0"/>
                </a:lnTo>
                <a:cubicBezTo>
                  <a:pt x="1344041" y="0"/>
                  <a:pt x="1366901" y="22860"/>
                  <a:pt x="1366901" y="51181"/>
                </a:cubicBezTo>
                <a:lnTo>
                  <a:pt x="1366901" y="255778"/>
                </a:lnTo>
                <a:cubicBezTo>
                  <a:pt x="1366901" y="284099"/>
                  <a:pt x="1344041" y="306959"/>
                  <a:pt x="1315847" y="306959"/>
                </a:cubicBezTo>
                <a:lnTo>
                  <a:pt x="51181" y="306959"/>
                </a:lnTo>
                <a:cubicBezTo>
                  <a:pt x="22860" y="306959"/>
                  <a:pt x="0" y="284099"/>
                  <a:pt x="0" y="255778"/>
                </a:cubicBezTo>
                <a:lnTo>
                  <a:pt x="0" y="51181"/>
                </a:lnTo>
                <a:close/>
              </a:path>
            </a:pathLst>
          </a:custGeom>
          <a:solidFill>
            <a:srgbClr val="5D36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Editable vector"/>
          <p:cNvSpPr/>
          <p:nvPr/>
        </p:nvSpPr>
        <p:spPr>
          <a:xfrm>
            <a:off x="6632575" y="3232530"/>
            <a:ext cx="1366901" cy="353948"/>
          </a:xfrm>
          <a:custGeom>
            <a:avLst/>
            <a:gdLst/>
            <a:ahLst/>
            <a:cxnLst/>
            <a:rect l="0" t="0" r="r" b="b"/>
            <a:pathLst>
              <a:path w="1366901" h="353949" fill="norm" stroke="0" extrusionOk="0">
                <a:moveTo>
                  <a:pt x="0" y="27051"/>
                </a:moveTo>
                <a:cubicBezTo>
                  <a:pt x="0" y="12065"/>
                  <a:pt x="12192" y="0"/>
                  <a:pt x="27178" y="0"/>
                </a:cubicBezTo>
                <a:lnTo>
                  <a:pt x="1339850" y="0"/>
                </a:lnTo>
                <a:cubicBezTo>
                  <a:pt x="1354836" y="0"/>
                  <a:pt x="1366901" y="12065"/>
                  <a:pt x="1366901" y="27051"/>
                </a:cubicBezTo>
                <a:lnTo>
                  <a:pt x="1366901" y="326898"/>
                </a:lnTo>
                <a:cubicBezTo>
                  <a:pt x="1366901" y="341884"/>
                  <a:pt x="1354836" y="353949"/>
                  <a:pt x="1339850" y="353949"/>
                </a:cubicBezTo>
                <a:lnTo>
                  <a:pt x="27178" y="353949"/>
                </a:lnTo>
                <a:cubicBezTo>
                  <a:pt x="12192" y="353949"/>
                  <a:pt x="0" y="341884"/>
                  <a:pt x="0" y="326898"/>
                </a:cubicBezTo>
                <a:lnTo>
                  <a:pt x="0" y="27051"/>
                </a:lnTo>
                <a:close/>
              </a:path>
            </a:pathLst>
          </a:custGeom>
          <a:solidFill>
            <a:srgbClr val="E2D8FF">
              <a:alpha val="54118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Editable vector"/>
          <p:cNvSpPr/>
          <p:nvPr/>
        </p:nvSpPr>
        <p:spPr>
          <a:xfrm>
            <a:off x="6637528" y="3681476"/>
            <a:ext cx="1356994" cy="354076"/>
          </a:xfrm>
          <a:custGeom>
            <a:avLst/>
            <a:gdLst/>
            <a:ahLst/>
            <a:cxnLst/>
            <a:rect l="0" t="0" r="r" b="b"/>
            <a:pathLst>
              <a:path w="1356995" h="354076" fill="norm" stroke="0" extrusionOk="0">
                <a:moveTo>
                  <a:pt x="0" y="27178"/>
                </a:moveTo>
                <a:cubicBezTo>
                  <a:pt x="0" y="12192"/>
                  <a:pt x="12192" y="0"/>
                  <a:pt x="27178" y="0"/>
                </a:cubicBezTo>
                <a:lnTo>
                  <a:pt x="1329817" y="0"/>
                </a:lnTo>
                <a:cubicBezTo>
                  <a:pt x="1344803" y="0"/>
                  <a:pt x="1356995" y="12192"/>
                  <a:pt x="1356995" y="27178"/>
                </a:cubicBezTo>
                <a:lnTo>
                  <a:pt x="1356995" y="326898"/>
                </a:lnTo>
                <a:cubicBezTo>
                  <a:pt x="1356995" y="341884"/>
                  <a:pt x="1344803" y="354076"/>
                  <a:pt x="1329817" y="354076"/>
                </a:cubicBezTo>
                <a:lnTo>
                  <a:pt x="27178" y="354076"/>
                </a:lnTo>
                <a:cubicBezTo>
                  <a:pt x="12192" y="354076"/>
                  <a:pt x="0" y="341884"/>
                  <a:pt x="0" y="326898"/>
                </a:cubicBezTo>
                <a:lnTo>
                  <a:pt x="0" y="27178"/>
                </a:lnTo>
                <a:close/>
              </a:path>
            </a:pathLst>
          </a:custGeom>
          <a:solidFill>
            <a:srgbClr val="E2D8FF">
              <a:alpha val="54118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Editable vector"/>
          <p:cNvSpPr/>
          <p:nvPr/>
        </p:nvSpPr>
        <p:spPr>
          <a:xfrm>
            <a:off x="5503036" y="3276219"/>
            <a:ext cx="466852" cy="474090"/>
          </a:xfrm>
          <a:custGeom>
            <a:avLst/>
            <a:gdLst/>
            <a:ahLst/>
            <a:cxnLst/>
            <a:rect l="0" t="0" r="r" b="b"/>
            <a:pathLst>
              <a:path w="466852" h="474091" fill="norm" stroke="0" extrusionOk="0">
                <a:moveTo>
                  <a:pt x="0" y="396240"/>
                </a:moveTo>
                <a:cubicBezTo>
                  <a:pt x="0" y="439166"/>
                  <a:pt x="34798" y="474091"/>
                  <a:pt x="77724" y="474091"/>
                </a:cubicBezTo>
                <a:lnTo>
                  <a:pt x="389001" y="474091"/>
                </a:lnTo>
                <a:cubicBezTo>
                  <a:pt x="431927" y="474091"/>
                  <a:pt x="466852" y="439166"/>
                  <a:pt x="466852" y="396240"/>
                </a:cubicBezTo>
                <a:lnTo>
                  <a:pt x="466852" y="77724"/>
                </a:lnTo>
                <a:cubicBezTo>
                  <a:pt x="466852" y="34798"/>
                  <a:pt x="431927" y="0"/>
                  <a:pt x="389001" y="0"/>
                </a:cubicBezTo>
                <a:lnTo>
                  <a:pt x="77724" y="0"/>
                </a:lnTo>
                <a:cubicBezTo>
                  <a:pt x="34798" y="0"/>
                  <a:pt x="0" y="34798"/>
                  <a:pt x="0" y="77724"/>
                </a:cubicBezTo>
                <a:lnTo>
                  <a:pt x="0" y="396240"/>
                </a:lnTo>
                <a:close/>
              </a:path>
            </a:pathLst>
          </a:custGeom>
          <a:solidFill>
            <a:srgbClr val="E2D8FF">
              <a:alpha val="54118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Editable vector"/>
          <p:cNvSpPr/>
          <p:nvPr/>
        </p:nvSpPr>
        <p:spPr>
          <a:xfrm>
            <a:off x="1915541" y="1895475"/>
            <a:ext cx="2620899" cy="3970629"/>
          </a:xfrm>
          <a:custGeom>
            <a:avLst/>
            <a:gdLst/>
            <a:ahLst/>
            <a:cxnLst/>
            <a:rect l="0" t="0" r="r" b="b"/>
            <a:pathLst>
              <a:path w="2620899" h="3970630" fill="norm" stroke="0" extrusionOk="0">
                <a:moveTo>
                  <a:pt x="40894" y="3970630"/>
                </a:moveTo>
                <a:lnTo>
                  <a:pt x="2580132" y="3970630"/>
                </a:lnTo>
                <a:cubicBezTo>
                  <a:pt x="2602738" y="3970630"/>
                  <a:pt x="2620899" y="3952342"/>
                  <a:pt x="2620899" y="3929799"/>
                </a:cubicBezTo>
                <a:lnTo>
                  <a:pt x="2620899" y="0"/>
                </a:lnTo>
                <a:lnTo>
                  <a:pt x="0" y="0"/>
                </a:lnTo>
                <a:lnTo>
                  <a:pt x="0" y="3929799"/>
                </a:lnTo>
                <a:cubicBezTo>
                  <a:pt x="0" y="3952342"/>
                  <a:pt x="18288" y="3970630"/>
                  <a:pt x="40894" y="3970630"/>
                </a:cubicBezTo>
                <a:close/>
              </a:path>
            </a:pathLst>
          </a:custGeom>
          <a:solidFill>
            <a:srgbClr val="D1EFFF">
              <a:alpha val="50196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Editable vector"/>
          <p:cNvSpPr/>
          <p:nvPr/>
        </p:nvSpPr>
        <p:spPr>
          <a:xfrm>
            <a:off x="1915541" y="1718817"/>
            <a:ext cx="2620899" cy="353314"/>
          </a:xfrm>
          <a:custGeom>
            <a:avLst/>
            <a:gdLst/>
            <a:ahLst/>
            <a:cxnLst/>
            <a:rect l="0" t="0" r="r" b="b"/>
            <a:pathLst>
              <a:path w="2620899" h="353314" fill="norm" stroke="0" extrusionOk="0">
                <a:moveTo>
                  <a:pt x="29464" y="0"/>
                </a:moveTo>
                <a:lnTo>
                  <a:pt x="2591435" y="0"/>
                </a:lnTo>
                <a:cubicBezTo>
                  <a:pt x="2607818" y="0"/>
                  <a:pt x="2620899" y="13208"/>
                  <a:pt x="2620899" y="29464"/>
                </a:cubicBezTo>
                <a:lnTo>
                  <a:pt x="2620899" y="353314"/>
                </a:lnTo>
                <a:lnTo>
                  <a:pt x="0" y="353314"/>
                </a:lnTo>
                <a:lnTo>
                  <a:pt x="0" y="29464"/>
                </a:lnTo>
                <a:cubicBezTo>
                  <a:pt x="0" y="13208"/>
                  <a:pt x="13208" y="0"/>
                  <a:pt x="29464" y="0"/>
                </a:cubicBez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13788" y="4639055"/>
            <a:ext cx="2221992" cy="77723"/>
          </a:xfrm>
          <a:prstGeom prst="rect">
            <a:avLst/>
          </a:prstGeom>
        </p:spPr>
      </p:pic>
      <p:sp>
        <p:nvSpPr>
          <p:cNvPr id="60" name="Editable vector"/>
          <p:cNvSpPr/>
          <p:nvPr/>
        </p:nvSpPr>
        <p:spPr>
          <a:xfrm>
            <a:off x="2153030" y="4650740"/>
            <a:ext cx="2146808" cy="12"/>
          </a:xfrm>
          <a:custGeom>
            <a:avLst/>
            <a:gdLst/>
            <a:ahLst/>
            <a:cxnLst/>
            <a:rect l="0" t="0" r="r" b="b"/>
            <a:pathLst>
              <a:path w="2146808" h="13" fill="none" stroke="1" extrusionOk="0">
                <a:moveTo>
                  <a:pt x="0" y="0"/>
                </a:moveTo>
                <a:lnTo>
                  <a:pt x="2146808" y="0"/>
                </a:lnTo>
              </a:path>
            </a:pathLst>
          </a:custGeom>
          <a:noFill/>
          <a:ln w="3175" cap="flat">
            <a:solidFill>
              <a:srgbClr val="1B90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61260" y="5292852"/>
            <a:ext cx="1563624" cy="384098"/>
          </a:xfrm>
          <a:prstGeom prst="rect">
            <a:avLst/>
          </a:prstGeom>
        </p:spPr>
      </p:pic>
      <p:sp>
        <p:nvSpPr>
          <p:cNvPr id="62" name="Editable vector"/>
          <p:cNvSpPr/>
          <p:nvPr/>
        </p:nvSpPr>
        <p:spPr>
          <a:xfrm>
            <a:off x="2513964" y="5346953"/>
            <a:ext cx="1462658" cy="280517"/>
          </a:xfrm>
          <a:custGeom>
            <a:avLst/>
            <a:gdLst/>
            <a:ahLst/>
            <a:cxnLst/>
            <a:rect l="0" t="0" r="r" b="b"/>
            <a:pathLst>
              <a:path w="1462659" h="280518" fill="norm" stroke="0" extrusionOk="0">
                <a:moveTo>
                  <a:pt x="0" y="140208"/>
                </a:moveTo>
                <a:cubicBezTo>
                  <a:pt x="0" y="62738"/>
                  <a:pt x="62865" y="0"/>
                  <a:pt x="140335" y="0"/>
                </a:cubicBezTo>
                <a:lnTo>
                  <a:pt x="1322451" y="0"/>
                </a:lnTo>
                <a:cubicBezTo>
                  <a:pt x="1399794" y="0"/>
                  <a:pt x="1462659" y="62738"/>
                  <a:pt x="1462659" y="140208"/>
                </a:cubicBezTo>
                <a:cubicBezTo>
                  <a:pt x="1462659" y="217678"/>
                  <a:pt x="1399794" y="280518"/>
                  <a:pt x="1322451" y="280518"/>
                </a:cubicBezTo>
                <a:lnTo>
                  <a:pt x="140335" y="280518"/>
                </a:lnTo>
                <a:cubicBezTo>
                  <a:pt x="62865" y="280518"/>
                  <a:pt x="0" y="217678"/>
                  <a:pt x="0" y="140208"/>
                </a:cubicBez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13788" y="3368040"/>
            <a:ext cx="2225040" cy="77723"/>
          </a:xfrm>
          <a:prstGeom prst="rect">
            <a:avLst/>
          </a:prstGeom>
        </p:spPr>
      </p:pic>
      <p:sp>
        <p:nvSpPr>
          <p:cNvPr id="65" name="Editable vector"/>
          <p:cNvSpPr/>
          <p:nvPr/>
        </p:nvSpPr>
        <p:spPr>
          <a:xfrm>
            <a:off x="2153030" y="3379851"/>
            <a:ext cx="2149855" cy="12"/>
          </a:xfrm>
          <a:custGeom>
            <a:avLst/>
            <a:gdLst/>
            <a:ahLst/>
            <a:cxnLst/>
            <a:rect l="0" t="0" r="r" b="b"/>
            <a:pathLst>
              <a:path w="2149856" h="13" fill="none" stroke="1" extrusionOk="0">
                <a:moveTo>
                  <a:pt x="0" y="0"/>
                </a:moveTo>
                <a:lnTo>
                  <a:pt x="2149856" y="0"/>
                </a:lnTo>
              </a:path>
            </a:pathLst>
          </a:custGeom>
          <a:noFill/>
          <a:ln w="3175" cap="flat">
            <a:solidFill>
              <a:srgbClr val="1B90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Editable vector"/>
          <p:cNvSpPr/>
          <p:nvPr/>
        </p:nvSpPr>
        <p:spPr>
          <a:xfrm>
            <a:off x="2153030" y="2821432"/>
            <a:ext cx="466851" cy="474090"/>
          </a:xfrm>
          <a:custGeom>
            <a:avLst/>
            <a:gdLst/>
            <a:ahLst/>
            <a:cxnLst/>
            <a:rect l="0" t="0" r="r" b="b"/>
            <a:pathLst>
              <a:path w="466852" h="474091" fill="norm" stroke="0" extrusionOk="0">
                <a:moveTo>
                  <a:pt x="0" y="396240"/>
                </a:moveTo>
                <a:cubicBezTo>
                  <a:pt x="0" y="439293"/>
                  <a:pt x="34798" y="474091"/>
                  <a:pt x="77851" y="474091"/>
                </a:cubicBezTo>
                <a:lnTo>
                  <a:pt x="389001" y="474091"/>
                </a:lnTo>
                <a:cubicBezTo>
                  <a:pt x="432054" y="474091"/>
                  <a:pt x="466852" y="439293"/>
                  <a:pt x="466852" y="396240"/>
                </a:cubicBezTo>
                <a:lnTo>
                  <a:pt x="466852" y="77851"/>
                </a:lnTo>
                <a:cubicBezTo>
                  <a:pt x="466852" y="34798"/>
                  <a:pt x="432054" y="0"/>
                  <a:pt x="389001" y="0"/>
                </a:cubicBezTo>
                <a:lnTo>
                  <a:pt x="77851" y="0"/>
                </a:lnTo>
                <a:cubicBezTo>
                  <a:pt x="34798" y="0"/>
                  <a:pt x="0" y="34798"/>
                  <a:pt x="0" y="77851"/>
                </a:cubicBezTo>
                <a:lnTo>
                  <a:pt x="0" y="396240"/>
                </a:lnTo>
                <a:close/>
              </a:path>
            </a:pathLst>
          </a:custGeom>
          <a:solidFill>
            <a:srgbClr val="A3DFFF">
              <a:alpha val="54118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Editable vector"/>
          <p:cNvSpPr/>
          <p:nvPr/>
        </p:nvSpPr>
        <p:spPr>
          <a:xfrm>
            <a:off x="2153030" y="4068953"/>
            <a:ext cx="466851" cy="474090"/>
          </a:xfrm>
          <a:custGeom>
            <a:avLst/>
            <a:gdLst/>
            <a:ahLst/>
            <a:cxnLst/>
            <a:rect l="0" t="0" r="r" b="b"/>
            <a:pathLst>
              <a:path w="466852" h="474091" fill="norm" stroke="0" extrusionOk="0">
                <a:moveTo>
                  <a:pt x="0" y="396367"/>
                </a:moveTo>
                <a:cubicBezTo>
                  <a:pt x="0" y="439293"/>
                  <a:pt x="34798" y="474091"/>
                  <a:pt x="77851" y="474091"/>
                </a:cubicBezTo>
                <a:lnTo>
                  <a:pt x="389001" y="474091"/>
                </a:lnTo>
                <a:cubicBezTo>
                  <a:pt x="432054" y="474091"/>
                  <a:pt x="466852" y="439293"/>
                  <a:pt x="466852" y="396367"/>
                </a:cubicBezTo>
                <a:lnTo>
                  <a:pt x="466852" y="77851"/>
                </a:lnTo>
                <a:cubicBezTo>
                  <a:pt x="466852" y="34798"/>
                  <a:pt x="432054" y="0"/>
                  <a:pt x="389001" y="0"/>
                </a:cubicBezTo>
                <a:lnTo>
                  <a:pt x="77851" y="0"/>
                </a:lnTo>
                <a:cubicBezTo>
                  <a:pt x="34798" y="0"/>
                  <a:pt x="0" y="34798"/>
                  <a:pt x="0" y="77851"/>
                </a:cubicBezTo>
                <a:lnTo>
                  <a:pt x="0" y="396367"/>
                </a:lnTo>
                <a:close/>
              </a:path>
            </a:pathLst>
          </a:custGeom>
          <a:solidFill>
            <a:srgbClr val="A3DFFF">
              <a:alpha val="54118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Editable vector"/>
          <p:cNvSpPr/>
          <p:nvPr/>
        </p:nvSpPr>
        <p:spPr>
          <a:xfrm>
            <a:off x="2289301" y="2937357"/>
            <a:ext cx="132207" cy="145186"/>
          </a:xfrm>
          <a:custGeom>
            <a:avLst/>
            <a:gdLst/>
            <a:ahLst/>
            <a:cxnLst/>
            <a:rect l="0" t="0" r="r" b="b"/>
            <a:pathLst>
              <a:path w="132207" h="145186" fill="norm" stroke="0" extrusionOk="0">
                <a:moveTo>
                  <a:pt x="0" y="0"/>
                </a:moveTo>
                <a:lnTo>
                  <a:pt x="132207" y="0"/>
                </a:lnTo>
                <a:lnTo>
                  <a:pt x="132207" y="145186"/>
                </a:lnTo>
                <a:lnTo>
                  <a:pt x="0" y="145186"/>
                </a:lnTo>
                <a:close/>
              </a:path>
            </a:pathLst>
          </a:custGeom>
          <a:solidFill>
            <a:srgbClr val="B4E2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Editable vector"/>
          <p:cNvSpPr/>
          <p:nvPr/>
        </p:nvSpPr>
        <p:spPr>
          <a:xfrm>
            <a:off x="2235454" y="2905886"/>
            <a:ext cx="297688" cy="303529"/>
          </a:xfrm>
          <a:custGeom>
            <a:avLst/>
            <a:gdLst/>
            <a:ahLst/>
            <a:cxnLst/>
            <a:rect l="0" t="0" r="r" b="b"/>
            <a:pathLst>
              <a:path w="297688" h="303530" fill="norm" stroke="0" extrusionOk="0">
                <a:moveTo>
                  <a:pt x="294259" y="90043"/>
                </a:moveTo>
                <a:lnTo>
                  <a:pt x="238760" y="6604"/>
                </a:lnTo>
                <a:cubicBezTo>
                  <a:pt x="235966" y="2413"/>
                  <a:pt x="231394" y="0"/>
                  <a:pt x="226568" y="0"/>
                </a:cubicBezTo>
                <a:lnTo>
                  <a:pt x="78613" y="0"/>
                </a:lnTo>
                <a:cubicBezTo>
                  <a:pt x="74041" y="0"/>
                  <a:pt x="69723" y="2159"/>
                  <a:pt x="66929" y="5842"/>
                </a:cubicBezTo>
                <a:lnTo>
                  <a:pt x="4064" y="89408"/>
                </a:lnTo>
                <a:cubicBezTo>
                  <a:pt x="127" y="94742"/>
                  <a:pt x="0" y="101981"/>
                  <a:pt x="3810" y="107442"/>
                </a:cubicBezTo>
                <a:lnTo>
                  <a:pt x="136906" y="297307"/>
                </a:lnTo>
                <a:cubicBezTo>
                  <a:pt x="139700" y="301244"/>
                  <a:pt x="144145" y="303530"/>
                  <a:pt x="148844" y="303530"/>
                </a:cubicBezTo>
                <a:cubicBezTo>
                  <a:pt x="153670" y="303530"/>
                  <a:pt x="158115" y="301244"/>
                  <a:pt x="160909" y="297307"/>
                </a:cubicBezTo>
                <a:lnTo>
                  <a:pt x="294005" y="107442"/>
                </a:lnTo>
                <a:cubicBezTo>
                  <a:pt x="297688" y="102362"/>
                  <a:pt x="297688" y="95377"/>
                  <a:pt x="294259" y="90043"/>
                </a:cubicBezTo>
                <a:close/>
                <a:moveTo>
                  <a:pt x="218567" y="110617"/>
                </a:moveTo>
                <a:cubicBezTo>
                  <a:pt x="198501" y="117602"/>
                  <a:pt x="189484" y="126746"/>
                  <a:pt x="182753" y="147320"/>
                </a:cubicBezTo>
                <a:cubicBezTo>
                  <a:pt x="180721" y="153289"/>
                  <a:pt x="172466" y="153289"/>
                  <a:pt x="170561" y="147320"/>
                </a:cubicBezTo>
                <a:cubicBezTo>
                  <a:pt x="163703" y="126746"/>
                  <a:pt x="154813" y="117602"/>
                  <a:pt x="134747" y="110617"/>
                </a:cubicBezTo>
                <a:cubicBezTo>
                  <a:pt x="129032" y="108585"/>
                  <a:pt x="129032" y="100076"/>
                  <a:pt x="134747" y="98044"/>
                </a:cubicBezTo>
                <a:cubicBezTo>
                  <a:pt x="154813" y="91059"/>
                  <a:pt x="163703" y="81915"/>
                  <a:pt x="170561" y="61341"/>
                </a:cubicBezTo>
                <a:cubicBezTo>
                  <a:pt x="172466" y="55372"/>
                  <a:pt x="180721" y="55372"/>
                  <a:pt x="182753" y="61341"/>
                </a:cubicBezTo>
                <a:cubicBezTo>
                  <a:pt x="189484" y="81915"/>
                  <a:pt x="198374" y="91059"/>
                  <a:pt x="218567" y="98044"/>
                </a:cubicBezTo>
                <a:cubicBezTo>
                  <a:pt x="224282" y="100076"/>
                  <a:pt x="224282" y="108585"/>
                  <a:pt x="218567" y="110617"/>
                </a:cubicBez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Editable vector"/>
          <p:cNvSpPr/>
          <p:nvPr/>
        </p:nvSpPr>
        <p:spPr>
          <a:xfrm>
            <a:off x="2230820" y="4148038"/>
            <a:ext cx="310153" cy="318353"/>
          </a:xfrm>
          <a:custGeom>
            <a:avLst/>
            <a:gdLst/>
            <a:ahLst/>
            <a:cxnLst/>
            <a:rect l="0" t="0" r="r" b="b"/>
            <a:pathLst>
              <a:path w="310154" h="318354" fill="norm" stroke="0" extrusionOk="0">
                <a:moveTo>
                  <a:pt x="302951" y="68343"/>
                </a:moveTo>
                <a:cubicBezTo>
                  <a:pt x="278139" y="76968"/>
                  <a:pt x="267097" y="88296"/>
                  <a:pt x="258726" y="113748"/>
                </a:cubicBezTo>
                <a:cubicBezTo>
                  <a:pt x="256285" y="121136"/>
                  <a:pt x="246077" y="121136"/>
                  <a:pt x="243635" y="113748"/>
                </a:cubicBezTo>
                <a:cubicBezTo>
                  <a:pt x="235233" y="88263"/>
                  <a:pt x="224199" y="76936"/>
                  <a:pt x="199403" y="68343"/>
                </a:cubicBezTo>
                <a:cubicBezTo>
                  <a:pt x="192206" y="65836"/>
                  <a:pt x="192206" y="55256"/>
                  <a:pt x="199403" y="52783"/>
                </a:cubicBezTo>
                <a:cubicBezTo>
                  <a:pt x="224231" y="44147"/>
                  <a:pt x="235265" y="32838"/>
                  <a:pt x="243635" y="7367"/>
                </a:cubicBezTo>
                <a:cubicBezTo>
                  <a:pt x="246077" y="0"/>
                  <a:pt x="256285" y="0"/>
                  <a:pt x="258726" y="7367"/>
                </a:cubicBezTo>
                <a:cubicBezTo>
                  <a:pt x="267123" y="32865"/>
                  <a:pt x="278165" y="44201"/>
                  <a:pt x="302951" y="52783"/>
                </a:cubicBezTo>
                <a:cubicBezTo>
                  <a:pt x="310154" y="55289"/>
                  <a:pt x="310154" y="65869"/>
                  <a:pt x="302951" y="68343"/>
                </a:cubicBezTo>
                <a:close/>
                <a:moveTo>
                  <a:pt x="202957" y="193135"/>
                </a:moveTo>
                <a:cubicBezTo>
                  <a:pt x="157487" y="177383"/>
                  <a:pt x="137291" y="156617"/>
                  <a:pt x="121911" y="109972"/>
                </a:cubicBezTo>
                <a:cubicBezTo>
                  <a:pt x="117441" y="96432"/>
                  <a:pt x="98736" y="96432"/>
                  <a:pt x="94263" y="109972"/>
                </a:cubicBezTo>
                <a:cubicBezTo>
                  <a:pt x="78886" y="156617"/>
                  <a:pt x="58690" y="177383"/>
                  <a:pt x="13222" y="193135"/>
                </a:cubicBezTo>
                <a:cubicBezTo>
                  <a:pt x="0" y="197727"/>
                  <a:pt x="0" y="217093"/>
                  <a:pt x="13222" y="221648"/>
                </a:cubicBezTo>
                <a:cubicBezTo>
                  <a:pt x="58690" y="237405"/>
                  <a:pt x="78886" y="258170"/>
                  <a:pt x="94264" y="304813"/>
                </a:cubicBezTo>
                <a:cubicBezTo>
                  <a:pt x="98736" y="318353"/>
                  <a:pt x="117442" y="318354"/>
                  <a:pt x="121912" y="304813"/>
                </a:cubicBezTo>
                <a:cubicBezTo>
                  <a:pt x="137291" y="258170"/>
                  <a:pt x="157487" y="237405"/>
                  <a:pt x="202957" y="221648"/>
                </a:cubicBezTo>
                <a:cubicBezTo>
                  <a:pt x="216178" y="217060"/>
                  <a:pt x="216178" y="197694"/>
                  <a:pt x="202957" y="193135"/>
                </a:cubicBez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Editable vector"/>
          <p:cNvSpPr/>
          <p:nvPr/>
        </p:nvSpPr>
        <p:spPr>
          <a:xfrm>
            <a:off x="5575597" y="3352007"/>
            <a:ext cx="322602" cy="146445"/>
          </a:xfrm>
          <a:custGeom>
            <a:avLst/>
            <a:gdLst/>
            <a:ahLst/>
            <a:cxnLst/>
            <a:rect l="0" t="0" r="r" b="b"/>
            <a:pathLst>
              <a:path w="322602" h="146445" fill="norm" stroke="0" extrusionOk="0">
                <a:moveTo>
                  <a:pt x="319921" y="105210"/>
                </a:moveTo>
                <a:cubicBezTo>
                  <a:pt x="317255" y="98354"/>
                  <a:pt x="309863" y="94585"/>
                  <a:pt x="302843" y="97324"/>
                </a:cubicBezTo>
                <a:lnTo>
                  <a:pt x="300828" y="98005"/>
                </a:lnTo>
                <a:cubicBezTo>
                  <a:pt x="288755" y="102455"/>
                  <a:pt x="276667" y="106240"/>
                  <a:pt x="263928" y="108631"/>
                </a:cubicBezTo>
                <a:lnTo>
                  <a:pt x="246478" y="43183"/>
                </a:lnTo>
                <a:cubicBezTo>
                  <a:pt x="239783" y="17831"/>
                  <a:pt x="216986" y="0"/>
                  <a:pt x="191166" y="0"/>
                </a:cubicBezTo>
                <a:lnTo>
                  <a:pt x="131460" y="0"/>
                </a:lnTo>
                <a:cubicBezTo>
                  <a:pt x="105644" y="0"/>
                  <a:pt x="83158" y="17831"/>
                  <a:pt x="76109" y="43183"/>
                </a:cubicBezTo>
                <a:lnTo>
                  <a:pt x="58682" y="108631"/>
                </a:lnTo>
                <a:cubicBezTo>
                  <a:pt x="46276" y="106239"/>
                  <a:pt x="33870" y="102787"/>
                  <a:pt x="21799" y="98005"/>
                </a:cubicBezTo>
                <a:lnTo>
                  <a:pt x="19790" y="97324"/>
                </a:lnTo>
                <a:cubicBezTo>
                  <a:pt x="13076" y="94585"/>
                  <a:pt x="5357" y="98369"/>
                  <a:pt x="2679" y="105210"/>
                </a:cubicBezTo>
                <a:cubicBezTo>
                  <a:pt x="0" y="112067"/>
                  <a:pt x="2846" y="126936"/>
                  <a:pt x="9542" y="129660"/>
                </a:cubicBezTo>
                <a:lnTo>
                  <a:pt x="11550" y="130357"/>
                </a:lnTo>
                <a:cubicBezTo>
                  <a:pt x="39393" y="140982"/>
                  <a:pt x="68575" y="146445"/>
                  <a:pt x="98075" y="146445"/>
                </a:cubicBezTo>
                <a:lnTo>
                  <a:pt x="200372" y="145448"/>
                </a:lnTo>
                <a:cubicBezTo>
                  <a:pt x="202263" y="142740"/>
                  <a:pt x="203906" y="139193"/>
                  <a:pt x="205486" y="134379"/>
                </a:cubicBezTo>
                <a:lnTo>
                  <a:pt x="206013" y="133017"/>
                </a:lnTo>
                <a:cubicBezTo>
                  <a:pt x="208710" y="126493"/>
                  <a:pt x="214537" y="122154"/>
                  <a:pt x="221495" y="121584"/>
                </a:cubicBezTo>
                <a:cubicBezTo>
                  <a:pt x="228872" y="120998"/>
                  <a:pt x="235846" y="124846"/>
                  <a:pt x="239287" y="131418"/>
                </a:cubicBezTo>
                <a:lnTo>
                  <a:pt x="239519" y="131925"/>
                </a:lnTo>
                <a:lnTo>
                  <a:pt x="240883" y="135155"/>
                </a:lnTo>
                <a:lnTo>
                  <a:pt x="240883" y="135424"/>
                </a:lnTo>
                <a:cubicBezTo>
                  <a:pt x="242169" y="139114"/>
                  <a:pt x="243471" y="142027"/>
                  <a:pt x="244928" y="144356"/>
                </a:cubicBezTo>
                <a:cubicBezTo>
                  <a:pt x="266764" y="142645"/>
                  <a:pt x="288275" y="138259"/>
                  <a:pt x="309026" y="130325"/>
                </a:cubicBezTo>
                <a:lnTo>
                  <a:pt x="311041" y="129644"/>
                </a:lnTo>
                <a:cubicBezTo>
                  <a:pt x="318418" y="126905"/>
                  <a:pt x="322602" y="112051"/>
                  <a:pt x="319921" y="105195"/>
                </a:cubicBezTo>
                <a:lnTo>
                  <a:pt x="319921" y="105210"/>
                </a:lnTo>
                <a:close/>
              </a:path>
            </a:pathLst>
          </a:custGeom>
          <a:solidFill>
            <a:srgbClr val="5D36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Editable vector"/>
          <p:cNvSpPr/>
          <p:nvPr/>
        </p:nvSpPr>
        <p:spPr>
          <a:xfrm>
            <a:off x="5751839" y="3484406"/>
            <a:ext cx="93621" cy="95787"/>
          </a:xfrm>
          <a:custGeom>
            <a:avLst/>
            <a:gdLst/>
            <a:ahLst/>
            <a:cxnLst/>
            <a:rect l="0" t="0" r="r" b="b"/>
            <a:pathLst>
              <a:path w="93621" h="95788" fill="norm" stroke="0" extrusionOk="0">
                <a:moveTo>
                  <a:pt x="82866" y="36340"/>
                </a:moveTo>
                <a:lnTo>
                  <a:pt x="82850" y="36340"/>
                </a:lnTo>
                <a:cubicBezTo>
                  <a:pt x="75257" y="33699"/>
                  <a:pt x="70421" y="30879"/>
                  <a:pt x="66888" y="27268"/>
                </a:cubicBezTo>
                <a:cubicBezTo>
                  <a:pt x="64827" y="25162"/>
                  <a:pt x="63014" y="22565"/>
                  <a:pt x="61371" y="19240"/>
                </a:cubicBezTo>
                <a:cubicBezTo>
                  <a:pt x="60193" y="16880"/>
                  <a:pt x="59093" y="14188"/>
                  <a:pt x="58039" y="10974"/>
                </a:cubicBezTo>
                <a:lnTo>
                  <a:pt x="57217" y="9010"/>
                </a:lnTo>
                <a:cubicBezTo>
                  <a:pt x="52506" y="0"/>
                  <a:pt x="39023" y="649"/>
                  <a:pt x="35583" y="10958"/>
                </a:cubicBezTo>
                <a:cubicBezTo>
                  <a:pt x="34436" y="14426"/>
                  <a:pt x="33243" y="17292"/>
                  <a:pt x="31972" y="19762"/>
                </a:cubicBezTo>
                <a:cubicBezTo>
                  <a:pt x="30391" y="22835"/>
                  <a:pt x="28686" y="25257"/>
                  <a:pt x="26718" y="27268"/>
                </a:cubicBezTo>
                <a:cubicBezTo>
                  <a:pt x="23185" y="30879"/>
                  <a:pt x="18349" y="33718"/>
                  <a:pt x="10755" y="36340"/>
                </a:cubicBezTo>
                <a:cubicBezTo>
                  <a:pt x="0" y="40103"/>
                  <a:pt x="0" y="55650"/>
                  <a:pt x="10756" y="59413"/>
                </a:cubicBezTo>
                <a:cubicBezTo>
                  <a:pt x="18349" y="62054"/>
                  <a:pt x="23169" y="64866"/>
                  <a:pt x="26718" y="68478"/>
                </a:cubicBezTo>
                <a:cubicBezTo>
                  <a:pt x="30267" y="72089"/>
                  <a:pt x="33026" y="77029"/>
                  <a:pt x="35583" y="84784"/>
                </a:cubicBezTo>
                <a:cubicBezTo>
                  <a:pt x="39271" y="95769"/>
                  <a:pt x="54350" y="95788"/>
                  <a:pt x="58039" y="84803"/>
                </a:cubicBezTo>
                <a:cubicBezTo>
                  <a:pt x="60596" y="77029"/>
                  <a:pt x="63354" y="72089"/>
                  <a:pt x="66903" y="68478"/>
                </a:cubicBezTo>
                <a:cubicBezTo>
                  <a:pt x="70437" y="64866"/>
                  <a:pt x="75272" y="62035"/>
                  <a:pt x="82866" y="59413"/>
                </a:cubicBezTo>
                <a:lnTo>
                  <a:pt x="82881" y="59413"/>
                </a:lnTo>
                <a:cubicBezTo>
                  <a:pt x="93621" y="55650"/>
                  <a:pt x="93621" y="40103"/>
                  <a:pt x="82881" y="36340"/>
                </a:cubicBezTo>
                <a:lnTo>
                  <a:pt x="82866" y="36340"/>
                </a:lnTo>
                <a:close/>
              </a:path>
            </a:pathLst>
          </a:custGeom>
          <a:solidFill>
            <a:srgbClr val="5D36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Editable vector"/>
          <p:cNvSpPr/>
          <p:nvPr/>
        </p:nvSpPr>
        <p:spPr>
          <a:xfrm>
            <a:off x="5625239" y="3529413"/>
            <a:ext cx="146112" cy="149167"/>
          </a:xfrm>
          <a:custGeom>
            <a:avLst/>
            <a:gdLst/>
            <a:ahLst/>
            <a:cxnLst/>
            <a:rect l="0" t="0" r="r" b="b"/>
            <a:pathLst>
              <a:path w="146112" h="149168" fill="norm" stroke="0" extrusionOk="0">
                <a:moveTo>
                  <a:pt x="58494" y="14196"/>
                </a:moveTo>
                <a:cubicBezTo>
                  <a:pt x="63164" y="0"/>
                  <a:pt x="82990" y="0"/>
                  <a:pt x="87659" y="14196"/>
                </a:cubicBezTo>
                <a:lnTo>
                  <a:pt x="89352" y="19004"/>
                </a:lnTo>
                <a:cubicBezTo>
                  <a:pt x="93369" y="29761"/>
                  <a:pt x="97851" y="37383"/>
                  <a:pt x="103636" y="43292"/>
                </a:cubicBezTo>
                <a:cubicBezTo>
                  <a:pt x="110235" y="50040"/>
                  <a:pt x="119022" y="55057"/>
                  <a:pt x="132071" y="59617"/>
                </a:cubicBezTo>
                <a:lnTo>
                  <a:pt x="133357" y="60111"/>
                </a:lnTo>
                <a:cubicBezTo>
                  <a:pt x="146112" y="65661"/>
                  <a:pt x="145430" y="84818"/>
                  <a:pt x="132149" y="89530"/>
                </a:cubicBezTo>
                <a:lnTo>
                  <a:pt x="132118" y="89530"/>
                </a:lnTo>
                <a:cubicBezTo>
                  <a:pt x="119038" y="94092"/>
                  <a:pt x="110235" y="99128"/>
                  <a:pt x="103636" y="105875"/>
                </a:cubicBezTo>
                <a:cubicBezTo>
                  <a:pt x="97032" y="112621"/>
                  <a:pt x="92123" y="121611"/>
                  <a:pt x="87659" y="134971"/>
                </a:cubicBezTo>
                <a:cubicBezTo>
                  <a:pt x="82990" y="149168"/>
                  <a:pt x="63164" y="149168"/>
                  <a:pt x="58494" y="134971"/>
                </a:cubicBezTo>
                <a:lnTo>
                  <a:pt x="56802" y="130162"/>
                </a:lnTo>
                <a:cubicBezTo>
                  <a:pt x="52785" y="119407"/>
                  <a:pt x="48303" y="111785"/>
                  <a:pt x="42518" y="105875"/>
                </a:cubicBezTo>
                <a:cubicBezTo>
                  <a:pt x="35916" y="99128"/>
                  <a:pt x="27118" y="94092"/>
                  <a:pt x="14043" y="89549"/>
                </a:cubicBezTo>
                <a:cubicBezTo>
                  <a:pt x="0" y="84703"/>
                  <a:pt x="298" y="64521"/>
                  <a:pt x="14005" y="59655"/>
                </a:cubicBezTo>
                <a:lnTo>
                  <a:pt x="14043" y="59655"/>
                </a:lnTo>
                <a:cubicBezTo>
                  <a:pt x="27118" y="55095"/>
                  <a:pt x="35916" y="50059"/>
                  <a:pt x="42518" y="43311"/>
                </a:cubicBezTo>
                <a:cubicBezTo>
                  <a:pt x="49121" y="36566"/>
                  <a:pt x="54050" y="27576"/>
                  <a:pt x="58494" y="14215"/>
                </a:cubicBezTo>
                <a:lnTo>
                  <a:pt x="58494" y="14196"/>
                </a:lnTo>
                <a:close/>
              </a:path>
            </a:pathLst>
          </a:custGeom>
          <a:solidFill>
            <a:srgbClr val="5D36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Editable vector"/>
          <p:cNvSpPr/>
          <p:nvPr/>
        </p:nvSpPr>
        <p:spPr>
          <a:xfrm>
            <a:off x="6637528" y="4130420"/>
            <a:ext cx="1356994" cy="354076"/>
          </a:xfrm>
          <a:custGeom>
            <a:avLst/>
            <a:gdLst/>
            <a:ahLst/>
            <a:cxnLst/>
            <a:rect l="0" t="0" r="r" b="b"/>
            <a:pathLst>
              <a:path w="1356995" h="354076" fill="norm" stroke="0" extrusionOk="0">
                <a:moveTo>
                  <a:pt x="0" y="27178"/>
                </a:moveTo>
                <a:cubicBezTo>
                  <a:pt x="0" y="12192"/>
                  <a:pt x="12192" y="0"/>
                  <a:pt x="27178" y="0"/>
                </a:cubicBezTo>
                <a:lnTo>
                  <a:pt x="1329817" y="0"/>
                </a:lnTo>
                <a:cubicBezTo>
                  <a:pt x="1344803" y="0"/>
                  <a:pt x="1356995" y="12192"/>
                  <a:pt x="1356995" y="27178"/>
                </a:cubicBezTo>
                <a:lnTo>
                  <a:pt x="1356995" y="326898"/>
                </a:lnTo>
                <a:cubicBezTo>
                  <a:pt x="1356995" y="341884"/>
                  <a:pt x="1344803" y="354076"/>
                  <a:pt x="1329817" y="354076"/>
                </a:cubicBezTo>
                <a:lnTo>
                  <a:pt x="27178" y="354076"/>
                </a:lnTo>
                <a:cubicBezTo>
                  <a:pt x="12192" y="354076"/>
                  <a:pt x="0" y="341884"/>
                  <a:pt x="0" y="326898"/>
                </a:cubicBezTo>
                <a:lnTo>
                  <a:pt x="0" y="27178"/>
                </a:lnTo>
                <a:close/>
              </a:path>
            </a:pathLst>
          </a:custGeom>
          <a:solidFill>
            <a:srgbClr val="E2D8FF">
              <a:alpha val="54118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Editable vector"/>
          <p:cNvSpPr/>
          <p:nvPr/>
        </p:nvSpPr>
        <p:spPr>
          <a:xfrm>
            <a:off x="3362833" y="6412915"/>
            <a:ext cx="5416296" cy="16763"/>
          </a:xfrm>
          <a:custGeom>
            <a:avLst/>
            <a:gdLst/>
            <a:ahLst/>
            <a:cxnLst/>
            <a:rect l="0" t="0" r="r" b="b"/>
            <a:pathLst>
              <a:path w="5416296" h="16764" fill="norm" stroke="0" extrusionOk="0">
                <a:moveTo>
                  <a:pt x="0" y="0"/>
                </a:moveTo>
                <a:lnTo>
                  <a:pt x="1354074" y="0"/>
                </a:lnTo>
                <a:lnTo>
                  <a:pt x="2708148" y="0"/>
                </a:lnTo>
                <a:lnTo>
                  <a:pt x="4062222" y="0"/>
                </a:lnTo>
                <a:lnTo>
                  <a:pt x="5416296" y="0"/>
                </a:lnTo>
                <a:lnTo>
                  <a:pt x="5416296" y="16764"/>
                </a:lnTo>
                <a:lnTo>
                  <a:pt x="4062222" y="16764"/>
                </a:lnTo>
                <a:lnTo>
                  <a:pt x="2708148" y="16764"/>
                </a:lnTo>
                <a:lnTo>
                  <a:pt x="1354074" y="16764"/>
                </a:lnTo>
                <a:lnTo>
                  <a:pt x="0" y="16764"/>
                </a:lnTo>
                <a:lnTo>
                  <a:pt x="0" y="0"/>
                </a:lnTo>
                <a:close/>
              </a:path>
            </a:pathLst>
          </a:custGeom>
          <a:solidFill>
            <a:srgbClr val="467886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Editable text — 13"/>
          <p:cNvSpPr txBox="1"/>
          <p:nvPr/>
        </p:nvSpPr>
        <p:spPr>
          <a:xfrm>
            <a:off x="11568938" y="6546075"/>
            <a:ext cx="185839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38">
                <a:solidFill>
                  <a:srgbClr val="000000"/>
                </a:solidFill>
                <a:latin typeface="Arial"/>
              </a:rPr>
              <a:t>13</a:t>
            </a:r>
          </a:p>
        </p:txBody>
      </p:sp>
      <p:sp>
        <p:nvSpPr>
          <p:cNvPr id="4" name="Editable text — INTERNAL – SAP and Partners Only"/>
          <p:cNvSpPr txBox="1"/>
          <p:nvPr/>
        </p:nvSpPr>
        <p:spPr>
          <a:xfrm>
            <a:off x="224942" y="6544223"/>
            <a:ext cx="1516838" cy="170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6" b="0" i="0" spc="1">
                <a:solidFill>
                  <a:srgbClr val="000000"/>
                </a:solidFill>
                <a:latin typeface="Arial"/>
              </a:rPr>
              <a:t>INTERNAL – SAP and Partners Only</a:t>
            </a:r>
          </a:p>
        </p:txBody>
      </p:sp>
      <p:sp>
        <p:nvSpPr>
          <p:cNvPr id="7" name="Editable text — 13"/>
          <p:cNvSpPr txBox="1"/>
          <p:nvPr/>
        </p:nvSpPr>
        <p:spPr>
          <a:xfrm>
            <a:off x="11562842" y="6546075"/>
            <a:ext cx="191058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3">
                <a:solidFill>
                  <a:srgbClr val="000000"/>
                </a:solidFill>
                <a:latin typeface="Arial"/>
              </a:rPr>
              <a:t>13</a:t>
            </a:r>
          </a:p>
        </p:txBody>
      </p:sp>
      <p:sp>
        <p:nvSpPr>
          <p:cNvPr id="8" name="Editable text — SAP Business AI commercial model — pre-built AI"/>
          <p:cNvSpPr txBox="1"/>
          <p:nvPr/>
        </p:nvSpPr>
        <p:spPr>
          <a:xfrm>
            <a:off x="2034285" y="610059"/>
            <a:ext cx="8189448" cy="57073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795" b="1" i="0" spc="-65">
                <a:solidFill>
                  <a:srgbClr val="002A86"/>
                </a:solidFill>
                <a:latin typeface="Arial"/>
              </a:rPr>
              <a:t>SAP Business AI commercial model — pre-built AI</a:t>
            </a:r>
          </a:p>
        </p:txBody>
      </p:sp>
      <p:sp>
        <p:nvSpPr>
          <p:cNvPr id="9" name="Editable text — How SAP-delivered, out-of-the-box AI is included or paid for"/>
          <p:cNvSpPr txBox="1"/>
          <p:nvPr/>
        </p:nvSpPr>
        <p:spPr>
          <a:xfrm>
            <a:off x="3154426" y="1113155"/>
            <a:ext cx="5949393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0" i="0" spc="-22">
                <a:solidFill>
                  <a:srgbClr val="002A86"/>
                </a:solidFill>
                <a:latin typeface="Arial"/>
              </a:rPr>
              <a:t>How SAP-delivered, out-of-the-box AI is included or paid for</a:t>
            </a:r>
          </a:p>
        </p:txBody>
      </p:sp>
      <p:sp>
        <p:nvSpPr>
          <p:cNvPr id="12" name="Editable text — Premium AI"/>
          <p:cNvSpPr txBox="1"/>
          <p:nvPr/>
        </p:nvSpPr>
        <p:spPr>
          <a:xfrm>
            <a:off x="6979919" y="1798495"/>
            <a:ext cx="1009423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39">
                <a:solidFill>
                  <a:srgbClr val="FFFFFF"/>
                </a:solidFill>
                <a:latin typeface="Arial"/>
              </a:rPr>
              <a:t>Premium AI</a:t>
            </a:r>
          </a:p>
        </p:txBody>
      </p:sp>
      <p:sp>
        <p:nvSpPr>
          <p:cNvPr id="14" name="Editable text — Paid, powered by AI Units"/>
          <p:cNvSpPr txBox="1"/>
          <p:nvPr/>
        </p:nvSpPr>
        <p:spPr>
          <a:xfrm>
            <a:off x="6578218" y="5407024"/>
            <a:ext cx="1836214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-32">
                <a:solidFill>
                  <a:srgbClr val="FFFFFF"/>
                </a:solidFill>
                <a:latin typeface="Arial"/>
              </a:rPr>
              <a:t>Paid, powered by AI Units</a:t>
            </a:r>
          </a:p>
        </p:txBody>
      </p:sp>
      <p:sp>
        <p:nvSpPr>
          <p:cNvPr id="15" name="Editable text — User-based"/>
          <p:cNvSpPr txBox="1"/>
          <p:nvPr/>
        </p:nvSpPr>
        <p:spPr>
          <a:xfrm>
            <a:off x="8800465" y="2473627"/>
            <a:ext cx="1014886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17">
                <a:solidFill>
                  <a:srgbClr val="000000"/>
                </a:solidFill>
                <a:latin typeface="Arial"/>
              </a:rPr>
              <a:t>User-based</a:t>
            </a:r>
          </a:p>
        </p:txBody>
      </p:sp>
      <p:sp>
        <p:nvSpPr>
          <p:cNvPr id="17" name="Editable text — Measured per user "/>
          <p:cNvSpPr txBox="1"/>
          <p:nvPr/>
        </p:nvSpPr>
        <p:spPr>
          <a:xfrm>
            <a:off x="8780653" y="4735258"/>
            <a:ext cx="1080082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1" i="0" spc="-15">
                <a:solidFill>
                  <a:srgbClr val="5D36FF"/>
                </a:solidFill>
                <a:latin typeface="Arial"/>
              </a:rPr>
              <a:t>Measured per user </a:t>
            </a:r>
          </a:p>
        </p:txBody>
      </p:sp>
      <p:sp>
        <p:nvSpPr>
          <p:cNvPr id="18" name="Editable text — per month"/>
          <p:cNvSpPr txBox="1"/>
          <p:nvPr/>
        </p:nvSpPr>
        <p:spPr>
          <a:xfrm>
            <a:off x="9002014" y="4872418"/>
            <a:ext cx="612139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1" i="0" spc="-10">
                <a:solidFill>
                  <a:srgbClr val="5D36FF"/>
                </a:solidFill>
                <a:latin typeface="Arial"/>
              </a:rPr>
              <a:t>per month</a:t>
            </a:r>
          </a:p>
        </p:txBody>
      </p:sp>
      <p:sp>
        <p:nvSpPr>
          <p:cNvPr id="22" name="Editable text — Joule for "/>
          <p:cNvSpPr txBox="1"/>
          <p:nvPr/>
        </p:nvSpPr>
        <p:spPr>
          <a:xfrm>
            <a:off x="9019920" y="3281720"/>
            <a:ext cx="606252" cy="2392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056" b="0" i="0" spc="-8">
                <a:solidFill>
                  <a:srgbClr val="5D36FF"/>
                </a:solidFill>
                <a:latin typeface="Arial"/>
              </a:rPr>
              <a:t>Joule for </a:t>
            </a:r>
          </a:p>
        </p:txBody>
      </p:sp>
      <p:sp>
        <p:nvSpPr>
          <p:cNvPr id="23" name="Editable text — Consultants"/>
          <p:cNvSpPr txBox="1"/>
          <p:nvPr/>
        </p:nvSpPr>
        <p:spPr>
          <a:xfrm>
            <a:off x="8928481" y="3441740"/>
            <a:ext cx="756994" cy="2392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056" b="0" i="0" spc="-12">
                <a:solidFill>
                  <a:srgbClr val="5D36FF"/>
                </a:solidFill>
                <a:latin typeface="Arial"/>
              </a:rPr>
              <a:t>Consultants</a:t>
            </a:r>
          </a:p>
        </p:txBody>
      </p:sp>
      <p:sp>
        <p:nvSpPr>
          <p:cNvPr id="25" name="Editable text — Consumption-based "/>
          <p:cNvSpPr txBox="1"/>
          <p:nvPr/>
        </p:nvSpPr>
        <p:spPr>
          <a:xfrm>
            <a:off x="5683630" y="2473627"/>
            <a:ext cx="1787136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23">
                <a:solidFill>
                  <a:srgbClr val="000000"/>
                </a:solidFill>
                <a:latin typeface="Arial"/>
              </a:rPr>
              <a:t>Consumption-based </a:t>
            </a:r>
          </a:p>
        </p:txBody>
      </p:sp>
      <p:sp>
        <p:nvSpPr>
          <p:cNvPr id="26" name="Editable text — Measured per action"/>
          <p:cNvSpPr txBox="1"/>
          <p:nvPr/>
        </p:nvSpPr>
        <p:spPr>
          <a:xfrm>
            <a:off x="5192014" y="4735258"/>
            <a:ext cx="1152321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1" i="0" spc="-10">
                <a:solidFill>
                  <a:srgbClr val="5D36FF"/>
                </a:solidFill>
                <a:latin typeface="Arial"/>
              </a:rPr>
              <a:t>Measured per action</a:t>
            </a:r>
          </a:p>
        </p:txBody>
      </p:sp>
      <p:sp>
        <p:nvSpPr>
          <p:cNvPr id="32" name="Editable text — Agents"/>
          <p:cNvSpPr txBox="1"/>
          <p:nvPr/>
        </p:nvSpPr>
        <p:spPr>
          <a:xfrm>
            <a:off x="5495797" y="2889355"/>
            <a:ext cx="546657" cy="26715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2" b="1" i="0" spc="-54">
                <a:solidFill>
                  <a:srgbClr val="FFFFFF"/>
                </a:solidFill>
                <a:latin typeface="Arial"/>
              </a:rPr>
              <a:t>Agents</a:t>
            </a:r>
          </a:p>
        </p:txBody>
      </p:sp>
      <p:sp>
        <p:nvSpPr>
          <p:cNvPr id="33" name="Editable text — Measured per "/>
          <p:cNvSpPr txBox="1"/>
          <p:nvPr/>
        </p:nvSpPr>
        <p:spPr>
          <a:xfrm>
            <a:off x="6948551" y="4735258"/>
            <a:ext cx="825537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1" i="0" spc="-8">
                <a:solidFill>
                  <a:srgbClr val="5D36FF"/>
                </a:solidFill>
                <a:latin typeface="Arial"/>
              </a:rPr>
              <a:t>Measured per </a:t>
            </a:r>
          </a:p>
        </p:txBody>
      </p:sp>
      <p:sp>
        <p:nvSpPr>
          <p:cNvPr id="34" name="Editable text — request / record"/>
          <p:cNvSpPr txBox="1"/>
          <p:nvPr/>
        </p:nvSpPr>
        <p:spPr>
          <a:xfrm>
            <a:off x="6887591" y="4872418"/>
            <a:ext cx="922462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1" i="0" spc="-3">
                <a:solidFill>
                  <a:srgbClr val="5D36FF"/>
                </a:solidFill>
                <a:latin typeface="Arial"/>
              </a:rPr>
              <a:t>request / record</a:t>
            </a:r>
          </a:p>
        </p:txBody>
      </p:sp>
      <p:sp>
        <p:nvSpPr>
          <p:cNvPr id="40" name="Editable text — AI features"/>
          <p:cNvSpPr txBox="1"/>
          <p:nvPr/>
        </p:nvSpPr>
        <p:spPr>
          <a:xfrm>
            <a:off x="6940295" y="2889355"/>
            <a:ext cx="816334" cy="26715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2" b="1" i="0" spc="-29">
                <a:solidFill>
                  <a:srgbClr val="FFFFFF"/>
                </a:solidFill>
                <a:latin typeface="Arial"/>
              </a:rPr>
              <a:t>AI features</a:t>
            </a:r>
          </a:p>
        </p:txBody>
      </p:sp>
      <p:sp>
        <p:nvSpPr>
          <p:cNvPr id="42" name="Editable text — Document AI"/>
          <p:cNvSpPr txBox="1"/>
          <p:nvPr/>
        </p:nvSpPr>
        <p:spPr>
          <a:xfrm>
            <a:off x="6940931" y="3338362"/>
            <a:ext cx="815868" cy="2392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056" b="0" i="0" spc="-18">
                <a:solidFill>
                  <a:srgbClr val="5D36FF"/>
                </a:solidFill>
                <a:latin typeface="Arial"/>
              </a:rPr>
              <a:t>Document AI</a:t>
            </a:r>
          </a:p>
        </p:txBody>
      </p:sp>
      <p:sp>
        <p:nvSpPr>
          <p:cNvPr id="44" name="Editable text — Document "/>
          <p:cNvSpPr txBox="1"/>
          <p:nvPr/>
        </p:nvSpPr>
        <p:spPr>
          <a:xfrm>
            <a:off x="7011289" y="3707551"/>
            <a:ext cx="704152" cy="2392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056" b="0" i="0" spc="-8">
                <a:solidFill>
                  <a:srgbClr val="5D36FF"/>
                </a:solidFill>
                <a:latin typeface="Arial"/>
              </a:rPr>
              <a:t>Document </a:t>
            </a:r>
          </a:p>
        </p:txBody>
      </p:sp>
      <p:sp>
        <p:nvSpPr>
          <p:cNvPr id="45" name="Editable text — grounding"/>
          <p:cNvSpPr txBox="1"/>
          <p:nvPr/>
        </p:nvSpPr>
        <p:spPr>
          <a:xfrm>
            <a:off x="7023481" y="3867571"/>
            <a:ext cx="648362" cy="2392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056" b="0" i="0" spc="-12">
                <a:solidFill>
                  <a:srgbClr val="5D36FF"/>
                </a:solidFill>
                <a:latin typeface="Arial"/>
              </a:rPr>
              <a:t>grounding</a:t>
            </a:r>
          </a:p>
        </p:txBody>
      </p:sp>
      <p:sp>
        <p:nvSpPr>
          <p:cNvPr id="46" name="Editable text — …"/>
          <p:cNvSpPr txBox="1"/>
          <p:nvPr/>
        </p:nvSpPr>
        <p:spPr>
          <a:xfrm>
            <a:off x="7277989" y="4467082"/>
            <a:ext cx="140053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>
                <a:solidFill>
                  <a:srgbClr val="5D36FF"/>
                </a:solidFill>
                <a:latin typeface="Arial"/>
              </a:rPr>
              <a:t>…</a:t>
            </a:r>
          </a:p>
        </p:txBody>
      </p:sp>
      <p:sp>
        <p:nvSpPr>
          <p:cNvPr id="50" name="Editable text — Base AI"/>
          <p:cNvSpPr txBox="1"/>
          <p:nvPr/>
        </p:nvSpPr>
        <p:spPr>
          <a:xfrm>
            <a:off x="2923032" y="1798495"/>
            <a:ext cx="669568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63">
                <a:solidFill>
                  <a:srgbClr val="FFFFFF"/>
                </a:solidFill>
                <a:latin typeface="Arial"/>
              </a:rPr>
              <a:t>Base AI</a:t>
            </a:r>
          </a:p>
        </p:txBody>
      </p:sp>
      <p:sp>
        <p:nvSpPr>
          <p:cNvPr id="51" name="Editable text — Joule Base"/>
          <p:cNvSpPr txBox="1"/>
          <p:nvPr/>
        </p:nvSpPr>
        <p:spPr>
          <a:xfrm>
            <a:off x="2703576" y="2852800"/>
            <a:ext cx="832053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-32">
                <a:solidFill>
                  <a:srgbClr val="0070F2"/>
                </a:solidFill>
                <a:latin typeface="Arial"/>
              </a:rPr>
              <a:t>Joule Base</a:t>
            </a:r>
          </a:p>
        </p:txBody>
      </p:sp>
      <p:sp>
        <p:nvSpPr>
          <p:cNvPr id="52" name="Editable text — Natural language "/>
          <p:cNvSpPr txBox="1"/>
          <p:nvPr/>
        </p:nvSpPr>
        <p:spPr>
          <a:xfrm>
            <a:off x="2703576" y="3034743"/>
            <a:ext cx="1023446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19">
                <a:solidFill>
                  <a:srgbClr val="000000"/>
                </a:solidFill>
                <a:latin typeface="Arial"/>
              </a:rPr>
              <a:t>Natural language </a:t>
            </a:r>
          </a:p>
        </p:txBody>
      </p:sp>
      <p:sp>
        <p:nvSpPr>
          <p:cNvPr id="53" name="Editable text — interactions"/>
          <p:cNvSpPr txBox="1"/>
          <p:nvPr/>
        </p:nvSpPr>
        <p:spPr>
          <a:xfrm>
            <a:off x="2703576" y="3187143"/>
            <a:ext cx="701271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6">
                <a:solidFill>
                  <a:srgbClr val="000000"/>
                </a:solidFill>
                <a:latin typeface="Arial"/>
              </a:rPr>
              <a:t>interactions</a:t>
            </a:r>
          </a:p>
        </p:txBody>
      </p:sp>
      <p:sp>
        <p:nvSpPr>
          <p:cNvPr id="54" name="Editable text — Embedded AI"/>
          <p:cNvSpPr txBox="1"/>
          <p:nvPr/>
        </p:nvSpPr>
        <p:spPr>
          <a:xfrm>
            <a:off x="2703576" y="4080763"/>
            <a:ext cx="1023925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-11">
                <a:solidFill>
                  <a:srgbClr val="0070F2"/>
                </a:solidFill>
                <a:latin typeface="Arial"/>
              </a:rPr>
              <a:t>Embedded AI</a:t>
            </a:r>
          </a:p>
        </p:txBody>
      </p:sp>
      <p:sp>
        <p:nvSpPr>
          <p:cNvPr id="55" name="Editable text — AI capabilities directly built "/>
          <p:cNvSpPr txBox="1"/>
          <p:nvPr/>
        </p:nvSpPr>
        <p:spPr>
          <a:xfrm>
            <a:off x="2703576" y="4262706"/>
            <a:ext cx="1570322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3">
                <a:solidFill>
                  <a:srgbClr val="000000"/>
                </a:solidFill>
                <a:latin typeface="Arial"/>
              </a:rPr>
              <a:t>AI capabilities directly built </a:t>
            </a:r>
          </a:p>
        </p:txBody>
      </p:sp>
      <p:sp>
        <p:nvSpPr>
          <p:cNvPr id="56" name="Editable text — into SAP applications"/>
          <p:cNvSpPr txBox="1"/>
          <p:nvPr/>
        </p:nvSpPr>
        <p:spPr>
          <a:xfrm>
            <a:off x="2703576" y="4414830"/>
            <a:ext cx="1226352" cy="2282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8" b="0" i="0" spc="-14">
                <a:solidFill>
                  <a:srgbClr val="000000"/>
                </a:solidFill>
                <a:latin typeface="Arial"/>
              </a:rPr>
              <a:t>into SAP applications</a:t>
            </a:r>
          </a:p>
        </p:txBody>
      </p:sp>
      <p:sp>
        <p:nvSpPr>
          <p:cNvPr id="57" name="Editable text — Free"/>
          <p:cNvSpPr txBox="1"/>
          <p:nvPr/>
        </p:nvSpPr>
        <p:spPr>
          <a:xfrm>
            <a:off x="3193414" y="3472751"/>
            <a:ext cx="301358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1" i="0" spc="-9">
                <a:solidFill>
                  <a:srgbClr val="0070F2"/>
                </a:solidFill>
                <a:latin typeface="Arial"/>
              </a:rPr>
              <a:t>Free</a:t>
            </a:r>
          </a:p>
        </p:txBody>
      </p:sp>
      <p:sp>
        <p:nvSpPr>
          <p:cNvPr id="58" name="Editable text — Included in cloud subscriptions"/>
          <p:cNvSpPr txBox="1"/>
          <p:nvPr/>
        </p:nvSpPr>
        <p:spPr>
          <a:xfrm>
            <a:off x="2406395" y="4735258"/>
            <a:ext cx="1719249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1" i="0" spc="-17">
                <a:solidFill>
                  <a:srgbClr val="0070F2"/>
                </a:solidFill>
                <a:latin typeface="Arial"/>
              </a:rPr>
              <a:t>Included in cloud subscriptions</a:t>
            </a:r>
          </a:p>
        </p:txBody>
      </p:sp>
      <p:sp>
        <p:nvSpPr>
          <p:cNvPr id="63" name="Editable text — Free"/>
          <p:cNvSpPr txBox="1"/>
          <p:nvPr/>
        </p:nvSpPr>
        <p:spPr>
          <a:xfrm>
            <a:off x="3086354" y="5407024"/>
            <a:ext cx="380644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-13">
                <a:solidFill>
                  <a:srgbClr val="FFFFFF"/>
                </a:solidFill>
                <a:latin typeface="Arial"/>
              </a:rPr>
              <a:t>Free</a:t>
            </a:r>
          </a:p>
        </p:txBody>
      </p:sp>
      <p:sp>
        <p:nvSpPr>
          <p:cNvPr id="66" name="Editable text — Two access paths"/>
          <p:cNvSpPr txBox="1"/>
          <p:nvPr/>
        </p:nvSpPr>
        <p:spPr>
          <a:xfrm>
            <a:off x="2509392" y="2473627"/>
            <a:ext cx="1501018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47">
                <a:solidFill>
                  <a:srgbClr val="000000"/>
                </a:solidFill>
                <a:latin typeface="Arial"/>
              </a:rPr>
              <a:t>Two access paths</a:t>
            </a:r>
          </a:p>
        </p:txBody>
      </p:sp>
      <p:sp>
        <p:nvSpPr>
          <p:cNvPr id="76" name="Editable text — Joule for "/>
          <p:cNvSpPr txBox="1"/>
          <p:nvPr/>
        </p:nvSpPr>
        <p:spPr>
          <a:xfrm>
            <a:off x="7060056" y="4156220"/>
            <a:ext cx="606543" cy="2397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058" b="0" i="0" spc="-9">
                <a:solidFill>
                  <a:srgbClr val="5D36FF"/>
                </a:solidFill>
                <a:latin typeface="Arial"/>
              </a:rPr>
              <a:t>Joule for </a:t>
            </a:r>
          </a:p>
        </p:txBody>
      </p:sp>
      <p:sp>
        <p:nvSpPr>
          <p:cNvPr id="77" name="Editable text — Developers"/>
          <p:cNvSpPr txBox="1"/>
          <p:nvPr/>
        </p:nvSpPr>
        <p:spPr>
          <a:xfrm>
            <a:off x="6980808" y="4316240"/>
            <a:ext cx="735852" cy="2397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058" b="0" i="0" spc="-7">
                <a:solidFill>
                  <a:srgbClr val="5D36FF"/>
                </a:solidFill>
                <a:latin typeface="Arial"/>
              </a:rPr>
              <a:t>Developers</a:t>
            </a:r>
          </a:p>
        </p:txBody>
      </p:sp>
      <p:sp>
        <p:nvSpPr>
          <p:cNvPr id="79" name="Editable text — SAP Business AI Commercial Model - Deck for Partner"/>
          <p:cNvSpPr txBox="1"/>
          <p:nvPr/>
        </p:nvSpPr>
        <p:spPr>
          <a:xfrm>
            <a:off x="3363467" y="6183249"/>
            <a:ext cx="5479745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0" i="0" spc="-23">
                <a:solidFill>
                  <a:srgbClr val="467886"/>
                </a:solidFill>
                <a:latin typeface="Arial"/>
                <a:hlinkClick r:id="rId14"/>
              </a:rPr>
              <a:t>SAP Business AI Commercial Model - Deck for Partner</a:t>
            </a:r>
          </a:p>
        </p:txBody>
      </p:sp>
      <p:sp>
        <p:nvSpPr>
          <p:cNvPr id="80" name="Editable text — PUBLIC"/>
          <p:cNvSpPr txBox="1"/>
          <p:nvPr/>
        </p:nvSpPr>
        <p:spPr>
          <a:xfrm>
            <a:off x="281940" y="6590857"/>
            <a:ext cx="381711" cy="170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6" b="0" i="0" spc="-2">
                <a:solidFill>
                  <a:srgbClr val="000000"/>
                </a:solidFill>
                <a:latin typeface="Arial"/>
              </a:rPr>
              <a:t>PUBLIC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"/>
          <p:cNvSpPr/>
          <p:nvPr/>
        </p:nvSpPr>
        <p:spPr>
          <a:xfrm>
            <a:off x="0" y="0"/>
            <a:ext cx="12195175" cy="6858000"/>
          </a:xfrm>
          <a:custGeom>
            <a:avLst/>
            <a:gdLst/>
            <a:ahLst/>
            <a:cxnLst/>
            <a:rect l="0" t="0" r="r" b="b"/>
            <a:pathLst>
              <a:path w="12195175" h="6858000" fill="norm" stroke="0" extrusionOk="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5175" cy="6858000"/>
          </a:xfrm>
          <a:prstGeom prst="rect">
            <a:avLst/>
          </a:prstGeom>
        </p:spPr>
      </p:pic>
      <p:sp>
        <p:nvSpPr>
          <p:cNvPr id="5" name="Editable vector"/>
          <p:cNvSpPr/>
          <p:nvPr/>
        </p:nvSpPr>
        <p:spPr>
          <a:xfrm>
            <a:off x="506628" y="6582778"/>
            <a:ext cx="1186535" cy="71856"/>
          </a:xfrm>
          <a:custGeom>
            <a:avLst/>
            <a:gdLst/>
            <a:ahLst/>
            <a:cxnLst/>
            <a:rect l="0" t="0" r="r" b="b"/>
            <a:pathLst>
              <a:path w="1186536" h="71857" fill="norm" stroke="0" extrusionOk="0">
                <a:moveTo>
                  <a:pt x="0" y="2832"/>
                </a:moveTo>
                <a:lnTo>
                  <a:pt x="0" y="55258"/>
                </a:lnTo>
                <a:lnTo>
                  <a:pt x="7074" y="55258"/>
                </a:lnTo>
                <a:lnTo>
                  <a:pt x="7074" y="2832"/>
                </a:lnTo>
                <a:close/>
                <a:moveTo>
                  <a:pt x="19812" y="2832"/>
                </a:moveTo>
                <a:lnTo>
                  <a:pt x="28181" y="2832"/>
                </a:lnTo>
                <a:lnTo>
                  <a:pt x="54712" y="47410"/>
                </a:lnTo>
                <a:cubicBezTo>
                  <a:pt x="54661" y="46266"/>
                  <a:pt x="54610" y="44717"/>
                  <a:pt x="54572" y="42761"/>
                </a:cubicBezTo>
                <a:cubicBezTo>
                  <a:pt x="54521" y="40793"/>
                  <a:pt x="54496" y="38862"/>
                  <a:pt x="54496" y="36957"/>
                </a:cubicBezTo>
                <a:lnTo>
                  <a:pt x="54496" y="2832"/>
                </a:lnTo>
                <a:lnTo>
                  <a:pt x="60820" y="2832"/>
                </a:lnTo>
                <a:lnTo>
                  <a:pt x="60820" y="55258"/>
                </a:lnTo>
                <a:lnTo>
                  <a:pt x="52108" y="55258"/>
                </a:lnTo>
                <a:lnTo>
                  <a:pt x="25921" y="11202"/>
                </a:lnTo>
                <a:cubicBezTo>
                  <a:pt x="25972" y="12345"/>
                  <a:pt x="26010" y="13894"/>
                  <a:pt x="26060" y="15837"/>
                </a:cubicBezTo>
                <a:cubicBezTo>
                  <a:pt x="26111" y="17780"/>
                  <a:pt x="26137" y="19724"/>
                  <a:pt x="26137" y="21654"/>
                </a:cubicBezTo>
                <a:lnTo>
                  <a:pt x="26137" y="55258"/>
                </a:lnTo>
                <a:lnTo>
                  <a:pt x="19812" y="55258"/>
                </a:lnTo>
                <a:lnTo>
                  <a:pt x="19812" y="2832"/>
                </a:lnTo>
                <a:close/>
                <a:moveTo>
                  <a:pt x="84125" y="9385"/>
                </a:moveTo>
                <a:lnTo>
                  <a:pt x="67653" y="9385"/>
                </a:lnTo>
                <a:lnTo>
                  <a:pt x="67653" y="2832"/>
                </a:lnTo>
                <a:lnTo>
                  <a:pt x="107683" y="2832"/>
                </a:lnTo>
                <a:lnTo>
                  <a:pt x="107683" y="9385"/>
                </a:lnTo>
                <a:lnTo>
                  <a:pt x="91199" y="9385"/>
                </a:lnTo>
                <a:lnTo>
                  <a:pt x="91199" y="55258"/>
                </a:lnTo>
                <a:lnTo>
                  <a:pt x="84125" y="55258"/>
                </a:lnTo>
                <a:lnTo>
                  <a:pt x="84125" y="9385"/>
                </a:lnTo>
                <a:close/>
                <a:moveTo>
                  <a:pt x="114300" y="2832"/>
                </a:moveTo>
                <a:lnTo>
                  <a:pt x="147980" y="2832"/>
                </a:lnTo>
                <a:lnTo>
                  <a:pt x="147980" y="9385"/>
                </a:lnTo>
                <a:lnTo>
                  <a:pt x="121374" y="9385"/>
                </a:lnTo>
                <a:lnTo>
                  <a:pt x="121374" y="25083"/>
                </a:lnTo>
                <a:lnTo>
                  <a:pt x="145783" y="25083"/>
                </a:lnTo>
                <a:lnTo>
                  <a:pt x="145783" y="31483"/>
                </a:lnTo>
                <a:lnTo>
                  <a:pt x="121374" y="31483"/>
                </a:lnTo>
                <a:lnTo>
                  <a:pt x="121374" y="48705"/>
                </a:lnTo>
                <a:lnTo>
                  <a:pt x="149504" y="48705"/>
                </a:lnTo>
                <a:lnTo>
                  <a:pt x="149504" y="55258"/>
                </a:lnTo>
                <a:lnTo>
                  <a:pt x="114300" y="55258"/>
                </a:lnTo>
                <a:lnTo>
                  <a:pt x="114300" y="2832"/>
                </a:lnTo>
                <a:close/>
                <a:moveTo>
                  <a:pt x="158496" y="2832"/>
                </a:moveTo>
                <a:lnTo>
                  <a:pt x="178626" y="2832"/>
                </a:lnTo>
                <a:cubicBezTo>
                  <a:pt x="182550" y="2832"/>
                  <a:pt x="185877" y="3442"/>
                  <a:pt x="188633" y="4674"/>
                </a:cubicBezTo>
                <a:cubicBezTo>
                  <a:pt x="191389" y="5906"/>
                  <a:pt x="193485" y="7671"/>
                  <a:pt x="194907" y="9996"/>
                </a:cubicBezTo>
                <a:cubicBezTo>
                  <a:pt x="196329" y="12319"/>
                  <a:pt x="197041" y="15088"/>
                  <a:pt x="197041" y="18314"/>
                </a:cubicBezTo>
                <a:cubicBezTo>
                  <a:pt x="197041" y="20613"/>
                  <a:pt x="196596" y="22797"/>
                  <a:pt x="195707" y="24854"/>
                </a:cubicBezTo>
                <a:cubicBezTo>
                  <a:pt x="194818" y="26912"/>
                  <a:pt x="193408" y="28702"/>
                  <a:pt x="191478" y="30214"/>
                </a:cubicBezTo>
                <a:cubicBezTo>
                  <a:pt x="189560" y="31725"/>
                  <a:pt x="187122" y="32766"/>
                  <a:pt x="184175" y="33338"/>
                </a:cubicBezTo>
                <a:lnTo>
                  <a:pt x="199200" y="55258"/>
                </a:lnTo>
                <a:lnTo>
                  <a:pt x="190944" y="55258"/>
                </a:lnTo>
                <a:lnTo>
                  <a:pt x="177254" y="34240"/>
                </a:lnTo>
                <a:lnTo>
                  <a:pt x="165570" y="34240"/>
                </a:lnTo>
                <a:lnTo>
                  <a:pt x="165570" y="55258"/>
                </a:lnTo>
                <a:lnTo>
                  <a:pt x="158496" y="55258"/>
                </a:lnTo>
                <a:lnTo>
                  <a:pt x="158496" y="2832"/>
                </a:lnTo>
                <a:close/>
                <a:moveTo>
                  <a:pt x="178143" y="27915"/>
                </a:moveTo>
                <a:cubicBezTo>
                  <a:pt x="180797" y="27915"/>
                  <a:pt x="183007" y="27496"/>
                  <a:pt x="184785" y="26657"/>
                </a:cubicBezTo>
                <a:cubicBezTo>
                  <a:pt x="186563" y="25832"/>
                  <a:pt x="187871" y="24702"/>
                  <a:pt x="188709" y="23279"/>
                </a:cubicBezTo>
                <a:cubicBezTo>
                  <a:pt x="189548" y="21857"/>
                  <a:pt x="189979" y="20219"/>
                  <a:pt x="189979" y="18390"/>
                </a:cubicBezTo>
                <a:cubicBezTo>
                  <a:pt x="189979" y="15380"/>
                  <a:pt x="188925" y="13119"/>
                  <a:pt x="186817" y="11595"/>
                </a:cubicBezTo>
                <a:cubicBezTo>
                  <a:pt x="184709" y="10071"/>
                  <a:pt x="181712" y="9310"/>
                  <a:pt x="177851" y="9310"/>
                </a:cubicBezTo>
                <a:lnTo>
                  <a:pt x="165570" y="9310"/>
                </a:lnTo>
                <a:lnTo>
                  <a:pt x="165570" y="27915"/>
                </a:lnTo>
                <a:lnTo>
                  <a:pt x="178143" y="27915"/>
                </a:lnTo>
                <a:close/>
                <a:moveTo>
                  <a:pt x="207264" y="2832"/>
                </a:moveTo>
                <a:lnTo>
                  <a:pt x="215633" y="2832"/>
                </a:lnTo>
                <a:lnTo>
                  <a:pt x="242164" y="47410"/>
                </a:lnTo>
                <a:cubicBezTo>
                  <a:pt x="242113" y="46266"/>
                  <a:pt x="242062" y="44717"/>
                  <a:pt x="242024" y="42761"/>
                </a:cubicBezTo>
                <a:cubicBezTo>
                  <a:pt x="241973" y="40793"/>
                  <a:pt x="241948" y="38862"/>
                  <a:pt x="241948" y="36957"/>
                </a:cubicBezTo>
                <a:lnTo>
                  <a:pt x="241948" y="2832"/>
                </a:lnTo>
                <a:lnTo>
                  <a:pt x="248272" y="2832"/>
                </a:lnTo>
                <a:lnTo>
                  <a:pt x="248272" y="55258"/>
                </a:lnTo>
                <a:lnTo>
                  <a:pt x="239560" y="55258"/>
                </a:lnTo>
                <a:lnTo>
                  <a:pt x="213373" y="11202"/>
                </a:lnTo>
                <a:cubicBezTo>
                  <a:pt x="213424" y="12345"/>
                  <a:pt x="213462" y="13894"/>
                  <a:pt x="213512" y="15837"/>
                </a:cubicBezTo>
                <a:cubicBezTo>
                  <a:pt x="213563" y="17780"/>
                  <a:pt x="213589" y="19724"/>
                  <a:pt x="213589" y="21654"/>
                </a:cubicBezTo>
                <a:lnTo>
                  <a:pt x="213589" y="55258"/>
                </a:lnTo>
                <a:lnTo>
                  <a:pt x="207264" y="55258"/>
                </a:lnTo>
                <a:lnTo>
                  <a:pt x="207264" y="2832"/>
                </a:lnTo>
                <a:close/>
                <a:moveTo>
                  <a:pt x="274079" y="2832"/>
                </a:moveTo>
                <a:lnTo>
                  <a:pt x="282181" y="2832"/>
                </a:lnTo>
                <a:lnTo>
                  <a:pt x="301904" y="55258"/>
                </a:lnTo>
                <a:lnTo>
                  <a:pt x="294500" y="55258"/>
                </a:lnTo>
                <a:lnTo>
                  <a:pt x="289547" y="41085"/>
                </a:lnTo>
                <a:lnTo>
                  <a:pt x="266560" y="41085"/>
                </a:lnTo>
                <a:lnTo>
                  <a:pt x="261607" y="55258"/>
                </a:lnTo>
                <a:lnTo>
                  <a:pt x="254356" y="55258"/>
                </a:lnTo>
                <a:lnTo>
                  <a:pt x="274079" y="2832"/>
                </a:lnTo>
                <a:close/>
                <a:moveTo>
                  <a:pt x="287401" y="34900"/>
                </a:moveTo>
                <a:lnTo>
                  <a:pt x="281178" y="17158"/>
                </a:lnTo>
                <a:cubicBezTo>
                  <a:pt x="280607" y="15545"/>
                  <a:pt x="280048" y="13932"/>
                  <a:pt x="279489" y="12319"/>
                </a:cubicBezTo>
                <a:cubicBezTo>
                  <a:pt x="278930" y="10706"/>
                  <a:pt x="278448" y="9322"/>
                  <a:pt x="278054" y="8154"/>
                </a:cubicBezTo>
                <a:cubicBezTo>
                  <a:pt x="277660" y="9322"/>
                  <a:pt x="277178" y="10706"/>
                  <a:pt x="276619" y="12319"/>
                </a:cubicBezTo>
                <a:cubicBezTo>
                  <a:pt x="276060" y="13932"/>
                  <a:pt x="275501" y="15545"/>
                  <a:pt x="274930" y="17158"/>
                </a:cubicBezTo>
                <a:lnTo>
                  <a:pt x="268719" y="34900"/>
                </a:lnTo>
                <a:lnTo>
                  <a:pt x="287401" y="34900"/>
                </a:lnTo>
                <a:close/>
                <a:moveTo>
                  <a:pt x="307848" y="2832"/>
                </a:moveTo>
                <a:lnTo>
                  <a:pt x="314922" y="2832"/>
                </a:lnTo>
                <a:lnTo>
                  <a:pt x="314922" y="48705"/>
                </a:lnTo>
                <a:lnTo>
                  <a:pt x="339179" y="48705"/>
                </a:lnTo>
                <a:lnTo>
                  <a:pt x="339179" y="55258"/>
                </a:lnTo>
                <a:lnTo>
                  <a:pt x="307848" y="55258"/>
                </a:lnTo>
                <a:lnTo>
                  <a:pt x="307848" y="2832"/>
                </a:lnTo>
                <a:close/>
                <a:moveTo>
                  <a:pt x="362268" y="32410"/>
                </a:moveTo>
                <a:lnTo>
                  <a:pt x="362268" y="37580"/>
                </a:lnTo>
                <a:lnTo>
                  <a:pt x="404609" y="37580"/>
                </a:lnTo>
                <a:lnTo>
                  <a:pt x="404609" y="32410"/>
                </a:lnTo>
                <a:close/>
                <a:moveTo>
                  <a:pt x="446773" y="56007"/>
                </a:moveTo>
                <a:cubicBezTo>
                  <a:pt x="442481" y="56007"/>
                  <a:pt x="438696" y="55309"/>
                  <a:pt x="435407" y="53911"/>
                </a:cubicBezTo>
                <a:cubicBezTo>
                  <a:pt x="432118" y="52528"/>
                  <a:pt x="429387" y="50432"/>
                  <a:pt x="427203" y="47625"/>
                </a:cubicBezTo>
                <a:lnTo>
                  <a:pt x="432041" y="42787"/>
                </a:lnTo>
                <a:cubicBezTo>
                  <a:pt x="433210" y="44260"/>
                  <a:pt x="434429" y="45492"/>
                  <a:pt x="435724" y="46495"/>
                </a:cubicBezTo>
                <a:cubicBezTo>
                  <a:pt x="437007" y="47498"/>
                  <a:pt x="438556" y="48299"/>
                  <a:pt x="440373" y="48895"/>
                </a:cubicBezTo>
                <a:cubicBezTo>
                  <a:pt x="442189" y="49492"/>
                  <a:pt x="444322" y="49785"/>
                  <a:pt x="446773" y="49785"/>
                </a:cubicBezTo>
                <a:cubicBezTo>
                  <a:pt x="449199" y="49785"/>
                  <a:pt x="451371" y="49479"/>
                  <a:pt x="453288" y="48870"/>
                </a:cubicBezTo>
                <a:cubicBezTo>
                  <a:pt x="455193" y="48273"/>
                  <a:pt x="456705" y="47320"/>
                  <a:pt x="457822" y="46025"/>
                </a:cubicBezTo>
                <a:cubicBezTo>
                  <a:pt x="458940" y="44742"/>
                  <a:pt x="459499" y="43117"/>
                  <a:pt x="459499" y="41161"/>
                </a:cubicBezTo>
                <a:cubicBezTo>
                  <a:pt x="459499" y="39192"/>
                  <a:pt x="458915" y="37605"/>
                  <a:pt x="457746" y="36399"/>
                </a:cubicBezTo>
                <a:cubicBezTo>
                  <a:pt x="456578" y="35179"/>
                  <a:pt x="455104" y="34227"/>
                  <a:pt x="453326" y="33541"/>
                </a:cubicBezTo>
                <a:cubicBezTo>
                  <a:pt x="451536" y="32868"/>
                  <a:pt x="449161" y="32157"/>
                  <a:pt x="446215" y="31407"/>
                </a:cubicBezTo>
                <a:cubicBezTo>
                  <a:pt x="442646" y="30518"/>
                  <a:pt x="439712" y="29579"/>
                  <a:pt x="437439" y="28601"/>
                </a:cubicBezTo>
                <a:cubicBezTo>
                  <a:pt x="435153" y="27623"/>
                  <a:pt x="433222" y="26124"/>
                  <a:pt x="431635" y="24118"/>
                </a:cubicBezTo>
                <a:cubicBezTo>
                  <a:pt x="430047" y="22111"/>
                  <a:pt x="429247" y="19431"/>
                  <a:pt x="429247" y="16078"/>
                </a:cubicBezTo>
                <a:cubicBezTo>
                  <a:pt x="429247" y="12878"/>
                  <a:pt x="430060" y="10237"/>
                  <a:pt x="431660" y="8128"/>
                </a:cubicBezTo>
                <a:cubicBezTo>
                  <a:pt x="433273" y="6033"/>
                  <a:pt x="435458" y="4496"/>
                  <a:pt x="438201" y="3518"/>
                </a:cubicBezTo>
                <a:cubicBezTo>
                  <a:pt x="440931" y="2540"/>
                  <a:pt x="444017" y="2045"/>
                  <a:pt x="447446" y="2045"/>
                </a:cubicBezTo>
                <a:cubicBezTo>
                  <a:pt x="451561" y="2045"/>
                  <a:pt x="455054" y="2718"/>
                  <a:pt x="457937" y="4039"/>
                </a:cubicBezTo>
                <a:cubicBezTo>
                  <a:pt x="460807" y="5373"/>
                  <a:pt x="463220" y="7201"/>
                  <a:pt x="465150" y="9525"/>
                </a:cubicBezTo>
                <a:lnTo>
                  <a:pt x="460426" y="14212"/>
                </a:lnTo>
                <a:cubicBezTo>
                  <a:pt x="458762" y="12306"/>
                  <a:pt x="456870" y="10833"/>
                  <a:pt x="454736" y="9792"/>
                </a:cubicBezTo>
                <a:cubicBezTo>
                  <a:pt x="452603" y="8751"/>
                  <a:pt x="450050" y="8230"/>
                  <a:pt x="447065" y="8230"/>
                </a:cubicBezTo>
                <a:cubicBezTo>
                  <a:pt x="444665" y="8230"/>
                  <a:pt x="442646" y="8560"/>
                  <a:pt x="441007" y="9208"/>
                </a:cubicBezTo>
                <a:cubicBezTo>
                  <a:pt x="439369" y="9868"/>
                  <a:pt x="438150" y="10770"/>
                  <a:pt x="437363" y="11913"/>
                </a:cubicBezTo>
                <a:cubicBezTo>
                  <a:pt x="436562" y="13056"/>
                  <a:pt x="436169" y="14364"/>
                  <a:pt x="436169" y="15850"/>
                </a:cubicBezTo>
                <a:cubicBezTo>
                  <a:pt x="436169" y="17666"/>
                  <a:pt x="436715" y="19139"/>
                  <a:pt x="437820" y="20269"/>
                </a:cubicBezTo>
                <a:cubicBezTo>
                  <a:pt x="438925" y="21387"/>
                  <a:pt x="440309" y="22276"/>
                  <a:pt x="441960" y="22911"/>
                </a:cubicBezTo>
                <a:cubicBezTo>
                  <a:pt x="443598" y="23533"/>
                  <a:pt x="445872" y="24244"/>
                  <a:pt x="448742" y="25006"/>
                </a:cubicBezTo>
                <a:cubicBezTo>
                  <a:pt x="452514" y="25946"/>
                  <a:pt x="455587" y="26912"/>
                  <a:pt x="457949" y="27915"/>
                </a:cubicBezTo>
                <a:cubicBezTo>
                  <a:pt x="460324" y="28905"/>
                  <a:pt x="462343" y="30429"/>
                  <a:pt x="463995" y="32487"/>
                </a:cubicBezTo>
                <a:cubicBezTo>
                  <a:pt x="465658" y="34544"/>
                  <a:pt x="466496" y="37313"/>
                  <a:pt x="466496" y="40780"/>
                </a:cubicBezTo>
                <a:cubicBezTo>
                  <a:pt x="466496" y="43765"/>
                  <a:pt x="465734" y="46393"/>
                  <a:pt x="464223" y="48692"/>
                </a:cubicBezTo>
                <a:cubicBezTo>
                  <a:pt x="462712" y="50991"/>
                  <a:pt x="460477" y="52781"/>
                  <a:pt x="457505" y="54064"/>
                </a:cubicBezTo>
                <a:cubicBezTo>
                  <a:pt x="454546" y="55359"/>
                  <a:pt x="450964" y="56007"/>
                  <a:pt x="446773" y="56007"/>
                </a:cubicBezTo>
                <a:close/>
                <a:moveTo>
                  <a:pt x="488963" y="2832"/>
                </a:moveTo>
                <a:lnTo>
                  <a:pt x="497065" y="2832"/>
                </a:lnTo>
                <a:lnTo>
                  <a:pt x="516788" y="55258"/>
                </a:lnTo>
                <a:lnTo>
                  <a:pt x="509384" y="55258"/>
                </a:lnTo>
                <a:lnTo>
                  <a:pt x="504431" y="41085"/>
                </a:lnTo>
                <a:lnTo>
                  <a:pt x="481444" y="41085"/>
                </a:lnTo>
                <a:lnTo>
                  <a:pt x="476491" y="55258"/>
                </a:lnTo>
                <a:lnTo>
                  <a:pt x="469240" y="55258"/>
                </a:lnTo>
                <a:lnTo>
                  <a:pt x="488963" y="2832"/>
                </a:lnTo>
                <a:close/>
                <a:moveTo>
                  <a:pt x="502285" y="34900"/>
                </a:moveTo>
                <a:lnTo>
                  <a:pt x="496062" y="17158"/>
                </a:lnTo>
                <a:cubicBezTo>
                  <a:pt x="495490" y="15545"/>
                  <a:pt x="494932" y="13932"/>
                  <a:pt x="494373" y="12319"/>
                </a:cubicBezTo>
                <a:cubicBezTo>
                  <a:pt x="493814" y="10706"/>
                  <a:pt x="493332" y="9322"/>
                  <a:pt x="492938" y="8154"/>
                </a:cubicBezTo>
                <a:cubicBezTo>
                  <a:pt x="492544" y="9322"/>
                  <a:pt x="492062" y="10706"/>
                  <a:pt x="491503" y="12319"/>
                </a:cubicBezTo>
                <a:cubicBezTo>
                  <a:pt x="490944" y="13932"/>
                  <a:pt x="490385" y="15545"/>
                  <a:pt x="489814" y="17158"/>
                </a:cubicBezTo>
                <a:lnTo>
                  <a:pt x="483603" y="34900"/>
                </a:lnTo>
                <a:lnTo>
                  <a:pt x="502285" y="34900"/>
                </a:lnTo>
                <a:close/>
                <a:moveTo>
                  <a:pt x="522732" y="2832"/>
                </a:moveTo>
                <a:lnTo>
                  <a:pt x="542531" y="2832"/>
                </a:lnTo>
                <a:cubicBezTo>
                  <a:pt x="546570" y="2832"/>
                  <a:pt x="549974" y="3493"/>
                  <a:pt x="552729" y="4801"/>
                </a:cubicBezTo>
                <a:cubicBezTo>
                  <a:pt x="555473" y="6121"/>
                  <a:pt x="557543" y="7963"/>
                  <a:pt x="558914" y="10351"/>
                </a:cubicBezTo>
                <a:cubicBezTo>
                  <a:pt x="560299" y="12726"/>
                  <a:pt x="560984" y="15532"/>
                  <a:pt x="560984" y="18759"/>
                </a:cubicBezTo>
                <a:cubicBezTo>
                  <a:pt x="560984" y="21908"/>
                  <a:pt x="560299" y="24727"/>
                  <a:pt x="558940" y="27204"/>
                </a:cubicBezTo>
                <a:cubicBezTo>
                  <a:pt x="557568" y="29680"/>
                  <a:pt x="555536" y="31636"/>
                  <a:pt x="552831" y="33058"/>
                </a:cubicBezTo>
                <a:cubicBezTo>
                  <a:pt x="550126" y="34493"/>
                  <a:pt x="546837" y="35205"/>
                  <a:pt x="542938" y="35205"/>
                </a:cubicBezTo>
                <a:lnTo>
                  <a:pt x="529806" y="35205"/>
                </a:lnTo>
                <a:lnTo>
                  <a:pt x="529806" y="55258"/>
                </a:lnTo>
                <a:lnTo>
                  <a:pt x="522732" y="55258"/>
                </a:lnTo>
                <a:lnTo>
                  <a:pt x="522732" y="2832"/>
                </a:lnTo>
                <a:close/>
                <a:moveTo>
                  <a:pt x="541934" y="28804"/>
                </a:moveTo>
                <a:cubicBezTo>
                  <a:pt x="545948" y="28804"/>
                  <a:pt x="548957" y="27953"/>
                  <a:pt x="550939" y="26251"/>
                </a:cubicBezTo>
                <a:cubicBezTo>
                  <a:pt x="552920" y="24550"/>
                  <a:pt x="553911" y="22085"/>
                  <a:pt x="553911" y="18835"/>
                </a:cubicBezTo>
                <a:cubicBezTo>
                  <a:pt x="553911" y="15710"/>
                  <a:pt x="552882" y="13336"/>
                  <a:pt x="550812" y="11723"/>
                </a:cubicBezTo>
                <a:cubicBezTo>
                  <a:pt x="548742" y="10109"/>
                  <a:pt x="545681" y="9310"/>
                  <a:pt x="541630" y="9310"/>
                </a:cubicBezTo>
                <a:lnTo>
                  <a:pt x="529806" y="9310"/>
                </a:lnTo>
                <a:lnTo>
                  <a:pt x="529806" y="28804"/>
                </a:lnTo>
                <a:lnTo>
                  <a:pt x="541934" y="28804"/>
                </a:lnTo>
                <a:close/>
                <a:moveTo>
                  <a:pt x="595973" y="56007"/>
                </a:moveTo>
                <a:cubicBezTo>
                  <a:pt x="593585" y="56007"/>
                  <a:pt x="591464" y="55538"/>
                  <a:pt x="589610" y="54623"/>
                </a:cubicBezTo>
                <a:cubicBezTo>
                  <a:pt x="587743" y="53708"/>
                  <a:pt x="586296" y="52363"/>
                  <a:pt x="585254" y="50610"/>
                </a:cubicBezTo>
                <a:cubicBezTo>
                  <a:pt x="584213" y="48844"/>
                  <a:pt x="583692" y="46736"/>
                  <a:pt x="583692" y="44285"/>
                </a:cubicBezTo>
                <a:cubicBezTo>
                  <a:pt x="583692" y="41275"/>
                  <a:pt x="584479" y="38812"/>
                  <a:pt x="586054" y="36881"/>
                </a:cubicBezTo>
                <a:cubicBezTo>
                  <a:pt x="587629" y="34938"/>
                  <a:pt x="589775" y="33528"/>
                  <a:pt x="592506" y="32652"/>
                </a:cubicBezTo>
                <a:cubicBezTo>
                  <a:pt x="595236" y="31776"/>
                  <a:pt x="598399" y="31331"/>
                  <a:pt x="601993" y="31331"/>
                </a:cubicBezTo>
                <a:lnTo>
                  <a:pt x="609143" y="31331"/>
                </a:lnTo>
                <a:lnTo>
                  <a:pt x="609143" y="28575"/>
                </a:lnTo>
                <a:cubicBezTo>
                  <a:pt x="609143" y="25756"/>
                  <a:pt x="608470" y="23597"/>
                  <a:pt x="607111" y="22123"/>
                </a:cubicBezTo>
                <a:cubicBezTo>
                  <a:pt x="605765" y="20651"/>
                  <a:pt x="603720" y="19914"/>
                  <a:pt x="600989" y="19914"/>
                </a:cubicBezTo>
                <a:cubicBezTo>
                  <a:pt x="598513" y="19914"/>
                  <a:pt x="596354" y="20409"/>
                  <a:pt x="594500" y="21413"/>
                </a:cubicBezTo>
                <a:cubicBezTo>
                  <a:pt x="592658" y="22416"/>
                  <a:pt x="591020" y="23876"/>
                  <a:pt x="589610" y="25794"/>
                </a:cubicBezTo>
                <a:lnTo>
                  <a:pt x="585292" y="21476"/>
                </a:lnTo>
                <a:cubicBezTo>
                  <a:pt x="589305" y="16663"/>
                  <a:pt x="594690" y="14250"/>
                  <a:pt x="601434" y="14250"/>
                </a:cubicBezTo>
                <a:cubicBezTo>
                  <a:pt x="604545" y="14250"/>
                  <a:pt x="607174" y="14846"/>
                  <a:pt x="609333" y="16040"/>
                </a:cubicBezTo>
                <a:cubicBezTo>
                  <a:pt x="611480" y="17234"/>
                  <a:pt x="613105" y="18898"/>
                  <a:pt x="614197" y="21044"/>
                </a:cubicBezTo>
                <a:cubicBezTo>
                  <a:pt x="615290" y="23191"/>
                  <a:pt x="615836" y="25705"/>
                  <a:pt x="615836" y="28575"/>
                </a:cubicBezTo>
                <a:lnTo>
                  <a:pt x="615836" y="55258"/>
                </a:lnTo>
                <a:lnTo>
                  <a:pt x="609435" y="55258"/>
                </a:lnTo>
                <a:lnTo>
                  <a:pt x="609435" y="47778"/>
                </a:lnTo>
                <a:lnTo>
                  <a:pt x="609295" y="47778"/>
                </a:lnTo>
                <a:cubicBezTo>
                  <a:pt x="607949" y="50635"/>
                  <a:pt x="606209" y="52718"/>
                  <a:pt x="604076" y="54026"/>
                </a:cubicBezTo>
                <a:cubicBezTo>
                  <a:pt x="601942" y="55347"/>
                  <a:pt x="599250" y="56007"/>
                  <a:pt x="595973" y="56007"/>
                </a:cubicBezTo>
                <a:close/>
                <a:moveTo>
                  <a:pt x="590614" y="44133"/>
                </a:moveTo>
                <a:cubicBezTo>
                  <a:pt x="590614" y="45403"/>
                  <a:pt x="590893" y="46495"/>
                  <a:pt x="591464" y="47447"/>
                </a:cubicBezTo>
                <a:cubicBezTo>
                  <a:pt x="592036" y="48387"/>
                  <a:pt x="592861" y="49111"/>
                  <a:pt x="593941" y="49619"/>
                </a:cubicBezTo>
                <a:cubicBezTo>
                  <a:pt x="595020" y="50127"/>
                  <a:pt x="596303" y="50381"/>
                  <a:pt x="597789" y="50381"/>
                </a:cubicBezTo>
                <a:cubicBezTo>
                  <a:pt x="600151" y="50381"/>
                  <a:pt x="602183" y="49911"/>
                  <a:pt x="603898" y="48946"/>
                </a:cubicBezTo>
                <a:cubicBezTo>
                  <a:pt x="605612" y="47993"/>
                  <a:pt x="606908" y="46749"/>
                  <a:pt x="607797" y="45187"/>
                </a:cubicBezTo>
                <a:cubicBezTo>
                  <a:pt x="608698" y="43638"/>
                  <a:pt x="609143" y="41999"/>
                  <a:pt x="609143" y="40260"/>
                </a:cubicBezTo>
                <a:lnTo>
                  <a:pt x="609143" y="36361"/>
                </a:lnTo>
                <a:lnTo>
                  <a:pt x="602894" y="36361"/>
                </a:lnTo>
                <a:cubicBezTo>
                  <a:pt x="599199" y="36361"/>
                  <a:pt x="596227" y="36919"/>
                  <a:pt x="593979" y="38050"/>
                </a:cubicBezTo>
                <a:cubicBezTo>
                  <a:pt x="591731" y="39180"/>
                  <a:pt x="590614" y="41199"/>
                  <a:pt x="590614" y="44133"/>
                </a:cubicBezTo>
                <a:close/>
                <a:moveTo>
                  <a:pt x="625285" y="15037"/>
                </a:moveTo>
                <a:lnTo>
                  <a:pt x="631685" y="15037"/>
                </a:lnTo>
                <a:lnTo>
                  <a:pt x="631685" y="23406"/>
                </a:lnTo>
                <a:lnTo>
                  <a:pt x="631838" y="23406"/>
                </a:lnTo>
                <a:cubicBezTo>
                  <a:pt x="632828" y="20803"/>
                  <a:pt x="634340" y="18631"/>
                  <a:pt x="636372" y="16879"/>
                </a:cubicBezTo>
                <a:cubicBezTo>
                  <a:pt x="638404" y="15126"/>
                  <a:pt x="641248" y="14250"/>
                  <a:pt x="644893" y="14250"/>
                </a:cubicBezTo>
                <a:cubicBezTo>
                  <a:pt x="647675" y="14250"/>
                  <a:pt x="649999" y="14834"/>
                  <a:pt x="651866" y="16002"/>
                </a:cubicBezTo>
                <a:cubicBezTo>
                  <a:pt x="653745" y="17171"/>
                  <a:pt x="655142" y="18821"/>
                  <a:pt x="656082" y="20955"/>
                </a:cubicBezTo>
                <a:cubicBezTo>
                  <a:pt x="657009" y="23089"/>
                  <a:pt x="657466" y="25578"/>
                  <a:pt x="657466" y="28435"/>
                </a:cubicBezTo>
                <a:lnTo>
                  <a:pt x="657466" y="55258"/>
                </a:lnTo>
                <a:lnTo>
                  <a:pt x="650735" y="55258"/>
                </a:lnTo>
                <a:lnTo>
                  <a:pt x="650735" y="29731"/>
                </a:lnTo>
                <a:cubicBezTo>
                  <a:pt x="650735" y="26632"/>
                  <a:pt x="650088" y="24270"/>
                  <a:pt x="648805" y="22644"/>
                </a:cubicBezTo>
                <a:cubicBezTo>
                  <a:pt x="647510" y="21019"/>
                  <a:pt x="645389" y="20206"/>
                  <a:pt x="642442" y="20206"/>
                </a:cubicBezTo>
                <a:cubicBezTo>
                  <a:pt x="640334" y="20206"/>
                  <a:pt x="638493" y="20663"/>
                  <a:pt x="636918" y="21590"/>
                </a:cubicBezTo>
                <a:cubicBezTo>
                  <a:pt x="635343" y="22505"/>
                  <a:pt x="634124" y="23838"/>
                  <a:pt x="633273" y="25603"/>
                </a:cubicBezTo>
                <a:cubicBezTo>
                  <a:pt x="632409" y="27369"/>
                  <a:pt x="631990" y="29477"/>
                  <a:pt x="631990" y="31928"/>
                </a:cubicBezTo>
                <a:lnTo>
                  <a:pt x="631990" y="55258"/>
                </a:lnTo>
                <a:lnTo>
                  <a:pt x="625285" y="55258"/>
                </a:lnTo>
                <a:lnTo>
                  <a:pt x="625285" y="15037"/>
                </a:lnTo>
                <a:close/>
                <a:moveTo>
                  <a:pt x="683209" y="56007"/>
                </a:moveTo>
                <a:cubicBezTo>
                  <a:pt x="679691" y="56007"/>
                  <a:pt x="676593" y="55118"/>
                  <a:pt x="673926" y="53366"/>
                </a:cubicBezTo>
                <a:cubicBezTo>
                  <a:pt x="671259" y="51601"/>
                  <a:pt x="669201" y="49137"/>
                  <a:pt x="667741" y="45987"/>
                </a:cubicBezTo>
                <a:cubicBezTo>
                  <a:pt x="666267" y="42838"/>
                  <a:pt x="665543" y="39218"/>
                  <a:pt x="665543" y="35128"/>
                </a:cubicBezTo>
                <a:cubicBezTo>
                  <a:pt x="665543" y="31039"/>
                  <a:pt x="666255" y="27419"/>
                  <a:pt x="667677" y="24270"/>
                </a:cubicBezTo>
                <a:cubicBezTo>
                  <a:pt x="669112" y="21108"/>
                  <a:pt x="671144" y="18656"/>
                  <a:pt x="673786" y="16891"/>
                </a:cubicBezTo>
                <a:cubicBezTo>
                  <a:pt x="676427" y="15139"/>
                  <a:pt x="679488" y="14250"/>
                  <a:pt x="682993" y="14250"/>
                </a:cubicBezTo>
                <a:cubicBezTo>
                  <a:pt x="685571" y="14250"/>
                  <a:pt x="687857" y="14656"/>
                  <a:pt x="689839" y="15443"/>
                </a:cubicBezTo>
                <a:cubicBezTo>
                  <a:pt x="691820" y="16243"/>
                  <a:pt x="693471" y="17297"/>
                  <a:pt x="694792" y="18631"/>
                </a:cubicBezTo>
                <a:cubicBezTo>
                  <a:pt x="696100" y="19952"/>
                  <a:pt x="697116" y="21451"/>
                  <a:pt x="697840" y="23114"/>
                </a:cubicBezTo>
                <a:lnTo>
                  <a:pt x="697979" y="23114"/>
                </a:lnTo>
                <a:lnTo>
                  <a:pt x="697979" y="0"/>
                </a:lnTo>
                <a:lnTo>
                  <a:pt x="704685" y="0"/>
                </a:lnTo>
                <a:lnTo>
                  <a:pt x="704685" y="55258"/>
                </a:lnTo>
                <a:lnTo>
                  <a:pt x="698284" y="55258"/>
                </a:lnTo>
                <a:lnTo>
                  <a:pt x="698284" y="46736"/>
                </a:lnTo>
                <a:lnTo>
                  <a:pt x="698208" y="46736"/>
                </a:lnTo>
                <a:cubicBezTo>
                  <a:pt x="697090" y="49492"/>
                  <a:pt x="695363" y="51727"/>
                  <a:pt x="693014" y="53429"/>
                </a:cubicBezTo>
                <a:cubicBezTo>
                  <a:pt x="690677" y="55144"/>
                  <a:pt x="687400" y="56007"/>
                  <a:pt x="683209" y="56007"/>
                </a:cubicBezTo>
                <a:close/>
                <a:moveTo>
                  <a:pt x="672541" y="35128"/>
                </a:moveTo>
                <a:cubicBezTo>
                  <a:pt x="672541" y="38380"/>
                  <a:pt x="673087" y="41148"/>
                  <a:pt x="674192" y="43421"/>
                </a:cubicBezTo>
                <a:cubicBezTo>
                  <a:pt x="675297" y="45707"/>
                  <a:pt x="676808" y="47422"/>
                  <a:pt x="678726" y="48578"/>
                </a:cubicBezTo>
                <a:cubicBezTo>
                  <a:pt x="680657" y="49733"/>
                  <a:pt x="682828" y="50305"/>
                  <a:pt x="685267" y="50305"/>
                </a:cubicBezTo>
                <a:cubicBezTo>
                  <a:pt x="687692" y="50305"/>
                  <a:pt x="689864" y="49733"/>
                  <a:pt x="691794" y="48578"/>
                </a:cubicBezTo>
                <a:cubicBezTo>
                  <a:pt x="693712" y="47422"/>
                  <a:pt x="695223" y="45707"/>
                  <a:pt x="696328" y="43447"/>
                </a:cubicBezTo>
                <a:cubicBezTo>
                  <a:pt x="697433" y="41173"/>
                  <a:pt x="697979" y="38405"/>
                  <a:pt x="697979" y="35128"/>
                </a:cubicBezTo>
                <a:cubicBezTo>
                  <a:pt x="697979" y="31877"/>
                  <a:pt x="697433" y="29121"/>
                  <a:pt x="696328" y="26848"/>
                </a:cubicBezTo>
                <a:cubicBezTo>
                  <a:pt x="695223" y="24574"/>
                  <a:pt x="693712" y="22873"/>
                  <a:pt x="691794" y="21717"/>
                </a:cubicBezTo>
                <a:cubicBezTo>
                  <a:pt x="689864" y="20562"/>
                  <a:pt x="687692" y="19990"/>
                  <a:pt x="685267" y="19990"/>
                </a:cubicBezTo>
                <a:cubicBezTo>
                  <a:pt x="682828" y="19990"/>
                  <a:pt x="680657" y="20562"/>
                  <a:pt x="678726" y="21717"/>
                </a:cubicBezTo>
                <a:cubicBezTo>
                  <a:pt x="676808" y="22873"/>
                  <a:pt x="675297" y="24574"/>
                  <a:pt x="674192" y="26848"/>
                </a:cubicBezTo>
                <a:cubicBezTo>
                  <a:pt x="673087" y="29121"/>
                  <a:pt x="672541" y="31877"/>
                  <a:pt x="672541" y="35128"/>
                </a:cubicBezTo>
                <a:close/>
                <a:moveTo>
                  <a:pt x="734568" y="2832"/>
                </a:moveTo>
                <a:lnTo>
                  <a:pt x="754367" y="2832"/>
                </a:lnTo>
                <a:cubicBezTo>
                  <a:pt x="758406" y="2832"/>
                  <a:pt x="761810" y="3493"/>
                  <a:pt x="764515" y="4801"/>
                </a:cubicBezTo>
                <a:cubicBezTo>
                  <a:pt x="767309" y="6121"/>
                  <a:pt x="769341" y="7963"/>
                  <a:pt x="770738" y="10351"/>
                </a:cubicBezTo>
                <a:cubicBezTo>
                  <a:pt x="772135" y="12726"/>
                  <a:pt x="772770" y="15532"/>
                  <a:pt x="772770" y="18759"/>
                </a:cubicBezTo>
                <a:cubicBezTo>
                  <a:pt x="772770" y="21908"/>
                  <a:pt x="772135" y="24727"/>
                  <a:pt x="770738" y="27204"/>
                </a:cubicBezTo>
                <a:cubicBezTo>
                  <a:pt x="769468" y="29680"/>
                  <a:pt x="767436" y="31636"/>
                  <a:pt x="764642" y="33058"/>
                </a:cubicBezTo>
                <a:cubicBezTo>
                  <a:pt x="761962" y="34493"/>
                  <a:pt x="758673" y="35205"/>
                  <a:pt x="754774" y="35205"/>
                </a:cubicBezTo>
                <a:lnTo>
                  <a:pt x="741642" y="35205"/>
                </a:lnTo>
                <a:lnTo>
                  <a:pt x="741642" y="55258"/>
                </a:lnTo>
                <a:lnTo>
                  <a:pt x="734568" y="55258"/>
                </a:lnTo>
                <a:lnTo>
                  <a:pt x="734568" y="2832"/>
                </a:lnTo>
                <a:close/>
                <a:moveTo>
                  <a:pt x="753770" y="28804"/>
                </a:moveTo>
                <a:cubicBezTo>
                  <a:pt x="757784" y="28804"/>
                  <a:pt x="760793" y="27953"/>
                  <a:pt x="762775" y="26251"/>
                </a:cubicBezTo>
                <a:cubicBezTo>
                  <a:pt x="764769" y="24550"/>
                  <a:pt x="765785" y="22085"/>
                  <a:pt x="765785" y="18835"/>
                </a:cubicBezTo>
                <a:cubicBezTo>
                  <a:pt x="765785" y="15710"/>
                  <a:pt x="764769" y="13336"/>
                  <a:pt x="762648" y="11723"/>
                </a:cubicBezTo>
                <a:cubicBezTo>
                  <a:pt x="760578" y="10109"/>
                  <a:pt x="757517" y="9310"/>
                  <a:pt x="753466" y="9310"/>
                </a:cubicBezTo>
                <a:lnTo>
                  <a:pt x="741642" y="9310"/>
                </a:lnTo>
                <a:lnTo>
                  <a:pt x="741642" y="28804"/>
                </a:lnTo>
                <a:lnTo>
                  <a:pt x="753770" y="28804"/>
                </a:lnTo>
                <a:close/>
                <a:moveTo>
                  <a:pt x="789534" y="56007"/>
                </a:moveTo>
                <a:cubicBezTo>
                  <a:pt x="787121" y="56007"/>
                  <a:pt x="784962" y="55538"/>
                  <a:pt x="783184" y="54623"/>
                </a:cubicBezTo>
                <a:cubicBezTo>
                  <a:pt x="781279" y="53708"/>
                  <a:pt x="779882" y="52363"/>
                  <a:pt x="778739" y="50610"/>
                </a:cubicBezTo>
                <a:cubicBezTo>
                  <a:pt x="777723" y="48844"/>
                  <a:pt x="777215" y="46736"/>
                  <a:pt x="777215" y="44285"/>
                </a:cubicBezTo>
                <a:cubicBezTo>
                  <a:pt x="777215" y="41275"/>
                  <a:pt x="777977" y="38812"/>
                  <a:pt x="779628" y="36881"/>
                </a:cubicBezTo>
                <a:cubicBezTo>
                  <a:pt x="781152" y="34938"/>
                  <a:pt x="783311" y="33528"/>
                  <a:pt x="786105" y="32652"/>
                </a:cubicBezTo>
                <a:cubicBezTo>
                  <a:pt x="788772" y="31776"/>
                  <a:pt x="791947" y="31331"/>
                  <a:pt x="795503" y="31331"/>
                </a:cubicBezTo>
                <a:lnTo>
                  <a:pt x="802742" y="31331"/>
                </a:lnTo>
                <a:lnTo>
                  <a:pt x="802742" y="28575"/>
                </a:lnTo>
                <a:cubicBezTo>
                  <a:pt x="802742" y="25756"/>
                  <a:pt x="801980" y="23597"/>
                  <a:pt x="800710" y="22123"/>
                </a:cubicBezTo>
                <a:cubicBezTo>
                  <a:pt x="799313" y="20651"/>
                  <a:pt x="797281" y="19914"/>
                  <a:pt x="794487" y="19914"/>
                </a:cubicBezTo>
                <a:cubicBezTo>
                  <a:pt x="792074" y="19914"/>
                  <a:pt x="789915" y="20409"/>
                  <a:pt x="788010" y="21413"/>
                </a:cubicBezTo>
                <a:cubicBezTo>
                  <a:pt x="786232" y="22416"/>
                  <a:pt x="784581" y="23876"/>
                  <a:pt x="783184" y="25794"/>
                </a:cubicBezTo>
                <a:lnTo>
                  <a:pt x="778866" y="21476"/>
                </a:lnTo>
                <a:cubicBezTo>
                  <a:pt x="782803" y="16663"/>
                  <a:pt x="788264" y="14250"/>
                  <a:pt x="794995" y="14250"/>
                </a:cubicBezTo>
                <a:cubicBezTo>
                  <a:pt x="798043" y="14250"/>
                  <a:pt x="800710" y="14846"/>
                  <a:pt x="802869" y="16040"/>
                </a:cubicBezTo>
                <a:cubicBezTo>
                  <a:pt x="805028" y="17234"/>
                  <a:pt x="806679" y="18898"/>
                  <a:pt x="807695" y="21044"/>
                </a:cubicBezTo>
                <a:cubicBezTo>
                  <a:pt x="808838" y="23191"/>
                  <a:pt x="809346" y="25705"/>
                  <a:pt x="809346" y="28575"/>
                </a:cubicBezTo>
                <a:lnTo>
                  <a:pt x="809346" y="55258"/>
                </a:lnTo>
                <a:lnTo>
                  <a:pt x="802996" y="55258"/>
                </a:lnTo>
                <a:lnTo>
                  <a:pt x="802996" y="47778"/>
                </a:lnTo>
                <a:lnTo>
                  <a:pt x="802869" y="47778"/>
                </a:lnTo>
                <a:cubicBezTo>
                  <a:pt x="801472" y="50635"/>
                  <a:pt x="799821" y="52718"/>
                  <a:pt x="797662" y="54026"/>
                </a:cubicBezTo>
                <a:cubicBezTo>
                  <a:pt x="795503" y="55347"/>
                  <a:pt x="792836" y="56007"/>
                  <a:pt x="789534" y="56007"/>
                </a:cubicBezTo>
                <a:close/>
                <a:moveTo>
                  <a:pt x="784200" y="44133"/>
                </a:moveTo>
                <a:cubicBezTo>
                  <a:pt x="784200" y="45403"/>
                  <a:pt x="784454" y="46495"/>
                  <a:pt x="784962" y="47447"/>
                </a:cubicBezTo>
                <a:cubicBezTo>
                  <a:pt x="785597" y="48387"/>
                  <a:pt x="786359" y="49111"/>
                  <a:pt x="787502" y="49619"/>
                </a:cubicBezTo>
                <a:cubicBezTo>
                  <a:pt x="788518" y="50127"/>
                  <a:pt x="789915" y="50381"/>
                  <a:pt x="791312" y="50381"/>
                </a:cubicBezTo>
                <a:cubicBezTo>
                  <a:pt x="793725" y="50381"/>
                  <a:pt x="795757" y="49911"/>
                  <a:pt x="797408" y="48946"/>
                </a:cubicBezTo>
                <a:cubicBezTo>
                  <a:pt x="799186" y="47993"/>
                  <a:pt x="800456" y="46749"/>
                  <a:pt x="801345" y="45187"/>
                </a:cubicBezTo>
                <a:cubicBezTo>
                  <a:pt x="802234" y="43638"/>
                  <a:pt x="802742" y="41999"/>
                  <a:pt x="802742" y="40260"/>
                </a:cubicBezTo>
                <a:lnTo>
                  <a:pt x="802742" y="36361"/>
                </a:lnTo>
                <a:lnTo>
                  <a:pt x="796392" y="36361"/>
                </a:lnTo>
                <a:cubicBezTo>
                  <a:pt x="792709" y="36361"/>
                  <a:pt x="789788" y="36919"/>
                  <a:pt x="787502" y="38050"/>
                </a:cubicBezTo>
                <a:cubicBezTo>
                  <a:pt x="785343" y="39180"/>
                  <a:pt x="784200" y="41199"/>
                  <a:pt x="784200" y="44133"/>
                </a:cubicBezTo>
                <a:close/>
                <a:moveTo>
                  <a:pt x="818871" y="15037"/>
                </a:moveTo>
                <a:lnTo>
                  <a:pt x="825221" y="15037"/>
                </a:lnTo>
                <a:lnTo>
                  <a:pt x="825221" y="23635"/>
                </a:lnTo>
                <a:lnTo>
                  <a:pt x="825348" y="23635"/>
                </a:lnTo>
                <a:cubicBezTo>
                  <a:pt x="826110" y="20333"/>
                  <a:pt x="827253" y="17945"/>
                  <a:pt x="828904" y="16472"/>
                </a:cubicBezTo>
                <a:cubicBezTo>
                  <a:pt x="830428" y="14999"/>
                  <a:pt x="832460" y="14250"/>
                  <a:pt x="834873" y="14250"/>
                </a:cubicBezTo>
                <a:cubicBezTo>
                  <a:pt x="835508" y="14250"/>
                  <a:pt x="836016" y="14288"/>
                  <a:pt x="836651" y="14364"/>
                </a:cubicBezTo>
                <a:cubicBezTo>
                  <a:pt x="837159" y="14440"/>
                  <a:pt x="837667" y="14529"/>
                  <a:pt x="838048" y="14631"/>
                </a:cubicBezTo>
                <a:lnTo>
                  <a:pt x="838048" y="21210"/>
                </a:lnTo>
                <a:cubicBezTo>
                  <a:pt x="837667" y="21095"/>
                  <a:pt x="837159" y="20993"/>
                  <a:pt x="836524" y="20917"/>
                </a:cubicBezTo>
                <a:cubicBezTo>
                  <a:pt x="835889" y="20841"/>
                  <a:pt x="835254" y="20803"/>
                  <a:pt x="834746" y="20803"/>
                </a:cubicBezTo>
                <a:cubicBezTo>
                  <a:pt x="831444" y="20803"/>
                  <a:pt x="829031" y="21946"/>
                  <a:pt x="827634" y="24244"/>
                </a:cubicBezTo>
                <a:cubicBezTo>
                  <a:pt x="826237" y="26543"/>
                  <a:pt x="825475" y="29896"/>
                  <a:pt x="825475" y="34316"/>
                </a:cubicBezTo>
                <a:lnTo>
                  <a:pt x="825475" y="55258"/>
                </a:lnTo>
                <a:lnTo>
                  <a:pt x="818871" y="55258"/>
                </a:lnTo>
                <a:lnTo>
                  <a:pt x="818871" y="15037"/>
                </a:lnTo>
                <a:close/>
                <a:moveTo>
                  <a:pt x="855701" y="55855"/>
                </a:moveTo>
                <a:cubicBezTo>
                  <a:pt x="853288" y="55855"/>
                  <a:pt x="851383" y="55525"/>
                  <a:pt x="849859" y="54890"/>
                </a:cubicBezTo>
                <a:cubicBezTo>
                  <a:pt x="848462" y="54242"/>
                  <a:pt x="847319" y="53239"/>
                  <a:pt x="846557" y="51867"/>
                </a:cubicBezTo>
                <a:cubicBezTo>
                  <a:pt x="845922" y="50509"/>
                  <a:pt x="845541" y="48743"/>
                  <a:pt x="845541" y="46584"/>
                </a:cubicBezTo>
                <a:lnTo>
                  <a:pt x="845541" y="20651"/>
                </a:lnTo>
                <a:lnTo>
                  <a:pt x="839572" y="20651"/>
                </a:lnTo>
                <a:lnTo>
                  <a:pt x="839572" y="17158"/>
                </a:lnTo>
                <a:lnTo>
                  <a:pt x="851383" y="5283"/>
                </a:lnTo>
                <a:lnTo>
                  <a:pt x="852272" y="5283"/>
                </a:lnTo>
                <a:lnTo>
                  <a:pt x="852272" y="15037"/>
                </a:lnTo>
                <a:lnTo>
                  <a:pt x="861289" y="15037"/>
                </a:lnTo>
                <a:lnTo>
                  <a:pt x="861289" y="20651"/>
                </a:lnTo>
                <a:lnTo>
                  <a:pt x="852272" y="20651"/>
                </a:lnTo>
                <a:lnTo>
                  <a:pt x="852272" y="45212"/>
                </a:lnTo>
                <a:cubicBezTo>
                  <a:pt x="852272" y="46406"/>
                  <a:pt x="852399" y="47320"/>
                  <a:pt x="852653" y="47981"/>
                </a:cubicBezTo>
                <a:cubicBezTo>
                  <a:pt x="852907" y="48641"/>
                  <a:pt x="853415" y="49111"/>
                  <a:pt x="854050" y="49378"/>
                </a:cubicBezTo>
                <a:cubicBezTo>
                  <a:pt x="854685" y="49657"/>
                  <a:pt x="855574" y="49785"/>
                  <a:pt x="856590" y="49785"/>
                </a:cubicBezTo>
                <a:cubicBezTo>
                  <a:pt x="858114" y="49785"/>
                  <a:pt x="859638" y="49581"/>
                  <a:pt x="861289" y="49149"/>
                </a:cubicBezTo>
                <a:lnTo>
                  <a:pt x="861289" y="55258"/>
                </a:lnTo>
                <a:cubicBezTo>
                  <a:pt x="860527" y="55435"/>
                  <a:pt x="859638" y="55576"/>
                  <a:pt x="858622" y="55690"/>
                </a:cubicBezTo>
                <a:cubicBezTo>
                  <a:pt x="857606" y="55791"/>
                  <a:pt x="856590" y="55855"/>
                  <a:pt x="855701" y="55855"/>
                </a:cubicBezTo>
                <a:close/>
                <a:moveTo>
                  <a:pt x="869163" y="15037"/>
                </a:moveTo>
                <a:lnTo>
                  <a:pt x="875513" y="15037"/>
                </a:lnTo>
                <a:lnTo>
                  <a:pt x="875513" y="23406"/>
                </a:lnTo>
                <a:lnTo>
                  <a:pt x="875640" y="23406"/>
                </a:lnTo>
                <a:cubicBezTo>
                  <a:pt x="876656" y="20803"/>
                  <a:pt x="878180" y="18631"/>
                  <a:pt x="880212" y="16879"/>
                </a:cubicBezTo>
                <a:cubicBezTo>
                  <a:pt x="882244" y="15126"/>
                  <a:pt x="885038" y="14250"/>
                  <a:pt x="888721" y="14250"/>
                </a:cubicBezTo>
                <a:cubicBezTo>
                  <a:pt x="891515" y="14250"/>
                  <a:pt x="893801" y="14834"/>
                  <a:pt x="895706" y="16002"/>
                </a:cubicBezTo>
                <a:cubicBezTo>
                  <a:pt x="897611" y="17171"/>
                  <a:pt x="899008" y="18821"/>
                  <a:pt x="899897" y="20955"/>
                </a:cubicBezTo>
                <a:cubicBezTo>
                  <a:pt x="900786" y="23089"/>
                  <a:pt x="901294" y="25578"/>
                  <a:pt x="901294" y="28435"/>
                </a:cubicBezTo>
                <a:lnTo>
                  <a:pt x="901294" y="55258"/>
                </a:lnTo>
                <a:lnTo>
                  <a:pt x="894563" y="55258"/>
                </a:lnTo>
                <a:lnTo>
                  <a:pt x="894563" y="29731"/>
                </a:lnTo>
                <a:cubicBezTo>
                  <a:pt x="894563" y="26632"/>
                  <a:pt x="893928" y="24270"/>
                  <a:pt x="892658" y="22644"/>
                </a:cubicBezTo>
                <a:cubicBezTo>
                  <a:pt x="891388" y="21019"/>
                  <a:pt x="889229" y="20206"/>
                  <a:pt x="886308" y="20206"/>
                </a:cubicBezTo>
                <a:cubicBezTo>
                  <a:pt x="884149" y="20206"/>
                  <a:pt x="882371" y="20663"/>
                  <a:pt x="880720" y="21590"/>
                </a:cubicBezTo>
                <a:cubicBezTo>
                  <a:pt x="879196" y="22505"/>
                  <a:pt x="877926" y="23838"/>
                  <a:pt x="877164" y="25603"/>
                </a:cubicBezTo>
                <a:cubicBezTo>
                  <a:pt x="876275" y="27369"/>
                  <a:pt x="875767" y="29477"/>
                  <a:pt x="875767" y="31928"/>
                </a:cubicBezTo>
                <a:lnTo>
                  <a:pt x="875767" y="55258"/>
                </a:lnTo>
                <a:lnTo>
                  <a:pt x="869163" y="55258"/>
                </a:lnTo>
                <a:lnTo>
                  <a:pt x="869163" y="15037"/>
                </a:lnTo>
                <a:close/>
                <a:moveTo>
                  <a:pt x="929615" y="56007"/>
                </a:moveTo>
                <a:cubicBezTo>
                  <a:pt x="925551" y="56007"/>
                  <a:pt x="921995" y="55207"/>
                  <a:pt x="918947" y="53607"/>
                </a:cubicBezTo>
                <a:cubicBezTo>
                  <a:pt x="915899" y="52007"/>
                  <a:pt x="913486" y="49632"/>
                  <a:pt x="911835" y="46495"/>
                </a:cubicBezTo>
                <a:cubicBezTo>
                  <a:pt x="910184" y="43358"/>
                  <a:pt x="909422" y="39574"/>
                  <a:pt x="909422" y="35128"/>
                </a:cubicBezTo>
                <a:cubicBezTo>
                  <a:pt x="909422" y="30633"/>
                  <a:pt x="910311" y="26822"/>
                  <a:pt x="911962" y="23685"/>
                </a:cubicBezTo>
                <a:cubicBezTo>
                  <a:pt x="913740" y="20549"/>
                  <a:pt x="916153" y="18186"/>
                  <a:pt x="919074" y="16612"/>
                </a:cubicBezTo>
                <a:cubicBezTo>
                  <a:pt x="921995" y="15037"/>
                  <a:pt x="925297" y="14250"/>
                  <a:pt x="928853" y="14250"/>
                </a:cubicBezTo>
                <a:cubicBezTo>
                  <a:pt x="932917" y="14250"/>
                  <a:pt x="936346" y="15202"/>
                  <a:pt x="938886" y="17107"/>
                </a:cubicBezTo>
                <a:cubicBezTo>
                  <a:pt x="941553" y="19000"/>
                  <a:pt x="943458" y="21425"/>
                  <a:pt x="944601" y="24371"/>
                </a:cubicBezTo>
                <a:cubicBezTo>
                  <a:pt x="945871" y="27331"/>
                  <a:pt x="946379" y="30429"/>
                  <a:pt x="946379" y="33681"/>
                </a:cubicBezTo>
                <a:cubicBezTo>
                  <a:pt x="946379" y="34798"/>
                  <a:pt x="946379" y="35840"/>
                  <a:pt x="946252" y="36805"/>
                </a:cubicBezTo>
                <a:lnTo>
                  <a:pt x="916407" y="36805"/>
                </a:lnTo>
                <a:cubicBezTo>
                  <a:pt x="916661" y="41199"/>
                  <a:pt x="917931" y="44539"/>
                  <a:pt x="920090" y="46851"/>
                </a:cubicBezTo>
                <a:cubicBezTo>
                  <a:pt x="922376" y="49149"/>
                  <a:pt x="925551" y="50305"/>
                  <a:pt x="929615" y="50305"/>
                </a:cubicBezTo>
                <a:cubicBezTo>
                  <a:pt x="932155" y="50305"/>
                  <a:pt x="934187" y="49936"/>
                  <a:pt x="935965" y="49188"/>
                </a:cubicBezTo>
                <a:cubicBezTo>
                  <a:pt x="937743" y="48451"/>
                  <a:pt x="939394" y="47219"/>
                  <a:pt x="940791" y="45504"/>
                </a:cubicBezTo>
                <a:lnTo>
                  <a:pt x="944982" y="49670"/>
                </a:lnTo>
                <a:cubicBezTo>
                  <a:pt x="943712" y="51168"/>
                  <a:pt x="942315" y="52375"/>
                  <a:pt x="940791" y="53302"/>
                </a:cubicBezTo>
                <a:cubicBezTo>
                  <a:pt x="939267" y="54229"/>
                  <a:pt x="937743" y="54915"/>
                  <a:pt x="935838" y="55347"/>
                </a:cubicBezTo>
                <a:cubicBezTo>
                  <a:pt x="934060" y="55779"/>
                  <a:pt x="932028" y="56007"/>
                  <a:pt x="929615" y="56007"/>
                </a:cubicBezTo>
                <a:close/>
                <a:moveTo>
                  <a:pt x="939648" y="31636"/>
                </a:moveTo>
                <a:cubicBezTo>
                  <a:pt x="939267" y="27763"/>
                  <a:pt x="938124" y="24854"/>
                  <a:pt x="936219" y="22911"/>
                </a:cubicBezTo>
                <a:cubicBezTo>
                  <a:pt x="934314" y="20955"/>
                  <a:pt x="931774" y="19990"/>
                  <a:pt x="928599" y="19990"/>
                </a:cubicBezTo>
                <a:cubicBezTo>
                  <a:pt x="926440" y="19990"/>
                  <a:pt x="924662" y="20422"/>
                  <a:pt x="922884" y="21286"/>
                </a:cubicBezTo>
                <a:cubicBezTo>
                  <a:pt x="921233" y="22149"/>
                  <a:pt x="919836" y="23457"/>
                  <a:pt x="918820" y="25197"/>
                </a:cubicBezTo>
                <a:cubicBezTo>
                  <a:pt x="917677" y="26924"/>
                  <a:pt x="916915" y="29070"/>
                  <a:pt x="916661" y="31636"/>
                </a:cubicBezTo>
                <a:lnTo>
                  <a:pt x="939648" y="31636"/>
                </a:lnTo>
                <a:close/>
                <a:moveTo>
                  <a:pt x="954507" y="15037"/>
                </a:moveTo>
                <a:lnTo>
                  <a:pt x="960857" y="15037"/>
                </a:lnTo>
                <a:lnTo>
                  <a:pt x="960857" y="23635"/>
                </a:lnTo>
                <a:lnTo>
                  <a:pt x="960984" y="23635"/>
                </a:lnTo>
                <a:cubicBezTo>
                  <a:pt x="961746" y="20333"/>
                  <a:pt x="962889" y="17945"/>
                  <a:pt x="964540" y="16472"/>
                </a:cubicBezTo>
                <a:cubicBezTo>
                  <a:pt x="966064" y="14999"/>
                  <a:pt x="968096" y="14250"/>
                  <a:pt x="970509" y="14250"/>
                </a:cubicBezTo>
                <a:cubicBezTo>
                  <a:pt x="971144" y="14250"/>
                  <a:pt x="971652" y="14288"/>
                  <a:pt x="972287" y="14364"/>
                </a:cubicBezTo>
                <a:cubicBezTo>
                  <a:pt x="972795" y="14440"/>
                  <a:pt x="973303" y="14529"/>
                  <a:pt x="973684" y="14631"/>
                </a:cubicBezTo>
                <a:lnTo>
                  <a:pt x="973684" y="21210"/>
                </a:lnTo>
                <a:cubicBezTo>
                  <a:pt x="973303" y="21095"/>
                  <a:pt x="972795" y="20993"/>
                  <a:pt x="972160" y="20917"/>
                </a:cubicBezTo>
                <a:cubicBezTo>
                  <a:pt x="971525" y="20841"/>
                  <a:pt x="970890" y="20803"/>
                  <a:pt x="970382" y="20803"/>
                </a:cubicBezTo>
                <a:cubicBezTo>
                  <a:pt x="967080" y="20803"/>
                  <a:pt x="964667" y="21946"/>
                  <a:pt x="963270" y="24244"/>
                </a:cubicBezTo>
                <a:cubicBezTo>
                  <a:pt x="961873" y="26543"/>
                  <a:pt x="961111" y="29896"/>
                  <a:pt x="961111" y="34316"/>
                </a:cubicBezTo>
                <a:lnTo>
                  <a:pt x="961111" y="55258"/>
                </a:lnTo>
                <a:lnTo>
                  <a:pt x="954507" y="55258"/>
                </a:lnTo>
                <a:lnTo>
                  <a:pt x="954507" y="15037"/>
                </a:lnTo>
                <a:close/>
                <a:moveTo>
                  <a:pt x="992988" y="56007"/>
                </a:moveTo>
                <a:cubicBezTo>
                  <a:pt x="986130" y="56007"/>
                  <a:pt x="980669" y="53899"/>
                  <a:pt x="976859" y="49670"/>
                </a:cubicBezTo>
                <a:lnTo>
                  <a:pt x="981177" y="45403"/>
                </a:lnTo>
                <a:cubicBezTo>
                  <a:pt x="982955" y="47257"/>
                  <a:pt x="984733" y="48565"/>
                  <a:pt x="986638" y="49327"/>
                </a:cubicBezTo>
                <a:cubicBezTo>
                  <a:pt x="988416" y="50076"/>
                  <a:pt x="990575" y="50457"/>
                  <a:pt x="992988" y="50457"/>
                </a:cubicBezTo>
                <a:cubicBezTo>
                  <a:pt x="995401" y="50457"/>
                  <a:pt x="997433" y="50000"/>
                  <a:pt x="999084" y="49099"/>
                </a:cubicBezTo>
                <a:cubicBezTo>
                  <a:pt x="1000735" y="48197"/>
                  <a:pt x="1001624" y="46711"/>
                  <a:pt x="1001624" y="44653"/>
                </a:cubicBezTo>
                <a:cubicBezTo>
                  <a:pt x="1001624" y="43193"/>
                  <a:pt x="1001243" y="41999"/>
                  <a:pt x="1000354" y="41097"/>
                </a:cubicBezTo>
                <a:cubicBezTo>
                  <a:pt x="999592" y="40196"/>
                  <a:pt x="998449" y="39484"/>
                  <a:pt x="997179" y="38964"/>
                </a:cubicBezTo>
                <a:cubicBezTo>
                  <a:pt x="995909" y="38443"/>
                  <a:pt x="993877" y="37833"/>
                  <a:pt x="991464" y="37135"/>
                </a:cubicBezTo>
                <a:cubicBezTo>
                  <a:pt x="988924" y="36424"/>
                  <a:pt x="986765" y="35649"/>
                  <a:pt x="984987" y="34837"/>
                </a:cubicBezTo>
                <a:cubicBezTo>
                  <a:pt x="983209" y="34011"/>
                  <a:pt x="981685" y="32842"/>
                  <a:pt x="980542" y="31318"/>
                </a:cubicBezTo>
                <a:cubicBezTo>
                  <a:pt x="979272" y="29794"/>
                  <a:pt x="978764" y="27839"/>
                  <a:pt x="978764" y="25451"/>
                </a:cubicBezTo>
                <a:cubicBezTo>
                  <a:pt x="978764" y="23076"/>
                  <a:pt x="979272" y="21044"/>
                  <a:pt x="980415" y="19355"/>
                </a:cubicBezTo>
                <a:cubicBezTo>
                  <a:pt x="981685" y="17666"/>
                  <a:pt x="983336" y="16396"/>
                  <a:pt x="985495" y="15532"/>
                </a:cubicBezTo>
                <a:cubicBezTo>
                  <a:pt x="987527" y="14681"/>
                  <a:pt x="990067" y="14250"/>
                  <a:pt x="992861" y="14250"/>
                </a:cubicBezTo>
                <a:cubicBezTo>
                  <a:pt x="995655" y="14250"/>
                  <a:pt x="998195" y="14707"/>
                  <a:pt x="1000735" y="15608"/>
                </a:cubicBezTo>
                <a:cubicBezTo>
                  <a:pt x="1003275" y="16523"/>
                  <a:pt x="1005307" y="17844"/>
                  <a:pt x="1006958" y="19571"/>
                </a:cubicBezTo>
                <a:lnTo>
                  <a:pt x="1002767" y="23851"/>
                </a:lnTo>
                <a:cubicBezTo>
                  <a:pt x="1000100" y="21222"/>
                  <a:pt x="996798" y="19914"/>
                  <a:pt x="992861" y="19914"/>
                </a:cubicBezTo>
                <a:cubicBezTo>
                  <a:pt x="990448" y="19914"/>
                  <a:pt x="988670" y="20346"/>
                  <a:pt x="987273" y="21210"/>
                </a:cubicBezTo>
                <a:cubicBezTo>
                  <a:pt x="985876" y="22085"/>
                  <a:pt x="985241" y="23394"/>
                  <a:pt x="985241" y="25159"/>
                </a:cubicBezTo>
                <a:cubicBezTo>
                  <a:pt x="985241" y="26327"/>
                  <a:pt x="985622" y="27293"/>
                  <a:pt x="986384" y="28055"/>
                </a:cubicBezTo>
                <a:cubicBezTo>
                  <a:pt x="987273" y="28829"/>
                  <a:pt x="988289" y="29464"/>
                  <a:pt x="989686" y="29973"/>
                </a:cubicBezTo>
                <a:cubicBezTo>
                  <a:pt x="990956" y="30480"/>
                  <a:pt x="992861" y="31090"/>
                  <a:pt x="995401" y="31776"/>
                </a:cubicBezTo>
                <a:cubicBezTo>
                  <a:pt x="997941" y="32500"/>
                  <a:pt x="1000100" y="33262"/>
                  <a:pt x="1001878" y="34049"/>
                </a:cubicBezTo>
                <a:cubicBezTo>
                  <a:pt x="1003529" y="34849"/>
                  <a:pt x="1005053" y="36055"/>
                  <a:pt x="1006323" y="37681"/>
                </a:cubicBezTo>
                <a:cubicBezTo>
                  <a:pt x="1007466" y="39307"/>
                  <a:pt x="1008101" y="41453"/>
                  <a:pt x="1008101" y="44133"/>
                </a:cubicBezTo>
                <a:cubicBezTo>
                  <a:pt x="1008101" y="46610"/>
                  <a:pt x="1007466" y="48743"/>
                  <a:pt x="1006196" y="50533"/>
                </a:cubicBezTo>
                <a:cubicBezTo>
                  <a:pt x="1004926" y="52312"/>
                  <a:pt x="1003148" y="53670"/>
                  <a:pt x="1000862" y="54611"/>
                </a:cubicBezTo>
                <a:cubicBezTo>
                  <a:pt x="998576" y="55538"/>
                  <a:pt x="995909" y="56007"/>
                  <a:pt x="992988" y="56007"/>
                </a:cubicBezTo>
                <a:close/>
                <a:moveTo>
                  <a:pt x="1057250" y="56007"/>
                </a:moveTo>
                <a:cubicBezTo>
                  <a:pt x="1052170" y="56007"/>
                  <a:pt x="1047725" y="54902"/>
                  <a:pt x="1043915" y="52693"/>
                </a:cubicBezTo>
                <a:cubicBezTo>
                  <a:pt x="1039978" y="50483"/>
                  <a:pt x="1037057" y="47334"/>
                  <a:pt x="1034898" y="43256"/>
                </a:cubicBezTo>
                <a:cubicBezTo>
                  <a:pt x="1032739" y="39180"/>
                  <a:pt x="1031596" y="34430"/>
                  <a:pt x="1031596" y="29032"/>
                </a:cubicBezTo>
                <a:cubicBezTo>
                  <a:pt x="1031596" y="23623"/>
                  <a:pt x="1032739" y="18885"/>
                  <a:pt x="1034898" y="14808"/>
                </a:cubicBezTo>
                <a:cubicBezTo>
                  <a:pt x="1037057" y="10744"/>
                  <a:pt x="1039978" y="7595"/>
                  <a:pt x="1043915" y="5385"/>
                </a:cubicBezTo>
                <a:cubicBezTo>
                  <a:pt x="1047725" y="3163"/>
                  <a:pt x="1052170" y="2045"/>
                  <a:pt x="1057250" y="2045"/>
                </a:cubicBezTo>
                <a:cubicBezTo>
                  <a:pt x="1062203" y="2045"/>
                  <a:pt x="1066648" y="3163"/>
                  <a:pt x="1070458" y="5385"/>
                </a:cubicBezTo>
                <a:cubicBezTo>
                  <a:pt x="1074395" y="7595"/>
                  <a:pt x="1077443" y="10744"/>
                  <a:pt x="1079602" y="14808"/>
                </a:cubicBezTo>
                <a:cubicBezTo>
                  <a:pt x="1081761" y="18885"/>
                  <a:pt x="1082777" y="23623"/>
                  <a:pt x="1082777" y="29032"/>
                </a:cubicBezTo>
                <a:cubicBezTo>
                  <a:pt x="1082777" y="34430"/>
                  <a:pt x="1081761" y="39180"/>
                  <a:pt x="1079602" y="43256"/>
                </a:cubicBezTo>
                <a:cubicBezTo>
                  <a:pt x="1077443" y="47334"/>
                  <a:pt x="1074395" y="50483"/>
                  <a:pt x="1070458" y="52693"/>
                </a:cubicBezTo>
                <a:cubicBezTo>
                  <a:pt x="1066648" y="54902"/>
                  <a:pt x="1062203" y="56007"/>
                  <a:pt x="1057250" y="56007"/>
                </a:cubicBezTo>
                <a:close/>
                <a:moveTo>
                  <a:pt x="1038835" y="29032"/>
                </a:moveTo>
                <a:cubicBezTo>
                  <a:pt x="1038835" y="33198"/>
                  <a:pt x="1039597" y="36818"/>
                  <a:pt x="1040994" y="39891"/>
                </a:cubicBezTo>
                <a:cubicBezTo>
                  <a:pt x="1042518" y="42964"/>
                  <a:pt x="1044677" y="45327"/>
                  <a:pt x="1047471" y="46978"/>
                </a:cubicBezTo>
                <a:cubicBezTo>
                  <a:pt x="1050138" y="48629"/>
                  <a:pt x="1053440" y="49454"/>
                  <a:pt x="1057250" y="49454"/>
                </a:cubicBezTo>
                <a:cubicBezTo>
                  <a:pt x="1060933" y="49454"/>
                  <a:pt x="1064235" y="48629"/>
                  <a:pt x="1066902" y="46978"/>
                </a:cubicBezTo>
                <a:cubicBezTo>
                  <a:pt x="1069696" y="45327"/>
                  <a:pt x="1071855" y="42964"/>
                  <a:pt x="1073379" y="39891"/>
                </a:cubicBezTo>
                <a:cubicBezTo>
                  <a:pt x="1074776" y="36818"/>
                  <a:pt x="1075538" y="33198"/>
                  <a:pt x="1075538" y="29032"/>
                </a:cubicBezTo>
                <a:cubicBezTo>
                  <a:pt x="1075538" y="24854"/>
                  <a:pt x="1074776" y="21248"/>
                  <a:pt x="1073379" y="18174"/>
                </a:cubicBezTo>
                <a:cubicBezTo>
                  <a:pt x="1071855" y="15113"/>
                  <a:pt x="1069696" y="12764"/>
                  <a:pt x="1066902" y="11112"/>
                </a:cubicBezTo>
                <a:cubicBezTo>
                  <a:pt x="1064235" y="9461"/>
                  <a:pt x="1060933" y="8636"/>
                  <a:pt x="1057250" y="8636"/>
                </a:cubicBezTo>
                <a:cubicBezTo>
                  <a:pt x="1053440" y="8636"/>
                  <a:pt x="1050138" y="9461"/>
                  <a:pt x="1047471" y="11112"/>
                </a:cubicBezTo>
                <a:cubicBezTo>
                  <a:pt x="1044677" y="12764"/>
                  <a:pt x="1042518" y="15113"/>
                  <a:pt x="1040994" y="18174"/>
                </a:cubicBezTo>
                <a:cubicBezTo>
                  <a:pt x="1039597" y="21248"/>
                  <a:pt x="1038835" y="24854"/>
                  <a:pt x="1038835" y="29032"/>
                </a:cubicBezTo>
                <a:close/>
                <a:moveTo>
                  <a:pt x="1091667" y="15037"/>
                </a:moveTo>
                <a:lnTo>
                  <a:pt x="1098017" y="15037"/>
                </a:lnTo>
                <a:lnTo>
                  <a:pt x="1098017" y="23406"/>
                </a:lnTo>
                <a:lnTo>
                  <a:pt x="1098144" y="23406"/>
                </a:lnTo>
                <a:cubicBezTo>
                  <a:pt x="1099160" y="20803"/>
                  <a:pt x="1100684" y="18631"/>
                  <a:pt x="1102716" y="16879"/>
                </a:cubicBezTo>
                <a:cubicBezTo>
                  <a:pt x="1104748" y="15126"/>
                  <a:pt x="1107542" y="14250"/>
                  <a:pt x="1111225" y="14250"/>
                </a:cubicBezTo>
                <a:cubicBezTo>
                  <a:pt x="1114019" y="14250"/>
                  <a:pt x="1116305" y="14834"/>
                  <a:pt x="1118210" y="16002"/>
                </a:cubicBezTo>
                <a:cubicBezTo>
                  <a:pt x="1120115" y="17171"/>
                  <a:pt x="1121512" y="18821"/>
                  <a:pt x="1122401" y="20955"/>
                </a:cubicBezTo>
                <a:cubicBezTo>
                  <a:pt x="1123290" y="23089"/>
                  <a:pt x="1123798" y="25578"/>
                  <a:pt x="1123798" y="28435"/>
                </a:cubicBezTo>
                <a:lnTo>
                  <a:pt x="1123798" y="55258"/>
                </a:lnTo>
                <a:lnTo>
                  <a:pt x="1117067" y="55258"/>
                </a:lnTo>
                <a:lnTo>
                  <a:pt x="1117067" y="29731"/>
                </a:lnTo>
                <a:cubicBezTo>
                  <a:pt x="1117067" y="26632"/>
                  <a:pt x="1116432" y="24270"/>
                  <a:pt x="1115162" y="22644"/>
                </a:cubicBezTo>
                <a:cubicBezTo>
                  <a:pt x="1113892" y="21019"/>
                  <a:pt x="1111733" y="20206"/>
                  <a:pt x="1108812" y="20206"/>
                </a:cubicBezTo>
                <a:cubicBezTo>
                  <a:pt x="1106653" y="20206"/>
                  <a:pt x="1104875" y="20663"/>
                  <a:pt x="1103224" y="21590"/>
                </a:cubicBezTo>
                <a:cubicBezTo>
                  <a:pt x="1101700" y="22505"/>
                  <a:pt x="1100430" y="23838"/>
                  <a:pt x="1099668" y="25603"/>
                </a:cubicBezTo>
                <a:cubicBezTo>
                  <a:pt x="1098779" y="27369"/>
                  <a:pt x="1098271" y="29477"/>
                  <a:pt x="1098271" y="31928"/>
                </a:cubicBezTo>
                <a:lnTo>
                  <a:pt x="1098271" y="55258"/>
                </a:lnTo>
                <a:lnTo>
                  <a:pt x="1091667" y="55258"/>
                </a:lnTo>
                <a:lnTo>
                  <a:pt x="1091667" y="15037"/>
                </a:lnTo>
                <a:close/>
                <a:moveTo>
                  <a:pt x="1143229" y="55855"/>
                </a:moveTo>
                <a:cubicBezTo>
                  <a:pt x="1141070" y="55855"/>
                  <a:pt x="1139292" y="55487"/>
                  <a:pt x="1137895" y="54776"/>
                </a:cubicBezTo>
                <a:cubicBezTo>
                  <a:pt x="1136498" y="54052"/>
                  <a:pt x="1135609" y="52984"/>
                  <a:pt x="1134974" y="51550"/>
                </a:cubicBezTo>
                <a:cubicBezTo>
                  <a:pt x="1134339" y="50127"/>
                  <a:pt x="1133958" y="48311"/>
                  <a:pt x="1133958" y="46101"/>
                </a:cubicBezTo>
                <a:lnTo>
                  <a:pt x="1133958" y="0"/>
                </a:lnTo>
                <a:lnTo>
                  <a:pt x="1140689" y="0"/>
                </a:lnTo>
                <a:lnTo>
                  <a:pt x="1140689" y="45060"/>
                </a:lnTo>
                <a:cubicBezTo>
                  <a:pt x="1140689" y="46304"/>
                  <a:pt x="1140816" y="47257"/>
                  <a:pt x="1141070" y="47930"/>
                </a:cubicBezTo>
                <a:cubicBezTo>
                  <a:pt x="1141324" y="48603"/>
                  <a:pt x="1141705" y="49073"/>
                  <a:pt x="1142213" y="49365"/>
                </a:cubicBezTo>
                <a:cubicBezTo>
                  <a:pt x="1142721" y="49644"/>
                  <a:pt x="1143483" y="49785"/>
                  <a:pt x="1144499" y="49785"/>
                </a:cubicBezTo>
                <a:cubicBezTo>
                  <a:pt x="1145134" y="49785"/>
                  <a:pt x="1145769" y="49733"/>
                  <a:pt x="1146404" y="49644"/>
                </a:cubicBezTo>
                <a:cubicBezTo>
                  <a:pt x="1147039" y="49543"/>
                  <a:pt x="1147547" y="49429"/>
                  <a:pt x="1148055" y="49302"/>
                </a:cubicBezTo>
                <a:lnTo>
                  <a:pt x="1148055" y="55258"/>
                </a:lnTo>
                <a:cubicBezTo>
                  <a:pt x="1147420" y="55461"/>
                  <a:pt x="1146658" y="55601"/>
                  <a:pt x="1145896" y="55703"/>
                </a:cubicBezTo>
                <a:cubicBezTo>
                  <a:pt x="1145007" y="55804"/>
                  <a:pt x="1144118" y="55855"/>
                  <a:pt x="1143229" y="55855"/>
                </a:cubicBezTo>
                <a:close/>
                <a:moveTo>
                  <a:pt x="1155294" y="71857"/>
                </a:moveTo>
                <a:cubicBezTo>
                  <a:pt x="1153897" y="71857"/>
                  <a:pt x="1152373" y="71755"/>
                  <a:pt x="1150976" y="71552"/>
                </a:cubicBezTo>
                <a:lnTo>
                  <a:pt x="1150976" y="65786"/>
                </a:lnTo>
                <a:cubicBezTo>
                  <a:pt x="1151992" y="66078"/>
                  <a:pt x="1153135" y="66231"/>
                  <a:pt x="1154786" y="66231"/>
                </a:cubicBezTo>
                <a:cubicBezTo>
                  <a:pt x="1156310" y="66231"/>
                  <a:pt x="1157580" y="66040"/>
                  <a:pt x="1158469" y="65660"/>
                </a:cubicBezTo>
                <a:cubicBezTo>
                  <a:pt x="1159485" y="65278"/>
                  <a:pt x="1160374" y="64694"/>
                  <a:pt x="1160882" y="63932"/>
                </a:cubicBezTo>
                <a:cubicBezTo>
                  <a:pt x="1161517" y="63157"/>
                  <a:pt x="1162152" y="62129"/>
                  <a:pt x="1162660" y="60833"/>
                </a:cubicBezTo>
                <a:lnTo>
                  <a:pt x="1164819" y="55144"/>
                </a:lnTo>
                <a:lnTo>
                  <a:pt x="1148690" y="15037"/>
                </a:lnTo>
                <a:lnTo>
                  <a:pt x="1155802" y="15037"/>
                </a:lnTo>
                <a:lnTo>
                  <a:pt x="1164438" y="37288"/>
                </a:lnTo>
                <a:cubicBezTo>
                  <a:pt x="1165073" y="39142"/>
                  <a:pt x="1165835" y="41237"/>
                  <a:pt x="1166597" y="43574"/>
                </a:cubicBezTo>
                <a:cubicBezTo>
                  <a:pt x="1167359" y="45910"/>
                  <a:pt x="1167867" y="47282"/>
                  <a:pt x="1167994" y="47702"/>
                </a:cubicBezTo>
                <a:cubicBezTo>
                  <a:pt x="1168121" y="47358"/>
                  <a:pt x="1168629" y="46038"/>
                  <a:pt x="1169391" y="43765"/>
                </a:cubicBezTo>
                <a:cubicBezTo>
                  <a:pt x="1170534" y="40932"/>
                  <a:pt x="1171169" y="39002"/>
                  <a:pt x="1171550" y="37960"/>
                </a:cubicBezTo>
                <a:lnTo>
                  <a:pt x="1179424" y="15037"/>
                </a:lnTo>
                <a:lnTo>
                  <a:pt x="1186536" y="15037"/>
                </a:lnTo>
                <a:lnTo>
                  <a:pt x="1167994" y="63030"/>
                </a:lnTo>
                <a:cubicBezTo>
                  <a:pt x="1167232" y="65088"/>
                  <a:pt x="1166343" y="66752"/>
                  <a:pt x="1165327" y="67996"/>
                </a:cubicBezTo>
                <a:cubicBezTo>
                  <a:pt x="1164438" y="69253"/>
                  <a:pt x="1163041" y="70206"/>
                  <a:pt x="1161517" y="70866"/>
                </a:cubicBezTo>
                <a:cubicBezTo>
                  <a:pt x="1159866" y="71527"/>
                  <a:pt x="1157834" y="71857"/>
                  <a:pt x="1155294" y="71857"/>
                </a:cubicBezTo>
                <a:close/>
              </a:path>
            </a:pathLst>
          </a:custGeom>
          <a:solidFill>
            <a:srgbClr val="000000">
              <a:alpha val="50196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165" y="3017973"/>
            <a:ext cx="5482653" cy="3265441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7735" y="-12"/>
            <a:ext cx="368820" cy="36882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0492" y="-48742"/>
            <a:ext cx="463283" cy="528802"/>
          </a:xfrm>
          <a:prstGeom prst="rect">
            <a:avLst/>
          </a:prstGeom>
        </p:spPr>
      </p:pic>
      <p:sp>
        <p:nvSpPr>
          <p:cNvPr id="17" name="Editable vector"/>
          <p:cNvSpPr/>
          <p:nvPr/>
        </p:nvSpPr>
        <p:spPr>
          <a:xfrm>
            <a:off x="1756155" y="58673"/>
            <a:ext cx="257175" cy="256285"/>
          </a:xfrm>
          <a:custGeom>
            <a:avLst/>
            <a:gdLst/>
            <a:ahLst/>
            <a:cxnLst/>
            <a:rect l="0" t="0" r="r" b="b"/>
            <a:pathLst>
              <a:path w="257175" h="256286" fill="norm" stroke="1" extrusionOk="0">
                <a:moveTo>
                  <a:pt x="0" y="42672"/>
                </a:moveTo>
                <a:cubicBezTo>
                  <a:pt x="0" y="19177"/>
                  <a:pt x="19050" y="0"/>
                  <a:pt x="42672" y="0"/>
                </a:cubicBezTo>
                <a:lnTo>
                  <a:pt x="214503" y="0"/>
                </a:lnTo>
                <a:cubicBezTo>
                  <a:pt x="237998" y="0"/>
                  <a:pt x="257175" y="19177"/>
                  <a:pt x="257175" y="42672"/>
                </a:cubicBezTo>
                <a:lnTo>
                  <a:pt x="257175" y="213614"/>
                </a:lnTo>
                <a:cubicBezTo>
                  <a:pt x="257175" y="237109"/>
                  <a:pt x="237998" y="256286"/>
                  <a:pt x="214503" y="256286"/>
                </a:cubicBezTo>
                <a:lnTo>
                  <a:pt x="42672" y="256286"/>
                </a:lnTo>
                <a:cubicBezTo>
                  <a:pt x="19050" y="256286"/>
                  <a:pt x="0" y="237109"/>
                  <a:pt x="0" y="213614"/>
                </a:cubicBezTo>
                <a:lnTo>
                  <a:pt x="0" y="42672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9876" y="-12"/>
            <a:ext cx="368820" cy="36882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1107" y="-48742"/>
            <a:ext cx="463283" cy="528802"/>
          </a:xfrm>
          <a:prstGeom prst="rect">
            <a:avLst/>
          </a:prstGeom>
        </p:spPr>
      </p:pic>
      <p:sp>
        <p:nvSpPr>
          <p:cNvPr id="22" name="Editable vector"/>
          <p:cNvSpPr/>
          <p:nvPr/>
        </p:nvSpPr>
        <p:spPr>
          <a:xfrm>
            <a:off x="7447915" y="58673"/>
            <a:ext cx="257175" cy="256285"/>
          </a:xfrm>
          <a:custGeom>
            <a:avLst/>
            <a:gdLst/>
            <a:ahLst/>
            <a:cxnLst/>
            <a:rect l="0" t="0" r="r" b="b"/>
            <a:pathLst>
              <a:path w="257175" h="256286" fill="norm" stroke="1" extrusionOk="0">
                <a:moveTo>
                  <a:pt x="0" y="42672"/>
                </a:moveTo>
                <a:cubicBezTo>
                  <a:pt x="0" y="19177"/>
                  <a:pt x="19050" y="0"/>
                  <a:pt x="42672" y="0"/>
                </a:cubicBezTo>
                <a:lnTo>
                  <a:pt x="214503" y="0"/>
                </a:lnTo>
                <a:cubicBezTo>
                  <a:pt x="238125" y="0"/>
                  <a:pt x="257175" y="19177"/>
                  <a:pt x="257175" y="42672"/>
                </a:cubicBezTo>
                <a:lnTo>
                  <a:pt x="257175" y="213487"/>
                </a:lnTo>
                <a:cubicBezTo>
                  <a:pt x="257175" y="237109"/>
                  <a:pt x="238125" y="256286"/>
                  <a:pt x="214503" y="256286"/>
                </a:cubicBezTo>
                <a:lnTo>
                  <a:pt x="42672" y="256286"/>
                </a:lnTo>
                <a:cubicBezTo>
                  <a:pt x="19050" y="256286"/>
                  <a:pt x="0" y="237109"/>
                  <a:pt x="0" y="213487"/>
                </a:cubicBezTo>
                <a:lnTo>
                  <a:pt x="0" y="42672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6659" y="3390696"/>
            <a:ext cx="5156200" cy="2900298"/>
          </a:xfrm>
          <a:prstGeom prst="rect">
            <a:avLst/>
          </a:prstGeom>
        </p:spPr>
      </p:pic>
      <p:sp>
        <p:nvSpPr>
          <p:cNvPr id="4" name="Editable text — PUBLIC"/>
          <p:cNvSpPr txBox="1"/>
          <p:nvPr/>
        </p:nvSpPr>
        <p:spPr>
          <a:xfrm>
            <a:off x="281940" y="6590857"/>
            <a:ext cx="381711" cy="170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6" b="0" i="0" spc="-2">
                <a:solidFill>
                  <a:srgbClr val="000000"/>
                </a:solidFill>
                <a:latin typeface="Arial"/>
              </a:rPr>
              <a:t>PUBLIC</a:t>
            </a:r>
          </a:p>
        </p:txBody>
      </p:sp>
      <p:sp>
        <p:nvSpPr>
          <p:cNvPr id="6" name="Editable text — Partner Co-Innovation Opportunity to complement"/>
          <p:cNvSpPr txBox="1"/>
          <p:nvPr/>
        </p:nvSpPr>
        <p:spPr>
          <a:xfrm>
            <a:off x="1949450" y="610059"/>
            <a:ext cx="8357441" cy="57073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795" b="1" i="0" spc="-32">
                <a:solidFill>
                  <a:srgbClr val="002A86"/>
                </a:solidFill>
                <a:latin typeface="Arial"/>
              </a:rPr>
              <a:t>Partner Co-Innovation Opportunity to complement</a:t>
            </a:r>
          </a:p>
        </p:txBody>
      </p:sp>
      <p:sp>
        <p:nvSpPr>
          <p:cNvPr id="7" name="Editable text — SAP’s Autonomous Suite  and Industry AI Portfolio "/>
          <p:cNvSpPr txBox="1"/>
          <p:nvPr/>
        </p:nvSpPr>
        <p:spPr>
          <a:xfrm>
            <a:off x="2010410" y="972771"/>
            <a:ext cx="8316902" cy="57073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795" b="1" i="0" spc="-75">
                <a:solidFill>
                  <a:srgbClr val="002A86"/>
                </a:solidFill>
                <a:latin typeface="Arial"/>
              </a:rPr>
              <a:t>SAP’s Autonomous Suite  and Industry AI Portfolio </a:t>
            </a:r>
          </a:p>
        </p:txBody>
      </p:sp>
      <p:sp>
        <p:nvSpPr>
          <p:cNvPr id="8" name="Editable text — Industry AI"/>
          <p:cNvSpPr txBox="1"/>
          <p:nvPr/>
        </p:nvSpPr>
        <p:spPr>
          <a:xfrm>
            <a:off x="8248522" y="1896237"/>
            <a:ext cx="1262506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1" i="0" spc="4">
                <a:solidFill>
                  <a:srgbClr val="5D36FE"/>
                </a:solidFill>
                <a:latin typeface="Arial"/>
              </a:rPr>
              <a:t>Industry AI</a:t>
            </a:r>
          </a:p>
        </p:txBody>
      </p:sp>
      <p:sp>
        <p:nvSpPr>
          <p:cNvPr id="9" name="Editable text — Focusing on entire value-chain transformations"/>
          <p:cNvSpPr txBox="1"/>
          <p:nvPr/>
        </p:nvSpPr>
        <p:spPr>
          <a:xfrm>
            <a:off x="6494017" y="2170557"/>
            <a:ext cx="4771364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0" i="0" spc="-8">
                <a:solidFill>
                  <a:srgbClr val="000000"/>
                </a:solidFill>
                <a:latin typeface="Arial"/>
              </a:rPr>
              <a:t>Focusing on entire value-chain transformations</a:t>
            </a:r>
          </a:p>
        </p:txBody>
      </p:sp>
      <p:sp>
        <p:nvSpPr>
          <p:cNvPr id="11" name="Editable text — Autonomous Domain AI"/>
          <p:cNvSpPr txBox="1"/>
          <p:nvPr/>
        </p:nvSpPr>
        <p:spPr>
          <a:xfrm>
            <a:off x="1851660" y="1967335"/>
            <a:ext cx="2669654" cy="38145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2" b="1" i="0" spc="0">
                <a:solidFill>
                  <a:srgbClr val="5D36FE"/>
                </a:solidFill>
                <a:latin typeface="Arial"/>
              </a:rPr>
              <a:t>Autonomous Domain AI</a:t>
            </a:r>
          </a:p>
        </p:txBody>
      </p:sp>
      <p:sp>
        <p:nvSpPr>
          <p:cNvPr id="12" name="Editable text — Extend existing SAP’s Assistants In Autonomous "/>
          <p:cNvSpPr txBox="1"/>
          <p:nvPr/>
        </p:nvSpPr>
        <p:spPr>
          <a:xfrm>
            <a:off x="751331" y="2242184"/>
            <a:ext cx="4922621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0" i="0" spc="-25">
                <a:solidFill>
                  <a:srgbClr val="000000"/>
                </a:solidFill>
                <a:latin typeface="Arial"/>
              </a:rPr>
              <a:t>Extend existing SAP’s Assistants In Autonomous </a:t>
            </a:r>
          </a:p>
        </p:txBody>
      </p:sp>
      <p:sp>
        <p:nvSpPr>
          <p:cNvPr id="13" name="Editable text — Suite and build industry-specific agents"/>
          <p:cNvSpPr txBox="1"/>
          <p:nvPr/>
        </p:nvSpPr>
        <p:spPr>
          <a:xfrm>
            <a:off x="1168908" y="2516505"/>
            <a:ext cx="4035527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0" i="0" spc="1">
                <a:solidFill>
                  <a:srgbClr val="000000"/>
                </a:solidFill>
                <a:latin typeface="Arial"/>
              </a:rPr>
              <a:t>Suite and build industry-specific agents</a:t>
            </a:r>
          </a:p>
        </p:txBody>
      </p:sp>
      <p:sp>
        <p:nvSpPr>
          <p:cNvPr id="14" name="Editable text — Autonomous Suite "/>
          <p:cNvSpPr txBox="1"/>
          <p:nvPr/>
        </p:nvSpPr>
        <p:spPr>
          <a:xfrm>
            <a:off x="2144522" y="76278"/>
            <a:ext cx="1835838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1" i="0" spc="-42">
                <a:solidFill>
                  <a:srgbClr val="002986"/>
                </a:solidFill>
                <a:latin typeface="Arial"/>
              </a:rPr>
              <a:t>Autonomous Suite </a:t>
            </a:r>
          </a:p>
        </p:txBody>
      </p:sp>
      <p:sp>
        <p:nvSpPr>
          <p:cNvPr id="18" name="Editable text — 2"/>
          <p:cNvSpPr txBox="1"/>
          <p:nvPr/>
        </p:nvSpPr>
        <p:spPr>
          <a:xfrm>
            <a:off x="1825498" y="79581"/>
            <a:ext cx="180047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1" i="0">
                <a:solidFill>
                  <a:srgbClr val="002986"/>
                </a:solidFill>
                <a:latin typeface="Arial"/>
              </a:rPr>
              <a:t>2</a:t>
            </a:r>
          </a:p>
        </p:txBody>
      </p:sp>
      <p:sp>
        <p:nvSpPr>
          <p:cNvPr id="19" name="Editable text — Industry AI"/>
          <p:cNvSpPr txBox="1"/>
          <p:nvPr/>
        </p:nvSpPr>
        <p:spPr>
          <a:xfrm>
            <a:off x="7837043" y="76278"/>
            <a:ext cx="1075946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1" i="0" spc="-36">
                <a:solidFill>
                  <a:srgbClr val="002986"/>
                </a:solidFill>
                <a:latin typeface="Arial"/>
              </a:rPr>
              <a:t>Industry AI</a:t>
            </a:r>
          </a:p>
        </p:txBody>
      </p:sp>
      <p:sp>
        <p:nvSpPr>
          <p:cNvPr id="23" name="Editable text — 3"/>
          <p:cNvSpPr txBox="1"/>
          <p:nvPr/>
        </p:nvSpPr>
        <p:spPr>
          <a:xfrm>
            <a:off x="7517892" y="79581"/>
            <a:ext cx="180047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1" i="0">
                <a:solidFill>
                  <a:srgbClr val="002986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"/>
          <p:cNvSpPr/>
          <p:nvPr/>
        </p:nvSpPr>
        <p:spPr>
          <a:xfrm>
            <a:off x="0" y="0"/>
            <a:ext cx="12195175" cy="6858000"/>
          </a:xfrm>
          <a:custGeom>
            <a:avLst/>
            <a:gdLst/>
            <a:ahLst/>
            <a:cxnLst/>
            <a:rect l="0" t="0" r="r" b="b"/>
            <a:pathLst>
              <a:path w="12195175" h="6858000" fill="norm" stroke="0" extrusionOk="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BF9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Editable vector"/>
          <p:cNvSpPr/>
          <p:nvPr/>
        </p:nvSpPr>
        <p:spPr>
          <a:xfrm>
            <a:off x="531876" y="6537959"/>
            <a:ext cx="348995" cy="161544"/>
          </a:xfrm>
          <a:custGeom>
            <a:avLst/>
            <a:gdLst/>
            <a:ahLst/>
            <a:cxnLst/>
            <a:rect l="0" t="0" r="r" b="b"/>
            <a:pathLst>
              <a:path w="348996" h="161544" fill="none" stroke="1" extrusionOk="0">
                <a:moveTo>
                  <a:pt x="0" y="0"/>
                </a:moveTo>
                <a:lnTo>
                  <a:pt x="348996" y="0"/>
                </a:lnTo>
                <a:lnTo>
                  <a:pt x="348996" y="161544"/>
                </a:lnTo>
                <a:lnTo>
                  <a:pt x="0" y="161544"/>
                </a:lnTo>
                <a:close/>
              </a:path>
            </a:pathLst>
          </a:custGeom>
          <a:noFill/>
          <a:ln w="1778" cap="flat">
            <a:solidFill>
              <a:srgbClr val="000000">
                <a:alpha val="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Editable vector"/>
          <p:cNvSpPr/>
          <p:nvPr/>
        </p:nvSpPr>
        <p:spPr>
          <a:xfrm>
            <a:off x="506628" y="6582778"/>
            <a:ext cx="1186535" cy="71856"/>
          </a:xfrm>
          <a:custGeom>
            <a:avLst/>
            <a:gdLst/>
            <a:ahLst/>
            <a:cxnLst/>
            <a:rect l="0" t="0" r="r" b="b"/>
            <a:pathLst>
              <a:path w="1186536" h="71857" fill="norm" stroke="0" extrusionOk="0">
                <a:moveTo>
                  <a:pt x="0" y="2832"/>
                </a:moveTo>
                <a:lnTo>
                  <a:pt x="0" y="55258"/>
                </a:lnTo>
                <a:lnTo>
                  <a:pt x="7074" y="55258"/>
                </a:lnTo>
                <a:lnTo>
                  <a:pt x="7074" y="2832"/>
                </a:lnTo>
                <a:close/>
                <a:moveTo>
                  <a:pt x="19812" y="2832"/>
                </a:moveTo>
                <a:lnTo>
                  <a:pt x="28181" y="2832"/>
                </a:lnTo>
                <a:lnTo>
                  <a:pt x="54712" y="47410"/>
                </a:lnTo>
                <a:cubicBezTo>
                  <a:pt x="54661" y="46266"/>
                  <a:pt x="54610" y="44717"/>
                  <a:pt x="54572" y="42761"/>
                </a:cubicBezTo>
                <a:cubicBezTo>
                  <a:pt x="54521" y="40793"/>
                  <a:pt x="54496" y="38862"/>
                  <a:pt x="54496" y="36957"/>
                </a:cubicBezTo>
                <a:lnTo>
                  <a:pt x="54496" y="2832"/>
                </a:lnTo>
                <a:lnTo>
                  <a:pt x="60820" y="2832"/>
                </a:lnTo>
                <a:lnTo>
                  <a:pt x="60820" y="55258"/>
                </a:lnTo>
                <a:lnTo>
                  <a:pt x="52108" y="55258"/>
                </a:lnTo>
                <a:lnTo>
                  <a:pt x="25921" y="11202"/>
                </a:lnTo>
                <a:cubicBezTo>
                  <a:pt x="25972" y="12345"/>
                  <a:pt x="26010" y="13894"/>
                  <a:pt x="26060" y="15837"/>
                </a:cubicBezTo>
                <a:cubicBezTo>
                  <a:pt x="26111" y="17780"/>
                  <a:pt x="26137" y="19724"/>
                  <a:pt x="26137" y="21654"/>
                </a:cubicBezTo>
                <a:lnTo>
                  <a:pt x="26137" y="55258"/>
                </a:lnTo>
                <a:lnTo>
                  <a:pt x="19812" y="55258"/>
                </a:lnTo>
                <a:lnTo>
                  <a:pt x="19812" y="2832"/>
                </a:lnTo>
                <a:close/>
                <a:moveTo>
                  <a:pt x="84125" y="9385"/>
                </a:moveTo>
                <a:lnTo>
                  <a:pt x="67653" y="9385"/>
                </a:lnTo>
                <a:lnTo>
                  <a:pt x="67653" y="2832"/>
                </a:lnTo>
                <a:lnTo>
                  <a:pt x="107683" y="2832"/>
                </a:lnTo>
                <a:lnTo>
                  <a:pt x="107683" y="9385"/>
                </a:lnTo>
                <a:lnTo>
                  <a:pt x="91199" y="9385"/>
                </a:lnTo>
                <a:lnTo>
                  <a:pt x="91199" y="55258"/>
                </a:lnTo>
                <a:lnTo>
                  <a:pt x="84125" y="55258"/>
                </a:lnTo>
                <a:lnTo>
                  <a:pt x="84125" y="9385"/>
                </a:lnTo>
                <a:close/>
                <a:moveTo>
                  <a:pt x="114300" y="2832"/>
                </a:moveTo>
                <a:lnTo>
                  <a:pt x="147980" y="2832"/>
                </a:lnTo>
                <a:lnTo>
                  <a:pt x="147980" y="9385"/>
                </a:lnTo>
                <a:lnTo>
                  <a:pt x="121374" y="9385"/>
                </a:lnTo>
                <a:lnTo>
                  <a:pt x="121374" y="25083"/>
                </a:lnTo>
                <a:lnTo>
                  <a:pt x="145783" y="25083"/>
                </a:lnTo>
                <a:lnTo>
                  <a:pt x="145783" y="31483"/>
                </a:lnTo>
                <a:lnTo>
                  <a:pt x="121374" y="31483"/>
                </a:lnTo>
                <a:lnTo>
                  <a:pt x="121374" y="48705"/>
                </a:lnTo>
                <a:lnTo>
                  <a:pt x="149504" y="48705"/>
                </a:lnTo>
                <a:lnTo>
                  <a:pt x="149504" y="55258"/>
                </a:lnTo>
                <a:lnTo>
                  <a:pt x="114300" y="55258"/>
                </a:lnTo>
                <a:lnTo>
                  <a:pt x="114300" y="2832"/>
                </a:lnTo>
                <a:close/>
                <a:moveTo>
                  <a:pt x="158496" y="2832"/>
                </a:moveTo>
                <a:lnTo>
                  <a:pt x="178626" y="2832"/>
                </a:lnTo>
                <a:cubicBezTo>
                  <a:pt x="182550" y="2832"/>
                  <a:pt x="185877" y="3442"/>
                  <a:pt x="188633" y="4674"/>
                </a:cubicBezTo>
                <a:cubicBezTo>
                  <a:pt x="191389" y="5906"/>
                  <a:pt x="193485" y="7671"/>
                  <a:pt x="194907" y="9996"/>
                </a:cubicBezTo>
                <a:cubicBezTo>
                  <a:pt x="196329" y="12319"/>
                  <a:pt x="197041" y="15088"/>
                  <a:pt x="197041" y="18314"/>
                </a:cubicBezTo>
                <a:cubicBezTo>
                  <a:pt x="197041" y="20613"/>
                  <a:pt x="196596" y="22797"/>
                  <a:pt x="195707" y="24854"/>
                </a:cubicBezTo>
                <a:cubicBezTo>
                  <a:pt x="194818" y="26912"/>
                  <a:pt x="193408" y="28702"/>
                  <a:pt x="191478" y="30214"/>
                </a:cubicBezTo>
                <a:cubicBezTo>
                  <a:pt x="189560" y="31725"/>
                  <a:pt x="187122" y="32766"/>
                  <a:pt x="184175" y="33338"/>
                </a:cubicBezTo>
                <a:lnTo>
                  <a:pt x="199200" y="55258"/>
                </a:lnTo>
                <a:lnTo>
                  <a:pt x="190944" y="55258"/>
                </a:lnTo>
                <a:lnTo>
                  <a:pt x="177254" y="34240"/>
                </a:lnTo>
                <a:lnTo>
                  <a:pt x="165570" y="34240"/>
                </a:lnTo>
                <a:lnTo>
                  <a:pt x="165570" y="55258"/>
                </a:lnTo>
                <a:lnTo>
                  <a:pt x="158496" y="55258"/>
                </a:lnTo>
                <a:lnTo>
                  <a:pt x="158496" y="2832"/>
                </a:lnTo>
                <a:close/>
                <a:moveTo>
                  <a:pt x="178143" y="27915"/>
                </a:moveTo>
                <a:cubicBezTo>
                  <a:pt x="180797" y="27915"/>
                  <a:pt x="183007" y="27496"/>
                  <a:pt x="184785" y="26657"/>
                </a:cubicBezTo>
                <a:cubicBezTo>
                  <a:pt x="186563" y="25832"/>
                  <a:pt x="187871" y="24702"/>
                  <a:pt x="188709" y="23279"/>
                </a:cubicBezTo>
                <a:cubicBezTo>
                  <a:pt x="189548" y="21857"/>
                  <a:pt x="189979" y="20219"/>
                  <a:pt x="189979" y="18390"/>
                </a:cubicBezTo>
                <a:cubicBezTo>
                  <a:pt x="189979" y="15380"/>
                  <a:pt x="188925" y="13119"/>
                  <a:pt x="186817" y="11595"/>
                </a:cubicBezTo>
                <a:cubicBezTo>
                  <a:pt x="184709" y="10071"/>
                  <a:pt x="181712" y="9310"/>
                  <a:pt x="177851" y="9310"/>
                </a:cubicBezTo>
                <a:lnTo>
                  <a:pt x="165570" y="9310"/>
                </a:lnTo>
                <a:lnTo>
                  <a:pt x="165570" y="27915"/>
                </a:lnTo>
                <a:lnTo>
                  <a:pt x="178143" y="27915"/>
                </a:lnTo>
                <a:close/>
                <a:moveTo>
                  <a:pt x="207264" y="2832"/>
                </a:moveTo>
                <a:lnTo>
                  <a:pt x="215633" y="2832"/>
                </a:lnTo>
                <a:lnTo>
                  <a:pt x="242164" y="47410"/>
                </a:lnTo>
                <a:cubicBezTo>
                  <a:pt x="242113" y="46266"/>
                  <a:pt x="242062" y="44717"/>
                  <a:pt x="242024" y="42761"/>
                </a:cubicBezTo>
                <a:cubicBezTo>
                  <a:pt x="241973" y="40793"/>
                  <a:pt x="241948" y="38862"/>
                  <a:pt x="241948" y="36957"/>
                </a:cubicBezTo>
                <a:lnTo>
                  <a:pt x="241948" y="2832"/>
                </a:lnTo>
                <a:lnTo>
                  <a:pt x="248272" y="2832"/>
                </a:lnTo>
                <a:lnTo>
                  <a:pt x="248272" y="55258"/>
                </a:lnTo>
                <a:lnTo>
                  <a:pt x="239560" y="55258"/>
                </a:lnTo>
                <a:lnTo>
                  <a:pt x="213373" y="11202"/>
                </a:lnTo>
                <a:cubicBezTo>
                  <a:pt x="213424" y="12345"/>
                  <a:pt x="213462" y="13894"/>
                  <a:pt x="213512" y="15837"/>
                </a:cubicBezTo>
                <a:cubicBezTo>
                  <a:pt x="213563" y="17780"/>
                  <a:pt x="213589" y="19724"/>
                  <a:pt x="213589" y="21654"/>
                </a:cubicBezTo>
                <a:lnTo>
                  <a:pt x="213589" y="55258"/>
                </a:lnTo>
                <a:lnTo>
                  <a:pt x="207264" y="55258"/>
                </a:lnTo>
                <a:lnTo>
                  <a:pt x="207264" y="2832"/>
                </a:lnTo>
                <a:close/>
                <a:moveTo>
                  <a:pt x="274079" y="2832"/>
                </a:moveTo>
                <a:lnTo>
                  <a:pt x="282181" y="2832"/>
                </a:lnTo>
                <a:lnTo>
                  <a:pt x="301904" y="55258"/>
                </a:lnTo>
                <a:lnTo>
                  <a:pt x="294500" y="55258"/>
                </a:lnTo>
                <a:lnTo>
                  <a:pt x="289547" y="41085"/>
                </a:lnTo>
                <a:lnTo>
                  <a:pt x="266560" y="41085"/>
                </a:lnTo>
                <a:lnTo>
                  <a:pt x="261607" y="55258"/>
                </a:lnTo>
                <a:lnTo>
                  <a:pt x="254356" y="55258"/>
                </a:lnTo>
                <a:lnTo>
                  <a:pt x="274079" y="2832"/>
                </a:lnTo>
                <a:close/>
                <a:moveTo>
                  <a:pt x="287401" y="34900"/>
                </a:moveTo>
                <a:lnTo>
                  <a:pt x="281178" y="17158"/>
                </a:lnTo>
                <a:cubicBezTo>
                  <a:pt x="280607" y="15545"/>
                  <a:pt x="280048" y="13932"/>
                  <a:pt x="279489" y="12319"/>
                </a:cubicBezTo>
                <a:cubicBezTo>
                  <a:pt x="278930" y="10706"/>
                  <a:pt x="278448" y="9322"/>
                  <a:pt x="278054" y="8154"/>
                </a:cubicBezTo>
                <a:cubicBezTo>
                  <a:pt x="277660" y="9322"/>
                  <a:pt x="277178" y="10706"/>
                  <a:pt x="276619" y="12319"/>
                </a:cubicBezTo>
                <a:cubicBezTo>
                  <a:pt x="276060" y="13932"/>
                  <a:pt x="275501" y="15545"/>
                  <a:pt x="274930" y="17158"/>
                </a:cubicBezTo>
                <a:lnTo>
                  <a:pt x="268719" y="34900"/>
                </a:lnTo>
                <a:lnTo>
                  <a:pt x="287401" y="34900"/>
                </a:lnTo>
                <a:close/>
                <a:moveTo>
                  <a:pt x="307848" y="2832"/>
                </a:moveTo>
                <a:lnTo>
                  <a:pt x="314922" y="2832"/>
                </a:lnTo>
                <a:lnTo>
                  <a:pt x="314922" y="48705"/>
                </a:lnTo>
                <a:lnTo>
                  <a:pt x="339179" y="48705"/>
                </a:lnTo>
                <a:lnTo>
                  <a:pt x="339179" y="55258"/>
                </a:lnTo>
                <a:lnTo>
                  <a:pt x="307848" y="55258"/>
                </a:lnTo>
                <a:lnTo>
                  <a:pt x="307848" y="2832"/>
                </a:lnTo>
                <a:close/>
                <a:moveTo>
                  <a:pt x="362268" y="32410"/>
                </a:moveTo>
                <a:lnTo>
                  <a:pt x="362268" y="37580"/>
                </a:lnTo>
                <a:lnTo>
                  <a:pt x="404609" y="37580"/>
                </a:lnTo>
                <a:lnTo>
                  <a:pt x="404609" y="32410"/>
                </a:lnTo>
                <a:close/>
                <a:moveTo>
                  <a:pt x="446773" y="56007"/>
                </a:moveTo>
                <a:cubicBezTo>
                  <a:pt x="442481" y="56007"/>
                  <a:pt x="438696" y="55309"/>
                  <a:pt x="435407" y="53911"/>
                </a:cubicBezTo>
                <a:cubicBezTo>
                  <a:pt x="432118" y="52528"/>
                  <a:pt x="429387" y="50432"/>
                  <a:pt x="427203" y="47625"/>
                </a:cubicBezTo>
                <a:lnTo>
                  <a:pt x="432041" y="42787"/>
                </a:lnTo>
                <a:cubicBezTo>
                  <a:pt x="433210" y="44260"/>
                  <a:pt x="434429" y="45492"/>
                  <a:pt x="435724" y="46495"/>
                </a:cubicBezTo>
                <a:cubicBezTo>
                  <a:pt x="437007" y="47498"/>
                  <a:pt x="438556" y="48299"/>
                  <a:pt x="440373" y="48895"/>
                </a:cubicBezTo>
                <a:cubicBezTo>
                  <a:pt x="442189" y="49492"/>
                  <a:pt x="444322" y="49785"/>
                  <a:pt x="446773" y="49785"/>
                </a:cubicBezTo>
                <a:cubicBezTo>
                  <a:pt x="449199" y="49785"/>
                  <a:pt x="451371" y="49479"/>
                  <a:pt x="453288" y="48870"/>
                </a:cubicBezTo>
                <a:cubicBezTo>
                  <a:pt x="455193" y="48273"/>
                  <a:pt x="456705" y="47320"/>
                  <a:pt x="457822" y="46025"/>
                </a:cubicBezTo>
                <a:cubicBezTo>
                  <a:pt x="458940" y="44742"/>
                  <a:pt x="459499" y="43117"/>
                  <a:pt x="459499" y="41161"/>
                </a:cubicBezTo>
                <a:cubicBezTo>
                  <a:pt x="459499" y="39192"/>
                  <a:pt x="458915" y="37605"/>
                  <a:pt x="457746" y="36399"/>
                </a:cubicBezTo>
                <a:cubicBezTo>
                  <a:pt x="456578" y="35179"/>
                  <a:pt x="455104" y="34227"/>
                  <a:pt x="453326" y="33541"/>
                </a:cubicBezTo>
                <a:cubicBezTo>
                  <a:pt x="451536" y="32868"/>
                  <a:pt x="449161" y="32157"/>
                  <a:pt x="446215" y="31407"/>
                </a:cubicBezTo>
                <a:cubicBezTo>
                  <a:pt x="442646" y="30518"/>
                  <a:pt x="439712" y="29579"/>
                  <a:pt x="437439" y="28601"/>
                </a:cubicBezTo>
                <a:cubicBezTo>
                  <a:pt x="435153" y="27623"/>
                  <a:pt x="433222" y="26124"/>
                  <a:pt x="431635" y="24118"/>
                </a:cubicBezTo>
                <a:cubicBezTo>
                  <a:pt x="430047" y="22111"/>
                  <a:pt x="429247" y="19431"/>
                  <a:pt x="429247" y="16078"/>
                </a:cubicBezTo>
                <a:cubicBezTo>
                  <a:pt x="429247" y="12878"/>
                  <a:pt x="430060" y="10237"/>
                  <a:pt x="431660" y="8128"/>
                </a:cubicBezTo>
                <a:cubicBezTo>
                  <a:pt x="433273" y="6033"/>
                  <a:pt x="435458" y="4496"/>
                  <a:pt x="438201" y="3518"/>
                </a:cubicBezTo>
                <a:cubicBezTo>
                  <a:pt x="440931" y="2540"/>
                  <a:pt x="444017" y="2045"/>
                  <a:pt x="447446" y="2045"/>
                </a:cubicBezTo>
                <a:cubicBezTo>
                  <a:pt x="451561" y="2045"/>
                  <a:pt x="455054" y="2718"/>
                  <a:pt x="457937" y="4039"/>
                </a:cubicBezTo>
                <a:cubicBezTo>
                  <a:pt x="460807" y="5373"/>
                  <a:pt x="463220" y="7201"/>
                  <a:pt x="465150" y="9525"/>
                </a:cubicBezTo>
                <a:lnTo>
                  <a:pt x="460426" y="14212"/>
                </a:lnTo>
                <a:cubicBezTo>
                  <a:pt x="458762" y="12306"/>
                  <a:pt x="456870" y="10833"/>
                  <a:pt x="454736" y="9792"/>
                </a:cubicBezTo>
                <a:cubicBezTo>
                  <a:pt x="452603" y="8751"/>
                  <a:pt x="450050" y="8230"/>
                  <a:pt x="447065" y="8230"/>
                </a:cubicBezTo>
                <a:cubicBezTo>
                  <a:pt x="444665" y="8230"/>
                  <a:pt x="442646" y="8560"/>
                  <a:pt x="441007" y="9208"/>
                </a:cubicBezTo>
                <a:cubicBezTo>
                  <a:pt x="439369" y="9868"/>
                  <a:pt x="438150" y="10770"/>
                  <a:pt x="437363" y="11913"/>
                </a:cubicBezTo>
                <a:cubicBezTo>
                  <a:pt x="436562" y="13056"/>
                  <a:pt x="436169" y="14364"/>
                  <a:pt x="436169" y="15850"/>
                </a:cubicBezTo>
                <a:cubicBezTo>
                  <a:pt x="436169" y="17666"/>
                  <a:pt x="436715" y="19139"/>
                  <a:pt x="437820" y="20269"/>
                </a:cubicBezTo>
                <a:cubicBezTo>
                  <a:pt x="438925" y="21387"/>
                  <a:pt x="440309" y="22276"/>
                  <a:pt x="441960" y="22911"/>
                </a:cubicBezTo>
                <a:cubicBezTo>
                  <a:pt x="443598" y="23533"/>
                  <a:pt x="445872" y="24244"/>
                  <a:pt x="448742" y="25006"/>
                </a:cubicBezTo>
                <a:cubicBezTo>
                  <a:pt x="452514" y="25946"/>
                  <a:pt x="455587" y="26912"/>
                  <a:pt x="457949" y="27915"/>
                </a:cubicBezTo>
                <a:cubicBezTo>
                  <a:pt x="460324" y="28905"/>
                  <a:pt x="462343" y="30429"/>
                  <a:pt x="463995" y="32487"/>
                </a:cubicBezTo>
                <a:cubicBezTo>
                  <a:pt x="465658" y="34544"/>
                  <a:pt x="466496" y="37313"/>
                  <a:pt x="466496" y="40780"/>
                </a:cubicBezTo>
                <a:cubicBezTo>
                  <a:pt x="466496" y="43765"/>
                  <a:pt x="465734" y="46393"/>
                  <a:pt x="464223" y="48692"/>
                </a:cubicBezTo>
                <a:cubicBezTo>
                  <a:pt x="462712" y="50991"/>
                  <a:pt x="460477" y="52781"/>
                  <a:pt x="457505" y="54064"/>
                </a:cubicBezTo>
                <a:cubicBezTo>
                  <a:pt x="454546" y="55359"/>
                  <a:pt x="450964" y="56007"/>
                  <a:pt x="446773" y="56007"/>
                </a:cubicBezTo>
                <a:close/>
                <a:moveTo>
                  <a:pt x="488963" y="2832"/>
                </a:moveTo>
                <a:lnTo>
                  <a:pt x="497065" y="2832"/>
                </a:lnTo>
                <a:lnTo>
                  <a:pt x="516788" y="55258"/>
                </a:lnTo>
                <a:lnTo>
                  <a:pt x="509384" y="55258"/>
                </a:lnTo>
                <a:lnTo>
                  <a:pt x="504431" y="41085"/>
                </a:lnTo>
                <a:lnTo>
                  <a:pt x="481444" y="41085"/>
                </a:lnTo>
                <a:lnTo>
                  <a:pt x="476491" y="55258"/>
                </a:lnTo>
                <a:lnTo>
                  <a:pt x="469240" y="55258"/>
                </a:lnTo>
                <a:lnTo>
                  <a:pt x="488963" y="2832"/>
                </a:lnTo>
                <a:close/>
                <a:moveTo>
                  <a:pt x="502285" y="34900"/>
                </a:moveTo>
                <a:lnTo>
                  <a:pt x="496062" y="17158"/>
                </a:lnTo>
                <a:cubicBezTo>
                  <a:pt x="495490" y="15545"/>
                  <a:pt x="494932" y="13932"/>
                  <a:pt x="494373" y="12319"/>
                </a:cubicBezTo>
                <a:cubicBezTo>
                  <a:pt x="493814" y="10706"/>
                  <a:pt x="493332" y="9322"/>
                  <a:pt x="492938" y="8154"/>
                </a:cubicBezTo>
                <a:cubicBezTo>
                  <a:pt x="492544" y="9322"/>
                  <a:pt x="492062" y="10706"/>
                  <a:pt x="491503" y="12319"/>
                </a:cubicBezTo>
                <a:cubicBezTo>
                  <a:pt x="490944" y="13932"/>
                  <a:pt x="490385" y="15545"/>
                  <a:pt x="489814" y="17158"/>
                </a:cubicBezTo>
                <a:lnTo>
                  <a:pt x="483603" y="34900"/>
                </a:lnTo>
                <a:lnTo>
                  <a:pt x="502285" y="34900"/>
                </a:lnTo>
                <a:close/>
                <a:moveTo>
                  <a:pt x="522732" y="2832"/>
                </a:moveTo>
                <a:lnTo>
                  <a:pt x="542531" y="2832"/>
                </a:lnTo>
                <a:cubicBezTo>
                  <a:pt x="546570" y="2832"/>
                  <a:pt x="549974" y="3493"/>
                  <a:pt x="552729" y="4801"/>
                </a:cubicBezTo>
                <a:cubicBezTo>
                  <a:pt x="555473" y="6121"/>
                  <a:pt x="557543" y="7963"/>
                  <a:pt x="558914" y="10351"/>
                </a:cubicBezTo>
                <a:cubicBezTo>
                  <a:pt x="560299" y="12726"/>
                  <a:pt x="560984" y="15532"/>
                  <a:pt x="560984" y="18759"/>
                </a:cubicBezTo>
                <a:cubicBezTo>
                  <a:pt x="560984" y="21908"/>
                  <a:pt x="560299" y="24727"/>
                  <a:pt x="558940" y="27204"/>
                </a:cubicBezTo>
                <a:cubicBezTo>
                  <a:pt x="557568" y="29680"/>
                  <a:pt x="555536" y="31636"/>
                  <a:pt x="552831" y="33058"/>
                </a:cubicBezTo>
                <a:cubicBezTo>
                  <a:pt x="550126" y="34493"/>
                  <a:pt x="546837" y="35205"/>
                  <a:pt x="542938" y="35205"/>
                </a:cubicBezTo>
                <a:lnTo>
                  <a:pt x="529806" y="35205"/>
                </a:lnTo>
                <a:lnTo>
                  <a:pt x="529806" y="55258"/>
                </a:lnTo>
                <a:lnTo>
                  <a:pt x="522732" y="55258"/>
                </a:lnTo>
                <a:lnTo>
                  <a:pt x="522732" y="2832"/>
                </a:lnTo>
                <a:close/>
                <a:moveTo>
                  <a:pt x="541934" y="28804"/>
                </a:moveTo>
                <a:cubicBezTo>
                  <a:pt x="545948" y="28804"/>
                  <a:pt x="548957" y="27953"/>
                  <a:pt x="550939" y="26251"/>
                </a:cubicBezTo>
                <a:cubicBezTo>
                  <a:pt x="552920" y="24550"/>
                  <a:pt x="553911" y="22085"/>
                  <a:pt x="553911" y="18835"/>
                </a:cubicBezTo>
                <a:cubicBezTo>
                  <a:pt x="553911" y="15710"/>
                  <a:pt x="552882" y="13336"/>
                  <a:pt x="550812" y="11723"/>
                </a:cubicBezTo>
                <a:cubicBezTo>
                  <a:pt x="548742" y="10109"/>
                  <a:pt x="545681" y="9310"/>
                  <a:pt x="541630" y="9310"/>
                </a:cubicBezTo>
                <a:lnTo>
                  <a:pt x="529806" y="9310"/>
                </a:lnTo>
                <a:lnTo>
                  <a:pt x="529806" y="28804"/>
                </a:lnTo>
                <a:lnTo>
                  <a:pt x="541934" y="28804"/>
                </a:lnTo>
                <a:close/>
                <a:moveTo>
                  <a:pt x="595973" y="56007"/>
                </a:moveTo>
                <a:cubicBezTo>
                  <a:pt x="593585" y="56007"/>
                  <a:pt x="591464" y="55538"/>
                  <a:pt x="589610" y="54623"/>
                </a:cubicBezTo>
                <a:cubicBezTo>
                  <a:pt x="587743" y="53708"/>
                  <a:pt x="586296" y="52363"/>
                  <a:pt x="585254" y="50610"/>
                </a:cubicBezTo>
                <a:cubicBezTo>
                  <a:pt x="584213" y="48844"/>
                  <a:pt x="583692" y="46736"/>
                  <a:pt x="583692" y="44285"/>
                </a:cubicBezTo>
                <a:cubicBezTo>
                  <a:pt x="583692" y="41275"/>
                  <a:pt x="584479" y="38812"/>
                  <a:pt x="586054" y="36881"/>
                </a:cubicBezTo>
                <a:cubicBezTo>
                  <a:pt x="587629" y="34938"/>
                  <a:pt x="589775" y="33528"/>
                  <a:pt x="592506" y="32652"/>
                </a:cubicBezTo>
                <a:cubicBezTo>
                  <a:pt x="595236" y="31776"/>
                  <a:pt x="598399" y="31331"/>
                  <a:pt x="601993" y="31331"/>
                </a:cubicBezTo>
                <a:lnTo>
                  <a:pt x="609143" y="31331"/>
                </a:lnTo>
                <a:lnTo>
                  <a:pt x="609143" y="28575"/>
                </a:lnTo>
                <a:cubicBezTo>
                  <a:pt x="609143" y="25756"/>
                  <a:pt x="608470" y="23597"/>
                  <a:pt x="607111" y="22123"/>
                </a:cubicBezTo>
                <a:cubicBezTo>
                  <a:pt x="605765" y="20651"/>
                  <a:pt x="603720" y="19914"/>
                  <a:pt x="600989" y="19914"/>
                </a:cubicBezTo>
                <a:cubicBezTo>
                  <a:pt x="598513" y="19914"/>
                  <a:pt x="596354" y="20409"/>
                  <a:pt x="594500" y="21413"/>
                </a:cubicBezTo>
                <a:cubicBezTo>
                  <a:pt x="592658" y="22416"/>
                  <a:pt x="591020" y="23876"/>
                  <a:pt x="589610" y="25794"/>
                </a:cubicBezTo>
                <a:lnTo>
                  <a:pt x="585292" y="21476"/>
                </a:lnTo>
                <a:cubicBezTo>
                  <a:pt x="589305" y="16663"/>
                  <a:pt x="594690" y="14250"/>
                  <a:pt x="601434" y="14250"/>
                </a:cubicBezTo>
                <a:cubicBezTo>
                  <a:pt x="604545" y="14250"/>
                  <a:pt x="607174" y="14846"/>
                  <a:pt x="609333" y="16040"/>
                </a:cubicBezTo>
                <a:cubicBezTo>
                  <a:pt x="611480" y="17234"/>
                  <a:pt x="613105" y="18898"/>
                  <a:pt x="614197" y="21044"/>
                </a:cubicBezTo>
                <a:cubicBezTo>
                  <a:pt x="615290" y="23191"/>
                  <a:pt x="615836" y="25705"/>
                  <a:pt x="615836" y="28575"/>
                </a:cubicBezTo>
                <a:lnTo>
                  <a:pt x="615836" y="55258"/>
                </a:lnTo>
                <a:lnTo>
                  <a:pt x="609435" y="55258"/>
                </a:lnTo>
                <a:lnTo>
                  <a:pt x="609435" y="47778"/>
                </a:lnTo>
                <a:lnTo>
                  <a:pt x="609295" y="47778"/>
                </a:lnTo>
                <a:cubicBezTo>
                  <a:pt x="607949" y="50635"/>
                  <a:pt x="606209" y="52718"/>
                  <a:pt x="604076" y="54026"/>
                </a:cubicBezTo>
                <a:cubicBezTo>
                  <a:pt x="601942" y="55347"/>
                  <a:pt x="599250" y="56007"/>
                  <a:pt x="595973" y="56007"/>
                </a:cubicBezTo>
                <a:close/>
                <a:moveTo>
                  <a:pt x="590614" y="44133"/>
                </a:moveTo>
                <a:cubicBezTo>
                  <a:pt x="590614" y="45403"/>
                  <a:pt x="590893" y="46495"/>
                  <a:pt x="591464" y="47447"/>
                </a:cubicBezTo>
                <a:cubicBezTo>
                  <a:pt x="592036" y="48387"/>
                  <a:pt x="592861" y="49111"/>
                  <a:pt x="593941" y="49619"/>
                </a:cubicBezTo>
                <a:cubicBezTo>
                  <a:pt x="595020" y="50127"/>
                  <a:pt x="596303" y="50381"/>
                  <a:pt x="597789" y="50381"/>
                </a:cubicBezTo>
                <a:cubicBezTo>
                  <a:pt x="600151" y="50381"/>
                  <a:pt x="602183" y="49911"/>
                  <a:pt x="603898" y="48946"/>
                </a:cubicBezTo>
                <a:cubicBezTo>
                  <a:pt x="605612" y="47993"/>
                  <a:pt x="606908" y="46749"/>
                  <a:pt x="607797" y="45187"/>
                </a:cubicBezTo>
                <a:cubicBezTo>
                  <a:pt x="608698" y="43638"/>
                  <a:pt x="609143" y="41999"/>
                  <a:pt x="609143" y="40260"/>
                </a:cubicBezTo>
                <a:lnTo>
                  <a:pt x="609143" y="36361"/>
                </a:lnTo>
                <a:lnTo>
                  <a:pt x="602894" y="36361"/>
                </a:lnTo>
                <a:cubicBezTo>
                  <a:pt x="599199" y="36361"/>
                  <a:pt x="596227" y="36919"/>
                  <a:pt x="593979" y="38050"/>
                </a:cubicBezTo>
                <a:cubicBezTo>
                  <a:pt x="591731" y="39180"/>
                  <a:pt x="590614" y="41199"/>
                  <a:pt x="590614" y="44133"/>
                </a:cubicBezTo>
                <a:close/>
                <a:moveTo>
                  <a:pt x="625285" y="15037"/>
                </a:moveTo>
                <a:lnTo>
                  <a:pt x="631685" y="15037"/>
                </a:lnTo>
                <a:lnTo>
                  <a:pt x="631685" y="23406"/>
                </a:lnTo>
                <a:lnTo>
                  <a:pt x="631838" y="23406"/>
                </a:lnTo>
                <a:cubicBezTo>
                  <a:pt x="632828" y="20803"/>
                  <a:pt x="634340" y="18631"/>
                  <a:pt x="636372" y="16879"/>
                </a:cubicBezTo>
                <a:cubicBezTo>
                  <a:pt x="638404" y="15126"/>
                  <a:pt x="641248" y="14250"/>
                  <a:pt x="644893" y="14250"/>
                </a:cubicBezTo>
                <a:cubicBezTo>
                  <a:pt x="647675" y="14250"/>
                  <a:pt x="649999" y="14834"/>
                  <a:pt x="651866" y="16002"/>
                </a:cubicBezTo>
                <a:cubicBezTo>
                  <a:pt x="653745" y="17171"/>
                  <a:pt x="655142" y="18821"/>
                  <a:pt x="656082" y="20955"/>
                </a:cubicBezTo>
                <a:cubicBezTo>
                  <a:pt x="657009" y="23089"/>
                  <a:pt x="657466" y="25578"/>
                  <a:pt x="657466" y="28435"/>
                </a:cubicBezTo>
                <a:lnTo>
                  <a:pt x="657466" y="55258"/>
                </a:lnTo>
                <a:lnTo>
                  <a:pt x="650735" y="55258"/>
                </a:lnTo>
                <a:lnTo>
                  <a:pt x="650735" y="29731"/>
                </a:lnTo>
                <a:cubicBezTo>
                  <a:pt x="650735" y="26632"/>
                  <a:pt x="650088" y="24270"/>
                  <a:pt x="648805" y="22644"/>
                </a:cubicBezTo>
                <a:cubicBezTo>
                  <a:pt x="647510" y="21019"/>
                  <a:pt x="645389" y="20206"/>
                  <a:pt x="642442" y="20206"/>
                </a:cubicBezTo>
                <a:cubicBezTo>
                  <a:pt x="640334" y="20206"/>
                  <a:pt x="638493" y="20663"/>
                  <a:pt x="636918" y="21590"/>
                </a:cubicBezTo>
                <a:cubicBezTo>
                  <a:pt x="635343" y="22505"/>
                  <a:pt x="634124" y="23838"/>
                  <a:pt x="633273" y="25603"/>
                </a:cubicBezTo>
                <a:cubicBezTo>
                  <a:pt x="632409" y="27369"/>
                  <a:pt x="631990" y="29477"/>
                  <a:pt x="631990" y="31928"/>
                </a:cubicBezTo>
                <a:lnTo>
                  <a:pt x="631990" y="55258"/>
                </a:lnTo>
                <a:lnTo>
                  <a:pt x="625285" y="55258"/>
                </a:lnTo>
                <a:lnTo>
                  <a:pt x="625285" y="15037"/>
                </a:lnTo>
                <a:close/>
                <a:moveTo>
                  <a:pt x="683209" y="56007"/>
                </a:moveTo>
                <a:cubicBezTo>
                  <a:pt x="679691" y="56007"/>
                  <a:pt x="676593" y="55118"/>
                  <a:pt x="673926" y="53366"/>
                </a:cubicBezTo>
                <a:cubicBezTo>
                  <a:pt x="671259" y="51601"/>
                  <a:pt x="669201" y="49137"/>
                  <a:pt x="667741" y="45987"/>
                </a:cubicBezTo>
                <a:cubicBezTo>
                  <a:pt x="666267" y="42838"/>
                  <a:pt x="665543" y="39218"/>
                  <a:pt x="665543" y="35128"/>
                </a:cubicBezTo>
                <a:cubicBezTo>
                  <a:pt x="665543" y="31039"/>
                  <a:pt x="666255" y="27419"/>
                  <a:pt x="667677" y="24270"/>
                </a:cubicBezTo>
                <a:cubicBezTo>
                  <a:pt x="669112" y="21108"/>
                  <a:pt x="671144" y="18656"/>
                  <a:pt x="673786" y="16891"/>
                </a:cubicBezTo>
                <a:cubicBezTo>
                  <a:pt x="676427" y="15139"/>
                  <a:pt x="679488" y="14250"/>
                  <a:pt x="682993" y="14250"/>
                </a:cubicBezTo>
                <a:cubicBezTo>
                  <a:pt x="685571" y="14250"/>
                  <a:pt x="687857" y="14656"/>
                  <a:pt x="689839" y="15443"/>
                </a:cubicBezTo>
                <a:cubicBezTo>
                  <a:pt x="691820" y="16243"/>
                  <a:pt x="693471" y="17297"/>
                  <a:pt x="694792" y="18631"/>
                </a:cubicBezTo>
                <a:cubicBezTo>
                  <a:pt x="696100" y="19952"/>
                  <a:pt x="697116" y="21451"/>
                  <a:pt x="697840" y="23114"/>
                </a:cubicBezTo>
                <a:lnTo>
                  <a:pt x="697979" y="23114"/>
                </a:lnTo>
                <a:lnTo>
                  <a:pt x="697979" y="0"/>
                </a:lnTo>
                <a:lnTo>
                  <a:pt x="704685" y="0"/>
                </a:lnTo>
                <a:lnTo>
                  <a:pt x="704685" y="55258"/>
                </a:lnTo>
                <a:lnTo>
                  <a:pt x="698284" y="55258"/>
                </a:lnTo>
                <a:lnTo>
                  <a:pt x="698284" y="46736"/>
                </a:lnTo>
                <a:lnTo>
                  <a:pt x="698208" y="46736"/>
                </a:lnTo>
                <a:cubicBezTo>
                  <a:pt x="697090" y="49492"/>
                  <a:pt x="695363" y="51727"/>
                  <a:pt x="693014" y="53429"/>
                </a:cubicBezTo>
                <a:cubicBezTo>
                  <a:pt x="690677" y="55144"/>
                  <a:pt x="687400" y="56007"/>
                  <a:pt x="683209" y="56007"/>
                </a:cubicBezTo>
                <a:close/>
                <a:moveTo>
                  <a:pt x="672541" y="35128"/>
                </a:moveTo>
                <a:cubicBezTo>
                  <a:pt x="672541" y="38380"/>
                  <a:pt x="673087" y="41148"/>
                  <a:pt x="674192" y="43421"/>
                </a:cubicBezTo>
                <a:cubicBezTo>
                  <a:pt x="675297" y="45707"/>
                  <a:pt x="676808" y="47422"/>
                  <a:pt x="678726" y="48578"/>
                </a:cubicBezTo>
                <a:cubicBezTo>
                  <a:pt x="680657" y="49733"/>
                  <a:pt x="682828" y="50305"/>
                  <a:pt x="685267" y="50305"/>
                </a:cubicBezTo>
                <a:cubicBezTo>
                  <a:pt x="687692" y="50305"/>
                  <a:pt x="689864" y="49733"/>
                  <a:pt x="691794" y="48578"/>
                </a:cubicBezTo>
                <a:cubicBezTo>
                  <a:pt x="693712" y="47422"/>
                  <a:pt x="695223" y="45707"/>
                  <a:pt x="696328" y="43447"/>
                </a:cubicBezTo>
                <a:cubicBezTo>
                  <a:pt x="697433" y="41173"/>
                  <a:pt x="697979" y="38405"/>
                  <a:pt x="697979" y="35128"/>
                </a:cubicBezTo>
                <a:cubicBezTo>
                  <a:pt x="697979" y="31877"/>
                  <a:pt x="697433" y="29121"/>
                  <a:pt x="696328" y="26848"/>
                </a:cubicBezTo>
                <a:cubicBezTo>
                  <a:pt x="695223" y="24574"/>
                  <a:pt x="693712" y="22873"/>
                  <a:pt x="691794" y="21717"/>
                </a:cubicBezTo>
                <a:cubicBezTo>
                  <a:pt x="689864" y="20562"/>
                  <a:pt x="687692" y="19990"/>
                  <a:pt x="685267" y="19990"/>
                </a:cubicBezTo>
                <a:cubicBezTo>
                  <a:pt x="682828" y="19990"/>
                  <a:pt x="680657" y="20562"/>
                  <a:pt x="678726" y="21717"/>
                </a:cubicBezTo>
                <a:cubicBezTo>
                  <a:pt x="676808" y="22873"/>
                  <a:pt x="675297" y="24574"/>
                  <a:pt x="674192" y="26848"/>
                </a:cubicBezTo>
                <a:cubicBezTo>
                  <a:pt x="673087" y="29121"/>
                  <a:pt x="672541" y="31877"/>
                  <a:pt x="672541" y="35128"/>
                </a:cubicBezTo>
                <a:close/>
                <a:moveTo>
                  <a:pt x="734568" y="2832"/>
                </a:moveTo>
                <a:lnTo>
                  <a:pt x="754367" y="2832"/>
                </a:lnTo>
                <a:cubicBezTo>
                  <a:pt x="758406" y="2832"/>
                  <a:pt x="761810" y="3493"/>
                  <a:pt x="764515" y="4801"/>
                </a:cubicBezTo>
                <a:cubicBezTo>
                  <a:pt x="767309" y="6121"/>
                  <a:pt x="769341" y="7963"/>
                  <a:pt x="770738" y="10351"/>
                </a:cubicBezTo>
                <a:cubicBezTo>
                  <a:pt x="772135" y="12726"/>
                  <a:pt x="772770" y="15532"/>
                  <a:pt x="772770" y="18759"/>
                </a:cubicBezTo>
                <a:cubicBezTo>
                  <a:pt x="772770" y="21908"/>
                  <a:pt x="772135" y="24727"/>
                  <a:pt x="770738" y="27204"/>
                </a:cubicBezTo>
                <a:cubicBezTo>
                  <a:pt x="769468" y="29680"/>
                  <a:pt x="767436" y="31636"/>
                  <a:pt x="764642" y="33058"/>
                </a:cubicBezTo>
                <a:cubicBezTo>
                  <a:pt x="761962" y="34493"/>
                  <a:pt x="758673" y="35205"/>
                  <a:pt x="754774" y="35205"/>
                </a:cubicBezTo>
                <a:lnTo>
                  <a:pt x="741642" y="35205"/>
                </a:lnTo>
                <a:lnTo>
                  <a:pt x="741642" y="55258"/>
                </a:lnTo>
                <a:lnTo>
                  <a:pt x="734568" y="55258"/>
                </a:lnTo>
                <a:lnTo>
                  <a:pt x="734568" y="2832"/>
                </a:lnTo>
                <a:close/>
                <a:moveTo>
                  <a:pt x="753770" y="28804"/>
                </a:moveTo>
                <a:cubicBezTo>
                  <a:pt x="757784" y="28804"/>
                  <a:pt x="760793" y="27953"/>
                  <a:pt x="762775" y="26251"/>
                </a:cubicBezTo>
                <a:cubicBezTo>
                  <a:pt x="764769" y="24550"/>
                  <a:pt x="765785" y="22085"/>
                  <a:pt x="765785" y="18835"/>
                </a:cubicBezTo>
                <a:cubicBezTo>
                  <a:pt x="765785" y="15710"/>
                  <a:pt x="764769" y="13336"/>
                  <a:pt x="762648" y="11723"/>
                </a:cubicBezTo>
                <a:cubicBezTo>
                  <a:pt x="760578" y="10109"/>
                  <a:pt x="757517" y="9310"/>
                  <a:pt x="753466" y="9310"/>
                </a:cubicBezTo>
                <a:lnTo>
                  <a:pt x="741642" y="9310"/>
                </a:lnTo>
                <a:lnTo>
                  <a:pt x="741642" y="28804"/>
                </a:lnTo>
                <a:lnTo>
                  <a:pt x="753770" y="28804"/>
                </a:lnTo>
                <a:close/>
                <a:moveTo>
                  <a:pt x="789534" y="56007"/>
                </a:moveTo>
                <a:cubicBezTo>
                  <a:pt x="787121" y="56007"/>
                  <a:pt x="784962" y="55538"/>
                  <a:pt x="783184" y="54623"/>
                </a:cubicBezTo>
                <a:cubicBezTo>
                  <a:pt x="781279" y="53708"/>
                  <a:pt x="779882" y="52363"/>
                  <a:pt x="778739" y="50610"/>
                </a:cubicBezTo>
                <a:cubicBezTo>
                  <a:pt x="777723" y="48844"/>
                  <a:pt x="777215" y="46736"/>
                  <a:pt x="777215" y="44285"/>
                </a:cubicBezTo>
                <a:cubicBezTo>
                  <a:pt x="777215" y="41275"/>
                  <a:pt x="777977" y="38812"/>
                  <a:pt x="779628" y="36881"/>
                </a:cubicBezTo>
                <a:cubicBezTo>
                  <a:pt x="781152" y="34938"/>
                  <a:pt x="783311" y="33528"/>
                  <a:pt x="786105" y="32652"/>
                </a:cubicBezTo>
                <a:cubicBezTo>
                  <a:pt x="788772" y="31776"/>
                  <a:pt x="791947" y="31331"/>
                  <a:pt x="795503" y="31331"/>
                </a:cubicBezTo>
                <a:lnTo>
                  <a:pt x="802742" y="31331"/>
                </a:lnTo>
                <a:lnTo>
                  <a:pt x="802742" y="28575"/>
                </a:lnTo>
                <a:cubicBezTo>
                  <a:pt x="802742" y="25756"/>
                  <a:pt x="801980" y="23597"/>
                  <a:pt x="800710" y="22123"/>
                </a:cubicBezTo>
                <a:cubicBezTo>
                  <a:pt x="799313" y="20651"/>
                  <a:pt x="797281" y="19914"/>
                  <a:pt x="794487" y="19914"/>
                </a:cubicBezTo>
                <a:cubicBezTo>
                  <a:pt x="792074" y="19914"/>
                  <a:pt x="789915" y="20409"/>
                  <a:pt x="788010" y="21413"/>
                </a:cubicBezTo>
                <a:cubicBezTo>
                  <a:pt x="786232" y="22416"/>
                  <a:pt x="784581" y="23876"/>
                  <a:pt x="783184" y="25794"/>
                </a:cubicBezTo>
                <a:lnTo>
                  <a:pt x="778866" y="21476"/>
                </a:lnTo>
                <a:cubicBezTo>
                  <a:pt x="782803" y="16663"/>
                  <a:pt x="788264" y="14250"/>
                  <a:pt x="794995" y="14250"/>
                </a:cubicBezTo>
                <a:cubicBezTo>
                  <a:pt x="798043" y="14250"/>
                  <a:pt x="800710" y="14846"/>
                  <a:pt x="802869" y="16040"/>
                </a:cubicBezTo>
                <a:cubicBezTo>
                  <a:pt x="805028" y="17234"/>
                  <a:pt x="806679" y="18898"/>
                  <a:pt x="807695" y="21044"/>
                </a:cubicBezTo>
                <a:cubicBezTo>
                  <a:pt x="808838" y="23191"/>
                  <a:pt x="809346" y="25705"/>
                  <a:pt x="809346" y="28575"/>
                </a:cubicBezTo>
                <a:lnTo>
                  <a:pt x="809346" y="55258"/>
                </a:lnTo>
                <a:lnTo>
                  <a:pt x="802996" y="55258"/>
                </a:lnTo>
                <a:lnTo>
                  <a:pt x="802996" y="47778"/>
                </a:lnTo>
                <a:lnTo>
                  <a:pt x="802869" y="47778"/>
                </a:lnTo>
                <a:cubicBezTo>
                  <a:pt x="801472" y="50635"/>
                  <a:pt x="799821" y="52718"/>
                  <a:pt x="797662" y="54026"/>
                </a:cubicBezTo>
                <a:cubicBezTo>
                  <a:pt x="795503" y="55347"/>
                  <a:pt x="792836" y="56007"/>
                  <a:pt x="789534" y="56007"/>
                </a:cubicBezTo>
                <a:close/>
                <a:moveTo>
                  <a:pt x="784200" y="44133"/>
                </a:moveTo>
                <a:cubicBezTo>
                  <a:pt x="784200" y="45403"/>
                  <a:pt x="784454" y="46495"/>
                  <a:pt x="784962" y="47447"/>
                </a:cubicBezTo>
                <a:cubicBezTo>
                  <a:pt x="785597" y="48387"/>
                  <a:pt x="786359" y="49111"/>
                  <a:pt x="787502" y="49619"/>
                </a:cubicBezTo>
                <a:cubicBezTo>
                  <a:pt x="788518" y="50127"/>
                  <a:pt x="789915" y="50381"/>
                  <a:pt x="791312" y="50381"/>
                </a:cubicBezTo>
                <a:cubicBezTo>
                  <a:pt x="793725" y="50381"/>
                  <a:pt x="795757" y="49911"/>
                  <a:pt x="797408" y="48946"/>
                </a:cubicBezTo>
                <a:cubicBezTo>
                  <a:pt x="799186" y="47993"/>
                  <a:pt x="800456" y="46749"/>
                  <a:pt x="801345" y="45187"/>
                </a:cubicBezTo>
                <a:cubicBezTo>
                  <a:pt x="802234" y="43638"/>
                  <a:pt x="802742" y="41999"/>
                  <a:pt x="802742" y="40260"/>
                </a:cubicBezTo>
                <a:lnTo>
                  <a:pt x="802742" y="36361"/>
                </a:lnTo>
                <a:lnTo>
                  <a:pt x="796392" y="36361"/>
                </a:lnTo>
                <a:cubicBezTo>
                  <a:pt x="792709" y="36361"/>
                  <a:pt x="789788" y="36919"/>
                  <a:pt x="787502" y="38050"/>
                </a:cubicBezTo>
                <a:cubicBezTo>
                  <a:pt x="785343" y="39180"/>
                  <a:pt x="784200" y="41199"/>
                  <a:pt x="784200" y="44133"/>
                </a:cubicBezTo>
                <a:close/>
                <a:moveTo>
                  <a:pt x="818871" y="15037"/>
                </a:moveTo>
                <a:lnTo>
                  <a:pt x="825221" y="15037"/>
                </a:lnTo>
                <a:lnTo>
                  <a:pt x="825221" y="23635"/>
                </a:lnTo>
                <a:lnTo>
                  <a:pt x="825348" y="23635"/>
                </a:lnTo>
                <a:cubicBezTo>
                  <a:pt x="826110" y="20333"/>
                  <a:pt x="827253" y="17945"/>
                  <a:pt x="828904" y="16472"/>
                </a:cubicBezTo>
                <a:cubicBezTo>
                  <a:pt x="830428" y="14999"/>
                  <a:pt x="832460" y="14250"/>
                  <a:pt x="834873" y="14250"/>
                </a:cubicBezTo>
                <a:cubicBezTo>
                  <a:pt x="835508" y="14250"/>
                  <a:pt x="836016" y="14288"/>
                  <a:pt x="836651" y="14364"/>
                </a:cubicBezTo>
                <a:cubicBezTo>
                  <a:pt x="837159" y="14440"/>
                  <a:pt x="837667" y="14529"/>
                  <a:pt x="838048" y="14631"/>
                </a:cubicBezTo>
                <a:lnTo>
                  <a:pt x="838048" y="21210"/>
                </a:lnTo>
                <a:cubicBezTo>
                  <a:pt x="837667" y="21095"/>
                  <a:pt x="837159" y="20993"/>
                  <a:pt x="836524" y="20917"/>
                </a:cubicBezTo>
                <a:cubicBezTo>
                  <a:pt x="835889" y="20841"/>
                  <a:pt x="835254" y="20803"/>
                  <a:pt x="834746" y="20803"/>
                </a:cubicBezTo>
                <a:cubicBezTo>
                  <a:pt x="831444" y="20803"/>
                  <a:pt x="829031" y="21946"/>
                  <a:pt x="827634" y="24244"/>
                </a:cubicBezTo>
                <a:cubicBezTo>
                  <a:pt x="826237" y="26543"/>
                  <a:pt x="825475" y="29896"/>
                  <a:pt x="825475" y="34316"/>
                </a:cubicBezTo>
                <a:lnTo>
                  <a:pt x="825475" y="55258"/>
                </a:lnTo>
                <a:lnTo>
                  <a:pt x="818871" y="55258"/>
                </a:lnTo>
                <a:lnTo>
                  <a:pt x="818871" y="15037"/>
                </a:lnTo>
                <a:close/>
                <a:moveTo>
                  <a:pt x="855701" y="55855"/>
                </a:moveTo>
                <a:cubicBezTo>
                  <a:pt x="853288" y="55855"/>
                  <a:pt x="851383" y="55525"/>
                  <a:pt x="849859" y="54890"/>
                </a:cubicBezTo>
                <a:cubicBezTo>
                  <a:pt x="848462" y="54242"/>
                  <a:pt x="847319" y="53239"/>
                  <a:pt x="846557" y="51867"/>
                </a:cubicBezTo>
                <a:cubicBezTo>
                  <a:pt x="845922" y="50509"/>
                  <a:pt x="845541" y="48743"/>
                  <a:pt x="845541" y="46584"/>
                </a:cubicBezTo>
                <a:lnTo>
                  <a:pt x="845541" y="20651"/>
                </a:lnTo>
                <a:lnTo>
                  <a:pt x="839572" y="20651"/>
                </a:lnTo>
                <a:lnTo>
                  <a:pt x="839572" y="17158"/>
                </a:lnTo>
                <a:lnTo>
                  <a:pt x="851383" y="5283"/>
                </a:lnTo>
                <a:lnTo>
                  <a:pt x="852272" y="5283"/>
                </a:lnTo>
                <a:lnTo>
                  <a:pt x="852272" y="15037"/>
                </a:lnTo>
                <a:lnTo>
                  <a:pt x="861289" y="15037"/>
                </a:lnTo>
                <a:lnTo>
                  <a:pt x="861289" y="20651"/>
                </a:lnTo>
                <a:lnTo>
                  <a:pt x="852272" y="20651"/>
                </a:lnTo>
                <a:lnTo>
                  <a:pt x="852272" y="45212"/>
                </a:lnTo>
                <a:cubicBezTo>
                  <a:pt x="852272" y="46406"/>
                  <a:pt x="852399" y="47320"/>
                  <a:pt x="852653" y="47981"/>
                </a:cubicBezTo>
                <a:cubicBezTo>
                  <a:pt x="852907" y="48641"/>
                  <a:pt x="853415" y="49111"/>
                  <a:pt x="854050" y="49378"/>
                </a:cubicBezTo>
                <a:cubicBezTo>
                  <a:pt x="854685" y="49657"/>
                  <a:pt x="855574" y="49785"/>
                  <a:pt x="856590" y="49785"/>
                </a:cubicBezTo>
                <a:cubicBezTo>
                  <a:pt x="858114" y="49785"/>
                  <a:pt x="859638" y="49581"/>
                  <a:pt x="861289" y="49149"/>
                </a:cubicBezTo>
                <a:lnTo>
                  <a:pt x="861289" y="55258"/>
                </a:lnTo>
                <a:cubicBezTo>
                  <a:pt x="860527" y="55435"/>
                  <a:pt x="859638" y="55576"/>
                  <a:pt x="858622" y="55690"/>
                </a:cubicBezTo>
                <a:cubicBezTo>
                  <a:pt x="857606" y="55791"/>
                  <a:pt x="856590" y="55855"/>
                  <a:pt x="855701" y="55855"/>
                </a:cubicBezTo>
                <a:close/>
                <a:moveTo>
                  <a:pt x="869163" y="15037"/>
                </a:moveTo>
                <a:lnTo>
                  <a:pt x="875513" y="15037"/>
                </a:lnTo>
                <a:lnTo>
                  <a:pt x="875513" y="23406"/>
                </a:lnTo>
                <a:lnTo>
                  <a:pt x="875640" y="23406"/>
                </a:lnTo>
                <a:cubicBezTo>
                  <a:pt x="876656" y="20803"/>
                  <a:pt x="878180" y="18631"/>
                  <a:pt x="880212" y="16879"/>
                </a:cubicBezTo>
                <a:cubicBezTo>
                  <a:pt x="882244" y="15126"/>
                  <a:pt x="885038" y="14250"/>
                  <a:pt x="888721" y="14250"/>
                </a:cubicBezTo>
                <a:cubicBezTo>
                  <a:pt x="891515" y="14250"/>
                  <a:pt x="893801" y="14834"/>
                  <a:pt x="895706" y="16002"/>
                </a:cubicBezTo>
                <a:cubicBezTo>
                  <a:pt x="897611" y="17171"/>
                  <a:pt x="899008" y="18821"/>
                  <a:pt x="899897" y="20955"/>
                </a:cubicBezTo>
                <a:cubicBezTo>
                  <a:pt x="900786" y="23089"/>
                  <a:pt x="901294" y="25578"/>
                  <a:pt x="901294" y="28435"/>
                </a:cubicBezTo>
                <a:lnTo>
                  <a:pt x="901294" y="55258"/>
                </a:lnTo>
                <a:lnTo>
                  <a:pt x="894563" y="55258"/>
                </a:lnTo>
                <a:lnTo>
                  <a:pt x="894563" y="29731"/>
                </a:lnTo>
                <a:cubicBezTo>
                  <a:pt x="894563" y="26632"/>
                  <a:pt x="893928" y="24270"/>
                  <a:pt x="892658" y="22644"/>
                </a:cubicBezTo>
                <a:cubicBezTo>
                  <a:pt x="891388" y="21019"/>
                  <a:pt x="889229" y="20206"/>
                  <a:pt x="886308" y="20206"/>
                </a:cubicBezTo>
                <a:cubicBezTo>
                  <a:pt x="884149" y="20206"/>
                  <a:pt x="882371" y="20663"/>
                  <a:pt x="880720" y="21590"/>
                </a:cubicBezTo>
                <a:cubicBezTo>
                  <a:pt x="879196" y="22505"/>
                  <a:pt x="877926" y="23838"/>
                  <a:pt x="877164" y="25603"/>
                </a:cubicBezTo>
                <a:cubicBezTo>
                  <a:pt x="876275" y="27369"/>
                  <a:pt x="875767" y="29477"/>
                  <a:pt x="875767" y="31928"/>
                </a:cubicBezTo>
                <a:lnTo>
                  <a:pt x="875767" y="55258"/>
                </a:lnTo>
                <a:lnTo>
                  <a:pt x="869163" y="55258"/>
                </a:lnTo>
                <a:lnTo>
                  <a:pt x="869163" y="15037"/>
                </a:lnTo>
                <a:close/>
                <a:moveTo>
                  <a:pt x="929615" y="56007"/>
                </a:moveTo>
                <a:cubicBezTo>
                  <a:pt x="925551" y="56007"/>
                  <a:pt x="921995" y="55207"/>
                  <a:pt x="918947" y="53607"/>
                </a:cubicBezTo>
                <a:cubicBezTo>
                  <a:pt x="915899" y="52007"/>
                  <a:pt x="913486" y="49632"/>
                  <a:pt x="911835" y="46495"/>
                </a:cubicBezTo>
                <a:cubicBezTo>
                  <a:pt x="910184" y="43358"/>
                  <a:pt x="909422" y="39574"/>
                  <a:pt x="909422" y="35128"/>
                </a:cubicBezTo>
                <a:cubicBezTo>
                  <a:pt x="909422" y="30633"/>
                  <a:pt x="910311" y="26822"/>
                  <a:pt x="911962" y="23685"/>
                </a:cubicBezTo>
                <a:cubicBezTo>
                  <a:pt x="913740" y="20549"/>
                  <a:pt x="916153" y="18186"/>
                  <a:pt x="919074" y="16612"/>
                </a:cubicBezTo>
                <a:cubicBezTo>
                  <a:pt x="921995" y="15037"/>
                  <a:pt x="925297" y="14250"/>
                  <a:pt x="928853" y="14250"/>
                </a:cubicBezTo>
                <a:cubicBezTo>
                  <a:pt x="932917" y="14250"/>
                  <a:pt x="936346" y="15202"/>
                  <a:pt x="938886" y="17107"/>
                </a:cubicBezTo>
                <a:cubicBezTo>
                  <a:pt x="941553" y="19000"/>
                  <a:pt x="943458" y="21425"/>
                  <a:pt x="944601" y="24371"/>
                </a:cubicBezTo>
                <a:cubicBezTo>
                  <a:pt x="945871" y="27331"/>
                  <a:pt x="946379" y="30429"/>
                  <a:pt x="946379" y="33681"/>
                </a:cubicBezTo>
                <a:cubicBezTo>
                  <a:pt x="946379" y="34798"/>
                  <a:pt x="946379" y="35840"/>
                  <a:pt x="946252" y="36805"/>
                </a:cubicBezTo>
                <a:lnTo>
                  <a:pt x="916407" y="36805"/>
                </a:lnTo>
                <a:cubicBezTo>
                  <a:pt x="916661" y="41199"/>
                  <a:pt x="917931" y="44539"/>
                  <a:pt x="920090" y="46851"/>
                </a:cubicBezTo>
                <a:cubicBezTo>
                  <a:pt x="922376" y="49149"/>
                  <a:pt x="925551" y="50305"/>
                  <a:pt x="929615" y="50305"/>
                </a:cubicBezTo>
                <a:cubicBezTo>
                  <a:pt x="932155" y="50305"/>
                  <a:pt x="934187" y="49936"/>
                  <a:pt x="935965" y="49188"/>
                </a:cubicBezTo>
                <a:cubicBezTo>
                  <a:pt x="937743" y="48451"/>
                  <a:pt x="939394" y="47219"/>
                  <a:pt x="940791" y="45504"/>
                </a:cubicBezTo>
                <a:lnTo>
                  <a:pt x="944982" y="49670"/>
                </a:lnTo>
                <a:cubicBezTo>
                  <a:pt x="943712" y="51168"/>
                  <a:pt x="942315" y="52375"/>
                  <a:pt x="940791" y="53302"/>
                </a:cubicBezTo>
                <a:cubicBezTo>
                  <a:pt x="939267" y="54229"/>
                  <a:pt x="937743" y="54915"/>
                  <a:pt x="935838" y="55347"/>
                </a:cubicBezTo>
                <a:cubicBezTo>
                  <a:pt x="934060" y="55779"/>
                  <a:pt x="932028" y="56007"/>
                  <a:pt x="929615" y="56007"/>
                </a:cubicBezTo>
                <a:close/>
                <a:moveTo>
                  <a:pt x="939648" y="31636"/>
                </a:moveTo>
                <a:cubicBezTo>
                  <a:pt x="939267" y="27763"/>
                  <a:pt x="938124" y="24854"/>
                  <a:pt x="936219" y="22911"/>
                </a:cubicBezTo>
                <a:cubicBezTo>
                  <a:pt x="934314" y="20955"/>
                  <a:pt x="931774" y="19990"/>
                  <a:pt x="928599" y="19990"/>
                </a:cubicBezTo>
                <a:cubicBezTo>
                  <a:pt x="926440" y="19990"/>
                  <a:pt x="924662" y="20422"/>
                  <a:pt x="922884" y="21286"/>
                </a:cubicBezTo>
                <a:cubicBezTo>
                  <a:pt x="921233" y="22149"/>
                  <a:pt x="919836" y="23457"/>
                  <a:pt x="918820" y="25197"/>
                </a:cubicBezTo>
                <a:cubicBezTo>
                  <a:pt x="917677" y="26924"/>
                  <a:pt x="916915" y="29070"/>
                  <a:pt x="916661" y="31636"/>
                </a:cubicBezTo>
                <a:lnTo>
                  <a:pt x="939648" y="31636"/>
                </a:lnTo>
                <a:close/>
                <a:moveTo>
                  <a:pt x="954507" y="15037"/>
                </a:moveTo>
                <a:lnTo>
                  <a:pt x="960857" y="15037"/>
                </a:lnTo>
                <a:lnTo>
                  <a:pt x="960857" y="23635"/>
                </a:lnTo>
                <a:lnTo>
                  <a:pt x="960984" y="23635"/>
                </a:lnTo>
                <a:cubicBezTo>
                  <a:pt x="961746" y="20333"/>
                  <a:pt x="962889" y="17945"/>
                  <a:pt x="964540" y="16472"/>
                </a:cubicBezTo>
                <a:cubicBezTo>
                  <a:pt x="966064" y="14999"/>
                  <a:pt x="968096" y="14250"/>
                  <a:pt x="970509" y="14250"/>
                </a:cubicBezTo>
                <a:cubicBezTo>
                  <a:pt x="971144" y="14250"/>
                  <a:pt x="971652" y="14288"/>
                  <a:pt x="972287" y="14364"/>
                </a:cubicBezTo>
                <a:cubicBezTo>
                  <a:pt x="972795" y="14440"/>
                  <a:pt x="973303" y="14529"/>
                  <a:pt x="973684" y="14631"/>
                </a:cubicBezTo>
                <a:lnTo>
                  <a:pt x="973684" y="21210"/>
                </a:lnTo>
                <a:cubicBezTo>
                  <a:pt x="973303" y="21095"/>
                  <a:pt x="972795" y="20993"/>
                  <a:pt x="972160" y="20917"/>
                </a:cubicBezTo>
                <a:cubicBezTo>
                  <a:pt x="971525" y="20841"/>
                  <a:pt x="970890" y="20803"/>
                  <a:pt x="970382" y="20803"/>
                </a:cubicBezTo>
                <a:cubicBezTo>
                  <a:pt x="967080" y="20803"/>
                  <a:pt x="964667" y="21946"/>
                  <a:pt x="963270" y="24244"/>
                </a:cubicBezTo>
                <a:cubicBezTo>
                  <a:pt x="961873" y="26543"/>
                  <a:pt x="961111" y="29896"/>
                  <a:pt x="961111" y="34316"/>
                </a:cubicBezTo>
                <a:lnTo>
                  <a:pt x="961111" y="55258"/>
                </a:lnTo>
                <a:lnTo>
                  <a:pt x="954507" y="55258"/>
                </a:lnTo>
                <a:lnTo>
                  <a:pt x="954507" y="15037"/>
                </a:lnTo>
                <a:close/>
                <a:moveTo>
                  <a:pt x="992988" y="56007"/>
                </a:moveTo>
                <a:cubicBezTo>
                  <a:pt x="986130" y="56007"/>
                  <a:pt x="980669" y="53899"/>
                  <a:pt x="976859" y="49670"/>
                </a:cubicBezTo>
                <a:lnTo>
                  <a:pt x="981177" y="45403"/>
                </a:lnTo>
                <a:cubicBezTo>
                  <a:pt x="982955" y="47257"/>
                  <a:pt x="984733" y="48565"/>
                  <a:pt x="986638" y="49327"/>
                </a:cubicBezTo>
                <a:cubicBezTo>
                  <a:pt x="988416" y="50076"/>
                  <a:pt x="990575" y="50457"/>
                  <a:pt x="992988" y="50457"/>
                </a:cubicBezTo>
                <a:cubicBezTo>
                  <a:pt x="995401" y="50457"/>
                  <a:pt x="997433" y="50000"/>
                  <a:pt x="999084" y="49099"/>
                </a:cubicBezTo>
                <a:cubicBezTo>
                  <a:pt x="1000735" y="48197"/>
                  <a:pt x="1001624" y="46711"/>
                  <a:pt x="1001624" y="44653"/>
                </a:cubicBezTo>
                <a:cubicBezTo>
                  <a:pt x="1001624" y="43193"/>
                  <a:pt x="1001243" y="41999"/>
                  <a:pt x="1000354" y="41097"/>
                </a:cubicBezTo>
                <a:cubicBezTo>
                  <a:pt x="999592" y="40196"/>
                  <a:pt x="998449" y="39484"/>
                  <a:pt x="997179" y="38964"/>
                </a:cubicBezTo>
                <a:cubicBezTo>
                  <a:pt x="995909" y="38443"/>
                  <a:pt x="993877" y="37833"/>
                  <a:pt x="991464" y="37135"/>
                </a:cubicBezTo>
                <a:cubicBezTo>
                  <a:pt x="988924" y="36424"/>
                  <a:pt x="986765" y="35649"/>
                  <a:pt x="984987" y="34837"/>
                </a:cubicBezTo>
                <a:cubicBezTo>
                  <a:pt x="983209" y="34011"/>
                  <a:pt x="981685" y="32842"/>
                  <a:pt x="980542" y="31318"/>
                </a:cubicBezTo>
                <a:cubicBezTo>
                  <a:pt x="979272" y="29794"/>
                  <a:pt x="978764" y="27839"/>
                  <a:pt x="978764" y="25451"/>
                </a:cubicBezTo>
                <a:cubicBezTo>
                  <a:pt x="978764" y="23076"/>
                  <a:pt x="979272" y="21044"/>
                  <a:pt x="980415" y="19355"/>
                </a:cubicBezTo>
                <a:cubicBezTo>
                  <a:pt x="981685" y="17666"/>
                  <a:pt x="983336" y="16396"/>
                  <a:pt x="985495" y="15532"/>
                </a:cubicBezTo>
                <a:cubicBezTo>
                  <a:pt x="987527" y="14681"/>
                  <a:pt x="990067" y="14250"/>
                  <a:pt x="992861" y="14250"/>
                </a:cubicBezTo>
                <a:cubicBezTo>
                  <a:pt x="995655" y="14250"/>
                  <a:pt x="998195" y="14707"/>
                  <a:pt x="1000735" y="15608"/>
                </a:cubicBezTo>
                <a:cubicBezTo>
                  <a:pt x="1003275" y="16523"/>
                  <a:pt x="1005307" y="17844"/>
                  <a:pt x="1006958" y="19571"/>
                </a:cubicBezTo>
                <a:lnTo>
                  <a:pt x="1002767" y="23851"/>
                </a:lnTo>
                <a:cubicBezTo>
                  <a:pt x="1000100" y="21222"/>
                  <a:pt x="996798" y="19914"/>
                  <a:pt x="992861" y="19914"/>
                </a:cubicBezTo>
                <a:cubicBezTo>
                  <a:pt x="990448" y="19914"/>
                  <a:pt x="988670" y="20346"/>
                  <a:pt x="987273" y="21210"/>
                </a:cubicBezTo>
                <a:cubicBezTo>
                  <a:pt x="985876" y="22085"/>
                  <a:pt x="985241" y="23394"/>
                  <a:pt x="985241" y="25159"/>
                </a:cubicBezTo>
                <a:cubicBezTo>
                  <a:pt x="985241" y="26327"/>
                  <a:pt x="985622" y="27293"/>
                  <a:pt x="986384" y="28055"/>
                </a:cubicBezTo>
                <a:cubicBezTo>
                  <a:pt x="987273" y="28829"/>
                  <a:pt x="988289" y="29464"/>
                  <a:pt x="989686" y="29973"/>
                </a:cubicBezTo>
                <a:cubicBezTo>
                  <a:pt x="990956" y="30480"/>
                  <a:pt x="992861" y="31090"/>
                  <a:pt x="995401" y="31776"/>
                </a:cubicBezTo>
                <a:cubicBezTo>
                  <a:pt x="997941" y="32500"/>
                  <a:pt x="1000100" y="33262"/>
                  <a:pt x="1001878" y="34049"/>
                </a:cubicBezTo>
                <a:cubicBezTo>
                  <a:pt x="1003529" y="34849"/>
                  <a:pt x="1005053" y="36055"/>
                  <a:pt x="1006323" y="37681"/>
                </a:cubicBezTo>
                <a:cubicBezTo>
                  <a:pt x="1007466" y="39307"/>
                  <a:pt x="1008101" y="41453"/>
                  <a:pt x="1008101" y="44133"/>
                </a:cubicBezTo>
                <a:cubicBezTo>
                  <a:pt x="1008101" y="46610"/>
                  <a:pt x="1007466" y="48743"/>
                  <a:pt x="1006196" y="50533"/>
                </a:cubicBezTo>
                <a:cubicBezTo>
                  <a:pt x="1004926" y="52312"/>
                  <a:pt x="1003148" y="53670"/>
                  <a:pt x="1000862" y="54611"/>
                </a:cubicBezTo>
                <a:cubicBezTo>
                  <a:pt x="998576" y="55538"/>
                  <a:pt x="995909" y="56007"/>
                  <a:pt x="992988" y="56007"/>
                </a:cubicBezTo>
                <a:close/>
                <a:moveTo>
                  <a:pt x="1057250" y="56007"/>
                </a:moveTo>
                <a:cubicBezTo>
                  <a:pt x="1052170" y="56007"/>
                  <a:pt x="1047725" y="54902"/>
                  <a:pt x="1043915" y="52693"/>
                </a:cubicBezTo>
                <a:cubicBezTo>
                  <a:pt x="1039978" y="50483"/>
                  <a:pt x="1037057" y="47334"/>
                  <a:pt x="1034898" y="43256"/>
                </a:cubicBezTo>
                <a:cubicBezTo>
                  <a:pt x="1032739" y="39180"/>
                  <a:pt x="1031596" y="34430"/>
                  <a:pt x="1031596" y="29032"/>
                </a:cubicBezTo>
                <a:cubicBezTo>
                  <a:pt x="1031596" y="23623"/>
                  <a:pt x="1032739" y="18885"/>
                  <a:pt x="1034898" y="14808"/>
                </a:cubicBezTo>
                <a:cubicBezTo>
                  <a:pt x="1037057" y="10744"/>
                  <a:pt x="1039978" y="7595"/>
                  <a:pt x="1043915" y="5385"/>
                </a:cubicBezTo>
                <a:cubicBezTo>
                  <a:pt x="1047725" y="3163"/>
                  <a:pt x="1052170" y="2045"/>
                  <a:pt x="1057250" y="2045"/>
                </a:cubicBezTo>
                <a:cubicBezTo>
                  <a:pt x="1062203" y="2045"/>
                  <a:pt x="1066648" y="3163"/>
                  <a:pt x="1070458" y="5385"/>
                </a:cubicBezTo>
                <a:cubicBezTo>
                  <a:pt x="1074395" y="7595"/>
                  <a:pt x="1077443" y="10744"/>
                  <a:pt x="1079602" y="14808"/>
                </a:cubicBezTo>
                <a:cubicBezTo>
                  <a:pt x="1081761" y="18885"/>
                  <a:pt x="1082777" y="23623"/>
                  <a:pt x="1082777" y="29032"/>
                </a:cubicBezTo>
                <a:cubicBezTo>
                  <a:pt x="1082777" y="34430"/>
                  <a:pt x="1081761" y="39180"/>
                  <a:pt x="1079602" y="43256"/>
                </a:cubicBezTo>
                <a:cubicBezTo>
                  <a:pt x="1077443" y="47334"/>
                  <a:pt x="1074395" y="50483"/>
                  <a:pt x="1070458" y="52693"/>
                </a:cubicBezTo>
                <a:cubicBezTo>
                  <a:pt x="1066648" y="54902"/>
                  <a:pt x="1062203" y="56007"/>
                  <a:pt x="1057250" y="56007"/>
                </a:cubicBezTo>
                <a:close/>
                <a:moveTo>
                  <a:pt x="1038835" y="29032"/>
                </a:moveTo>
                <a:cubicBezTo>
                  <a:pt x="1038835" y="33198"/>
                  <a:pt x="1039597" y="36818"/>
                  <a:pt x="1040994" y="39891"/>
                </a:cubicBezTo>
                <a:cubicBezTo>
                  <a:pt x="1042518" y="42964"/>
                  <a:pt x="1044677" y="45327"/>
                  <a:pt x="1047471" y="46978"/>
                </a:cubicBezTo>
                <a:cubicBezTo>
                  <a:pt x="1050138" y="48629"/>
                  <a:pt x="1053440" y="49454"/>
                  <a:pt x="1057250" y="49454"/>
                </a:cubicBezTo>
                <a:cubicBezTo>
                  <a:pt x="1060933" y="49454"/>
                  <a:pt x="1064235" y="48629"/>
                  <a:pt x="1066902" y="46978"/>
                </a:cubicBezTo>
                <a:cubicBezTo>
                  <a:pt x="1069696" y="45327"/>
                  <a:pt x="1071855" y="42964"/>
                  <a:pt x="1073379" y="39891"/>
                </a:cubicBezTo>
                <a:cubicBezTo>
                  <a:pt x="1074776" y="36818"/>
                  <a:pt x="1075538" y="33198"/>
                  <a:pt x="1075538" y="29032"/>
                </a:cubicBezTo>
                <a:cubicBezTo>
                  <a:pt x="1075538" y="24854"/>
                  <a:pt x="1074776" y="21248"/>
                  <a:pt x="1073379" y="18174"/>
                </a:cubicBezTo>
                <a:cubicBezTo>
                  <a:pt x="1071855" y="15113"/>
                  <a:pt x="1069696" y="12764"/>
                  <a:pt x="1066902" y="11112"/>
                </a:cubicBezTo>
                <a:cubicBezTo>
                  <a:pt x="1064235" y="9461"/>
                  <a:pt x="1060933" y="8636"/>
                  <a:pt x="1057250" y="8636"/>
                </a:cubicBezTo>
                <a:cubicBezTo>
                  <a:pt x="1053440" y="8636"/>
                  <a:pt x="1050138" y="9461"/>
                  <a:pt x="1047471" y="11112"/>
                </a:cubicBezTo>
                <a:cubicBezTo>
                  <a:pt x="1044677" y="12764"/>
                  <a:pt x="1042518" y="15113"/>
                  <a:pt x="1040994" y="18174"/>
                </a:cubicBezTo>
                <a:cubicBezTo>
                  <a:pt x="1039597" y="21248"/>
                  <a:pt x="1038835" y="24854"/>
                  <a:pt x="1038835" y="29032"/>
                </a:cubicBezTo>
                <a:close/>
                <a:moveTo>
                  <a:pt x="1091667" y="15037"/>
                </a:moveTo>
                <a:lnTo>
                  <a:pt x="1098017" y="15037"/>
                </a:lnTo>
                <a:lnTo>
                  <a:pt x="1098017" y="23406"/>
                </a:lnTo>
                <a:lnTo>
                  <a:pt x="1098144" y="23406"/>
                </a:lnTo>
                <a:cubicBezTo>
                  <a:pt x="1099160" y="20803"/>
                  <a:pt x="1100684" y="18631"/>
                  <a:pt x="1102716" y="16879"/>
                </a:cubicBezTo>
                <a:cubicBezTo>
                  <a:pt x="1104748" y="15126"/>
                  <a:pt x="1107542" y="14250"/>
                  <a:pt x="1111225" y="14250"/>
                </a:cubicBezTo>
                <a:cubicBezTo>
                  <a:pt x="1114019" y="14250"/>
                  <a:pt x="1116305" y="14834"/>
                  <a:pt x="1118210" y="16002"/>
                </a:cubicBezTo>
                <a:cubicBezTo>
                  <a:pt x="1120115" y="17171"/>
                  <a:pt x="1121512" y="18821"/>
                  <a:pt x="1122401" y="20955"/>
                </a:cubicBezTo>
                <a:cubicBezTo>
                  <a:pt x="1123290" y="23089"/>
                  <a:pt x="1123798" y="25578"/>
                  <a:pt x="1123798" y="28435"/>
                </a:cubicBezTo>
                <a:lnTo>
                  <a:pt x="1123798" y="55258"/>
                </a:lnTo>
                <a:lnTo>
                  <a:pt x="1117067" y="55258"/>
                </a:lnTo>
                <a:lnTo>
                  <a:pt x="1117067" y="29731"/>
                </a:lnTo>
                <a:cubicBezTo>
                  <a:pt x="1117067" y="26632"/>
                  <a:pt x="1116432" y="24270"/>
                  <a:pt x="1115162" y="22644"/>
                </a:cubicBezTo>
                <a:cubicBezTo>
                  <a:pt x="1113892" y="21019"/>
                  <a:pt x="1111733" y="20206"/>
                  <a:pt x="1108812" y="20206"/>
                </a:cubicBezTo>
                <a:cubicBezTo>
                  <a:pt x="1106653" y="20206"/>
                  <a:pt x="1104875" y="20663"/>
                  <a:pt x="1103224" y="21590"/>
                </a:cubicBezTo>
                <a:cubicBezTo>
                  <a:pt x="1101700" y="22505"/>
                  <a:pt x="1100430" y="23838"/>
                  <a:pt x="1099668" y="25603"/>
                </a:cubicBezTo>
                <a:cubicBezTo>
                  <a:pt x="1098779" y="27369"/>
                  <a:pt x="1098271" y="29477"/>
                  <a:pt x="1098271" y="31928"/>
                </a:cubicBezTo>
                <a:lnTo>
                  <a:pt x="1098271" y="55258"/>
                </a:lnTo>
                <a:lnTo>
                  <a:pt x="1091667" y="55258"/>
                </a:lnTo>
                <a:lnTo>
                  <a:pt x="1091667" y="15037"/>
                </a:lnTo>
                <a:close/>
                <a:moveTo>
                  <a:pt x="1143229" y="55855"/>
                </a:moveTo>
                <a:cubicBezTo>
                  <a:pt x="1141070" y="55855"/>
                  <a:pt x="1139292" y="55487"/>
                  <a:pt x="1137895" y="54776"/>
                </a:cubicBezTo>
                <a:cubicBezTo>
                  <a:pt x="1136498" y="54052"/>
                  <a:pt x="1135609" y="52984"/>
                  <a:pt x="1134974" y="51550"/>
                </a:cubicBezTo>
                <a:cubicBezTo>
                  <a:pt x="1134339" y="50127"/>
                  <a:pt x="1133958" y="48311"/>
                  <a:pt x="1133958" y="46101"/>
                </a:cubicBezTo>
                <a:lnTo>
                  <a:pt x="1133958" y="0"/>
                </a:lnTo>
                <a:lnTo>
                  <a:pt x="1140689" y="0"/>
                </a:lnTo>
                <a:lnTo>
                  <a:pt x="1140689" y="45060"/>
                </a:lnTo>
                <a:cubicBezTo>
                  <a:pt x="1140689" y="46304"/>
                  <a:pt x="1140816" y="47257"/>
                  <a:pt x="1141070" y="47930"/>
                </a:cubicBezTo>
                <a:cubicBezTo>
                  <a:pt x="1141324" y="48603"/>
                  <a:pt x="1141705" y="49073"/>
                  <a:pt x="1142213" y="49365"/>
                </a:cubicBezTo>
                <a:cubicBezTo>
                  <a:pt x="1142721" y="49644"/>
                  <a:pt x="1143483" y="49785"/>
                  <a:pt x="1144499" y="49785"/>
                </a:cubicBezTo>
                <a:cubicBezTo>
                  <a:pt x="1145134" y="49785"/>
                  <a:pt x="1145769" y="49733"/>
                  <a:pt x="1146404" y="49644"/>
                </a:cubicBezTo>
                <a:cubicBezTo>
                  <a:pt x="1147039" y="49543"/>
                  <a:pt x="1147547" y="49429"/>
                  <a:pt x="1148055" y="49302"/>
                </a:cubicBezTo>
                <a:lnTo>
                  <a:pt x="1148055" y="55258"/>
                </a:lnTo>
                <a:cubicBezTo>
                  <a:pt x="1147420" y="55461"/>
                  <a:pt x="1146658" y="55601"/>
                  <a:pt x="1145896" y="55703"/>
                </a:cubicBezTo>
                <a:cubicBezTo>
                  <a:pt x="1145007" y="55804"/>
                  <a:pt x="1144118" y="55855"/>
                  <a:pt x="1143229" y="55855"/>
                </a:cubicBezTo>
                <a:close/>
                <a:moveTo>
                  <a:pt x="1155294" y="71857"/>
                </a:moveTo>
                <a:cubicBezTo>
                  <a:pt x="1153897" y="71857"/>
                  <a:pt x="1152373" y="71755"/>
                  <a:pt x="1150976" y="71552"/>
                </a:cubicBezTo>
                <a:lnTo>
                  <a:pt x="1150976" y="65786"/>
                </a:lnTo>
                <a:cubicBezTo>
                  <a:pt x="1151992" y="66078"/>
                  <a:pt x="1153135" y="66231"/>
                  <a:pt x="1154786" y="66231"/>
                </a:cubicBezTo>
                <a:cubicBezTo>
                  <a:pt x="1156310" y="66231"/>
                  <a:pt x="1157580" y="66040"/>
                  <a:pt x="1158469" y="65660"/>
                </a:cubicBezTo>
                <a:cubicBezTo>
                  <a:pt x="1159485" y="65278"/>
                  <a:pt x="1160374" y="64694"/>
                  <a:pt x="1160882" y="63932"/>
                </a:cubicBezTo>
                <a:cubicBezTo>
                  <a:pt x="1161517" y="63157"/>
                  <a:pt x="1162152" y="62129"/>
                  <a:pt x="1162660" y="60833"/>
                </a:cubicBezTo>
                <a:lnTo>
                  <a:pt x="1164819" y="55144"/>
                </a:lnTo>
                <a:lnTo>
                  <a:pt x="1148690" y="15037"/>
                </a:lnTo>
                <a:lnTo>
                  <a:pt x="1155802" y="15037"/>
                </a:lnTo>
                <a:lnTo>
                  <a:pt x="1164438" y="37288"/>
                </a:lnTo>
                <a:cubicBezTo>
                  <a:pt x="1165073" y="39142"/>
                  <a:pt x="1165835" y="41237"/>
                  <a:pt x="1166597" y="43574"/>
                </a:cubicBezTo>
                <a:cubicBezTo>
                  <a:pt x="1167359" y="45910"/>
                  <a:pt x="1167867" y="47282"/>
                  <a:pt x="1167994" y="47702"/>
                </a:cubicBezTo>
                <a:cubicBezTo>
                  <a:pt x="1168121" y="47358"/>
                  <a:pt x="1168629" y="46038"/>
                  <a:pt x="1169391" y="43765"/>
                </a:cubicBezTo>
                <a:cubicBezTo>
                  <a:pt x="1170534" y="40932"/>
                  <a:pt x="1171169" y="39002"/>
                  <a:pt x="1171550" y="37960"/>
                </a:cubicBezTo>
                <a:lnTo>
                  <a:pt x="1179424" y="15037"/>
                </a:lnTo>
                <a:lnTo>
                  <a:pt x="1186536" y="15037"/>
                </a:lnTo>
                <a:lnTo>
                  <a:pt x="1167994" y="63030"/>
                </a:lnTo>
                <a:cubicBezTo>
                  <a:pt x="1167232" y="65088"/>
                  <a:pt x="1166343" y="66752"/>
                  <a:pt x="1165327" y="67996"/>
                </a:cubicBezTo>
                <a:cubicBezTo>
                  <a:pt x="1164438" y="69253"/>
                  <a:pt x="1163041" y="70206"/>
                  <a:pt x="1161517" y="70866"/>
                </a:cubicBezTo>
                <a:cubicBezTo>
                  <a:pt x="1159866" y="71527"/>
                  <a:pt x="1157834" y="71857"/>
                  <a:pt x="1155294" y="71857"/>
                </a:cubicBezTo>
                <a:close/>
              </a:path>
            </a:pathLst>
          </a:custGeom>
          <a:solidFill>
            <a:srgbClr val="000000">
              <a:alpha val="50196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5175" cy="6858000"/>
          </a:xfrm>
          <a:prstGeom prst="rect">
            <a:avLst/>
          </a:prstGeom>
        </p:spPr>
      </p:pic>
      <p:sp>
        <p:nvSpPr>
          <p:cNvPr id="10" name="Editable vector"/>
          <p:cNvSpPr/>
          <p:nvPr/>
        </p:nvSpPr>
        <p:spPr>
          <a:xfrm>
            <a:off x="531876" y="6537959"/>
            <a:ext cx="348995" cy="161544"/>
          </a:xfrm>
          <a:custGeom>
            <a:avLst/>
            <a:gdLst/>
            <a:ahLst/>
            <a:cxnLst/>
            <a:rect l="0" t="0" r="r" b="b"/>
            <a:pathLst>
              <a:path w="348996" h="161544" fill="none" stroke="1" extrusionOk="0">
                <a:moveTo>
                  <a:pt x="0" y="0"/>
                </a:moveTo>
                <a:lnTo>
                  <a:pt x="348996" y="0"/>
                </a:lnTo>
                <a:lnTo>
                  <a:pt x="348996" y="161544"/>
                </a:lnTo>
                <a:lnTo>
                  <a:pt x="0" y="161544"/>
                </a:lnTo>
                <a:close/>
              </a:path>
            </a:pathLst>
          </a:custGeom>
          <a:noFill/>
          <a:ln w="1778" cap="flat">
            <a:solidFill>
              <a:srgbClr val="000000">
                <a:alpha val="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498" y="2822625"/>
            <a:ext cx="8161781" cy="3596513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200" y="4838700"/>
            <a:ext cx="2108200" cy="25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200" y="4838700"/>
            <a:ext cx="2108200" cy="25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3200" y="3378200"/>
            <a:ext cx="2108200" cy="12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3200" y="3378200"/>
            <a:ext cx="2108200" cy="127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0579" y="156959"/>
            <a:ext cx="368820" cy="36882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55900" y="2438400"/>
            <a:ext cx="63500" cy="381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80000" y="2438400"/>
            <a:ext cx="63500" cy="381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1811" y="106705"/>
            <a:ext cx="463283" cy="528802"/>
          </a:xfrm>
          <a:prstGeom prst="rect">
            <a:avLst/>
          </a:prstGeom>
        </p:spPr>
      </p:pic>
      <p:sp>
        <p:nvSpPr>
          <p:cNvPr id="44" name="Editable vector"/>
          <p:cNvSpPr/>
          <p:nvPr/>
        </p:nvSpPr>
        <p:spPr>
          <a:xfrm>
            <a:off x="4698365" y="215265"/>
            <a:ext cx="257175" cy="256285"/>
          </a:xfrm>
          <a:custGeom>
            <a:avLst/>
            <a:gdLst/>
            <a:ahLst/>
            <a:cxnLst/>
            <a:rect l="0" t="0" r="r" b="b"/>
            <a:pathLst>
              <a:path w="257175" h="256286" fill="norm" stroke="1" extrusionOk="0">
                <a:moveTo>
                  <a:pt x="0" y="42672"/>
                </a:moveTo>
                <a:cubicBezTo>
                  <a:pt x="0" y="19177"/>
                  <a:pt x="19050" y="0"/>
                  <a:pt x="42672" y="0"/>
                </a:cubicBezTo>
                <a:lnTo>
                  <a:pt x="214503" y="0"/>
                </a:lnTo>
                <a:cubicBezTo>
                  <a:pt x="238125" y="0"/>
                  <a:pt x="257175" y="19177"/>
                  <a:pt x="257175" y="42672"/>
                </a:cubicBezTo>
                <a:lnTo>
                  <a:pt x="257175" y="213487"/>
                </a:lnTo>
                <a:cubicBezTo>
                  <a:pt x="257175" y="237109"/>
                  <a:pt x="238125" y="256286"/>
                  <a:pt x="214503" y="256286"/>
                </a:cubicBezTo>
                <a:lnTo>
                  <a:pt x="42672" y="256286"/>
                </a:lnTo>
                <a:cubicBezTo>
                  <a:pt x="19050" y="256286"/>
                  <a:pt x="0" y="237109"/>
                  <a:pt x="0" y="213487"/>
                </a:cubicBezTo>
                <a:lnTo>
                  <a:pt x="0" y="42672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Editable text — 15"/>
          <p:cNvSpPr txBox="1"/>
          <p:nvPr/>
        </p:nvSpPr>
        <p:spPr>
          <a:xfrm>
            <a:off x="11500739" y="6546075"/>
            <a:ext cx="191058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3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4" name="Editable text — 15"/>
          <p:cNvSpPr txBox="1"/>
          <p:nvPr/>
        </p:nvSpPr>
        <p:spPr>
          <a:xfrm>
            <a:off x="11500739" y="6546075"/>
            <a:ext cx="191058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3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6" name="Editable text — PUBLIC"/>
          <p:cNvSpPr txBox="1"/>
          <p:nvPr/>
        </p:nvSpPr>
        <p:spPr>
          <a:xfrm>
            <a:off x="578815" y="6567449"/>
            <a:ext cx="318846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00" b="0" i="0" spc="-31">
                <a:solidFill>
                  <a:srgbClr val="000000"/>
                </a:solidFill>
                <a:latin typeface="Arial"/>
              </a:rPr>
              <a:t>PUBLIC</a:t>
            </a:r>
          </a:p>
        </p:txBody>
      </p:sp>
      <p:sp>
        <p:nvSpPr>
          <p:cNvPr id="7" name="Editable text — PUBLIC"/>
          <p:cNvSpPr txBox="1"/>
          <p:nvPr/>
        </p:nvSpPr>
        <p:spPr>
          <a:xfrm>
            <a:off x="578815" y="6567449"/>
            <a:ext cx="318846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00" b="0" i="0" spc="-31">
                <a:solidFill>
                  <a:srgbClr val="000000"/>
                </a:solidFill>
                <a:latin typeface="Arial"/>
              </a:rPr>
              <a:t>PUBLIC</a:t>
            </a:r>
          </a:p>
        </p:txBody>
      </p:sp>
      <p:sp>
        <p:nvSpPr>
          <p:cNvPr id="11" name="Editable text — The platform for building, running, and governing AI"/>
          <p:cNvSpPr txBox="1"/>
          <p:nvPr/>
        </p:nvSpPr>
        <p:spPr>
          <a:xfrm>
            <a:off x="1909826" y="674067"/>
            <a:ext cx="8436214" cy="57073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795" b="1" i="0" spc="-69">
                <a:solidFill>
                  <a:srgbClr val="002A86"/>
                </a:solidFill>
                <a:latin typeface="Arial"/>
              </a:rPr>
              <a:t>The platform for building, running, and governing AI</a:t>
            </a:r>
          </a:p>
        </p:txBody>
      </p:sp>
      <p:sp>
        <p:nvSpPr>
          <p:cNvPr id="12" name="Editable text — your business can actually depend on"/>
          <p:cNvSpPr txBox="1"/>
          <p:nvPr/>
        </p:nvSpPr>
        <p:spPr>
          <a:xfrm>
            <a:off x="2997961" y="1100512"/>
            <a:ext cx="6260553" cy="5711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798" b="1" i="0" spc="-54">
                <a:solidFill>
                  <a:srgbClr val="002A86"/>
                </a:solidFill>
                <a:latin typeface="Arial"/>
              </a:rPr>
              <a:t>your business can actually depend on</a:t>
            </a:r>
          </a:p>
        </p:txBody>
      </p:sp>
      <p:sp>
        <p:nvSpPr>
          <p:cNvPr id="18" name="Editable text — The foundation that combines deep process context, unified b"/>
          <p:cNvSpPr txBox="1"/>
          <p:nvPr/>
        </p:nvSpPr>
        <p:spPr>
          <a:xfrm>
            <a:off x="1130808" y="2132886"/>
            <a:ext cx="6461905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38">
                <a:solidFill>
                  <a:srgbClr val="00154A"/>
                </a:solidFill>
                <a:latin typeface="Arial"/>
              </a:rPr>
              <a:t>The foundation that combines deep process context, unified business data, and</a:t>
            </a:r>
          </a:p>
        </p:txBody>
      </p:sp>
      <p:sp>
        <p:nvSpPr>
          <p:cNvPr id="19" name="Editable text — purpose"/>
          <p:cNvSpPr txBox="1"/>
          <p:nvPr/>
        </p:nvSpPr>
        <p:spPr>
          <a:xfrm>
            <a:off x="2072894" y="2346246"/>
            <a:ext cx="749451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23">
                <a:solidFill>
                  <a:srgbClr val="00154A"/>
                </a:solidFill>
                <a:latin typeface="Arial"/>
              </a:rPr>
              <a:t>purpose</a:t>
            </a:r>
          </a:p>
        </p:txBody>
      </p:sp>
      <p:sp>
        <p:nvSpPr>
          <p:cNvPr id="20" name="Editable text — -"/>
          <p:cNvSpPr txBox="1"/>
          <p:nvPr/>
        </p:nvSpPr>
        <p:spPr>
          <a:xfrm>
            <a:off x="2757170" y="2346246"/>
            <a:ext cx="122876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>
                <a:solidFill>
                  <a:srgbClr val="000000">
                    <a:alpha val="0"/>
                  </a:srgbClr>
                </a:solidFill>
                <a:latin typeface="Arial"/>
              </a:rPr>
              <a:t>-</a:t>
            </a:r>
          </a:p>
        </p:txBody>
      </p:sp>
      <p:sp>
        <p:nvSpPr>
          <p:cNvPr id="21" name="Editable text — built models with enterprise"/>
          <p:cNvSpPr txBox="1"/>
          <p:nvPr/>
        </p:nvSpPr>
        <p:spPr>
          <a:xfrm>
            <a:off x="2815082" y="2346246"/>
            <a:ext cx="2336034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28">
                <a:solidFill>
                  <a:srgbClr val="00154A"/>
                </a:solidFill>
                <a:latin typeface="Arial"/>
              </a:rPr>
              <a:t>built models with enterprise</a:t>
            </a:r>
          </a:p>
        </p:txBody>
      </p:sp>
      <p:sp>
        <p:nvSpPr>
          <p:cNvPr id="22" name="Editable text — -"/>
          <p:cNvSpPr txBox="1"/>
          <p:nvPr/>
        </p:nvSpPr>
        <p:spPr>
          <a:xfrm>
            <a:off x="5086222" y="2346246"/>
            <a:ext cx="122876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>
                <a:solidFill>
                  <a:srgbClr val="000000">
                    <a:alpha val="0"/>
                  </a:srgbClr>
                </a:solidFill>
                <a:latin typeface="Arial"/>
              </a:rPr>
              <a:t>-</a:t>
            </a:r>
          </a:p>
        </p:txBody>
      </p:sp>
      <p:sp>
        <p:nvSpPr>
          <p:cNvPr id="23" name="Editable text — grade governance"/>
          <p:cNvSpPr txBox="1"/>
          <p:nvPr/>
        </p:nvSpPr>
        <p:spPr>
          <a:xfrm>
            <a:off x="5144134" y="2346246"/>
            <a:ext cx="1505298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49">
                <a:solidFill>
                  <a:srgbClr val="00154A"/>
                </a:solidFill>
                <a:latin typeface="Arial"/>
              </a:rPr>
              <a:t>grade governance</a:t>
            </a:r>
          </a:p>
        </p:txBody>
      </p:sp>
      <p:sp>
        <p:nvSpPr>
          <p:cNvPr id="24" name="Editable text — Contextualize &amp; Reason: 50 years of "/>
          <p:cNvSpPr txBox="1"/>
          <p:nvPr/>
        </p:nvSpPr>
        <p:spPr>
          <a:xfrm>
            <a:off x="8610854" y="3623082"/>
            <a:ext cx="2927807" cy="3060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6" b="1" i="0" spc="-51">
                <a:solidFill>
                  <a:srgbClr val="00154A"/>
                </a:solidFill>
                <a:latin typeface="Arial"/>
              </a:rPr>
              <a:t>Contextualize &amp; Reason:</a:t>
            </a:r>
            <a:r>
              <a:rPr sz="1406" b="0" i="0" spc="-47">
                <a:solidFill>
                  <a:srgbClr val="000000"/>
                </a:solidFill>
                <a:latin typeface="Arial"/>
              </a:rPr>
              <a:t> 50 years of </a:t>
            </a:r>
          </a:p>
        </p:txBody>
      </p:sp>
      <p:sp>
        <p:nvSpPr>
          <p:cNvPr id="25" name="Editable text — encoded business process expertise"/>
          <p:cNvSpPr txBox="1"/>
          <p:nvPr/>
        </p:nvSpPr>
        <p:spPr>
          <a:xfrm>
            <a:off x="8610854" y="3858308"/>
            <a:ext cx="2891463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13">
                <a:solidFill>
                  <a:srgbClr val="000000"/>
                </a:solidFill>
                <a:latin typeface="Arial"/>
              </a:rPr>
              <a:t>encoded business process expertise</a:t>
            </a:r>
          </a:p>
        </p:txBody>
      </p:sp>
      <p:sp>
        <p:nvSpPr>
          <p:cNvPr id="26" name="Editable text — Data fields in Knowledge "/>
          <p:cNvSpPr txBox="1"/>
          <p:nvPr/>
        </p:nvSpPr>
        <p:spPr>
          <a:xfrm>
            <a:off x="9550272" y="4236895"/>
            <a:ext cx="2003134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24">
                <a:solidFill>
                  <a:srgbClr val="000000"/>
                </a:solidFill>
                <a:latin typeface="Arial"/>
              </a:rPr>
              <a:t>Data fields in Knowledge </a:t>
            </a:r>
          </a:p>
        </p:txBody>
      </p:sp>
      <p:sp>
        <p:nvSpPr>
          <p:cNvPr id="27" name="Editable text — Graph "/>
          <p:cNvSpPr txBox="1"/>
          <p:nvPr/>
        </p:nvSpPr>
        <p:spPr>
          <a:xfrm>
            <a:off x="9550272" y="4450255"/>
            <a:ext cx="586298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35">
                <a:solidFill>
                  <a:srgbClr val="000000"/>
                </a:solidFill>
                <a:latin typeface="Arial"/>
              </a:rPr>
              <a:t>Graph </a:t>
            </a:r>
          </a:p>
        </p:txBody>
      </p:sp>
      <p:sp>
        <p:nvSpPr>
          <p:cNvPr id="28" name="Editable text — 7.3M"/>
          <p:cNvSpPr txBox="1"/>
          <p:nvPr/>
        </p:nvSpPr>
        <p:spPr>
          <a:xfrm>
            <a:off x="8609330" y="4277867"/>
            <a:ext cx="732840" cy="495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400" b="1" i="0" spc="-22">
                <a:solidFill>
                  <a:srgbClr val="002986"/>
                </a:solidFill>
                <a:latin typeface="Arial"/>
              </a:rPr>
              <a:t>7.3M</a:t>
            </a:r>
          </a:p>
        </p:txBody>
      </p:sp>
      <p:sp>
        <p:nvSpPr>
          <p:cNvPr id="29" name="Editable text — Govern: Command center for "/>
          <p:cNvSpPr txBox="1"/>
          <p:nvPr/>
        </p:nvSpPr>
        <p:spPr>
          <a:xfrm>
            <a:off x="8613902" y="5125387"/>
            <a:ext cx="2370214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40">
                <a:solidFill>
                  <a:srgbClr val="00154A"/>
                </a:solidFill>
                <a:latin typeface="Arial"/>
              </a:rPr>
              <a:t>Govern</a:t>
            </a:r>
            <a:r>
              <a:rPr sz="1403" b="1" i="0" spc="-211">
                <a:solidFill>
                  <a:srgbClr val="000000"/>
                </a:solidFill>
                <a:latin typeface="Arial"/>
              </a:rPr>
              <a:t>: </a:t>
            </a:r>
            <a:r>
              <a:rPr sz="1403" b="0" i="0" spc="-17">
                <a:solidFill>
                  <a:srgbClr val="000000"/>
                </a:solidFill>
                <a:latin typeface="Arial"/>
              </a:rPr>
              <a:t>Command center for </a:t>
            </a:r>
          </a:p>
        </p:txBody>
      </p:sp>
      <p:sp>
        <p:nvSpPr>
          <p:cNvPr id="30" name="Editable text — enterprise-wide AI agent governance"/>
          <p:cNvSpPr txBox="1"/>
          <p:nvPr/>
        </p:nvSpPr>
        <p:spPr>
          <a:xfrm>
            <a:off x="8613902" y="5360083"/>
            <a:ext cx="2878682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23">
                <a:solidFill>
                  <a:srgbClr val="000000"/>
                </a:solidFill>
                <a:latin typeface="Arial"/>
              </a:rPr>
              <a:t>enterprise-wide AI agent governance</a:t>
            </a:r>
          </a:p>
        </p:txBody>
      </p:sp>
      <p:sp>
        <p:nvSpPr>
          <p:cNvPr id="31" name="Editable text — AI agents managed in SAP AI "/>
          <p:cNvSpPr txBox="1"/>
          <p:nvPr/>
        </p:nvSpPr>
        <p:spPr>
          <a:xfrm>
            <a:off x="9550272" y="5731968"/>
            <a:ext cx="2289190" cy="3060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6" b="0" i="0" spc="-55">
                <a:solidFill>
                  <a:srgbClr val="000000"/>
                </a:solidFill>
                <a:latin typeface="Arial"/>
              </a:rPr>
              <a:t>AI agents managed in SAP AI </a:t>
            </a:r>
          </a:p>
        </p:txBody>
      </p:sp>
      <p:sp>
        <p:nvSpPr>
          <p:cNvPr id="32" name="Editable text — Agent Hub across customers"/>
          <p:cNvSpPr txBox="1"/>
          <p:nvPr/>
        </p:nvSpPr>
        <p:spPr>
          <a:xfrm>
            <a:off x="9550272" y="5945908"/>
            <a:ext cx="2259362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29">
                <a:solidFill>
                  <a:srgbClr val="000000"/>
                </a:solidFill>
                <a:latin typeface="Arial"/>
              </a:rPr>
              <a:t>Agent Hub across customers</a:t>
            </a:r>
          </a:p>
        </p:txBody>
      </p:sp>
      <p:sp>
        <p:nvSpPr>
          <p:cNvPr id="33" name="Editable text — &gt;55k"/>
          <p:cNvSpPr txBox="1"/>
          <p:nvPr/>
        </p:nvSpPr>
        <p:spPr>
          <a:xfrm>
            <a:off x="8609330" y="5744289"/>
            <a:ext cx="755237" cy="49575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402" b="1" i="0" spc="12">
                <a:solidFill>
                  <a:srgbClr val="002986"/>
                </a:solidFill>
                <a:latin typeface="Arial"/>
              </a:rPr>
              <a:t>&gt;55k</a:t>
            </a:r>
          </a:p>
        </p:txBody>
      </p:sp>
      <p:sp>
        <p:nvSpPr>
          <p:cNvPr id="34" name="Editable text — Build: Build AI agents &amp; apps with "/>
          <p:cNvSpPr txBox="1"/>
          <p:nvPr/>
        </p:nvSpPr>
        <p:spPr>
          <a:xfrm>
            <a:off x="8610854" y="2138071"/>
            <a:ext cx="2688599" cy="3060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6" b="1" i="0" spc="-63">
                <a:solidFill>
                  <a:srgbClr val="00154A"/>
                </a:solidFill>
                <a:latin typeface="Arial"/>
              </a:rPr>
              <a:t>Build:</a:t>
            </a:r>
            <a:r>
              <a:rPr sz="1406" b="0" i="0" spc="-32">
                <a:solidFill>
                  <a:srgbClr val="000000"/>
                </a:solidFill>
                <a:latin typeface="Arial"/>
              </a:rPr>
              <a:t> Build AI agents &amp; apps with </a:t>
            </a:r>
          </a:p>
        </p:txBody>
      </p:sp>
      <p:sp>
        <p:nvSpPr>
          <p:cNvPr id="35" name="Editable text — best-in-class tools &amp; models"/>
          <p:cNvSpPr txBox="1"/>
          <p:nvPr/>
        </p:nvSpPr>
        <p:spPr>
          <a:xfrm>
            <a:off x="8610854" y="2373297"/>
            <a:ext cx="2242633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12">
                <a:solidFill>
                  <a:srgbClr val="000000"/>
                </a:solidFill>
                <a:latin typeface="Arial"/>
              </a:rPr>
              <a:t>best-in-class tools &amp; models</a:t>
            </a:r>
          </a:p>
        </p:txBody>
      </p:sp>
      <p:sp>
        <p:nvSpPr>
          <p:cNvPr id="36" name="Editable text — Agents built by Partners "/>
          <p:cNvSpPr txBox="1"/>
          <p:nvPr/>
        </p:nvSpPr>
        <p:spPr>
          <a:xfrm>
            <a:off x="9603613" y="2713784"/>
            <a:ext cx="1919685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28">
                <a:solidFill>
                  <a:srgbClr val="000000"/>
                </a:solidFill>
                <a:latin typeface="Arial"/>
              </a:rPr>
              <a:t>Agents built by Partners </a:t>
            </a:r>
          </a:p>
        </p:txBody>
      </p:sp>
      <p:sp>
        <p:nvSpPr>
          <p:cNvPr id="37" name="Editable text — in SAP Joule Studio"/>
          <p:cNvSpPr txBox="1"/>
          <p:nvPr/>
        </p:nvSpPr>
        <p:spPr>
          <a:xfrm>
            <a:off x="9603613" y="2927144"/>
            <a:ext cx="1562892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34">
                <a:solidFill>
                  <a:srgbClr val="000000"/>
                </a:solidFill>
                <a:latin typeface="Arial"/>
              </a:rPr>
              <a:t>in SAP Joule Studio</a:t>
            </a:r>
          </a:p>
        </p:txBody>
      </p:sp>
      <p:sp>
        <p:nvSpPr>
          <p:cNvPr id="38" name="Editable text — 300+"/>
          <p:cNvSpPr txBox="1"/>
          <p:nvPr/>
        </p:nvSpPr>
        <p:spPr>
          <a:xfrm>
            <a:off x="8616060" y="2752957"/>
            <a:ext cx="761670" cy="49575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402" b="1" i="0" spc="29">
                <a:solidFill>
                  <a:srgbClr val="002986"/>
                </a:solidFill>
                <a:latin typeface="Arial"/>
              </a:rPr>
              <a:t>300+</a:t>
            </a:r>
          </a:p>
        </p:txBody>
      </p:sp>
      <p:sp>
        <p:nvSpPr>
          <p:cNvPr id="39" name="Editable text — SAP Business AI Platform "/>
          <p:cNvSpPr txBox="1"/>
          <p:nvPr/>
        </p:nvSpPr>
        <p:spPr>
          <a:xfrm>
            <a:off x="5087111" y="232340"/>
            <a:ext cx="2446884" cy="3425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8" b="1" i="0" spc="-62">
                <a:solidFill>
                  <a:srgbClr val="002986"/>
                </a:solidFill>
                <a:latin typeface="Arial"/>
              </a:rPr>
              <a:t>SAP Business AI Platform </a:t>
            </a:r>
          </a:p>
        </p:txBody>
      </p:sp>
      <p:sp>
        <p:nvSpPr>
          <p:cNvPr id="45" name="Editable text — 4"/>
          <p:cNvSpPr txBox="1"/>
          <p:nvPr/>
        </p:nvSpPr>
        <p:spPr>
          <a:xfrm>
            <a:off x="4767960" y="236298"/>
            <a:ext cx="180047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1" i="0">
                <a:solidFill>
                  <a:srgbClr val="002986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"/>
          <p:cNvSpPr/>
          <p:nvPr/>
        </p:nvSpPr>
        <p:spPr>
          <a:xfrm>
            <a:off x="0" y="0"/>
            <a:ext cx="12195175" cy="6858000"/>
          </a:xfrm>
          <a:custGeom>
            <a:avLst/>
            <a:gdLst/>
            <a:ahLst/>
            <a:cxnLst/>
            <a:rect l="0" t="0" r="r" b="b"/>
            <a:pathLst>
              <a:path w="12195175" h="6858000" fill="norm" stroke="0" extrusionOk="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BF9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Editable vector"/>
          <p:cNvSpPr/>
          <p:nvPr/>
        </p:nvSpPr>
        <p:spPr>
          <a:xfrm>
            <a:off x="531876" y="6537959"/>
            <a:ext cx="348995" cy="161544"/>
          </a:xfrm>
          <a:custGeom>
            <a:avLst/>
            <a:gdLst/>
            <a:ahLst/>
            <a:cxnLst/>
            <a:rect l="0" t="0" r="r" b="b"/>
            <a:pathLst>
              <a:path w="348996" h="161544" fill="none" stroke="1" extrusionOk="0">
                <a:moveTo>
                  <a:pt x="0" y="0"/>
                </a:moveTo>
                <a:lnTo>
                  <a:pt x="348996" y="0"/>
                </a:lnTo>
                <a:lnTo>
                  <a:pt x="348996" y="161544"/>
                </a:lnTo>
                <a:lnTo>
                  <a:pt x="0" y="161544"/>
                </a:lnTo>
                <a:close/>
              </a:path>
            </a:pathLst>
          </a:custGeom>
          <a:noFill/>
          <a:ln w="1778" cap="flat">
            <a:solidFill>
              <a:srgbClr val="000000">
                <a:alpha val="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Editable vector"/>
          <p:cNvSpPr/>
          <p:nvPr/>
        </p:nvSpPr>
        <p:spPr>
          <a:xfrm>
            <a:off x="506628" y="6582778"/>
            <a:ext cx="1186535" cy="71856"/>
          </a:xfrm>
          <a:custGeom>
            <a:avLst/>
            <a:gdLst/>
            <a:ahLst/>
            <a:cxnLst/>
            <a:rect l="0" t="0" r="r" b="b"/>
            <a:pathLst>
              <a:path w="1186536" h="71857" fill="norm" stroke="0" extrusionOk="0">
                <a:moveTo>
                  <a:pt x="0" y="2832"/>
                </a:moveTo>
                <a:lnTo>
                  <a:pt x="0" y="55258"/>
                </a:lnTo>
                <a:lnTo>
                  <a:pt x="7074" y="55258"/>
                </a:lnTo>
                <a:lnTo>
                  <a:pt x="7074" y="2832"/>
                </a:lnTo>
                <a:close/>
                <a:moveTo>
                  <a:pt x="19812" y="2832"/>
                </a:moveTo>
                <a:lnTo>
                  <a:pt x="28181" y="2832"/>
                </a:lnTo>
                <a:lnTo>
                  <a:pt x="54712" y="47410"/>
                </a:lnTo>
                <a:cubicBezTo>
                  <a:pt x="54661" y="46266"/>
                  <a:pt x="54610" y="44717"/>
                  <a:pt x="54572" y="42761"/>
                </a:cubicBezTo>
                <a:cubicBezTo>
                  <a:pt x="54521" y="40793"/>
                  <a:pt x="54496" y="38862"/>
                  <a:pt x="54496" y="36957"/>
                </a:cubicBezTo>
                <a:lnTo>
                  <a:pt x="54496" y="2832"/>
                </a:lnTo>
                <a:lnTo>
                  <a:pt x="60820" y="2832"/>
                </a:lnTo>
                <a:lnTo>
                  <a:pt x="60820" y="55258"/>
                </a:lnTo>
                <a:lnTo>
                  <a:pt x="52108" y="55258"/>
                </a:lnTo>
                <a:lnTo>
                  <a:pt x="25921" y="11202"/>
                </a:lnTo>
                <a:cubicBezTo>
                  <a:pt x="25972" y="12345"/>
                  <a:pt x="26010" y="13894"/>
                  <a:pt x="26060" y="15837"/>
                </a:cubicBezTo>
                <a:cubicBezTo>
                  <a:pt x="26111" y="17780"/>
                  <a:pt x="26137" y="19724"/>
                  <a:pt x="26137" y="21654"/>
                </a:cubicBezTo>
                <a:lnTo>
                  <a:pt x="26137" y="55258"/>
                </a:lnTo>
                <a:lnTo>
                  <a:pt x="19812" y="55258"/>
                </a:lnTo>
                <a:lnTo>
                  <a:pt x="19812" y="2832"/>
                </a:lnTo>
                <a:close/>
                <a:moveTo>
                  <a:pt x="84125" y="9385"/>
                </a:moveTo>
                <a:lnTo>
                  <a:pt x="67653" y="9385"/>
                </a:lnTo>
                <a:lnTo>
                  <a:pt x="67653" y="2832"/>
                </a:lnTo>
                <a:lnTo>
                  <a:pt x="107683" y="2832"/>
                </a:lnTo>
                <a:lnTo>
                  <a:pt x="107683" y="9385"/>
                </a:lnTo>
                <a:lnTo>
                  <a:pt x="91199" y="9385"/>
                </a:lnTo>
                <a:lnTo>
                  <a:pt x="91199" y="55258"/>
                </a:lnTo>
                <a:lnTo>
                  <a:pt x="84125" y="55258"/>
                </a:lnTo>
                <a:lnTo>
                  <a:pt x="84125" y="9385"/>
                </a:lnTo>
                <a:close/>
                <a:moveTo>
                  <a:pt x="114300" y="2832"/>
                </a:moveTo>
                <a:lnTo>
                  <a:pt x="147980" y="2832"/>
                </a:lnTo>
                <a:lnTo>
                  <a:pt x="147980" y="9385"/>
                </a:lnTo>
                <a:lnTo>
                  <a:pt x="121374" y="9385"/>
                </a:lnTo>
                <a:lnTo>
                  <a:pt x="121374" y="25083"/>
                </a:lnTo>
                <a:lnTo>
                  <a:pt x="145783" y="25083"/>
                </a:lnTo>
                <a:lnTo>
                  <a:pt x="145783" y="31483"/>
                </a:lnTo>
                <a:lnTo>
                  <a:pt x="121374" y="31483"/>
                </a:lnTo>
                <a:lnTo>
                  <a:pt x="121374" y="48705"/>
                </a:lnTo>
                <a:lnTo>
                  <a:pt x="149504" y="48705"/>
                </a:lnTo>
                <a:lnTo>
                  <a:pt x="149504" y="55258"/>
                </a:lnTo>
                <a:lnTo>
                  <a:pt x="114300" y="55258"/>
                </a:lnTo>
                <a:lnTo>
                  <a:pt x="114300" y="2832"/>
                </a:lnTo>
                <a:close/>
                <a:moveTo>
                  <a:pt x="158496" y="2832"/>
                </a:moveTo>
                <a:lnTo>
                  <a:pt x="178626" y="2832"/>
                </a:lnTo>
                <a:cubicBezTo>
                  <a:pt x="182550" y="2832"/>
                  <a:pt x="185877" y="3442"/>
                  <a:pt x="188633" y="4674"/>
                </a:cubicBezTo>
                <a:cubicBezTo>
                  <a:pt x="191389" y="5906"/>
                  <a:pt x="193485" y="7671"/>
                  <a:pt x="194907" y="9996"/>
                </a:cubicBezTo>
                <a:cubicBezTo>
                  <a:pt x="196329" y="12319"/>
                  <a:pt x="197041" y="15088"/>
                  <a:pt x="197041" y="18314"/>
                </a:cubicBezTo>
                <a:cubicBezTo>
                  <a:pt x="197041" y="20613"/>
                  <a:pt x="196596" y="22797"/>
                  <a:pt x="195707" y="24854"/>
                </a:cubicBezTo>
                <a:cubicBezTo>
                  <a:pt x="194818" y="26912"/>
                  <a:pt x="193408" y="28702"/>
                  <a:pt x="191478" y="30214"/>
                </a:cubicBezTo>
                <a:cubicBezTo>
                  <a:pt x="189560" y="31725"/>
                  <a:pt x="187122" y="32766"/>
                  <a:pt x="184175" y="33338"/>
                </a:cubicBezTo>
                <a:lnTo>
                  <a:pt x="199200" y="55258"/>
                </a:lnTo>
                <a:lnTo>
                  <a:pt x="190944" y="55258"/>
                </a:lnTo>
                <a:lnTo>
                  <a:pt x="177254" y="34240"/>
                </a:lnTo>
                <a:lnTo>
                  <a:pt x="165570" y="34240"/>
                </a:lnTo>
                <a:lnTo>
                  <a:pt x="165570" y="55258"/>
                </a:lnTo>
                <a:lnTo>
                  <a:pt x="158496" y="55258"/>
                </a:lnTo>
                <a:lnTo>
                  <a:pt x="158496" y="2832"/>
                </a:lnTo>
                <a:close/>
                <a:moveTo>
                  <a:pt x="178143" y="27915"/>
                </a:moveTo>
                <a:cubicBezTo>
                  <a:pt x="180797" y="27915"/>
                  <a:pt x="183007" y="27496"/>
                  <a:pt x="184785" y="26657"/>
                </a:cubicBezTo>
                <a:cubicBezTo>
                  <a:pt x="186563" y="25832"/>
                  <a:pt x="187871" y="24702"/>
                  <a:pt x="188709" y="23279"/>
                </a:cubicBezTo>
                <a:cubicBezTo>
                  <a:pt x="189548" y="21857"/>
                  <a:pt x="189979" y="20219"/>
                  <a:pt x="189979" y="18390"/>
                </a:cubicBezTo>
                <a:cubicBezTo>
                  <a:pt x="189979" y="15380"/>
                  <a:pt x="188925" y="13119"/>
                  <a:pt x="186817" y="11595"/>
                </a:cubicBezTo>
                <a:cubicBezTo>
                  <a:pt x="184709" y="10071"/>
                  <a:pt x="181712" y="9310"/>
                  <a:pt x="177851" y="9310"/>
                </a:cubicBezTo>
                <a:lnTo>
                  <a:pt x="165570" y="9310"/>
                </a:lnTo>
                <a:lnTo>
                  <a:pt x="165570" y="27915"/>
                </a:lnTo>
                <a:lnTo>
                  <a:pt x="178143" y="27915"/>
                </a:lnTo>
                <a:close/>
                <a:moveTo>
                  <a:pt x="207264" y="2832"/>
                </a:moveTo>
                <a:lnTo>
                  <a:pt x="215633" y="2832"/>
                </a:lnTo>
                <a:lnTo>
                  <a:pt x="242164" y="47410"/>
                </a:lnTo>
                <a:cubicBezTo>
                  <a:pt x="242113" y="46266"/>
                  <a:pt x="242062" y="44717"/>
                  <a:pt x="242024" y="42761"/>
                </a:cubicBezTo>
                <a:cubicBezTo>
                  <a:pt x="241973" y="40793"/>
                  <a:pt x="241948" y="38862"/>
                  <a:pt x="241948" y="36957"/>
                </a:cubicBezTo>
                <a:lnTo>
                  <a:pt x="241948" y="2832"/>
                </a:lnTo>
                <a:lnTo>
                  <a:pt x="248272" y="2832"/>
                </a:lnTo>
                <a:lnTo>
                  <a:pt x="248272" y="55258"/>
                </a:lnTo>
                <a:lnTo>
                  <a:pt x="239560" y="55258"/>
                </a:lnTo>
                <a:lnTo>
                  <a:pt x="213373" y="11202"/>
                </a:lnTo>
                <a:cubicBezTo>
                  <a:pt x="213424" y="12345"/>
                  <a:pt x="213462" y="13894"/>
                  <a:pt x="213512" y="15837"/>
                </a:cubicBezTo>
                <a:cubicBezTo>
                  <a:pt x="213563" y="17780"/>
                  <a:pt x="213589" y="19724"/>
                  <a:pt x="213589" y="21654"/>
                </a:cubicBezTo>
                <a:lnTo>
                  <a:pt x="213589" y="55258"/>
                </a:lnTo>
                <a:lnTo>
                  <a:pt x="207264" y="55258"/>
                </a:lnTo>
                <a:lnTo>
                  <a:pt x="207264" y="2832"/>
                </a:lnTo>
                <a:close/>
                <a:moveTo>
                  <a:pt x="274079" y="2832"/>
                </a:moveTo>
                <a:lnTo>
                  <a:pt x="282181" y="2832"/>
                </a:lnTo>
                <a:lnTo>
                  <a:pt x="301904" y="55258"/>
                </a:lnTo>
                <a:lnTo>
                  <a:pt x="294500" y="55258"/>
                </a:lnTo>
                <a:lnTo>
                  <a:pt x="289547" y="41085"/>
                </a:lnTo>
                <a:lnTo>
                  <a:pt x="266560" y="41085"/>
                </a:lnTo>
                <a:lnTo>
                  <a:pt x="261607" y="55258"/>
                </a:lnTo>
                <a:lnTo>
                  <a:pt x="254356" y="55258"/>
                </a:lnTo>
                <a:lnTo>
                  <a:pt x="274079" y="2832"/>
                </a:lnTo>
                <a:close/>
                <a:moveTo>
                  <a:pt x="287401" y="34900"/>
                </a:moveTo>
                <a:lnTo>
                  <a:pt x="281178" y="17158"/>
                </a:lnTo>
                <a:cubicBezTo>
                  <a:pt x="280607" y="15545"/>
                  <a:pt x="280048" y="13932"/>
                  <a:pt x="279489" y="12319"/>
                </a:cubicBezTo>
                <a:cubicBezTo>
                  <a:pt x="278930" y="10706"/>
                  <a:pt x="278448" y="9322"/>
                  <a:pt x="278054" y="8154"/>
                </a:cubicBezTo>
                <a:cubicBezTo>
                  <a:pt x="277660" y="9322"/>
                  <a:pt x="277178" y="10706"/>
                  <a:pt x="276619" y="12319"/>
                </a:cubicBezTo>
                <a:cubicBezTo>
                  <a:pt x="276060" y="13932"/>
                  <a:pt x="275501" y="15545"/>
                  <a:pt x="274930" y="17158"/>
                </a:cubicBezTo>
                <a:lnTo>
                  <a:pt x="268719" y="34900"/>
                </a:lnTo>
                <a:lnTo>
                  <a:pt x="287401" y="34900"/>
                </a:lnTo>
                <a:close/>
                <a:moveTo>
                  <a:pt x="307848" y="2832"/>
                </a:moveTo>
                <a:lnTo>
                  <a:pt x="314922" y="2832"/>
                </a:lnTo>
                <a:lnTo>
                  <a:pt x="314922" y="48705"/>
                </a:lnTo>
                <a:lnTo>
                  <a:pt x="339179" y="48705"/>
                </a:lnTo>
                <a:lnTo>
                  <a:pt x="339179" y="55258"/>
                </a:lnTo>
                <a:lnTo>
                  <a:pt x="307848" y="55258"/>
                </a:lnTo>
                <a:lnTo>
                  <a:pt x="307848" y="2832"/>
                </a:lnTo>
                <a:close/>
                <a:moveTo>
                  <a:pt x="362268" y="32410"/>
                </a:moveTo>
                <a:lnTo>
                  <a:pt x="362268" y="37580"/>
                </a:lnTo>
                <a:lnTo>
                  <a:pt x="404609" y="37580"/>
                </a:lnTo>
                <a:lnTo>
                  <a:pt x="404609" y="32410"/>
                </a:lnTo>
                <a:close/>
                <a:moveTo>
                  <a:pt x="446773" y="56007"/>
                </a:moveTo>
                <a:cubicBezTo>
                  <a:pt x="442481" y="56007"/>
                  <a:pt x="438696" y="55309"/>
                  <a:pt x="435407" y="53911"/>
                </a:cubicBezTo>
                <a:cubicBezTo>
                  <a:pt x="432118" y="52528"/>
                  <a:pt x="429387" y="50432"/>
                  <a:pt x="427203" y="47625"/>
                </a:cubicBezTo>
                <a:lnTo>
                  <a:pt x="432041" y="42787"/>
                </a:lnTo>
                <a:cubicBezTo>
                  <a:pt x="433210" y="44260"/>
                  <a:pt x="434429" y="45492"/>
                  <a:pt x="435724" y="46495"/>
                </a:cubicBezTo>
                <a:cubicBezTo>
                  <a:pt x="437007" y="47498"/>
                  <a:pt x="438556" y="48299"/>
                  <a:pt x="440373" y="48895"/>
                </a:cubicBezTo>
                <a:cubicBezTo>
                  <a:pt x="442189" y="49492"/>
                  <a:pt x="444322" y="49785"/>
                  <a:pt x="446773" y="49785"/>
                </a:cubicBezTo>
                <a:cubicBezTo>
                  <a:pt x="449199" y="49785"/>
                  <a:pt x="451371" y="49479"/>
                  <a:pt x="453288" y="48870"/>
                </a:cubicBezTo>
                <a:cubicBezTo>
                  <a:pt x="455193" y="48273"/>
                  <a:pt x="456705" y="47320"/>
                  <a:pt x="457822" y="46025"/>
                </a:cubicBezTo>
                <a:cubicBezTo>
                  <a:pt x="458940" y="44742"/>
                  <a:pt x="459499" y="43117"/>
                  <a:pt x="459499" y="41161"/>
                </a:cubicBezTo>
                <a:cubicBezTo>
                  <a:pt x="459499" y="39192"/>
                  <a:pt x="458915" y="37605"/>
                  <a:pt x="457746" y="36399"/>
                </a:cubicBezTo>
                <a:cubicBezTo>
                  <a:pt x="456578" y="35179"/>
                  <a:pt x="455104" y="34227"/>
                  <a:pt x="453326" y="33541"/>
                </a:cubicBezTo>
                <a:cubicBezTo>
                  <a:pt x="451536" y="32868"/>
                  <a:pt x="449161" y="32157"/>
                  <a:pt x="446215" y="31407"/>
                </a:cubicBezTo>
                <a:cubicBezTo>
                  <a:pt x="442646" y="30518"/>
                  <a:pt x="439712" y="29579"/>
                  <a:pt x="437439" y="28601"/>
                </a:cubicBezTo>
                <a:cubicBezTo>
                  <a:pt x="435153" y="27623"/>
                  <a:pt x="433222" y="26124"/>
                  <a:pt x="431635" y="24118"/>
                </a:cubicBezTo>
                <a:cubicBezTo>
                  <a:pt x="430047" y="22111"/>
                  <a:pt x="429247" y="19431"/>
                  <a:pt x="429247" y="16078"/>
                </a:cubicBezTo>
                <a:cubicBezTo>
                  <a:pt x="429247" y="12878"/>
                  <a:pt x="430060" y="10237"/>
                  <a:pt x="431660" y="8128"/>
                </a:cubicBezTo>
                <a:cubicBezTo>
                  <a:pt x="433273" y="6033"/>
                  <a:pt x="435458" y="4496"/>
                  <a:pt x="438201" y="3518"/>
                </a:cubicBezTo>
                <a:cubicBezTo>
                  <a:pt x="440931" y="2540"/>
                  <a:pt x="444017" y="2045"/>
                  <a:pt x="447446" y="2045"/>
                </a:cubicBezTo>
                <a:cubicBezTo>
                  <a:pt x="451561" y="2045"/>
                  <a:pt x="455054" y="2718"/>
                  <a:pt x="457937" y="4039"/>
                </a:cubicBezTo>
                <a:cubicBezTo>
                  <a:pt x="460807" y="5373"/>
                  <a:pt x="463220" y="7201"/>
                  <a:pt x="465150" y="9525"/>
                </a:cubicBezTo>
                <a:lnTo>
                  <a:pt x="460426" y="14212"/>
                </a:lnTo>
                <a:cubicBezTo>
                  <a:pt x="458762" y="12306"/>
                  <a:pt x="456870" y="10833"/>
                  <a:pt x="454736" y="9792"/>
                </a:cubicBezTo>
                <a:cubicBezTo>
                  <a:pt x="452603" y="8751"/>
                  <a:pt x="450050" y="8230"/>
                  <a:pt x="447065" y="8230"/>
                </a:cubicBezTo>
                <a:cubicBezTo>
                  <a:pt x="444665" y="8230"/>
                  <a:pt x="442646" y="8560"/>
                  <a:pt x="441007" y="9208"/>
                </a:cubicBezTo>
                <a:cubicBezTo>
                  <a:pt x="439369" y="9868"/>
                  <a:pt x="438150" y="10770"/>
                  <a:pt x="437363" y="11913"/>
                </a:cubicBezTo>
                <a:cubicBezTo>
                  <a:pt x="436562" y="13056"/>
                  <a:pt x="436169" y="14364"/>
                  <a:pt x="436169" y="15850"/>
                </a:cubicBezTo>
                <a:cubicBezTo>
                  <a:pt x="436169" y="17666"/>
                  <a:pt x="436715" y="19139"/>
                  <a:pt x="437820" y="20269"/>
                </a:cubicBezTo>
                <a:cubicBezTo>
                  <a:pt x="438925" y="21387"/>
                  <a:pt x="440309" y="22276"/>
                  <a:pt x="441960" y="22911"/>
                </a:cubicBezTo>
                <a:cubicBezTo>
                  <a:pt x="443598" y="23533"/>
                  <a:pt x="445872" y="24244"/>
                  <a:pt x="448742" y="25006"/>
                </a:cubicBezTo>
                <a:cubicBezTo>
                  <a:pt x="452514" y="25946"/>
                  <a:pt x="455587" y="26912"/>
                  <a:pt x="457949" y="27915"/>
                </a:cubicBezTo>
                <a:cubicBezTo>
                  <a:pt x="460324" y="28905"/>
                  <a:pt x="462343" y="30429"/>
                  <a:pt x="463995" y="32487"/>
                </a:cubicBezTo>
                <a:cubicBezTo>
                  <a:pt x="465658" y="34544"/>
                  <a:pt x="466496" y="37313"/>
                  <a:pt x="466496" y="40780"/>
                </a:cubicBezTo>
                <a:cubicBezTo>
                  <a:pt x="466496" y="43765"/>
                  <a:pt x="465734" y="46393"/>
                  <a:pt x="464223" y="48692"/>
                </a:cubicBezTo>
                <a:cubicBezTo>
                  <a:pt x="462712" y="50991"/>
                  <a:pt x="460477" y="52781"/>
                  <a:pt x="457505" y="54064"/>
                </a:cubicBezTo>
                <a:cubicBezTo>
                  <a:pt x="454546" y="55359"/>
                  <a:pt x="450964" y="56007"/>
                  <a:pt x="446773" y="56007"/>
                </a:cubicBezTo>
                <a:close/>
                <a:moveTo>
                  <a:pt x="488963" y="2832"/>
                </a:moveTo>
                <a:lnTo>
                  <a:pt x="497065" y="2832"/>
                </a:lnTo>
                <a:lnTo>
                  <a:pt x="516788" y="55258"/>
                </a:lnTo>
                <a:lnTo>
                  <a:pt x="509384" y="55258"/>
                </a:lnTo>
                <a:lnTo>
                  <a:pt x="504431" y="41085"/>
                </a:lnTo>
                <a:lnTo>
                  <a:pt x="481444" y="41085"/>
                </a:lnTo>
                <a:lnTo>
                  <a:pt x="476491" y="55258"/>
                </a:lnTo>
                <a:lnTo>
                  <a:pt x="469240" y="55258"/>
                </a:lnTo>
                <a:lnTo>
                  <a:pt x="488963" y="2832"/>
                </a:lnTo>
                <a:close/>
                <a:moveTo>
                  <a:pt x="502285" y="34900"/>
                </a:moveTo>
                <a:lnTo>
                  <a:pt x="496062" y="17158"/>
                </a:lnTo>
                <a:cubicBezTo>
                  <a:pt x="495490" y="15545"/>
                  <a:pt x="494932" y="13932"/>
                  <a:pt x="494373" y="12319"/>
                </a:cubicBezTo>
                <a:cubicBezTo>
                  <a:pt x="493814" y="10706"/>
                  <a:pt x="493332" y="9322"/>
                  <a:pt x="492938" y="8154"/>
                </a:cubicBezTo>
                <a:cubicBezTo>
                  <a:pt x="492544" y="9322"/>
                  <a:pt x="492062" y="10706"/>
                  <a:pt x="491503" y="12319"/>
                </a:cubicBezTo>
                <a:cubicBezTo>
                  <a:pt x="490944" y="13932"/>
                  <a:pt x="490385" y="15545"/>
                  <a:pt x="489814" y="17158"/>
                </a:cubicBezTo>
                <a:lnTo>
                  <a:pt x="483603" y="34900"/>
                </a:lnTo>
                <a:lnTo>
                  <a:pt x="502285" y="34900"/>
                </a:lnTo>
                <a:close/>
                <a:moveTo>
                  <a:pt x="522732" y="2832"/>
                </a:moveTo>
                <a:lnTo>
                  <a:pt x="542531" y="2832"/>
                </a:lnTo>
                <a:cubicBezTo>
                  <a:pt x="546570" y="2832"/>
                  <a:pt x="549974" y="3493"/>
                  <a:pt x="552729" y="4801"/>
                </a:cubicBezTo>
                <a:cubicBezTo>
                  <a:pt x="555473" y="6121"/>
                  <a:pt x="557543" y="7963"/>
                  <a:pt x="558914" y="10351"/>
                </a:cubicBezTo>
                <a:cubicBezTo>
                  <a:pt x="560299" y="12726"/>
                  <a:pt x="560984" y="15532"/>
                  <a:pt x="560984" y="18759"/>
                </a:cubicBezTo>
                <a:cubicBezTo>
                  <a:pt x="560984" y="21908"/>
                  <a:pt x="560299" y="24727"/>
                  <a:pt x="558940" y="27204"/>
                </a:cubicBezTo>
                <a:cubicBezTo>
                  <a:pt x="557568" y="29680"/>
                  <a:pt x="555536" y="31636"/>
                  <a:pt x="552831" y="33058"/>
                </a:cubicBezTo>
                <a:cubicBezTo>
                  <a:pt x="550126" y="34493"/>
                  <a:pt x="546837" y="35205"/>
                  <a:pt x="542938" y="35205"/>
                </a:cubicBezTo>
                <a:lnTo>
                  <a:pt x="529806" y="35205"/>
                </a:lnTo>
                <a:lnTo>
                  <a:pt x="529806" y="55258"/>
                </a:lnTo>
                <a:lnTo>
                  <a:pt x="522732" y="55258"/>
                </a:lnTo>
                <a:lnTo>
                  <a:pt x="522732" y="2832"/>
                </a:lnTo>
                <a:close/>
                <a:moveTo>
                  <a:pt x="541934" y="28804"/>
                </a:moveTo>
                <a:cubicBezTo>
                  <a:pt x="545948" y="28804"/>
                  <a:pt x="548957" y="27953"/>
                  <a:pt x="550939" y="26251"/>
                </a:cubicBezTo>
                <a:cubicBezTo>
                  <a:pt x="552920" y="24550"/>
                  <a:pt x="553911" y="22085"/>
                  <a:pt x="553911" y="18835"/>
                </a:cubicBezTo>
                <a:cubicBezTo>
                  <a:pt x="553911" y="15710"/>
                  <a:pt x="552882" y="13336"/>
                  <a:pt x="550812" y="11723"/>
                </a:cubicBezTo>
                <a:cubicBezTo>
                  <a:pt x="548742" y="10109"/>
                  <a:pt x="545681" y="9310"/>
                  <a:pt x="541630" y="9310"/>
                </a:cubicBezTo>
                <a:lnTo>
                  <a:pt x="529806" y="9310"/>
                </a:lnTo>
                <a:lnTo>
                  <a:pt x="529806" y="28804"/>
                </a:lnTo>
                <a:lnTo>
                  <a:pt x="541934" y="28804"/>
                </a:lnTo>
                <a:close/>
                <a:moveTo>
                  <a:pt x="595973" y="56007"/>
                </a:moveTo>
                <a:cubicBezTo>
                  <a:pt x="593585" y="56007"/>
                  <a:pt x="591464" y="55538"/>
                  <a:pt x="589610" y="54623"/>
                </a:cubicBezTo>
                <a:cubicBezTo>
                  <a:pt x="587743" y="53708"/>
                  <a:pt x="586296" y="52363"/>
                  <a:pt x="585254" y="50610"/>
                </a:cubicBezTo>
                <a:cubicBezTo>
                  <a:pt x="584213" y="48844"/>
                  <a:pt x="583692" y="46736"/>
                  <a:pt x="583692" y="44285"/>
                </a:cubicBezTo>
                <a:cubicBezTo>
                  <a:pt x="583692" y="41275"/>
                  <a:pt x="584479" y="38812"/>
                  <a:pt x="586054" y="36881"/>
                </a:cubicBezTo>
                <a:cubicBezTo>
                  <a:pt x="587629" y="34938"/>
                  <a:pt x="589775" y="33528"/>
                  <a:pt x="592506" y="32652"/>
                </a:cubicBezTo>
                <a:cubicBezTo>
                  <a:pt x="595236" y="31776"/>
                  <a:pt x="598399" y="31331"/>
                  <a:pt x="601993" y="31331"/>
                </a:cubicBezTo>
                <a:lnTo>
                  <a:pt x="609143" y="31331"/>
                </a:lnTo>
                <a:lnTo>
                  <a:pt x="609143" y="28575"/>
                </a:lnTo>
                <a:cubicBezTo>
                  <a:pt x="609143" y="25756"/>
                  <a:pt x="608470" y="23597"/>
                  <a:pt x="607111" y="22123"/>
                </a:cubicBezTo>
                <a:cubicBezTo>
                  <a:pt x="605765" y="20651"/>
                  <a:pt x="603720" y="19914"/>
                  <a:pt x="600989" y="19914"/>
                </a:cubicBezTo>
                <a:cubicBezTo>
                  <a:pt x="598513" y="19914"/>
                  <a:pt x="596354" y="20409"/>
                  <a:pt x="594500" y="21413"/>
                </a:cubicBezTo>
                <a:cubicBezTo>
                  <a:pt x="592658" y="22416"/>
                  <a:pt x="591020" y="23876"/>
                  <a:pt x="589610" y="25794"/>
                </a:cubicBezTo>
                <a:lnTo>
                  <a:pt x="585292" y="21476"/>
                </a:lnTo>
                <a:cubicBezTo>
                  <a:pt x="589305" y="16663"/>
                  <a:pt x="594690" y="14250"/>
                  <a:pt x="601434" y="14250"/>
                </a:cubicBezTo>
                <a:cubicBezTo>
                  <a:pt x="604545" y="14250"/>
                  <a:pt x="607174" y="14846"/>
                  <a:pt x="609333" y="16040"/>
                </a:cubicBezTo>
                <a:cubicBezTo>
                  <a:pt x="611480" y="17234"/>
                  <a:pt x="613105" y="18898"/>
                  <a:pt x="614197" y="21044"/>
                </a:cubicBezTo>
                <a:cubicBezTo>
                  <a:pt x="615290" y="23191"/>
                  <a:pt x="615836" y="25705"/>
                  <a:pt x="615836" y="28575"/>
                </a:cubicBezTo>
                <a:lnTo>
                  <a:pt x="615836" y="55258"/>
                </a:lnTo>
                <a:lnTo>
                  <a:pt x="609435" y="55258"/>
                </a:lnTo>
                <a:lnTo>
                  <a:pt x="609435" y="47778"/>
                </a:lnTo>
                <a:lnTo>
                  <a:pt x="609295" y="47778"/>
                </a:lnTo>
                <a:cubicBezTo>
                  <a:pt x="607949" y="50635"/>
                  <a:pt x="606209" y="52718"/>
                  <a:pt x="604076" y="54026"/>
                </a:cubicBezTo>
                <a:cubicBezTo>
                  <a:pt x="601942" y="55347"/>
                  <a:pt x="599250" y="56007"/>
                  <a:pt x="595973" y="56007"/>
                </a:cubicBezTo>
                <a:close/>
                <a:moveTo>
                  <a:pt x="590614" y="44133"/>
                </a:moveTo>
                <a:cubicBezTo>
                  <a:pt x="590614" y="45403"/>
                  <a:pt x="590893" y="46495"/>
                  <a:pt x="591464" y="47447"/>
                </a:cubicBezTo>
                <a:cubicBezTo>
                  <a:pt x="592036" y="48387"/>
                  <a:pt x="592861" y="49111"/>
                  <a:pt x="593941" y="49619"/>
                </a:cubicBezTo>
                <a:cubicBezTo>
                  <a:pt x="595020" y="50127"/>
                  <a:pt x="596303" y="50381"/>
                  <a:pt x="597789" y="50381"/>
                </a:cubicBezTo>
                <a:cubicBezTo>
                  <a:pt x="600151" y="50381"/>
                  <a:pt x="602183" y="49911"/>
                  <a:pt x="603898" y="48946"/>
                </a:cubicBezTo>
                <a:cubicBezTo>
                  <a:pt x="605612" y="47993"/>
                  <a:pt x="606908" y="46749"/>
                  <a:pt x="607797" y="45187"/>
                </a:cubicBezTo>
                <a:cubicBezTo>
                  <a:pt x="608698" y="43638"/>
                  <a:pt x="609143" y="41999"/>
                  <a:pt x="609143" y="40260"/>
                </a:cubicBezTo>
                <a:lnTo>
                  <a:pt x="609143" y="36361"/>
                </a:lnTo>
                <a:lnTo>
                  <a:pt x="602894" y="36361"/>
                </a:lnTo>
                <a:cubicBezTo>
                  <a:pt x="599199" y="36361"/>
                  <a:pt x="596227" y="36919"/>
                  <a:pt x="593979" y="38050"/>
                </a:cubicBezTo>
                <a:cubicBezTo>
                  <a:pt x="591731" y="39180"/>
                  <a:pt x="590614" y="41199"/>
                  <a:pt x="590614" y="44133"/>
                </a:cubicBezTo>
                <a:close/>
                <a:moveTo>
                  <a:pt x="625285" y="15037"/>
                </a:moveTo>
                <a:lnTo>
                  <a:pt x="631685" y="15037"/>
                </a:lnTo>
                <a:lnTo>
                  <a:pt x="631685" y="23406"/>
                </a:lnTo>
                <a:lnTo>
                  <a:pt x="631838" y="23406"/>
                </a:lnTo>
                <a:cubicBezTo>
                  <a:pt x="632828" y="20803"/>
                  <a:pt x="634340" y="18631"/>
                  <a:pt x="636372" y="16879"/>
                </a:cubicBezTo>
                <a:cubicBezTo>
                  <a:pt x="638404" y="15126"/>
                  <a:pt x="641248" y="14250"/>
                  <a:pt x="644893" y="14250"/>
                </a:cubicBezTo>
                <a:cubicBezTo>
                  <a:pt x="647675" y="14250"/>
                  <a:pt x="649999" y="14834"/>
                  <a:pt x="651866" y="16002"/>
                </a:cubicBezTo>
                <a:cubicBezTo>
                  <a:pt x="653745" y="17171"/>
                  <a:pt x="655142" y="18821"/>
                  <a:pt x="656082" y="20955"/>
                </a:cubicBezTo>
                <a:cubicBezTo>
                  <a:pt x="657009" y="23089"/>
                  <a:pt x="657466" y="25578"/>
                  <a:pt x="657466" y="28435"/>
                </a:cubicBezTo>
                <a:lnTo>
                  <a:pt x="657466" y="55258"/>
                </a:lnTo>
                <a:lnTo>
                  <a:pt x="650735" y="55258"/>
                </a:lnTo>
                <a:lnTo>
                  <a:pt x="650735" y="29731"/>
                </a:lnTo>
                <a:cubicBezTo>
                  <a:pt x="650735" y="26632"/>
                  <a:pt x="650088" y="24270"/>
                  <a:pt x="648805" y="22644"/>
                </a:cubicBezTo>
                <a:cubicBezTo>
                  <a:pt x="647510" y="21019"/>
                  <a:pt x="645389" y="20206"/>
                  <a:pt x="642442" y="20206"/>
                </a:cubicBezTo>
                <a:cubicBezTo>
                  <a:pt x="640334" y="20206"/>
                  <a:pt x="638493" y="20663"/>
                  <a:pt x="636918" y="21590"/>
                </a:cubicBezTo>
                <a:cubicBezTo>
                  <a:pt x="635343" y="22505"/>
                  <a:pt x="634124" y="23838"/>
                  <a:pt x="633273" y="25603"/>
                </a:cubicBezTo>
                <a:cubicBezTo>
                  <a:pt x="632409" y="27369"/>
                  <a:pt x="631990" y="29477"/>
                  <a:pt x="631990" y="31928"/>
                </a:cubicBezTo>
                <a:lnTo>
                  <a:pt x="631990" y="55258"/>
                </a:lnTo>
                <a:lnTo>
                  <a:pt x="625285" y="55258"/>
                </a:lnTo>
                <a:lnTo>
                  <a:pt x="625285" y="15037"/>
                </a:lnTo>
                <a:close/>
                <a:moveTo>
                  <a:pt x="683209" y="56007"/>
                </a:moveTo>
                <a:cubicBezTo>
                  <a:pt x="679691" y="56007"/>
                  <a:pt x="676593" y="55118"/>
                  <a:pt x="673926" y="53366"/>
                </a:cubicBezTo>
                <a:cubicBezTo>
                  <a:pt x="671259" y="51601"/>
                  <a:pt x="669201" y="49137"/>
                  <a:pt x="667741" y="45987"/>
                </a:cubicBezTo>
                <a:cubicBezTo>
                  <a:pt x="666267" y="42838"/>
                  <a:pt x="665543" y="39218"/>
                  <a:pt x="665543" y="35128"/>
                </a:cubicBezTo>
                <a:cubicBezTo>
                  <a:pt x="665543" y="31039"/>
                  <a:pt x="666255" y="27419"/>
                  <a:pt x="667677" y="24270"/>
                </a:cubicBezTo>
                <a:cubicBezTo>
                  <a:pt x="669112" y="21108"/>
                  <a:pt x="671144" y="18656"/>
                  <a:pt x="673786" y="16891"/>
                </a:cubicBezTo>
                <a:cubicBezTo>
                  <a:pt x="676427" y="15139"/>
                  <a:pt x="679488" y="14250"/>
                  <a:pt x="682993" y="14250"/>
                </a:cubicBezTo>
                <a:cubicBezTo>
                  <a:pt x="685571" y="14250"/>
                  <a:pt x="687857" y="14656"/>
                  <a:pt x="689839" y="15443"/>
                </a:cubicBezTo>
                <a:cubicBezTo>
                  <a:pt x="691820" y="16243"/>
                  <a:pt x="693471" y="17297"/>
                  <a:pt x="694792" y="18631"/>
                </a:cubicBezTo>
                <a:cubicBezTo>
                  <a:pt x="696100" y="19952"/>
                  <a:pt x="697116" y="21451"/>
                  <a:pt x="697840" y="23114"/>
                </a:cubicBezTo>
                <a:lnTo>
                  <a:pt x="697979" y="23114"/>
                </a:lnTo>
                <a:lnTo>
                  <a:pt x="697979" y="0"/>
                </a:lnTo>
                <a:lnTo>
                  <a:pt x="704685" y="0"/>
                </a:lnTo>
                <a:lnTo>
                  <a:pt x="704685" y="55258"/>
                </a:lnTo>
                <a:lnTo>
                  <a:pt x="698284" y="55258"/>
                </a:lnTo>
                <a:lnTo>
                  <a:pt x="698284" y="46736"/>
                </a:lnTo>
                <a:lnTo>
                  <a:pt x="698208" y="46736"/>
                </a:lnTo>
                <a:cubicBezTo>
                  <a:pt x="697090" y="49492"/>
                  <a:pt x="695363" y="51727"/>
                  <a:pt x="693014" y="53429"/>
                </a:cubicBezTo>
                <a:cubicBezTo>
                  <a:pt x="690677" y="55144"/>
                  <a:pt x="687400" y="56007"/>
                  <a:pt x="683209" y="56007"/>
                </a:cubicBezTo>
                <a:close/>
                <a:moveTo>
                  <a:pt x="672541" y="35128"/>
                </a:moveTo>
                <a:cubicBezTo>
                  <a:pt x="672541" y="38380"/>
                  <a:pt x="673087" y="41148"/>
                  <a:pt x="674192" y="43421"/>
                </a:cubicBezTo>
                <a:cubicBezTo>
                  <a:pt x="675297" y="45707"/>
                  <a:pt x="676808" y="47422"/>
                  <a:pt x="678726" y="48578"/>
                </a:cubicBezTo>
                <a:cubicBezTo>
                  <a:pt x="680657" y="49733"/>
                  <a:pt x="682828" y="50305"/>
                  <a:pt x="685267" y="50305"/>
                </a:cubicBezTo>
                <a:cubicBezTo>
                  <a:pt x="687692" y="50305"/>
                  <a:pt x="689864" y="49733"/>
                  <a:pt x="691794" y="48578"/>
                </a:cubicBezTo>
                <a:cubicBezTo>
                  <a:pt x="693712" y="47422"/>
                  <a:pt x="695223" y="45707"/>
                  <a:pt x="696328" y="43447"/>
                </a:cubicBezTo>
                <a:cubicBezTo>
                  <a:pt x="697433" y="41173"/>
                  <a:pt x="697979" y="38405"/>
                  <a:pt x="697979" y="35128"/>
                </a:cubicBezTo>
                <a:cubicBezTo>
                  <a:pt x="697979" y="31877"/>
                  <a:pt x="697433" y="29121"/>
                  <a:pt x="696328" y="26848"/>
                </a:cubicBezTo>
                <a:cubicBezTo>
                  <a:pt x="695223" y="24574"/>
                  <a:pt x="693712" y="22873"/>
                  <a:pt x="691794" y="21717"/>
                </a:cubicBezTo>
                <a:cubicBezTo>
                  <a:pt x="689864" y="20562"/>
                  <a:pt x="687692" y="19990"/>
                  <a:pt x="685267" y="19990"/>
                </a:cubicBezTo>
                <a:cubicBezTo>
                  <a:pt x="682828" y="19990"/>
                  <a:pt x="680657" y="20562"/>
                  <a:pt x="678726" y="21717"/>
                </a:cubicBezTo>
                <a:cubicBezTo>
                  <a:pt x="676808" y="22873"/>
                  <a:pt x="675297" y="24574"/>
                  <a:pt x="674192" y="26848"/>
                </a:cubicBezTo>
                <a:cubicBezTo>
                  <a:pt x="673087" y="29121"/>
                  <a:pt x="672541" y="31877"/>
                  <a:pt x="672541" y="35128"/>
                </a:cubicBezTo>
                <a:close/>
                <a:moveTo>
                  <a:pt x="734568" y="2832"/>
                </a:moveTo>
                <a:lnTo>
                  <a:pt x="754367" y="2832"/>
                </a:lnTo>
                <a:cubicBezTo>
                  <a:pt x="758406" y="2832"/>
                  <a:pt x="761810" y="3493"/>
                  <a:pt x="764515" y="4801"/>
                </a:cubicBezTo>
                <a:cubicBezTo>
                  <a:pt x="767309" y="6121"/>
                  <a:pt x="769341" y="7963"/>
                  <a:pt x="770738" y="10351"/>
                </a:cubicBezTo>
                <a:cubicBezTo>
                  <a:pt x="772135" y="12726"/>
                  <a:pt x="772770" y="15532"/>
                  <a:pt x="772770" y="18759"/>
                </a:cubicBezTo>
                <a:cubicBezTo>
                  <a:pt x="772770" y="21908"/>
                  <a:pt x="772135" y="24727"/>
                  <a:pt x="770738" y="27204"/>
                </a:cubicBezTo>
                <a:cubicBezTo>
                  <a:pt x="769468" y="29680"/>
                  <a:pt x="767436" y="31636"/>
                  <a:pt x="764642" y="33058"/>
                </a:cubicBezTo>
                <a:cubicBezTo>
                  <a:pt x="761962" y="34493"/>
                  <a:pt x="758673" y="35205"/>
                  <a:pt x="754774" y="35205"/>
                </a:cubicBezTo>
                <a:lnTo>
                  <a:pt x="741642" y="35205"/>
                </a:lnTo>
                <a:lnTo>
                  <a:pt x="741642" y="55258"/>
                </a:lnTo>
                <a:lnTo>
                  <a:pt x="734568" y="55258"/>
                </a:lnTo>
                <a:lnTo>
                  <a:pt x="734568" y="2832"/>
                </a:lnTo>
                <a:close/>
                <a:moveTo>
                  <a:pt x="753770" y="28804"/>
                </a:moveTo>
                <a:cubicBezTo>
                  <a:pt x="757784" y="28804"/>
                  <a:pt x="760793" y="27953"/>
                  <a:pt x="762775" y="26251"/>
                </a:cubicBezTo>
                <a:cubicBezTo>
                  <a:pt x="764769" y="24550"/>
                  <a:pt x="765785" y="22085"/>
                  <a:pt x="765785" y="18835"/>
                </a:cubicBezTo>
                <a:cubicBezTo>
                  <a:pt x="765785" y="15710"/>
                  <a:pt x="764769" y="13336"/>
                  <a:pt x="762648" y="11723"/>
                </a:cubicBezTo>
                <a:cubicBezTo>
                  <a:pt x="760578" y="10109"/>
                  <a:pt x="757517" y="9310"/>
                  <a:pt x="753466" y="9310"/>
                </a:cubicBezTo>
                <a:lnTo>
                  <a:pt x="741642" y="9310"/>
                </a:lnTo>
                <a:lnTo>
                  <a:pt x="741642" y="28804"/>
                </a:lnTo>
                <a:lnTo>
                  <a:pt x="753770" y="28804"/>
                </a:lnTo>
                <a:close/>
                <a:moveTo>
                  <a:pt x="789534" y="56007"/>
                </a:moveTo>
                <a:cubicBezTo>
                  <a:pt x="787121" y="56007"/>
                  <a:pt x="784962" y="55538"/>
                  <a:pt x="783184" y="54623"/>
                </a:cubicBezTo>
                <a:cubicBezTo>
                  <a:pt x="781279" y="53708"/>
                  <a:pt x="779882" y="52363"/>
                  <a:pt x="778739" y="50610"/>
                </a:cubicBezTo>
                <a:cubicBezTo>
                  <a:pt x="777723" y="48844"/>
                  <a:pt x="777215" y="46736"/>
                  <a:pt x="777215" y="44285"/>
                </a:cubicBezTo>
                <a:cubicBezTo>
                  <a:pt x="777215" y="41275"/>
                  <a:pt x="777977" y="38812"/>
                  <a:pt x="779628" y="36881"/>
                </a:cubicBezTo>
                <a:cubicBezTo>
                  <a:pt x="781152" y="34938"/>
                  <a:pt x="783311" y="33528"/>
                  <a:pt x="786105" y="32652"/>
                </a:cubicBezTo>
                <a:cubicBezTo>
                  <a:pt x="788772" y="31776"/>
                  <a:pt x="791947" y="31331"/>
                  <a:pt x="795503" y="31331"/>
                </a:cubicBezTo>
                <a:lnTo>
                  <a:pt x="802742" y="31331"/>
                </a:lnTo>
                <a:lnTo>
                  <a:pt x="802742" y="28575"/>
                </a:lnTo>
                <a:cubicBezTo>
                  <a:pt x="802742" y="25756"/>
                  <a:pt x="801980" y="23597"/>
                  <a:pt x="800710" y="22123"/>
                </a:cubicBezTo>
                <a:cubicBezTo>
                  <a:pt x="799313" y="20651"/>
                  <a:pt x="797281" y="19914"/>
                  <a:pt x="794487" y="19914"/>
                </a:cubicBezTo>
                <a:cubicBezTo>
                  <a:pt x="792074" y="19914"/>
                  <a:pt x="789915" y="20409"/>
                  <a:pt x="788010" y="21413"/>
                </a:cubicBezTo>
                <a:cubicBezTo>
                  <a:pt x="786232" y="22416"/>
                  <a:pt x="784581" y="23876"/>
                  <a:pt x="783184" y="25794"/>
                </a:cubicBezTo>
                <a:lnTo>
                  <a:pt x="778866" y="21476"/>
                </a:lnTo>
                <a:cubicBezTo>
                  <a:pt x="782803" y="16663"/>
                  <a:pt x="788264" y="14250"/>
                  <a:pt x="794995" y="14250"/>
                </a:cubicBezTo>
                <a:cubicBezTo>
                  <a:pt x="798043" y="14250"/>
                  <a:pt x="800710" y="14846"/>
                  <a:pt x="802869" y="16040"/>
                </a:cubicBezTo>
                <a:cubicBezTo>
                  <a:pt x="805028" y="17234"/>
                  <a:pt x="806679" y="18898"/>
                  <a:pt x="807695" y="21044"/>
                </a:cubicBezTo>
                <a:cubicBezTo>
                  <a:pt x="808838" y="23191"/>
                  <a:pt x="809346" y="25705"/>
                  <a:pt x="809346" y="28575"/>
                </a:cubicBezTo>
                <a:lnTo>
                  <a:pt x="809346" y="55258"/>
                </a:lnTo>
                <a:lnTo>
                  <a:pt x="802996" y="55258"/>
                </a:lnTo>
                <a:lnTo>
                  <a:pt x="802996" y="47778"/>
                </a:lnTo>
                <a:lnTo>
                  <a:pt x="802869" y="47778"/>
                </a:lnTo>
                <a:cubicBezTo>
                  <a:pt x="801472" y="50635"/>
                  <a:pt x="799821" y="52718"/>
                  <a:pt x="797662" y="54026"/>
                </a:cubicBezTo>
                <a:cubicBezTo>
                  <a:pt x="795503" y="55347"/>
                  <a:pt x="792836" y="56007"/>
                  <a:pt x="789534" y="56007"/>
                </a:cubicBezTo>
                <a:close/>
                <a:moveTo>
                  <a:pt x="784200" y="44133"/>
                </a:moveTo>
                <a:cubicBezTo>
                  <a:pt x="784200" y="45403"/>
                  <a:pt x="784454" y="46495"/>
                  <a:pt x="784962" y="47447"/>
                </a:cubicBezTo>
                <a:cubicBezTo>
                  <a:pt x="785597" y="48387"/>
                  <a:pt x="786359" y="49111"/>
                  <a:pt x="787502" y="49619"/>
                </a:cubicBezTo>
                <a:cubicBezTo>
                  <a:pt x="788518" y="50127"/>
                  <a:pt x="789915" y="50381"/>
                  <a:pt x="791312" y="50381"/>
                </a:cubicBezTo>
                <a:cubicBezTo>
                  <a:pt x="793725" y="50381"/>
                  <a:pt x="795757" y="49911"/>
                  <a:pt x="797408" y="48946"/>
                </a:cubicBezTo>
                <a:cubicBezTo>
                  <a:pt x="799186" y="47993"/>
                  <a:pt x="800456" y="46749"/>
                  <a:pt x="801345" y="45187"/>
                </a:cubicBezTo>
                <a:cubicBezTo>
                  <a:pt x="802234" y="43638"/>
                  <a:pt x="802742" y="41999"/>
                  <a:pt x="802742" y="40260"/>
                </a:cubicBezTo>
                <a:lnTo>
                  <a:pt x="802742" y="36361"/>
                </a:lnTo>
                <a:lnTo>
                  <a:pt x="796392" y="36361"/>
                </a:lnTo>
                <a:cubicBezTo>
                  <a:pt x="792709" y="36361"/>
                  <a:pt x="789788" y="36919"/>
                  <a:pt x="787502" y="38050"/>
                </a:cubicBezTo>
                <a:cubicBezTo>
                  <a:pt x="785343" y="39180"/>
                  <a:pt x="784200" y="41199"/>
                  <a:pt x="784200" y="44133"/>
                </a:cubicBezTo>
                <a:close/>
                <a:moveTo>
                  <a:pt x="818871" y="15037"/>
                </a:moveTo>
                <a:lnTo>
                  <a:pt x="825221" y="15037"/>
                </a:lnTo>
                <a:lnTo>
                  <a:pt x="825221" y="23635"/>
                </a:lnTo>
                <a:lnTo>
                  <a:pt x="825348" y="23635"/>
                </a:lnTo>
                <a:cubicBezTo>
                  <a:pt x="826110" y="20333"/>
                  <a:pt x="827253" y="17945"/>
                  <a:pt x="828904" y="16472"/>
                </a:cubicBezTo>
                <a:cubicBezTo>
                  <a:pt x="830428" y="14999"/>
                  <a:pt x="832460" y="14250"/>
                  <a:pt x="834873" y="14250"/>
                </a:cubicBezTo>
                <a:cubicBezTo>
                  <a:pt x="835508" y="14250"/>
                  <a:pt x="836016" y="14288"/>
                  <a:pt x="836651" y="14364"/>
                </a:cubicBezTo>
                <a:cubicBezTo>
                  <a:pt x="837159" y="14440"/>
                  <a:pt x="837667" y="14529"/>
                  <a:pt x="838048" y="14631"/>
                </a:cubicBezTo>
                <a:lnTo>
                  <a:pt x="838048" y="21210"/>
                </a:lnTo>
                <a:cubicBezTo>
                  <a:pt x="837667" y="21095"/>
                  <a:pt x="837159" y="20993"/>
                  <a:pt x="836524" y="20917"/>
                </a:cubicBezTo>
                <a:cubicBezTo>
                  <a:pt x="835889" y="20841"/>
                  <a:pt x="835254" y="20803"/>
                  <a:pt x="834746" y="20803"/>
                </a:cubicBezTo>
                <a:cubicBezTo>
                  <a:pt x="831444" y="20803"/>
                  <a:pt x="829031" y="21946"/>
                  <a:pt x="827634" y="24244"/>
                </a:cubicBezTo>
                <a:cubicBezTo>
                  <a:pt x="826237" y="26543"/>
                  <a:pt x="825475" y="29896"/>
                  <a:pt x="825475" y="34316"/>
                </a:cubicBezTo>
                <a:lnTo>
                  <a:pt x="825475" y="55258"/>
                </a:lnTo>
                <a:lnTo>
                  <a:pt x="818871" y="55258"/>
                </a:lnTo>
                <a:lnTo>
                  <a:pt x="818871" y="15037"/>
                </a:lnTo>
                <a:close/>
                <a:moveTo>
                  <a:pt x="855701" y="55855"/>
                </a:moveTo>
                <a:cubicBezTo>
                  <a:pt x="853288" y="55855"/>
                  <a:pt x="851383" y="55525"/>
                  <a:pt x="849859" y="54890"/>
                </a:cubicBezTo>
                <a:cubicBezTo>
                  <a:pt x="848462" y="54242"/>
                  <a:pt x="847319" y="53239"/>
                  <a:pt x="846557" y="51867"/>
                </a:cubicBezTo>
                <a:cubicBezTo>
                  <a:pt x="845922" y="50509"/>
                  <a:pt x="845541" y="48743"/>
                  <a:pt x="845541" y="46584"/>
                </a:cubicBezTo>
                <a:lnTo>
                  <a:pt x="845541" y="20651"/>
                </a:lnTo>
                <a:lnTo>
                  <a:pt x="839572" y="20651"/>
                </a:lnTo>
                <a:lnTo>
                  <a:pt x="839572" y="17158"/>
                </a:lnTo>
                <a:lnTo>
                  <a:pt x="851383" y="5283"/>
                </a:lnTo>
                <a:lnTo>
                  <a:pt x="852272" y="5283"/>
                </a:lnTo>
                <a:lnTo>
                  <a:pt x="852272" y="15037"/>
                </a:lnTo>
                <a:lnTo>
                  <a:pt x="861289" y="15037"/>
                </a:lnTo>
                <a:lnTo>
                  <a:pt x="861289" y="20651"/>
                </a:lnTo>
                <a:lnTo>
                  <a:pt x="852272" y="20651"/>
                </a:lnTo>
                <a:lnTo>
                  <a:pt x="852272" y="45212"/>
                </a:lnTo>
                <a:cubicBezTo>
                  <a:pt x="852272" y="46406"/>
                  <a:pt x="852399" y="47320"/>
                  <a:pt x="852653" y="47981"/>
                </a:cubicBezTo>
                <a:cubicBezTo>
                  <a:pt x="852907" y="48641"/>
                  <a:pt x="853415" y="49111"/>
                  <a:pt x="854050" y="49378"/>
                </a:cubicBezTo>
                <a:cubicBezTo>
                  <a:pt x="854685" y="49657"/>
                  <a:pt x="855574" y="49785"/>
                  <a:pt x="856590" y="49785"/>
                </a:cubicBezTo>
                <a:cubicBezTo>
                  <a:pt x="858114" y="49785"/>
                  <a:pt x="859638" y="49581"/>
                  <a:pt x="861289" y="49149"/>
                </a:cubicBezTo>
                <a:lnTo>
                  <a:pt x="861289" y="55258"/>
                </a:lnTo>
                <a:cubicBezTo>
                  <a:pt x="860527" y="55435"/>
                  <a:pt x="859638" y="55576"/>
                  <a:pt x="858622" y="55690"/>
                </a:cubicBezTo>
                <a:cubicBezTo>
                  <a:pt x="857606" y="55791"/>
                  <a:pt x="856590" y="55855"/>
                  <a:pt x="855701" y="55855"/>
                </a:cubicBezTo>
                <a:close/>
                <a:moveTo>
                  <a:pt x="869163" y="15037"/>
                </a:moveTo>
                <a:lnTo>
                  <a:pt x="875513" y="15037"/>
                </a:lnTo>
                <a:lnTo>
                  <a:pt x="875513" y="23406"/>
                </a:lnTo>
                <a:lnTo>
                  <a:pt x="875640" y="23406"/>
                </a:lnTo>
                <a:cubicBezTo>
                  <a:pt x="876656" y="20803"/>
                  <a:pt x="878180" y="18631"/>
                  <a:pt x="880212" y="16879"/>
                </a:cubicBezTo>
                <a:cubicBezTo>
                  <a:pt x="882244" y="15126"/>
                  <a:pt x="885038" y="14250"/>
                  <a:pt x="888721" y="14250"/>
                </a:cubicBezTo>
                <a:cubicBezTo>
                  <a:pt x="891515" y="14250"/>
                  <a:pt x="893801" y="14834"/>
                  <a:pt x="895706" y="16002"/>
                </a:cubicBezTo>
                <a:cubicBezTo>
                  <a:pt x="897611" y="17171"/>
                  <a:pt x="899008" y="18821"/>
                  <a:pt x="899897" y="20955"/>
                </a:cubicBezTo>
                <a:cubicBezTo>
                  <a:pt x="900786" y="23089"/>
                  <a:pt x="901294" y="25578"/>
                  <a:pt x="901294" y="28435"/>
                </a:cubicBezTo>
                <a:lnTo>
                  <a:pt x="901294" y="55258"/>
                </a:lnTo>
                <a:lnTo>
                  <a:pt x="894563" y="55258"/>
                </a:lnTo>
                <a:lnTo>
                  <a:pt x="894563" y="29731"/>
                </a:lnTo>
                <a:cubicBezTo>
                  <a:pt x="894563" y="26632"/>
                  <a:pt x="893928" y="24270"/>
                  <a:pt x="892658" y="22644"/>
                </a:cubicBezTo>
                <a:cubicBezTo>
                  <a:pt x="891388" y="21019"/>
                  <a:pt x="889229" y="20206"/>
                  <a:pt x="886308" y="20206"/>
                </a:cubicBezTo>
                <a:cubicBezTo>
                  <a:pt x="884149" y="20206"/>
                  <a:pt x="882371" y="20663"/>
                  <a:pt x="880720" y="21590"/>
                </a:cubicBezTo>
                <a:cubicBezTo>
                  <a:pt x="879196" y="22505"/>
                  <a:pt x="877926" y="23838"/>
                  <a:pt x="877164" y="25603"/>
                </a:cubicBezTo>
                <a:cubicBezTo>
                  <a:pt x="876275" y="27369"/>
                  <a:pt x="875767" y="29477"/>
                  <a:pt x="875767" y="31928"/>
                </a:cubicBezTo>
                <a:lnTo>
                  <a:pt x="875767" y="55258"/>
                </a:lnTo>
                <a:lnTo>
                  <a:pt x="869163" y="55258"/>
                </a:lnTo>
                <a:lnTo>
                  <a:pt x="869163" y="15037"/>
                </a:lnTo>
                <a:close/>
                <a:moveTo>
                  <a:pt x="929615" y="56007"/>
                </a:moveTo>
                <a:cubicBezTo>
                  <a:pt x="925551" y="56007"/>
                  <a:pt x="921995" y="55207"/>
                  <a:pt x="918947" y="53607"/>
                </a:cubicBezTo>
                <a:cubicBezTo>
                  <a:pt x="915899" y="52007"/>
                  <a:pt x="913486" y="49632"/>
                  <a:pt x="911835" y="46495"/>
                </a:cubicBezTo>
                <a:cubicBezTo>
                  <a:pt x="910184" y="43358"/>
                  <a:pt x="909422" y="39574"/>
                  <a:pt x="909422" y="35128"/>
                </a:cubicBezTo>
                <a:cubicBezTo>
                  <a:pt x="909422" y="30633"/>
                  <a:pt x="910311" y="26822"/>
                  <a:pt x="911962" y="23685"/>
                </a:cubicBezTo>
                <a:cubicBezTo>
                  <a:pt x="913740" y="20549"/>
                  <a:pt x="916153" y="18186"/>
                  <a:pt x="919074" y="16612"/>
                </a:cubicBezTo>
                <a:cubicBezTo>
                  <a:pt x="921995" y="15037"/>
                  <a:pt x="925297" y="14250"/>
                  <a:pt x="928853" y="14250"/>
                </a:cubicBezTo>
                <a:cubicBezTo>
                  <a:pt x="932917" y="14250"/>
                  <a:pt x="936346" y="15202"/>
                  <a:pt x="938886" y="17107"/>
                </a:cubicBezTo>
                <a:cubicBezTo>
                  <a:pt x="941553" y="19000"/>
                  <a:pt x="943458" y="21425"/>
                  <a:pt x="944601" y="24371"/>
                </a:cubicBezTo>
                <a:cubicBezTo>
                  <a:pt x="945871" y="27331"/>
                  <a:pt x="946379" y="30429"/>
                  <a:pt x="946379" y="33681"/>
                </a:cubicBezTo>
                <a:cubicBezTo>
                  <a:pt x="946379" y="34798"/>
                  <a:pt x="946379" y="35840"/>
                  <a:pt x="946252" y="36805"/>
                </a:cubicBezTo>
                <a:lnTo>
                  <a:pt x="916407" y="36805"/>
                </a:lnTo>
                <a:cubicBezTo>
                  <a:pt x="916661" y="41199"/>
                  <a:pt x="917931" y="44539"/>
                  <a:pt x="920090" y="46851"/>
                </a:cubicBezTo>
                <a:cubicBezTo>
                  <a:pt x="922376" y="49149"/>
                  <a:pt x="925551" y="50305"/>
                  <a:pt x="929615" y="50305"/>
                </a:cubicBezTo>
                <a:cubicBezTo>
                  <a:pt x="932155" y="50305"/>
                  <a:pt x="934187" y="49936"/>
                  <a:pt x="935965" y="49188"/>
                </a:cubicBezTo>
                <a:cubicBezTo>
                  <a:pt x="937743" y="48451"/>
                  <a:pt x="939394" y="47219"/>
                  <a:pt x="940791" y="45504"/>
                </a:cubicBezTo>
                <a:lnTo>
                  <a:pt x="944982" y="49670"/>
                </a:lnTo>
                <a:cubicBezTo>
                  <a:pt x="943712" y="51168"/>
                  <a:pt x="942315" y="52375"/>
                  <a:pt x="940791" y="53302"/>
                </a:cubicBezTo>
                <a:cubicBezTo>
                  <a:pt x="939267" y="54229"/>
                  <a:pt x="937743" y="54915"/>
                  <a:pt x="935838" y="55347"/>
                </a:cubicBezTo>
                <a:cubicBezTo>
                  <a:pt x="934060" y="55779"/>
                  <a:pt x="932028" y="56007"/>
                  <a:pt x="929615" y="56007"/>
                </a:cubicBezTo>
                <a:close/>
                <a:moveTo>
                  <a:pt x="939648" y="31636"/>
                </a:moveTo>
                <a:cubicBezTo>
                  <a:pt x="939267" y="27763"/>
                  <a:pt x="938124" y="24854"/>
                  <a:pt x="936219" y="22911"/>
                </a:cubicBezTo>
                <a:cubicBezTo>
                  <a:pt x="934314" y="20955"/>
                  <a:pt x="931774" y="19990"/>
                  <a:pt x="928599" y="19990"/>
                </a:cubicBezTo>
                <a:cubicBezTo>
                  <a:pt x="926440" y="19990"/>
                  <a:pt x="924662" y="20422"/>
                  <a:pt x="922884" y="21286"/>
                </a:cubicBezTo>
                <a:cubicBezTo>
                  <a:pt x="921233" y="22149"/>
                  <a:pt x="919836" y="23457"/>
                  <a:pt x="918820" y="25197"/>
                </a:cubicBezTo>
                <a:cubicBezTo>
                  <a:pt x="917677" y="26924"/>
                  <a:pt x="916915" y="29070"/>
                  <a:pt x="916661" y="31636"/>
                </a:cubicBezTo>
                <a:lnTo>
                  <a:pt x="939648" y="31636"/>
                </a:lnTo>
                <a:close/>
                <a:moveTo>
                  <a:pt x="954507" y="15037"/>
                </a:moveTo>
                <a:lnTo>
                  <a:pt x="960857" y="15037"/>
                </a:lnTo>
                <a:lnTo>
                  <a:pt x="960857" y="23635"/>
                </a:lnTo>
                <a:lnTo>
                  <a:pt x="960984" y="23635"/>
                </a:lnTo>
                <a:cubicBezTo>
                  <a:pt x="961746" y="20333"/>
                  <a:pt x="962889" y="17945"/>
                  <a:pt x="964540" y="16472"/>
                </a:cubicBezTo>
                <a:cubicBezTo>
                  <a:pt x="966064" y="14999"/>
                  <a:pt x="968096" y="14250"/>
                  <a:pt x="970509" y="14250"/>
                </a:cubicBezTo>
                <a:cubicBezTo>
                  <a:pt x="971144" y="14250"/>
                  <a:pt x="971652" y="14288"/>
                  <a:pt x="972287" y="14364"/>
                </a:cubicBezTo>
                <a:cubicBezTo>
                  <a:pt x="972795" y="14440"/>
                  <a:pt x="973303" y="14529"/>
                  <a:pt x="973684" y="14631"/>
                </a:cubicBezTo>
                <a:lnTo>
                  <a:pt x="973684" y="21210"/>
                </a:lnTo>
                <a:cubicBezTo>
                  <a:pt x="973303" y="21095"/>
                  <a:pt x="972795" y="20993"/>
                  <a:pt x="972160" y="20917"/>
                </a:cubicBezTo>
                <a:cubicBezTo>
                  <a:pt x="971525" y="20841"/>
                  <a:pt x="970890" y="20803"/>
                  <a:pt x="970382" y="20803"/>
                </a:cubicBezTo>
                <a:cubicBezTo>
                  <a:pt x="967080" y="20803"/>
                  <a:pt x="964667" y="21946"/>
                  <a:pt x="963270" y="24244"/>
                </a:cubicBezTo>
                <a:cubicBezTo>
                  <a:pt x="961873" y="26543"/>
                  <a:pt x="961111" y="29896"/>
                  <a:pt x="961111" y="34316"/>
                </a:cubicBezTo>
                <a:lnTo>
                  <a:pt x="961111" y="55258"/>
                </a:lnTo>
                <a:lnTo>
                  <a:pt x="954507" y="55258"/>
                </a:lnTo>
                <a:lnTo>
                  <a:pt x="954507" y="15037"/>
                </a:lnTo>
                <a:close/>
                <a:moveTo>
                  <a:pt x="992988" y="56007"/>
                </a:moveTo>
                <a:cubicBezTo>
                  <a:pt x="986130" y="56007"/>
                  <a:pt x="980669" y="53899"/>
                  <a:pt x="976859" y="49670"/>
                </a:cubicBezTo>
                <a:lnTo>
                  <a:pt x="981177" y="45403"/>
                </a:lnTo>
                <a:cubicBezTo>
                  <a:pt x="982955" y="47257"/>
                  <a:pt x="984733" y="48565"/>
                  <a:pt x="986638" y="49327"/>
                </a:cubicBezTo>
                <a:cubicBezTo>
                  <a:pt x="988416" y="50076"/>
                  <a:pt x="990575" y="50457"/>
                  <a:pt x="992988" y="50457"/>
                </a:cubicBezTo>
                <a:cubicBezTo>
                  <a:pt x="995401" y="50457"/>
                  <a:pt x="997433" y="50000"/>
                  <a:pt x="999084" y="49099"/>
                </a:cubicBezTo>
                <a:cubicBezTo>
                  <a:pt x="1000735" y="48197"/>
                  <a:pt x="1001624" y="46711"/>
                  <a:pt x="1001624" y="44653"/>
                </a:cubicBezTo>
                <a:cubicBezTo>
                  <a:pt x="1001624" y="43193"/>
                  <a:pt x="1001243" y="41999"/>
                  <a:pt x="1000354" y="41097"/>
                </a:cubicBezTo>
                <a:cubicBezTo>
                  <a:pt x="999592" y="40196"/>
                  <a:pt x="998449" y="39484"/>
                  <a:pt x="997179" y="38964"/>
                </a:cubicBezTo>
                <a:cubicBezTo>
                  <a:pt x="995909" y="38443"/>
                  <a:pt x="993877" y="37833"/>
                  <a:pt x="991464" y="37135"/>
                </a:cubicBezTo>
                <a:cubicBezTo>
                  <a:pt x="988924" y="36424"/>
                  <a:pt x="986765" y="35649"/>
                  <a:pt x="984987" y="34837"/>
                </a:cubicBezTo>
                <a:cubicBezTo>
                  <a:pt x="983209" y="34011"/>
                  <a:pt x="981685" y="32842"/>
                  <a:pt x="980542" y="31318"/>
                </a:cubicBezTo>
                <a:cubicBezTo>
                  <a:pt x="979272" y="29794"/>
                  <a:pt x="978764" y="27839"/>
                  <a:pt x="978764" y="25451"/>
                </a:cubicBezTo>
                <a:cubicBezTo>
                  <a:pt x="978764" y="23076"/>
                  <a:pt x="979272" y="21044"/>
                  <a:pt x="980415" y="19355"/>
                </a:cubicBezTo>
                <a:cubicBezTo>
                  <a:pt x="981685" y="17666"/>
                  <a:pt x="983336" y="16396"/>
                  <a:pt x="985495" y="15532"/>
                </a:cubicBezTo>
                <a:cubicBezTo>
                  <a:pt x="987527" y="14681"/>
                  <a:pt x="990067" y="14250"/>
                  <a:pt x="992861" y="14250"/>
                </a:cubicBezTo>
                <a:cubicBezTo>
                  <a:pt x="995655" y="14250"/>
                  <a:pt x="998195" y="14707"/>
                  <a:pt x="1000735" y="15608"/>
                </a:cubicBezTo>
                <a:cubicBezTo>
                  <a:pt x="1003275" y="16523"/>
                  <a:pt x="1005307" y="17844"/>
                  <a:pt x="1006958" y="19571"/>
                </a:cubicBezTo>
                <a:lnTo>
                  <a:pt x="1002767" y="23851"/>
                </a:lnTo>
                <a:cubicBezTo>
                  <a:pt x="1000100" y="21222"/>
                  <a:pt x="996798" y="19914"/>
                  <a:pt x="992861" y="19914"/>
                </a:cubicBezTo>
                <a:cubicBezTo>
                  <a:pt x="990448" y="19914"/>
                  <a:pt x="988670" y="20346"/>
                  <a:pt x="987273" y="21210"/>
                </a:cubicBezTo>
                <a:cubicBezTo>
                  <a:pt x="985876" y="22085"/>
                  <a:pt x="985241" y="23394"/>
                  <a:pt x="985241" y="25159"/>
                </a:cubicBezTo>
                <a:cubicBezTo>
                  <a:pt x="985241" y="26327"/>
                  <a:pt x="985622" y="27293"/>
                  <a:pt x="986384" y="28055"/>
                </a:cubicBezTo>
                <a:cubicBezTo>
                  <a:pt x="987273" y="28829"/>
                  <a:pt x="988289" y="29464"/>
                  <a:pt x="989686" y="29973"/>
                </a:cubicBezTo>
                <a:cubicBezTo>
                  <a:pt x="990956" y="30480"/>
                  <a:pt x="992861" y="31090"/>
                  <a:pt x="995401" y="31776"/>
                </a:cubicBezTo>
                <a:cubicBezTo>
                  <a:pt x="997941" y="32500"/>
                  <a:pt x="1000100" y="33262"/>
                  <a:pt x="1001878" y="34049"/>
                </a:cubicBezTo>
                <a:cubicBezTo>
                  <a:pt x="1003529" y="34849"/>
                  <a:pt x="1005053" y="36055"/>
                  <a:pt x="1006323" y="37681"/>
                </a:cubicBezTo>
                <a:cubicBezTo>
                  <a:pt x="1007466" y="39307"/>
                  <a:pt x="1008101" y="41453"/>
                  <a:pt x="1008101" y="44133"/>
                </a:cubicBezTo>
                <a:cubicBezTo>
                  <a:pt x="1008101" y="46610"/>
                  <a:pt x="1007466" y="48743"/>
                  <a:pt x="1006196" y="50533"/>
                </a:cubicBezTo>
                <a:cubicBezTo>
                  <a:pt x="1004926" y="52312"/>
                  <a:pt x="1003148" y="53670"/>
                  <a:pt x="1000862" y="54611"/>
                </a:cubicBezTo>
                <a:cubicBezTo>
                  <a:pt x="998576" y="55538"/>
                  <a:pt x="995909" y="56007"/>
                  <a:pt x="992988" y="56007"/>
                </a:cubicBezTo>
                <a:close/>
                <a:moveTo>
                  <a:pt x="1057250" y="56007"/>
                </a:moveTo>
                <a:cubicBezTo>
                  <a:pt x="1052170" y="56007"/>
                  <a:pt x="1047725" y="54902"/>
                  <a:pt x="1043915" y="52693"/>
                </a:cubicBezTo>
                <a:cubicBezTo>
                  <a:pt x="1039978" y="50483"/>
                  <a:pt x="1037057" y="47334"/>
                  <a:pt x="1034898" y="43256"/>
                </a:cubicBezTo>
                <a:cubicBezTo>
                  <a:pt x="1032739" y="39180"/>
                  <a:pt x="1031596" y="34430"/>
                  <a:pt x="1031596" y="29032"/>
                </a:cubicBezTo>
                <a:cubicBezTo>
                  <a:pt x="1031596" y="23623"/>
                  <a:pt x="1032739" y="18885"/>
                  <a:pt x="1034898" y="14808"/>
                </a:cubicBezTo>
                <a:cubicBezTo>
                  <a:pt x="1037057" y="10744"/>
                  <a:pt x="1039978" y="7595"/>
                  <a:pt x="1043915" y="5385"/>
                </a:cubicBezTo>
                <a:cubicBezTo>
                  <a:pt x="1047725" y="3163"/>
                  <a:pt x="1052170" y="2045"/>
                  <a:pt x="1057250" y="2045"/>
                </a:cubicBezTo>
                <a:cubicBezTo>
                  <a:pt x="1062203" y="2045"/>
                  <a:pt x="1066648" y="3163"/>
                  <a:pt x="1070458" y="5385"/>
                </a:cubicBezTo>
                <a:cubicBezTo>
                  <a:pt x="1074395" y="7595"/>
                  <a:pt x="1077443" y="10744"/>
                  <a:pt x="1079602" y="14808"/>
                </a:cubicBezTo>
                <a:cubicBezTo>
                  <a:pt x="1081761" y="18885"/>
                  <a:pt x="1082777" y="23623"/>
                  <a:pt x="1082777" y="29032"/>
                </a:cubicBezTo>
                <a:cubicBezTo>
                  <a:pt x="1082777" y="34430"/>
                  <a:pt x="1081761" y="39180"/>
                  <a:pt x="1079602" y="43256"/>
                </a:cubicBezTo>
                <a:cubicBezTo>
                  <a:pt x="1077443" y="47334"/>
                  <a:pt x="1074395" y="50483"/>
                  <a:pt x="1070458" y="52693"/>
                </a:cubicBezTo>
                <a:cubicBezTo>
                  <a:pt x="1066648" y="54902"/>
                  <a:pt x="1062203" y="56007"/>
                  <a:pt x="1057250" y="56007"/>
                </a:cubicBezTo>
                <a:close/>
                <a:moveTo>
                  <a:pt x="1038835" y="29032"/>
                </a:moveTo>
                <a:cubicBezTo>
                  <a:pt x="1038835" y="33198"/>
                  <a:pt x="1039597" y="36818"/>
                  <a:pt x="1040994" y="39891"/>
                </a:cubicBezTo>
                <a:cubicBezTo>
                  <a:pt x="1042518" y="42964"/>
                  <a:pt x="1044677" y="45327"/>
                  <a:pt x="1047471" y="46978"/>
                </a:cubicBezTo>
                <a:cubicBezTo>
                  <a:pt x="1050138" y="48629"/>
                  <a:pt x="1053440" y="49454"/>
                  <a:pt x="1057250" y="49454"/>
                </a:cubicBezTo>
                <a:cubicBezTo>
                  <a:pt x="1060933" y="49454"/>
                  <a:pt x="1064235" y="48629"/>
                  <a:pt x="1066902" y="46978"/>
                </a:cubicBezTo>
                <a:cubicBezTo>
                  <a:pt x="1069696" y="45327"/>
                  <a:pt x="1071855" y="42964"/>
                  <a:pt x="1073379" y="39891"/>
                </a:cubicBezTo>
                <a:cubicBezTo>
                  <a:pt x="1074776" y="36818"/>
                  <a:pt x="1075538" y="33198"/>
                  <a:pt x="1075538" y="29032"/>
                </a:cubicBezTo>
                <a:cubicBezTo>
                  <a:pt x="1075538" y="24854"/>
                  <a:pt x="1074776" y="21248"/>
                  <a:pt x="1073379" y="18174"/>
                </a:cubicBezTo>
                <a:cubicBezTo>
                  <a:pt x="1071855" y="15113"/>
                  <a:pt x="1069696" y="12764"/>
                  <a:pt x="1066902" y="11112"/>
                </a:cubicBezTo>
                <a:cubicBezTo>
                  <a:pt x="1064235" y="9461"/>
                  <a:pt x="1060933" y="8636"/>
                  <a:pt x="1057250" y="8636"/>
                </a:cubicBezTo>
                <a:cubicBezTo>
                  <a:pt x="1053440" y="8636"/>
                  <a:pt x="1050138" y="9461"/>
                  <a:pt x="1047471" y="11112"/>
                </a:cubicBezTo>
                <a:cubicBezTo>
                  <a:pt x="1044677" y="12764"/>
                  <a:pt x="1042518" y="15113"/>
                  <a:pt x="1040994" y="18174"/>
                </a:cubicBezTo>
                <a:cubicBezTo>
                  <a:pt x="1039597" y="21248"/>
                  <a:pt x="1038835" y="24854"/>
                  <a:pt x="1038835" y="29032"/>
                </a:cubicBezTo>
                <a:close/>
                <a:moveTo>
                  <a:pt x="1091667" y="15037"/>
                </a:moveTo>
                <a:lnTo>
                  <a:pt x="1098017" y="15037"/>
                </a:lnTo>
                <a:lnTo>
                  <a:pt x="1098017" y="23406"/>
                </a:lnTo>
                <a:lnTo>
                  <a:pt x="1098144" y="23406"/>
                </a:lnTo>
                <a:cubicBezTo>
                  <a:pt x="1099160" y="20803"/>
                  <a:pt x="1100684" y="18631"/>
                  <a:pt x="1102716" y="16879"/>
                </a:cubicBezTo>
                <a:cubicBezTo>
                  <a:pt x="1104748" y="15126"/>
                  <a:pt x="1107542" y="14250"/>
                  <a:pt x="1111225" y="14250"/>
                </a:cubicBezTo>
                <a:cubicBezTo>
                  <a:pt x="1114019" y="14250"/>
                  <a:pt x="1116305" y="14834"/>
                  <a:pt x="1118210" y="16002"/>
                </a:cubicBezTo>
                <a:cubicBezTo>
                  <a:pt x="1120115" y="17171"/>
                  <a:pt x="1121512" y="18821"/>
                  <a:pt x="1122401" y="20955"/>
                </a:cubicBezTo>
                <a:cubicBezTo>
                  <a:pt x="1123290" y="23089"/>
                  <a:pt x="1123798" y="25578"/>
                  <a:pt x="1123798" y="28435"/>
                </a:cubicBezTo>
                <a:lnTo>
                  <a:pt x="1123798" y="55258"/>
                </a:lnTo>
                <a:lnTo>
                  <a:pt x="1117067" y="55258"/>
                </a:lnTo>
                <a:lnTo>
                  <a:pt x="1117067" y="29731"/>
                </a:lnTo>
                <a:cubicBezTo>
                  <a:pt x="1117067" y="26632"/>
                  <a:pt x="1116432" y="24270"/>
                  <a:pt x="1115162" y="22644"/>
                </a:cubicBezTo>
                <a:cubicBezTo>
                  <a:pt x="1113892" y="21019"/>
                  <a:pt x="1111733" y="20206"/>
                  <a:pt x="1108812" y="20206"/>
                </a:cubicBezTo>
                <a:cubicBezTo>
                  <a:pt x="1106653" y="20206"/>
                  <a:pt x="1104875" y="20663"/>
                  <a:pt x="1103224" y="21590"/>
                </a:cubicBezTo>
                <a:cubicBezTo>
                  <a:pt x="1101700" y="22505"/>
                  <a:pt x="1100430" y="23838"/>
                  <a:pt x="1099668" y="25603"/>
                </a:cubicBezTo>
                <a:cubicBezTo>
                  <a:pt x="1098779" y="27369"/>
                  <a:pt x="1098271" y="29477"/>
                  <a:pt x="1098271" y="31928"/>
                </a:cubicBezTo>
                <a:lnTo>
                  <a:pt x="1098271" y="55258"/>
                </a:lnTo>
                <a:lnTo>
                  <a:pt x="1091667" y="55258"/>
                </a:lnTo>
                <a:lnTo>
                  <a:pt x="1091667" y="15037"/>
                </a:lnTo>
                <a:close/>
                <a:moveTo>
                  <a:pt x="1143229" y="55855"/>
                </a:moveTo>
                <a:cubicBezTo>
                  <a:pt x="1141070" y="55855"/>
                  <a:pt x="1139292" y="55487"/>
                  <a:pt x="1137895" y="54776"/>
                </a:cubicBezTo>
                <a:cubicBezTo>
                  <a:pt x="1136498" y="54052"/>
                  <a:pt x="1135609" y="52984"/>
                  <a:pt x="1134974" y="51550"/>
                </a:cubicBezTo>
                <a:cubicBezTo>
                  <a:pt x="1134339" y="50127"/>
                  <a:pt x="1133958" y="48311"/>
                  <a:pt x="1133958" y="46101"/>
                </a:cubicBezTo>
                <a:lnTo>
                  <a:pt x="1133958" y="0"/>
                </a:lnTo>
                <a:lnTo>
                  <a:pt x="1140689" y="0"/>
                </a:lnTo>
                <a:lnTo>
                  <a:pt x="1140689" y="45060"/>
                </a:lnTo>
                <a:cubicBezTo>
                  <a:pt x="1140689" y="46304"/>
                  <a:pt x="1140816" y="47257"/>
                  <a:pt x="1141070" y="47930"/>
                </a:cubicBezTo>
                <a:cubicBezTo>
                  <a:pt x="1141324" y="48603"/>
                  <a:pt x="1141705" y="49073"/>
                  <a:pt x="1142213" y="49365"/>
                </a:cubicBezTo>
                <a:cubicBezTo>
                  <a:pt x="1142721" y="49644"/>
                  <a:pt x="1143483" y="49785"/>
                  <a:pt x="1144499" y="49785"/>
                </a:cubicBezTo>
                <a:cubicBezTo>
                  <a:pt x="1145134" y="49785"/>
                  <a:pt x="1145769" y="49733"/>
                  <a:pt x="1146404" y="49644"/>
                </a:cubicBezTo>
                <a:cubicBezTo>
                  <a:pt x="1147039" y="49543"/>
                  <a:pt x="1147547" y="49429"/>
                  <a:pt x="1148055" y="49302"/>
                </a:cubicBezTo>
                <a:lnTo>
                  <a:pt x="1148055" y="55258"/>
                </a:lnTo>
                <a:cubicBezTo>
                  <a:pt x="1147420" y="55461"/>
                  <a:pt x="1146658" y="55601"/>
                  <a:pt x="1145896" y="55703"/>
                </a:cubicBezTo>
                <a:cubicBezTo>
                  <a:pt x="1145007" y="55804"/>
                  <a:pt x="1144118" y="55855"/>
                  <a:pt x="1143229" y="55855"/>
                </a:cubicBezTo>
                <a:close/>
                <a:moveTo>
                  <a:pt x="1155294" y="71857"/>
                </a:moveTo>
                <a:cubicBezTo>
                  <a:pt x="1153897" y="71857"/>
                  <a:pt x="1152373" y="71755"/>
                  <a:pt x="1150976" y="71552"/>
                </a:cubicBezTo>
                <a:lnTo>
                  <a:pt x="1150976" y="65786"/>
                </a:lnTo>
                <a:cubicBezTo>
                  <a:pt x="1151992" y="66078"/>
                  <a:pt x="1153135" y="66231"/>
                  <a:pt x="1154786" y="66231"/>
                </a:cubicBezTo>
                <a:cubicBezTo>
                  <a:pt x="1156310" y="66231"/>
                  <a:pt x="1157580" y="66040"/>
                  <a:pt x="1158469" y="65660"/>
                </a:cubicBezTo>
                <a:cubicBezTo>
                  <a:pt x="1159485" y="65278"/>
                  <a:pt x="1160374" y="64694"/>
                  <a:pt x="1160882" y="63932"/>
                </a:cubicBezTo>
                <a:cubicBezTo>
                  <a:pt x="1161517" y="63157"/>
                  <a:pt x="1162152" y="62129"/>
                  <a:pt x="1162660" y="60833"/>
                </a:cubicBezTo>
                <a:lnTo>
                  <a:pt x="1164819" y="55144"/>
                </a:lnTo>
                <a:lnTo>
                  <a:pt x="1148690" y="15037"/>
                </a:lnTo>
                <a:lnTo>
                  <a:pt x="1155802" y="15037"/>
                </a:lnTo>
                <a:lnTo>
                  <a:pt x="1164438" y="37288"/>
                </a:lnTo>
                <a:cubicBezTo>
                  <a:pt x="1165073" y="39142"/>
                  <a:pt x="1165835" y="41237"/>
                  <a:pt x="1166597" y="43574"/>
                </a:cubicBezTo>
                <a:cubicBezTo>
                  <a:pt x="1167359" y="45910"/>
                  <a:pt x="1167867" y="47282"/>
                  <a:pt x="1167994" y="47702"/>
                </a:cubicBezTo>
                <a:cubicBezTo>
                  <a:pt x="1168121" y="47358"/>
                  <a:pt x="1168629" y="46038"/>
                  <a:pt x="1169391" y="43765"/>
                </a:cubicBezTo>
                <a:cubicBezTo>
                  <a:pt x="1170534" y="40932"/>
                  <a:pt x="1171169" y="39002"/>
                  <a:pt x="1171550" y="37960"/>
                </a:cubicBezTo>
                <a:lnTo>
                  <a:pt x="1179424" y="15037"/>
                </a:lnTo>
                <a:lnTo>
                  <a:pt x="1186536" y="15037"/>
                </a:lnTo>
                <a:lnTo>
                  <a:pt x="1167994" y="63030"/>
                </a:lnTo>
                <a:cubicBezTo>
                  <a:pt x="1167232" y="65088"/>
                  <a:pt x="1166343" y="66752"/>
                  <a:pt x="1165327" y="67996"/>
                </a:cubicBezTo>
                <a:cubicBezTo>
                  <a:pt x="1164438" y="69253"/>
                  <a:pt x="1163041" y="70206"/>
                  <a:pt x="1161517" y="70866"/>
                </a:cubicBezTo>
                <a:cubicBezTo>
                  <a:pt x="1159866" y="71527"/>
                  <a:pt x="1157834" y="71857"/>
                  <a:pt x="1155294" y="71857"/>
                </a:cubicBezTo>
                <a:close/>
              </a:path>
            </a:pathLst>
          </a:custGeom>
          <a:solidFill>
            <a:srgbClr val="000000">
              <a:alpha val="50196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5175" cy="6858000"/>
          </a:xfrm>
          <a:prstGeom prst="rect">
            <a:avLst/>
          </a:prstGeom>
        </p:spPr>
      </p:pic>
      <p:sp>
        <p:nvSpPr>
          <p:cNvPr id="10" name="Editable vector"/>
          <p:cNvSpPr/>
          <p:nvPr/>
        </p:nvSpPr>
        <p:spPr>
          <a:xfrm>
            <a:off x="531876" y="6537959"/>
            <a:ext cx="348995" cy="161544"/>
          </a:xfrm>
          <a:custGeom>
            <a:avLst/>
            <a:gdLst/>
            <a:ahLst/>
            <a:cxnLst/>
            <a:rect l="0" t="0" r="r" b="b"/>
            <a:pathLst>
              <a:path w="348996" h="161544" fill="none" stroke="1" extrusionOk="0">
                <a:moveTo>
                  <a:pt x="0" y="0"/>
                </a:moveTo>
                <a:lnTo>
                  <a:pt x="348996" y="0"/>
                </a:lnTo>
                <a:lnTo>
                  <a:pt x="348996" y="161544"/>
                </a:lnTo>
                <a:lnTo>
                  <a:pt x="0" y="161544"/>
                </a:lnTo>
                <a:close/>
              </a:path>
            </a:pathLst>
          </a:custGeom>
          <a:noFill/>
          <a:ln w="1778" cap="flat">
            <a:solidFill>
              <a:srgbClr val="000000">
                <a:alpha val="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0579" y="156959"/>
            <a:ext cx="368820" cy="36882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1811" y="106705"/>
            <a:ext cx="463283" cy="528802"/>
          </a:xfrm>
          <a:prstGeom prst="rect">
            <a:avLst/>
          </a:prstGeom>
        </p:spPr>
      </p:pic>
      <p:sp>
        <p:nvSpPr>
          <p:cNvPr id="16" name="Editable vector"/>
          <p:cNvSpPr/>
          <p:nvPr/>
        </p:nvSpPr>
        <p:spPr>
          <a:xfrm>
            <a:off x="4698365" y="215265"/>
            <a:ext cx="257175" cy="256285"/>
          </a:xfrm>
          <a:custGeom>
            <a:avLst/>
            <a:gdLst/>
            <a:ahLst/>
            <a:cxnLst/>
            <a:rect l="0" t="0" r="r" b="b"/>
            <a:pathLst>
              <a:path w="257175" h="256286" fill="norm" stroke="1" extrusionOk="0">
                <a:moveTo>
                  <a:pt x="0" y="42672"/>
                </a:moveTo>
                <a:cubicBezTo>
                  <a:pt x="0" y="19177"/>
                  <a:pt x="19050" y="0"/>
                  <a:pt x="42672" y="0"/>
                </a:cubicBezTo>
                <a:lnTo>
                  <a:pt x="214503" y="0"/>
                </a:lnTo>
                <a:cubicBezTo>
                  <a:pt x="238125" y="0"/>
                  <a:pt x="257175" y="19177"/>
                  <a:pt x="257175" y="42672"/>
                </a:cubicBezTo>
                <a:lnTo>
                  <a:pt x="257175" y="213487"/>
                </a:lnTo>
                <a:cubicBezTo>
                  <a:pt x="257175" y="237109"/>
                  <a:pt x="238125" y="256286"/>
                  <a:pt x="214503" y="256286"/>
                </a:cubicBezTo>
                <a:lnTo>
                  <a:pt x="42672" y="256286"/>
                </a:lnTo>
                <a:cubicBezTo>
                  <a:pt x="19050" y="256286"/>
                  <a:pt x="0" y="237109"/>
                  <a:pt x="0" y="213487"/>
                </a:cubicBezTo>
                <a:lnTo>
                  <a:pt x="0" y="42672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Editable vector"/>
          <p:cNvSpPr/>
          <p:nvPr/>
        </p:nvSpPr>
        <p:spPr>
          <a:xfrm>
            <a:off x="687463" y="1937130"/>
            <a:ext cx="8058391" cy="1341501"/>
          </a:xfrm>
          <a:custGeom>
            <a:avLst/>
            <a:gdLst/>
            <a:ahLst/>
            <a:cxnLst/>
            <a:rect l="0" t="0" r="r" b="b"/>
            <a:pathLst>
              <a:path w="8058392" h="1341501" fill="norm" stroke="0" extrusionOk="0">
                <a:moveTo>
                  <a:pt x="0" y="94742"/>
                </a:moveTo>
                <a:cubicBezTo>
                  <a:pt x="0" y="42418"/>
                  <a:pt x="42405" y="0"/>
                  <a:pt x="94717" y="0"/>
                </a:cubicBezTo>
                <a:lnTo>
                  <a:pt x="7963649" y="0"/>
                </a:lnTo>
                <a:cubicBezTo>
                  <a:pt x="8015973" y="0"/>
                  <a:pt x="8058392" y="42418"/>
                  <a:pt x="8058392" y="94742"/>
                </a:cubicBezTo>
                <a:lnTo>
                  <a:pt x="8058392" y="1246759"/>
                </a:lnTo>
                <a:cubicBezTo>
                  <a:pt x="8058392" y="1299083"/>
                  <a:pt x="8015973" y="1341501"/>
                  <a:pt x="7963649" y="1341501"/>
                </a:cubicBezTo>
                <a:lnTo>
                  <a:pt x="94717" y="1341501"/>
                </a:lnTo>
                <a:cubicBezTo>
                  <a:pt x="42405" y="1341501"/>
                  <a:pt x="0" y="1299083"/>
                  <a:pt x="0" y="1246759"/>
                </a:cubicBezTo>
                <a:lnTo>
                  <a:pt x="0" y="94742"/>
                </a:lnTo>
                <a:close/>
              </a:path>
            </a:pathLst>
          </a:custGeom>
          <a:solidFill>
            <a:srgbClr val="C1B3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Editable vector"/>
          <p:cNvSpPr/>
          <p:nvPr/>
        </p:nvSpPr>
        <p:spPr>
          <a:xfrm>
            <a:off x="681227" y="3393440"/>
            <a:ext cx="8058403" cy="1341501"/>
          </a:xfrm>
          <a:custGeom>
            <a:avLst/>
            <a:gdLst/>
            <a:ahLst/>
            <a:cxnLst/>
            <a:rect l="0" t="0" r="r" b="b"/>
            <a:pathLst>
              <a:path w="8058404" h="1341501" fill="norm" stroke="0" extrusionOk="0">
                <a:moveTo>
                  <a:pt x="0" y="94742"/>
                </a:moveTo>
                <a:cubicBezTo>
                  <a:pt x="0" y="42418"/>
                  <a:pt x="42418" y="0"/>
                  <a:pt x="94729" y="0"/>
                </a:cubicBezTo>
                <a:lnTo>
                  <a:pt x="7963662" y="0"/>
                </a:lnTo>
                <a:cubicBezTo>
                  <a:pt x="8015986" y="0"/>
                  <a:pt x="8058404" y="42418"/>
                  <a:pt x="8058404" y="94742"/>
                </a:cubicBezTo>
                <a:lnTo>
                  <a:pt x="8058404" y="1246759"/>
                </a:lnTo>
                <a:cubicBezTo>
                  <a:pt x="8058404" y="1299083"/>
                  <a:pt x="8015986" y="1341501"/>
                  <a:pt x="7963662" y="1341501"/>
                </a:cubicBezTo>
                <a:lnTo>
                  <a:pt x="94729" y="1341501"/>
                </a:lnTo>
                <a:cubicBezTo>
                  <a:pt x="42418" y="1341501"/>
                  <a:pt x="0" y="1299083"/>
                  <a:pt x="0" y="1246759"/>
                </a:cubicBezTo>
                <a:lnTo>
                  <a:pt x="0" y="94742"/>
                </a:lnTo>
                <a:close/>
              </a:path>
            </a:pathLst>
          </a:custGeom>
          <a:solidFill>
            <a:srgbClr val="89D1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Editable vector"/>
          <p:cNvSpPr/>
          <p:nvPr/>
        </p:nvSpPr>
        <p:spPr>
          <a:xfrm>
            <a:off x="681227" y="4849748"/>
            <a:ext cx="8058403" cy="1341539"/>
          </a:xfrm>
          <a:custGeom>
            <a:avLst/>
            <a:gdLst/>
            <a:ahLst/>
            <a:cxnLst/>
            <a:rect l="0" t="0" r="r" b="b"/>
            <a:pathLst>
              <a:path w="8058404" h="1341539" fill="norm" stroke="0" extrusionOk="0">
                <a:moveTo>
                  <a:pt x="0" y="94742"/>
                </a:moveTo>
                <a:cubicBezTo>
                  <a:pt x="0" y="42418"/>
                  <a:pt x="42418" y="0"/>
                  <a:pt x="94729" y="0"/>
                </a:cubicBezTo>
                <a:lnTo>
                  <a:pt x="7963662" y="0"/>
                </a:lnTo>
                <a:cubicBezTo>
                  <a:pt x="8015986" y="0"/>
                  <a:pt x="8058404" y="42418"/>
                  <a:pt x="8058404" y="94742"/>
                </a:cubicBezTo>
                <a:lnTo>
                  <a:pt x="8058404" y="1246810"/>
                </a:lnTo>
                <a:cubicBezTo>
                  <a:pt x="8058404" y="1299121"/>
                  <a:pt x="8015986" y="1341539"/>
                  <a:pt x="7963662" y="1341539"/>
                </a:cubicBezTo>
                <a:lnTo>
                  <a:pt x="94729" y="1341539"/>
                </a:lnTo>
                <a:cubicBezTo>
                  <a:pt x="42418" y="1341539"/>
                  <a:pt x="0" y="1299121"/>
                  <a:pt x="0" y="1246810"/>
                </a:cubicBezTo>
                <a:lnTo>
                  <a:pt x="0" y="94742"/>
                </a:lnTo>
                <a:close/>
              </a:path>
            </a:pathLst>
          </a:custGeom>
          <a:solidFill>
            <a:srgbClr val="002A86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Editable vector"/>
          <p:cNvSpPr/>
          <p:nvPr/>
        </p:nvSpPr>
        <p:spPr>
          <a:xfrm>
            <a:off x="8221980" y="2781808"/>
            <a:ext cx="19050" cy="2795142"/>
          </a:xfrm>
          <a:custGeom>
            <a:avLst/>
            <a:gdLst/>
            <a:ahLst/>
            <a:cxnLst/>
            <a:rect l="0" t="0" r="r" b="b"/>
            <a:pathLst>
              <a:path w="19050" h="2795143" fill="norm" stroke="0" extrusionOk="0">
                <a:moveTo>
                  <a:pt x="0" y="2781300"/>
                </a:moveTo>
                <a:lnTo>
                  <a:pt x="0" y="2795143"/>
                </a:lnTo>
                <a:lnTo>
                  <a:pt x="19050" y="2795143"/>
                </a:lnTo>
                <a:lnTo>
                  <a:pt x="19050" y="2781300"/>
                </a:lnTo>
                <a:close/>
                <a:moveTo>
                  <a:pt x="0" y="2743200"/>
                </a:moveTo>
                <a:lnTo>
                  <a:pt x="0" y="2762250"/>
                </a:lnTo>
                <a:lnTo>
                  <a:pt x="19050" y="2762250"/>
                </a:lnTo>
                <a:lnTo>
                  <a:pt x="19050" y="2743200"/>
                </a:lnTo>
                <a:close/>
                <a:moveTo>
                  <a:pt x="0" y="2705100"/>
                </a:moveTo>
                <a:lnTo>
                  <a:pt x="0" y="2724150"/>
                </a:lnTo>
                <a:lnTo>
                  <a:pt x="19050" y="2724150"/>
                </a:lnTo>
                <a:lnTo>
                  <a:pt x="19050" y="2705100"/>
                </a:lnTo>
                <a:close/>
                <a:moveTo>
                  <a:pt x="0" y="2667000"/>
                </a:moveTo>
                <a:lnTo>
                  <a:pt x="0" y="2686050"/>
                </a:lnTo>
                <a:lnTo>
                  <a:pt x="19050" y="2686050"/>
                </a:lnTo>
                <a:lnTo>
                  <a:pt x="19050" y="2667000"/>
                </a:lnTo>
                <a:close/>
                <a:moveTo>
                  <a:pt x="0" y="2628900"/>
                </a:moveTo>
                <a:lnTo>
                  <a:pt x="0" y="2647950"/>
                </a:lnTo>
                <a:lnTo>
                  <a:pt x="19050" y="2647950"/>
                </a:lnTo>
                <a:lnTo>
                  <a:pt x="19050" y="2628900"/>
                </a:lnTo>
                <a:close/>
                <a:moveTo>
                  <a:pt x="0" y="2590800"/>
                </a:moveTo>
                <a:lnTo>
                  <a:pt x="0" y="2609850"/>
                </a:lnTo>
                <a:lnTo>
                  <a:pt x="19050" y="2609850"/>
                </a:lnTo>
                <a:lnTo>
                  <a:pt x="19050" y="2590800"/>
                </a:lnTo>
                <a:close/>
                <a:moveTo>
                  <a:pt x="0" y="2552700"/>
                </a:moveTo>
                <a:lnTo>
                  <a:pt x="0" y="2571750"/>
                </a:lnTo>
                <a:lnTo>
                  <a:pt x="19050" y="2571750"/>
                </a:lnTo>
                <a:lnTo>
                  <a:pt x="19050" y="2552700"/>
                </a:lnTo>
                <a:close/>
                <a:moveTo>
                  <a:pt x="0" y="2514600"/>
                </a:moveTo>
                <a:lnTo>
                  <a:pt x="0" y="2533650"/>
                </a:lnTo>
                <a:lnTo>
                  <a:pt x="19050" y="2533650"/>
                </a:lnTo>
                <a:lnTo>
                  <a:pt x="19050" y="2514600"/>
                </a:lnTo>
                <a:close/>
                <a:moveTo>
                  <a:pt x="0" y="2476500"/>
                </a:moveTo>
                <a:lnTo>
                  <a:pt x="0" y="2495550"/>
                </a:lnTo>
                <a:lnTo>
                  <a:pt x="19050" y="2495550"/>
                </a:lnTo>
                <a:lnTo>
                  <a:pt x="19050" y="2476500"/>
                </a:lnTo>
                <a:close/>
                <a:moveTo>
                  <a:pt x="0" y="2438400"/>
                </a:moveTo>
                <a:lnTo>
                  <a:pt x="0" y="2457450"/>
                </a:lnTo>
                <a:lnTo>
                  <a:pt x="19050" y="2457450"/>
                </a:lnTo>
                <a:lnTo>
                  <a:pt x="19050" y="2438400"/>
                </a:lnTo>
                <a:close/>
                <a:moveTo>
                  <a:pt x="0" y="2400300"/>
                </a:moveTo>
                <a:lnTo>
                  <a:pt x="0" y="2419350"/>
                </a:lnTo>
                <a:lnTo>
                  <a:pt x="19050" y="2419350"/>
                </a:lnTo>
                <a:lnTo>
                  <a:pt x="19050" y="2400300"/>
                </a:lnTo>
                <a:close/>
                <a:moveTo>
                  <a:pt x="0" y="2362200"/>
                </a:moveTo>
                <a:lnTo>
                  <a:pt x="0" y="2381250"/>
                </a:lnTo>
                <a:lnTo>
                  <a:pt x="19050" y="2381250"/>
                </a:lnTo>
                <a:lnTo>
                  <a:pt x="19050" y="2362200"/>
                </a:lnTo>
                <a:close/>
                <a:moveTo>
                  <a:pt x="0" y="2324100"/>
                </a:moveTo>
                <a:lnTo>
                  <a:pt x="0" y="2343150"/>
                </a:lnTo>
                <a:lnTo>
                  <a:pt x="19050" y="2343150"/>
                </a:lnTo>
                <a:lnTo>
                  <a:pt x="19050" y="2324100"/>
                </a:lnTo>
                <a:close/>
                <a:moveTo>
                  <a:pt x="0" y="2286000"/>
                </a:moveTo>
                <a:lnTo>
                  <a:pt x="0" y="2305050"/>
                </a:lnTo>
                <a:lnTo>
                  <a:pt x="19050" y="2305050"/>
                </a:lnTo>
                <a:lnTo>
                  <a:pt x="19050" y="2286000"/>
                </a:lnTo>
                <a:close/>
                <a:moveTo>
                  <a:pt x="0" y="2247900"/>
                </a:moveTo>
                <a:lnTo>
                  <a:pt x="0" y="2266950"/>
                </a:lnTo>
                <a:lnTo>
                  <a:pt x="19050" y="2266950"/>
                </a:lnTo>
                <a:lnTo>
                  <a:pt x="19050" y="2247900"/>
                </a:lnTo>
                <a:close/>
                <a:moveTo>
                  <a:pt x="0" y="2209800"/>
                </a:moveTo>
                <a:lnTo>
                  <a:pt x="0" y="2228850"/>
                </a:lnTo>
                <a:lnTo>
                  <a:pt x="19050" y="2228850"/>
                </a:lnTo>
                <a:lnTo>
                  <a:pt x="19050" y="2209800"/>
                </a:lnTo>
                <a:close/>
                <a:moveTo>
                  <a:pt x="0" y="2171700"/>
                </a:moveTo>
                <a:lnTo>
                  <a:pt x="0" y="2190750"/>
                </a:lnTo>
                <a:lnTo>
                  <a:pt x="19050" y="2190750"/>
                </a:lnTo>
                <a:lnTo>
                  <a:pt x="19050" y="2171700"/>
                </a:lnTo>
                <a:close/>
                <a:moveTo>
                  <a:pt x="0" y="2133600"/>
                </a:moveTo>
                <a:lnTo>
                  <a:pt x="0" y="2152650"/>
                </a:lnTo>
                <a:lnTo>
                  <a:pt x="19050" y="2152650"/>
                </a:lnTo>
                <a:lnTo>
                  <a:pt x="19050" y="2133600"/>
                </a:lnTo>
                <a:close/>
                <a:moveTo>
                  <a:pt x="0" y="2095500"/>
                </a:moveTo>
                <a:lnTo>
                  <a:pt x="0" y="2114550"/>
                </a:lnTo>
                <a:lnTo>
                  <a:pt x="19050" y="2114550"/>
                </a:lnTo>
                <a:lnTo>
                  <a:pt x="19050" y="2095500"/>
                </a:lnTo>
                <a:close/>
                <a:moveTo>
                  <a:pt x="0" y="2057400"/>
                </a:moveTo>
                <a:lnTo>
                  <a:pt x="0" y="2076450"/>
                </a:lnTo>
                <a:lnTo>
                  <a:pt x="19050" y="2076450"/>
                </a:lnTo>
                <a:lnTo>
                  <a:pt x="19050" y="2057400"/>
                </a:lnTo>
                <a:close/>
                <a:moveTo>
                  <a:pt x="0" y="2019300"/>
                </a:moveTo>
                <a:lnTo>
                  <a:pt x="0" y="2038350"/>
                </a:lnTo>
                <a:lnTo>
                  <a:pt x="19050" y="2038350"/>
                </a:lnTo>
                <a:lnTo>
                  <a:pt x="19050" y="2019300"/>
                </a:lnTo>
                <a:close/>
                <a:moveTo>
                  <a:pt x="0" y="1981200"/>
                </a:moveTo>
                <a:lnTo>
                  <a:pt x="0" y="2000250"/>
                </a:lnTo>
                <a:lnTo>
                  <a:pt x="19050" y="2000250"/>
                </a:lnTo>
                <a:lnTo>
                  <a:pt x="19050" y="1981200"/>
                </a:lnTo>
                <a:close/>
                <a:moveTo>
                  <a:pt x="0" y="1943100"/>
                </a:moveTo>
                <a:lnTo>
                  <a:pt x="0" y="1962150"/>
                </a:lnTo>
                <a:lnTo>
                  <a:pt x="19050" y="1962150"/>
                </a:lnTo>
                <a:lnTo>
                  <a:pt x="19050" y="1943100"/>
                </a:lnTo>
                <a:close/>
                <a:moveTo>
                  <a:pt x="0" y="1905000"/>
                </a:moveTo>
                <a:lnTo>
                  <a:pt x="0" y="1924050"/>
                </a:lnTo>
                <a:lnTo>
                  <a:pt x="19050" y="1924050"/>
                </a:lnTo>
                <a:lnTo>
                  <a:pt x="19050" y="1905000"/>
                </a:lnTo>
                <a:close/>
                <a:moveTo>
                  <a:pt x="0" y="1866900"/>
                </a:moveTo>
                <a:lnTo>
                  <a:pt x="0" y="1885950"/>
                </a:lnTo>
                <a:lnTo>
                  <a:pt x="19050" y="1885950"/>
                </a:lnTo>
                <a:lnTo>
                  <a:pt x="19050" y="1866900"/>
                </a:lnTo>
                <a:close/>
                <a:moveTo>
                  <a:pt x="0" y="1828800"/>
                </a:moveTo>
                <a:lnTo>
                  <a:pt x="0" y="1847850"/>
                </a:lnTo>
                <a:lnTo>
                  <a:pt x="19050" y="1847850"/>
                </a:lnTo>
                <a:lnTo>
                  <a:pt x="19050" y="1828800"/>
                </a:lnTo>
                <a:close/>
                <a:moveTo>
                  <a:pt x="0" y="1790700"/>
                </a:moveTo>
                <a:lnTo>
                  <a:pt x="0" y="1809750"/>
                </a:lnTo>
                <a:lnTo>
                  <a:pt x="19050" y="1809750"/>
                </a:lnTo>
                <a:lnTo>
                  <a:pt x="19050" y="1790700"/>
                </a:lnTo>
                <a:close/>
                <a:moveTo>
                  <a:pt x="0" y="1752600"/>
                </a:moveTo>
                <a:lnTo>
                  <a:pt x="0" y="1771650"/>
                </a:lnTo>
                <a:lnTo>
                  <a:pt x="19050" y="1771650"/>
                </a:lnTo>
                <a:lnTo>
                  <a:pt x="19050" y="1752600"/>
                </a:lnTo>
                <a:close/>
                <a:moveTo>
                  <a:pt x="0" y="1714500"/>
                </a:moveTo>
                <a:lnTo>
                  <a:pt x="0" y="1733550"/>
                </a:lnTo>
                <a:lnTo>
                  <a:pt x="19050" y="1733550"/>
                </a:lnTo>
                <a:lnTo>
                  <a:pt x="19050" y="1714500"/>
                </a:lnTo>
                <a:close/>
                <a:moveTo>
                  <a:pt x="0" y="1676400"/>
                </a:moveTo>
                <a:lnTo>
                  <a:pt x="0" y="1695450"/>
                </a:lnTo>
                <a:lnTo>
                  <a:pt x="19050" y="1695450"/>
                </a:lnTo>
                <a:lnTo>
                  <a:pt x="19050" y="1676400"/>
                </a:lnTo>
                <a:close/>
                <a:moveTo>
                  <a:pt x="0" y="1638300"/>
                </a:moveTo>
                <a:lnTo>
                  <a:pt x="0" y="1657350"/>
                </a:lnTo>
                <a:lnTo>
                  <a:pt x="19050" y="1657350"/>
                </a:lnTo>
                <a:lnTo>
                  <a:pt x="19050" y="1638300"/>
                </a:lnTo>
                <a:close/>
                <a:moveTo>
                  <a:pt x="0" y="1600200"/>
                </a:moveTo>
                <a:lnTo>
                  <a:pt x="0" y="1619250"/>
                </a:lnTo>
                <a:lnTo>
                  <a:pt x="19050" y="1619250"/>
                </a:lnTo>
                <a:lnTo>
                  <a:pt x="19050" y="1600200"/>
                </a:lnTo>
                <a:close/>
                <a:moveTo>
                  <a:pt x="0" y="1562100"/>
                </a:moveTo>
                <a:lnTo>
                  <a:pt x="0" y="1581150"/>
                </a:lnTo>
                <a:lnTo>
                  <a:pt x="19050" y="1581150"/>
                </a:lnTo>
                <a:lnTo>
                  <a:pt x="19050" y="1562100"/>
                </a:lnTo>
                <a:close/>
                <a:moveTo>
                  <a:pt x="0" y="1524000"/>
                </a:moveTo>
                <a:lnTo>
                  <a:pt x="0" y="1543050"/>
                </a:lnTo>
                <a:lnTo>
                  <a:pt x="19050" y="1543050"/>
                </a:lnTo>
                <a:lnTo>
                  <a:pt x="19050" y="1524000"/>
                </a:lnTo>
                <a:close/>
                <a:moveTo>
                  <a:pt x="0" y="1485900"/>
                </a:moveTo>
                <a:lnTo>
                  <a:pt x="0" y="1504950"/>
                </a:lnTo>
                <a:lnTo>
                  <a:pt x="19050" y="1504950"/>
                </a:lnTo>
                <a:lnTo>
                  <a:pt x="19050" y="1485900"/>
                </a:lnTo>
                <a:close/>
                <a:moveTo>
                  <a:pt x="0" y="1447800"/>
                </a:moveTo>
                <a:lnTo>
                  <a:pt x="0" y="1466850"/>
                </a:lnTo>
                <a:lnTo>
                  <a:pt x="19050" y="1466850"/>
                </a:lnTo>
                <a:lnTo>
                  <a:pt x="19050" y="1447800"/>
                </a:lnTo>
                <a:close/>
                <a:moveTo>
                  <a:pt x="0" y="1409700"/>
                </a:moveTo>
                <a:lnTo>
                  <a:pt x="0" y="1428750"/>
                </a:lnTo>
                <a:lnTo>
                  <a:pt x="19050" y="1428750"/>
                </a:lnTo>
                <a:lnTo>
                  <a:pt x="19050" y="1409700"/>
                </a:lnTo>
                <a:close/>
                <a:moveTo>
                  <a:pt x="0" y="1371600"/>
                </a:moveTo>
                <a:lnTo>
                  <a:pt x="0" y="1390650"/>
                </a:lnTo>
                <a:lnTo>
                  <a:pt x="19050" y="1390650"/>
                </a:lnTo>
                <a:lnTo>
                  <a:pt x="19050" y="1371600"/>
                </a:lnTo>
                <a:close/>
                <a:moveTo>
                  <a:pt x="0" y="1333500"/>
                </a:moveTo>
                <a:lnTo>
                  <a:pt x="0" y="1352550"/>
                </a:lnTo>
                <a:lnTo>
                  <a:pt x="19050" y="1352550"/>
                </a:lnTo>
                <a:lnTo>
                  <a:pt x="19050" y="1333500"/>
                </a:lnTo>
                <a:close/>
                <a:moveTo>
                  <a:pt x="0" y="1295400"/>
                </a:moveTo>
                <a:lnTo>
                  <a:pt x="0" y="1314450"/>
                </a:lnTo>
                <a:lnTo>
                  <a:pt x="19050" y="1314450"/>
                </a:lnTo>
                <a:lnTo>
                  <a:pt x="19050" y="1295400"/>
                </a:lnTo>
                <a:close/>
                <a:moveTo>
                  <a:pt x="0" y="1257300"/>
                </a:moveTo>
                <a:lnTo>
                  <a:pt x="0" y="1276350"/>
                </a:lnTo>
                <a:lnTo>
                  <a:pt x="19050" y="1276350"/>
                </a:lnTo>
                <a:lnTo>
                  <a:pt x="19050" y="1257300"/>
                </a:lnTo>
                <a:close/>
                <a:moveTo>
                  <a:pt x="0" y="1219200"/>
                </a:moveTo>
                <a:lnTo>
                  <a:pt x="0" y="1238250"/>
                </a:lnTo>
                <a:lnTo>
                  <a:pt x="19050" y="1238250"/>
                </a:lnTo>
                <a:lnTo>
                  <a:pt x="19050" y="1219200"/>
                </a:lnTo>
                <a:close/>
                <a:moveTo>
                  <a:pt x="0" y="1181100"/>
                </a:moveTo>
                <a:lnTo>
                  <a:pt x="0" y="1200150"/>
                </a:lnTo>
                <a:lnTo>
                  <a:pt x="19050" y="1200150"/>
                </a:lnTo>
                <a:lnTo>
                  <a:pt x="19050" y="1181100"/>
                </a:lnTo>
                <a:close/>
                <a:moveTo>
                  <a:pt x="0" y="1143000"/>
                </a:moveTo>
                <a:lnTo>
                  <a:pt x="0" y="1162050"/>
                </a:lnTo>
                <a:lnTo>
                  <a:pt x="19050" y="1162050"/>
                </a:lnTo>
                <a:lnTo>
                  <a:pt x="19050" y="1143000"/>
                </a:lnTo>
                <a:close/>
                <a:moveTo>
                  <a:pt x="0" y="1104900"/>
                </a:moveTo>
                <a:lnTo>
                  <a:pt x="0" y="1123950"/>
                </a:lnTo>
                <a:lnTo>
                  <a:pt x="19050" y="1123950"/>
                </a:lnTo>
                <a:lnTo>
                  <a:pt x="19050" y="1104900"/>
                </a:lnTo>
                <a:close/>
                <a:moveTo>
                  <a:pt x="0" y="1066800"/>
                </a:moveTo>
                <a:lnTo>
                  <a:pt x="0" y="1085850"/>
                </a:lnTo>
                <a:lnTo>
                  <a:pt x="19050" y="1085850"/>
                </a:lnTo>
                <a:lnTo>
                  <a:pt x="19050" y="1066800"/>
                </a:lnTo>
                <a:close/>
                <a:moveTo>
                  <a:pt x="0" y="1028700"/>
                </a:moveTo>
                <a:lnTo>
                  <a:pt x="0" y="1047750"/>
                </a:lnTo>
                <a:lnTo>
                  <a:pt x="19050" y="1047750"/>
                </a:lnTo>
                <a:lnTo>
                  <a:pt x="19050" y="1028700"/>
                </a:lnTo>
                <a:close/>
                <a:moveTo>
                  <a:pt x="0" y="990600"/>
                </a:moveTo>
                <a:lnTo>
                  <a:pt x="0" y="1009650"/>
                </a:lnTo>
                <a:lnTo>
                  <a:pt x="19050" y="1009650"/>
                </a:lnTo>
                <a:lnTo>
                  <a:pt x="19050" y="990600"/>
                </a:lnTo>
                <a:close/>
                <a:moveTo>
                  <a:pt x="0" y="952500"/>
                </a:moveTo>
                <a:lnTo>
                  <a:pt x="0" y="971550"/>
                </a:lnTo>
                <a:lnTo>
                  <a:pt x="19050" y="971550"/>
                </a:lnTo>
                <a:lnTo>
                  <a:pt x="19050" y="952500"/>
                </a:lnTo>
                <a:close/>
                <a:moveTo>
                  <a:pt x="0" y="914400"/>
                </a:moveTo>
                <a:lnTo>
                  <a:pt x="0" y="933450"/>
                </a:lnTo>
                <a:lnTo>
                  <a:pt x="19050" y="933450"/>
                </a:lnTo>
                <a:lnTo>
                  <a:pt x="19050" y="914400"/>
                </a:lnTo>
                <a:close/>
                <a:moveTo>
                  <a:pt x="0" y="876300"/>
                </a:moveTo>
                <a:lnTo>
                  <a:pt x="0" y="895350"/>
                </a:lnTo>
                <a:lnTo>
                  <a:pt x="19050" y="895350"/>
                </a:lnTo>
                <a:lnTo>
                  <a:pt x="19050" y="876300"/>
                </a:lnTo>
                <a:close/>
                <a:moveTo>
                  <a:pt x="0" y="838200"/>
                </a:moveTo>
                <a:lnTo>
                  <a:pt x="0" y="857250"/>
                </a:lnTo>
                <a:lnTo>
                  <a:pt x="19050" y="857250"/>
                </a:lnTo>
                <a:lnTo>
                  <a:pt x="19050" y="838200"/>
                </a:lnTo>
                <a:close/>
                <a:moveTo>
                  <a:pt x="0" y="800100"/>
                </a:moveTo>
                <a:lnTo>
                  <a:pt x="0" y="819150"/>
                </a:lnTo>
                <a:lnTo>
                  <a:pt x="19050" y="819150"/>
                </a:lnTo>
                <a:lnTo>
                  <a:pt x="19050" y="800100"/>
                </a:lnTo>
                <a:close/>
                <a:moveTo>
                  <a:pt x="0" y="762000"/>
                </a:moveTo>
                <a:lnTo>
                  <a:pt x="0" y="781050"/>
                </a:lnTo>
                <a:lnTo>
                  <a:pt x="19050" y="781050"/>
                </a:lnTo>
                <a:lnTo>
                  <a:pt x="19050" y="762000"/>
                </a:lnTo>
                <a:close/>
                <a:moveTo>
                  <a:pt x="0" y="723900"/>
                </a:moveTo>
                <a:lnTo>
                  <a:pt x="0" y="742950"/>
                </a:lnTo>
                <a:lnTo>
                  <a:pt x="19050" y="742950"/>
                </a:lnTo>
                <a:lnTo>
                  <a:pt x="19050" y="723900"/>
                </a:lnTo>
                <a:close/>
                <a:moveTo>
                  <a:pt x="0" y="685800"/>
                </a:moveTo>
                <a:lnTo>
                  <a:pt x="0" y="704850"/>
                </a:lnTo>
                <a:lnTo>
                  <a:pt x="19050" y="704850"/>
                </a:lnTo>
                <a:lnTo>
                  <a:pt x="19050" y="685800"/>
                </a:lnTo>
                <a:close/>
                <a:moveTo>
                  <a:pt x="0" y="647700"/>
                </a:moveTo>
                <a:lnTo>
                  <a:pt x="0" y="666750"/>
                </a:lnTo>
                <a:lnTo>
                  <a:pt x="19050" y="666750"/>
                </a:lnTo>
                <a:lnTo>
                  <a:pt x="19050" y="647700"/>
                </a:lnTo>
                <a:close/>
                <a:moveTo>
                  <a:pt x="0" y="609600"/>
                </a:moveTo>
                <a:lnTo>
                  <a:pt x="0" y="628650"/>
                </a:lnTo>
                <a:lnTo>
                  <a:pt x="19050" y="628650"/>
                </a:lnTo>
                <a:lnTo>
                  <a:pt x="19050" y="609600"/>
                </a:lnTo>
                <a:close/>
                <a:moveTo>
                  <a:pt x="0" y="571500"/>
                </a:moveTo>
                <a:lnTo>
                  <a:pt x="0" y="590550"/>
                </a:lnTo>
                <a:lnTo>
                  <a:pt x="19050" y="590550"/>
                </a:lnTo>
                <a:lnTo>
                  <a:pt x="19050" y="571500"/>
                </a:lnTo>
                <a:close/>
                <a:moveTo>
                  <a:pt x="0" y="533400"/>
                </a:moveTo>
                <a:lnTo>
                  <a:pt x="0" y="552450"/>
                </a:lnTo>
                <a:lnTo>
                  <a:pt x="19050" y="552450"/>
                </a:lnTo>
                <a:lnTo>
                  <a:pt x="19050" y="533400"/>
                </a:lnTo>
                <a:close/>
                <a:moveTo>
                  <a:pt x="0" y="495300"/>
                </a:moveTo>
                <a:lnTo>
                  <a:pt x="0" y="514350"/>
                </a:lnTo>
                <a:lnTo>
                  <a:pt x="19050" y="514350"/>
                </a:lnTo>
                <a:lnTo>
                  <a:pt x="19050" y="495300"/>
                </a:lnTo>
                <a:close/>
                <a:moveTo>
                  <a:pt x="0" y="457200"/>
                </a:moveTo>
                <a:lnTo>
                  <a:pt x="0" y="476250"/>
                </a:lnTo>
                <a:lnTo>
                  <a:pt x="19050" y="476250"/>
                </a:lnTo>
                <a:lnTo>
                  <a:pt x="19050" y="457200"/>
                </a:lnTo>
                <a:close/>
                <a:moveTo>
                  <a:pt x="0" y="419100"/>
                </a:moveTo>
                <a:lnTo>
                  <a:pt x="0" y="438150"/>
                </a:lnTo>
                <a:lnTo>
                  <a:pt x="19050" y="438150"/>
                </a:lnTo>
                <a:lnTo>
                  <a:pt x="19050" y="419100"/>
                </a:lnTo>
                <a:close/>
                <a:moveTo>
                  <a:pt x="0" y="381000"/>
                </a:moveTo>
                <a:lnTo>
                  <a:pt x="0" y="400050"/>
                </a:lnTo>
                <a:lnTo>
                  <a:pt x="19050" y="400050"/>
                </a:lnTo>
                <a:lnTo>
                  <a:pt x="19050" y="381000"/>
                </a:lnTo>
                <a:close/>
                <a:moveTo>
                  <a:pt x="0" y="342900"/>
                </a:moveTo>
                <a:lnTo>
                  <a:pt x="0" y="361950"/>
                </a:lnTo>
                <a:lnTo>
                  <a:pt x="19050" y="361950"/>
                </a:lnTo>
                <a:lnTo>
                  <a:pt x="19050" y="342900"/>
                </a:lnTo>
                <a:close/>
                <a:moveTo>
                  <a:pt x="0" y="304800"/>
                </a:moveTo>
                <a:lnTo>
                  <a:pt x="0" y="323850"/>
                </a:lnTo>
                <a:lnTo>
                  <a:pt x="19050" y="323850"/>
                </a:lnTo>
                <a:lnTo>
                  <a:pt x="19050" y="304800"/>
                </a:lnTo>
                <a:close/>
                <a:moveTo>
                  <a:pt x="0" y="266700"/>
                </a:moveTo>
                <a:lnTo>
                  <a:pt x="0" y="285750"/>
                </a:lnTo>
                <a:lnTo>
                  <a:pt x="19050" y="285750"/>
                </a:lnTo>
                <a:lnTo>
                  <a:pt x="19050" y="266700"/>
                </a:lnTo>
                <a:close/>
                <a:moveTo>
                  <a:pt x="0" y="228600"/>
                </a:moveTo>
                <a:lnTo>
                  <a:pt x="0" y="247650"/>
                </a:lnTo>
                <a:lnTo>
                  <a:pt x="19050" y="247650"/>
                </a:lnTo>
                <a:lnTo>
                  <a:pt x="19050" y="228600"/>
                </a:lnTo>
                <a:close/>
                <a:moveTo>
                  <a:pt x="0" y="190500"/>
                </a:moveTo>
                <a:lnTo>
                  <a:pt x="0" y="209550"/>
                </a:lnTo>
                <a:lnTo>
                  <a:pt x="19050" y="209550"/>
                </a:lnTo>
                <a:lnTo>
                  <a:pt x="19050" y="190500"/>
                </a:lnTo>
                <a:close/>
                <a:moveTo>
                  <a:pt x="0" y="152400"/>
                </a:moveTo>
                <a:lnTo>
                  <a:pt x="0" y="171450"/>
                </a:lnTo>
                <a:lnTo>
                  <a:pt x="19050" y="171450"/>
                </a:lnTo>
                <a:lnTo>
                  <a:pt x="19050" y="152400"/>
                </a:lnTo>
                <a:close/>
                <a:moveTo>
                  <a:pt x="0" y="114300"/>
                </a:moveTo>
                <a:lnTo>
                  <a:pt x="0" y="133350"/>
                </a:lnTo>
                <a:lnTo>
                  <a:pt x="19050" y="133350"/>
                </a:lnTo>
                <a:lnTo>
                  <a:pt x="19050" y="114300"/>
                </a:lnTo>
                <a:close/>
                <a:moveTo>
                  <a:pt x="0" y="76200"/>
                </a:moveTo>
                <a:lnTo>
                  <a:pt x="0" y="95250"/>
                </a:lnTo>
                <a:lnTo>
                  <a:pt x="19050" y="95250"/>
                </a:lnTo>
                <a:lnTo>
                  <a:pt x="19050" y="76200"/>
                </a:lnTo>
                <a:close/>
                <a:moveTo>
                  <a:pt x="19050" y="38100"/>
                </a:moveTo>
                <a:lnTo>
                  <a:pt x="19050" y="57150"/>
                </a:lnTo>
                <a:lnTo>
                  <a:pt x="0" y="57150"/>
                </a:lnTo>
                <a:lnTo>
                  <a:pt x="0" y="38100"/>
                </a:lnTo>
                <a:lnTo>
                  <a:pt x="19050" y="38100"/>
                </a:lnTo>
                <a:close/>
                <a:moveTo>
                  <a:pt x="0" y="0"/>
                </a:moveTo>
                <a:lnTo>
                  <a:pt x="0" y="19050"/>
                </a:lnTo>
                <a:lnTo>
                  <a:pt x="19050" y="19050"/>
                </a:lnTo>
                <a:lnTo>
                  <a:pt x="19050" y="0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Editable vector"/>
          <p:cNvSpPr/>
          <p:nvPr/>
        </p:nvSpPr>
        <p:spPr>
          <a:xfrm>
            <a:off x="8222615" y="2772790"/>
            <a:ext cx="12" cy="2795142"/>
          </a:xfrm>
          <a:custGeom>
            <a:avLst/>
            <a:gdLst/>
            <a:ahLst/>
            <a:cxnLst/>
            <a:rect l="0" t="0" r="r" b="b"/>
            <a:pathLst>
              <a:path w="13" h="2795143" fill="none" stroke="1" extrusionOk="0">
                <a:moveTo>
                  <a:pt x="0" y="0"/>
                </a:moveTo>
                <a:lnTo>
                  <a:pt x="0" y="2795143"/>
                </a:lnTo>
              </a:path>
            </a:pathLst>
          </a:custGeom>
          <a:noFill/>
          <a:ln w="19050" cap="flat">
            <a:solidFill>
              <a:srgbClr val="00144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Editable vector"/>
          <p:cNvSpPr/>
          <p:nvPr/>
        </p:nvSpPr>
        <p:spPr>
          <a:xfrm>
            <a:off x="1210208" y="2781808"/>
            <a:ext cx="19050" cy="2795142"/>
          </a:xfrm>
          <a:custGeom>
            <a:avLst/>
            <a:gdLst/>
            <a:ahLst/>
            <a:cxnLst/>
            <a:rect l="0" t="0" r="r" b="b"/>
            <a:pathLst>
              <a:path w="19050" h="2795143" fill="norm" stroke="0" extrusionOk="0">
                <a:moveTo>
                  <a:pt x="0" y="2781300"/>
                </a:moveTo>
                <a:lnTo>
                  <a:pt x="0" y="2795143"/>
                </a:lnTo>
                <a:lnTo>
                  <a:pt x="19050" y="2795143"/>
                </a:lnTo>
                <a:lnTo>
                  <a:pt x="19050" y="2781300"/>
                </a:lnTo>
                <a:close/>
                <a:moveTo>
                  <a:pt x="0" y="2743200"/>
                </a:moveTo>
                <a:lnTo>
                  <a:pt x="0" y="2762250"/>
                </a:lnTo>
                <a:lnTo>
                  <a:pt x="19050" y="2762250"/>
                </a:lnTo>
                <a:lnTo>
                  <a:pt x="19050" y="2743200"/>
                </a:lnTo>
                <a:close/>
                <a:moveTo>
                  <a:pt x="0" y="2705100"/>
                </a:moveTo>
                <a:lnTo>
                  <a:pt x="0" y="2724150"/>
                </a:lnTo>
                <a:lnTo>
                  <a:pt x="19050" y="2724150"/>
                </a:lnTo>
                <a:lnTo>
                  <a:pt x="19050" y="2705100"/>
                </a:lnTo>
                <a:close/>
                <a:moveTo>
                  <a:pt x="0" y="2667000"/>
                </a:moveTo>
                <a:lnTo>
                  <a:pt x="0" y="2686050"/>
                </a:lnTo>
                <a:lnTo>
                  <a:pt x="19050" y="2686050"/>
                </a:lnTo>
                <a:lnTo>
                  <a:pt x="19050" y="2667000"/>
                </a:lnTo>
                <a:close/>
                <a:moveTo>
                  <a:pt x="0" y="2628900"/>
                </a:moveTo>
                <a:lnTo>
                  <a:pt x="0" y="2647950"/>
                </a:lnTo>
                <a:lnTo>
                  <a:pt x="19050" y="2647950"/>
                </a:lnTo>
                <a:lnTo>
                  <a:pt x="19050" y="2628900"/>
                </a:lnTo>
                <a:close/>
                <a:moveTo>
                  <a:pt x="0" y="2590800"/>
                </a:moveTo>
                <a:lnTo>
                  <a:pt x="0" y="2609850"/>
                </a:lnTo>
                <a:lnTo>
                  <a:pt x="19050" y="2609850"/>
                </a:lnTo>
                <a:lnTo>
                  <a:pt x="19050" y="2590800"/>
                </a:lnTo>
                <a:close/>
                <a:moveTo>
                  <a:pt x="0" y="2552700"/>
                </a:moveTo>
                <a:lnTo>
                  <a:pt x="0" y="2571750"/>
                </a:lnTo>
                <a:lnTo>
                  <a:pt x="19050" y="2571750"/>
                </a:lnTo>
                <a:lnTo>
                  <a:pt x="19050" y="2552700"/>
                </a:lnTo>
                <a:close/>
                <a:moveTo>
                  <a:pt x="0" y="2514600"/>
                </a:moveTo>
                <a:lnTo>
                  <a:pt x="0" y="2533650"/>
                </a:lnTo>
                <a:lnTo>
                  <a:pt x="19050" y="2533650"/>
                </a:lnTo>
                <a:lnTo>
                  <a:pt x="19050" y="2514600"/>
                </a:lnTo>
                <a:close/>
                <a:moveTo>
                  <a:pt x="0" y="2476500"/>
                </a:moveTo>
                <a:lnTo>
                  <a:pt x="0" y="2495550"/>
                </a:lnTo>
                <a:lnTo>
                  <a:pt x="19050" y="2495550"/>
                </a:lnTo>
                <a:lnTo>
                  <a:pt x="19050" y="2476500"/>
                </a:lnTo>
                <a:close/>
                <a:moveTo>
                  <a:pt x="0" y="2438400"/>
                </a:moveTo>
                <a:lnTo>
                  <a:pt x="0" y="2457450"/>
                </a:lnTo>
                <a:lnTo>
                  <a:pt x="19050" y="2457450"/>
                </a:lnTo>
                <a:lnTo>
                  <a:pt x="19050" y="2438400"/>
                </a:lnTo>
                <a:close/>
                <a:moveTo>
                  <a:pt x="0" y="2400300"/>
                </a:moveTo>
                <a:lnTo>
                  <a:pt x="0" y="2419350"/>
                </a:lnTo>
                <a:lnTo>
                  <a:pt x="19050" y="2419350"/>
                </a:lnTo>
                <a:lnTo>
                  <a:pt x="19050" y="2400300"/>
                </a:lnTo>
                <a:close/>
                <a:moveTo>
                  <a:pt x="0" y="2362200"/>
                </a:moveTo>
                <a:lnTo>
                  <a:pt x="0" y="2381250"/>
                </a:lnTo>
                <a:lnTo>
                  <a:pt x="19050" y="2381250"/>
                </a:lnTo>
                <a:lnTo>
                  <a:pt x="19050" y="2362200"/>
                </a:lnTo>
                <a:close/>
                <a:moveTo>
                  <a:pt x="0" y="2324100"/>
                </a:moveTo>
                <a:lnTo>
                  <a:pt x="0" y="2343150"/>
                </a:lnTo>
                <a:lnTo>
                  <a:pt x="19050" y="2343150"/>
                </a:lnTo>
                <a:lnTo>
                  <a:pt x="19050" y="2324100"/>
                </a:lnTo>
                <a:close/>
                <a:moveTo>
                  <a:pt x="0" y="2286000"/>
                </a:moveTo>
                <a:lnTo>
                  <a:pt x="0" y="2305050"/>
                </a:lnTo>
                <a:lnTo>
                  <a:pt x="19050" y="2305050"/>
                </a:lnTo>
                <a:lnTo>
                  <a:pt x="19050" y="2286000"/>
                </a:lnTo>
                <a:close/>
                <a:moveTo>
                  <a:pt x="0" y="2247900"/>
                </a:moveTo>
                <a:lnTo>
                  <a:pt x="0" y="2266950"/>
                </a:lnTo>
                <a:lnTo>
                  <a:pt x="19050" y="2266950"/>
                </a:lnTo>
                <a:lnTo>
                  <a:pt x="19050" y="2247900"/>
                </a:lnTo>
                <a:close/>
                <a:moveTo>
                  <a:pt x="0" y="2209800"/>
                </a:moveTo>
                <a:lnTo>
                  <a:pt x="0" y="2228850"/>
                </a:lnTo>
                <a:lnTo>
                  <a:pt x="19050" y="2228850"/>
                </a:lnTo>
                <a:lnTo>
                  <a:pt x="19050" y="2209800"/>
                </a:lnTo>
                <a:close/>
                <a:moveTo>
                  <a:pt x="0" y="2171700"/>
                </a:moveTo>
                <a:lnTo>
                  <a:pt x="0" y="2190750"/>
                </a:lnTo>
                <a:lnTo>
                  <a:pt x="19050" y="2190750"/>
                </a:lnTo>
                <a:lnTo>
                  <a:pt x="19050" y="2171700"/>
                </a:lnTo>
                <a:close/>
                <a:moveTo>
                  <a:pt x="0" y="2133600"/>
                </a:moveTo>
                <a:lnTo>
                  <a:pt x="0" y="2152650"/>
                </a:lnTo>
                <a:lnTo>
                  <a:pt x="19050" y="2152650"/>
                </a:lnTo>
                <a:lnTo>
                  <a:pt x="19050" y="2133600"/>
                </a:lnTo>
                <a:close/>
                <a:moveTo>
                  <a:pt x="0" y="2095500"/>
                </a:moveTo>
                <a:lnTo>
                  <a:pt x="0" y="2114550"/>
                </a:lnTo>
                <a:lnTo>
                  <a:pt x="19050" y="2114550"/>
                </a:lnTo>
                <a:lnTo>
                  <a:pt x="19050" y="2095500"/>
                </a:lnTo>
                <a:close/>
                <a:moveTo>
                  <a:pt x="0" y="2057400"/>
                </a:moveTo>
                <a:lnTo>
                  <a:pt x="0" y="2076450"/>
                </a:lnTo>
                <a:lnTo>
                  <a:pt x="19050" y="2076450"/>
                </a:lnTo>
                <a:lnTo>
                  <a:pt x="19050" y="2057400"/>
                </a:lnTo>
                <a:close/>
                <a:moveTo>
                  <a:pt x="0" y="2019300"/>
                </a:moveTo>
                <a:lnTo>
                  <a:pt x="0" y="2038350"/>
                </a:lnTo>
                <a:lnTo>
                  <a:pt x="19050" y="2038350"/>
                </a:lnTo>
                <a:lnTo>
                  <a:pt x="19050" y="2019300"/>
                </a:lnTo>
                <a:close/>
                <a:moveTo>
                  <a:pt x="0" y="1981200"/>
                </a:moveTo>
                <a:lnTo>
                  <a:pt x="0" y="2000250"/>
                </a:lnTo>
                <a:lnTo>
                  <a:pt x="19050" y="2000250"/>
                </a:lnTo>
                <a:lnTo>
                  <a:pt x="19050" y="1981200"/>
                </a:lnTo>
                <a:close/>
                <a:moveTo>
                  <a:pt x="0" y="1943100"/>
                </a:moveTo>
                <a:lnTo>
                  <a:pt x="0" y="1962150"/>
                </a:lnTo>
                <a:lnTo>
                  <a:pt x="19050" y="1962150"/>
                </a:lnTo>
                <a:lnTo>
                  <a:pt x="19050" y="1943100"/>
                </a:lnTo>
                <a:close/>
                <a:moveTo>
                  <a:pt x="0" y="1905000"/>
                </a:moveTo>
                <a:lnTo>
                  <a:pt x="0" y="1924050"/>
                </a:lnTo>
                <a:lnTo>
                  <a:pt x="19050" y="1924050"/>
                </a:lnTo>
                <a:lnTo>
                  <a:pt x="19050" y="1905000"/>
                </a:lnTo>
                <a:close/>
                <a:moveTo>
                  <a:pt x="0" y="1866900"/>
                </a:moveTo>
                <a:lnTo>
                  <a:pt x="0" y="1885950"/>
                </a:lnTo>
                <a:lnTo>
                  <a:pt x="19050" y="1885950"/>
                </a:lnTo>
                <a:lnTo>
                  <a:pt x="19050" y="1866900"/>
                </a:lnTo>
                <a:close/>
                <a:moveTo>
                  <a:pt x="0" y="1828800"/>
                </a:moveTo>
                <a:lnTo>
                  <a:pt x="0" y="1847850"/>
                </a:lnTo>
                <a:lnTo>
                  <a:pt x="19050" y="1847850"/>
                </a:lnTo>
                <a:lnTo>
                  <a:pt x="19050" y="1828800"/>
                </a:lnTo>
                <a:close/>
                <a:moveTo>
                  <a:pt x="0" y="1790700"/>
                </a:moveTo>
                <a:lnTo>
                  <a:pt x="0" y="1809750"/>
                </a:lnTo>
                <a:lnTo>
                  <a:pt x="19050" y="1809750"/>
                </a:lnTo>
                <a:lnTo>
                  <a:pt x="19050" y="1790700"/>
                </a:lnTo>
                <a:close/>
                <a:moveTo>
                  <a:pt x="0" y="1752600"/>
                </a:moveTo>
                <a:lnTo>
                  <a:pt x="0" y="1771650"/>
                </a:lnTo>
                <a:lnTo>
                  <a:pt x="19050" y="1771650"/>
                </a:lnTo>
                <a:lnTo>
                  <a:pt x="19050" y="1752600"/>
                </a:lnTo>
                <a:close/>
                <a:moveTo>
                  <a:pt x="0" y="1714500"/>
                </a:moveTo>
                <a:lnTo>
                  <a:pt x="0" y="1733550"/>
                </a:lnTo>
                <a:lnTo>
                  <a:pt x="19050" y="1733550"/>
                </a:lnTo>
                <a:lnTo>
                  <a:pt x="19050" y="1714500"/>
                </a:lnTo>
                <a:close/>
                <a:moveTo>
                  <a:pt x="0" y="1676400"/>
                </a:moveTo>
                <a:lnTo>
                  <a:pt x="0" y="1695450"/>
                </a:lnTo>
                <a:lnTo>
                  <a:pt x="19050" y="1695450"/>
                </a:lnTo>
                <a:lnTo>
                  <a:pt x="19050" y="1676400"/>
                </a:lnTo>
                <a:close/>
                <a:moveTo>
                  <a:pt x="0" y="1638300"/>
                </a:moveTo>
                <a:lnTo>
                  <a:pt x="0" y="1657350"/>
                </a:lnTo>
                <a:lnTo>
                  <a:pt x="19050" y="1657350"/>
                </a:lnTo>
                <a:lnTo>
                  <a:pt x="19050" y="1638300"/>
                </a:lnTo>
                <a:close/>
                <a:moveTo>
                  <a:pt x="0" y="1600200"/>
                </a:moveTo>
                <a:lnTo>
                  <a:pt x="0" y="1619250"/>
                </a:lnTo>
                <a:lnTo>
                  <a:pt x="19050" y="1619250"/>
                </a:lnTo>
                <a:lnTo>
                  <a:pt x="19050" y="1600200"/>
                </a:lnTo>
                <a:close/>
                <a:moveTo>
                  <a:pt x="0" y="1562100"/>
                </a:moveTo>
                <a:lnTo>
                  <a:pt x="0" y="1581150"/>
                </a:lnTo>
                <a:lnTo>
                  <a:pt x="19050" y="1581150"/>
                </a:lnTo>
                <a:lnTo>
                  <a:pt x="19050" y="1562100"/>
                </a:lnTo>
                <a:close/>
                <a:moveTo>
                  <a:pt x="0" y="1524000"/>
                </a:moveTo>
                <a:lnTo>
                  <a:pt x="0" y="1543050"/>
                </a:lnTo>
                <a:lnTo>
                  <a:pt x="19050" y="1543050"/>
                </a:lnTo>
                <a:lnTo>
                  <a:pt x="19050" y="1524000"/>
                </a:lnTo>
                <a:close/>
                <a:moveTo>
                  <a:pt x="0" y="1485900"/>
                </a:moveTo>
                <a:lnTo>
                  <a:pt x="0" y="1504950"/>
                </a:lnTo>
                <a:lnTo>
                  <a:pt x="19050" y="1504950"/>
                </a:lnTo>
                <a:lnTo>
                  <a:pt x="19050" y="1485900"/>
                </a:lnTo>
                <a:close/>
                <a:moveTo>
                  <a:pt x="0" y="1447800"/>
                </a:moveTo>
                <a:lnTo>
                  <a:pt x="0" y="1466850"/>
                </a:lnTo>
                <a:lnTo>
                  <a:pt x="19050" y="1466850"/>
                </a:lnTo>
                <a:lnTo>
                  <a:pt x="19050" y="1447800"/>
                </a:lnTo>
                <a:close/>
                <a:moveTo>
                  <a:pt x="0" y="1409700"/>
                </a:moveTo>
                <a:lnTo>
                  <a:pt x="0" y="1428750"/>
                </a:lnTo>
                <a:lnTo>
                  <a:pt x="19050" y="1428750"/>
                </a:lnTo>
                <a:lnTo>
                  <a:pt x="19050" y="1409700"/>
                </a:lnTo>
                <a:close/>
                <a:moveTo>
                  <a:pt x="0" y="1371600"/>
                </a:moveTo>
                <a:lnTo>
                  <a:pt x="0" y="1390650"/>
                </a:lnTo>
                <a:lnTo>
                  <a:pt x="19050" y="1390650"/>
                </a:lnTo>
                <a:lnTo>
                  <a:pt x="19050" y="1371600"/>
                </a:lnTo>
                <a:close/>
                <a:moveTo>
                  <a:pt x="0" y="1333500"/>
                </a:moveTo>
                <a:lnTo>
                  <a:pt x="0" y="1352550"/>
                </a:lnTo>
                <a:lnTo>
                  <a:pt x="19050" y="1352550"/>
                </a:lnTo>
                <a:lnTo>
                  <a:pt x="19050" y="1333500"/>
                </a:lnTo>
                <a:close/>
                <a:moveTo>
                  <a:pt x="0" y="1295400"/>
                </a:moveTo>
                <a:lnTo>
                  <a:pt x="0" y="1314450"/>
                </a:lnTo>
                <a:lnTo>
                  <a:pt x="19050" y="1314450"/>
                </a:lnTo>
                <a:lnTo>
                  <a:pt x="19050" y="1295400"/>
                </a:lnTo>
                <a:close/>
                <a:moveTo>
                  <a:pt x="0" y="1257300"/>
                </a:moveTo>
                <a:lnTo>
                  <a:pt x="0" y="1276350"/>
                </a:lnTo>
                <a:lnTo>
                  <a:pt x="19050" y="1276350"/>
                </a:lnTo>
                <a:lnTo>
                  <a:pt x="19050" y="1257300"/>
                </a:lnTo>
                <a:close/>
                <a:moveTo>
                  <a:pt x="0" y="1219200"/>
                </a:moveTo>
                <a:lnTo>
                  <a:pt x="0" y="1238250"/>
                </a:lnTo>
                <a:lnTo>
                  <a:pt x="19050" y="1238250"/>
                </a:lnTo>
                <a:lnTo>
                  <a:pt x="19050" y="1219200"/>
                </a:lnTo>
                <a:close/>
                <a:moveTo>
                  <a:pt x="0" y="1181100"/>
                </a:moveTo>
                <a:lnTo>
                  <a:pt x="0" y="1200150"/>
                </a:lnTo>
                <a:lnTo>
                  <a:pt x="19050" y="1200150"/>
                </a:lnTo>
                <a:lnTo>
                  <a:pt x="19050" y="1181100"/>
                </a:lnTo>
                <a:close/>
                <a:moveTo>
                  <a:pt x="0" y="1143000"/>
                </a:moveTo>
                <a:lnTo>
                  <a:pt x="0" y="1162050"/>
                </a:lnTo>
                <a:lnTo>
                  <a:pt x="19050" y="1162050"/>
                </a:lnTo>
                <a:lnTo>
                  <a:pt x="19050" y="1143000"/>
                </a:lnTo>
                <a:close/>
                <a:moveTo>
                  <a:pt x="0" y="1104900"/>
                </a:moveTo>
                <a:lnTo>
                  <a:pt x="0" y="1123950"/>
                </a:lnTo>
                <a:lnTo>
                  <a:pt x="19050" y="1123950"/>
                </a:lnTo>
                <a:lnTo>
                  <a:pt x="19050" y="1104900"/>
                </a:lnTo>
                <a:close/>
                <a:moveTo>
                  <a:pt x="0" y="1066800"/>
                </a:moveTo>
                <a:lnTo>
                  <a:pt x="0" y="1085850"/>
                </a:lnTo>
                <a:lnTo>
                  <a:pt x="19050" y="1085850"/>
                </a:lnTo>
                <a:lnTo>
                  <a:pt x="19050" y="1066800"/>
                </a:lnTo>
                <a:close/>
                <a:moveTo>
                  <a:pt x="0" y="1028700"/>
                </a:moveTo>
                <a:lnTo>
                  <a:pt x="0" y="1047750"/>
                </a:lnTo>
                <a:lnTo>
                  <a:pt x="19050" y="1047750"/>
                </a:lnTo>
                <a:lnTo>
                  <a:pt x="19050" y="1028700"/>
                </a:lnTo>
                <a:close/>
                <a:moveTo>
                  <a:pt x="0" y="990600"/>
                </a:moveTo>
                <a:lnTo>
                  <a:pt x="0" y="1009650"/>
                </a:lnTo>
                <a:lnTo>
                  <a:pt x="19050" y="1009650"/>
                </a:lnTo>
                <a:lnTo>
                  <a:pt x="19050" y="990600"/>
                </a:lnTo>
                <a:close/>
                <a:moveTo>
                  <a:pt x="0" y="952500"/>
                </a:moveTo>
                <a:lnTo>
                  <a:pt x="0" y="971550"/>
                </a:lnTo>
                <a:lnTo>
                  <a:pt x="19050" y="971550"/>
                </a:lnTo>
                <a:lnTo>
                  <a:pt x="19050" y="952500"/>
                </a:lnTo>
                <a:close/>
                <a:moveTo>
                  <a:pt x="0" y="914400"/>
                </a:moveTo>
                <a:lnTo>
                  <a:pt x="0" y="933450"/>
                </a:lnTo>
                <a:lnTo>
                  <a:pt x="19050" y="933450"/>
                </a:lnTo>
                <a:lnTo>
                  <a:pt x="19050" y="914400"/>
                </a:lnTo>
                <a:close/>
                <a:moveTo>
                  <a:pt x="0" y="876300"/>
                </a:moveTo>
                <a:lnTo>
                  <a:pt x="0" y="895350"/>
                </a:lnTo>
                <a:lnTo>
                  <a:pt x="19050" y="895350"/>
                </a:lnTo>
                <a:lnTo>
                  <a:pt x="19050" y="876300"/>
                </a:lnTo>
                <a:close/>
                <a:moveTo>
                  <a:pt x="0" y="838200"/>
                </a:moveTo>
                <a:lnTo>
                  <a:pt x="0" y="857250"/>
                </a:lnTo>
                <a:lnTo>
                  <a:pt x="19050" y="857250"/>
                </a:lnTo>
                <a:lnTo>
                  <a:pt x="19050" y="838200"/>
                </a:lnTo>
                <a:close/>
                <a:moveTo>
                  <a:pt x="0" y="800100"/>
                </a:moveTo>
                <a:lnTo>
                  <a:pt x="0" y="819150"/>
                </a:lnTo>
                <a:lnTo>
                  <a:pt x="19050" y="819150"/>
                </a:lnTo>
                <a:lnTo>
                  <a:pt x="19050" y="800100"/>
                </a:lnTo>
                <a:close/>
                <a:moveTo>
                  <a:pt x="0" y="762000"/>
                </a:moveTo>
                <a:lnTo>
                  <a:pt x="0" y="781050"/>
                </a:lnTo>
                <a:lnTo>
                  <a:pt x="19050" y="781050"/>
                </a:lnTo>
                <a:lnTo>
                  <a:pt x="19050" y="762000"/>
                </a:lnTo>
                <a:close/>
                <a:moveTo>
                  <a:pt x="0" y="723900"/>
                </a:moveTo>
                <a:lnTo>
                  <a:pt x="0" y="742950"/>
                </a:lnTo>
                <a:lnTo>
                  <a:pt x="19050" y="742950"/>
                </a:lnTo>
                <a:lnTo>
                  <a:pt x="19050" y="723900"/>
                </a:lnTo>
                <a:close/>
                <a:moveTo>
                  <a:pt x="0" y="685800"/>
                </a:moveTo>
                <a:lnTo>
                  <a:pt x="0" y="704850"/>
                </a:lnTo>
                <a:lnTo>
                  <a:pt x="19050" y="704850"/>
                </a:lnTo>
                <a:lnTo>
                  <a:pt x="19050" y="685800"/>
                </a:lnTo>
                <a:close/>
                <a:moveTo>
                  <a:pt x="0" y="647700"/>
                </a:moveTo>
                <a:lnTo>
                  <a:pt x="0" y="666750"/>
                </a:lnTo>
                <a:lnTo>
                  <a:pt x="19050" y="666750"/>
                </a:lnTo>
                <a:lnTo>
                  <a:pt x="19050" y="647700"/>
                </a:lnTo>
                <a:close/>
                <a:moveTo>
                  <a:pt x="0" y="609600"/>
                </a:moveTo>
                <a:lnTo>
                  <a:pt x="0" y="628650"/>
                </a:lnTo>
                <a:lnTo>
                  <a:pt x="19050" y="628650"/>
                </a:lnTo>
                <a:lnTo>
                  <a:pt x="19050" y="609600"/>
                </a:lnTo>
                <a:close/>
                <a:moveTo>
                  <a:pt x="0" y="571500"/>
                </a:moveTo>
                <a:lnTo>
                  <a:pt x="0" y="590550"/>
                </a:lnTo>
                <a:lnTo>
                  <a:pt x="19050" y="590550"/>
                </a:lnTo>
                <a:lnTo>
                  <a:pt x="19050" y="571500"/>
                </a:lnTo>
                <a:close/>
                <a:moveTo>
                  <a:pt x="0" y="533400"/>
                </a:moveTo>
                <a:lnTo>
                  <a:pt x="0" y="552450"/>
                </a:lnTo>
                <a:lnTo>
                  <a:pt x="19050" y="552450"/>
                </a:lnTo>
                <a:lnTo>
                  <a:pt x="19050" y="533400"/>
                </a:lnTo>
                <a:close/>
                <a:moveTo>
                  <a:pt x="0" y="495300"/>
                </a:moveTo>
                <a:lnTo>
                  <a:pt x="0" y="514350"/>
                </a:lnTo>
                <a:lnTo>
                  <a:pt x="19050" y="514350"/>
                </a:lnTo>
                <a:lnTo>
                  <a:pt x="19050" y="495300"/>
                </a:lnTo>
                <a:close/>
                <a:moveTo>
                  <a:pt x="0" y="457200"/>
                </a:moveTo>
                <a:lnTo>
                  <a:pt x="0" y="476250"/>
                </a:lnTo>
                <a:lnTo>
                  <a:pt x="19050" y="476250"/>
                </a:lnTo>
                <a:lnTo>
                  <a:pt x="19050" y="457200"/>
                </a:lnTo>
                <a:close/>
                <a:moveTo>
                  <a:pt x="0" y="419100"/>
                </a:moveTo>
                <a:lnTo>
                  <a:pt x="0" y="438150"/>
                </a:lnTo>
                <a:lnTo>
                  <a:pt x="19050" y="438150"/>
                </a:lnTo>
                <a:lnTo>
                  <a:pt x="19050" y="419100"/>
                </a:lnTo>
                <a:close/>
                <a:moveTo>
                  <a:pt x="0" y="381000"/>
                </a:moveTo>
                <a:lnTo>
                  <a:pt x="0" y="400050"/>
                </a:lnTo>
                <a:lnTo>
                  <a:pt x="19050" y="400050"/>
                </a:lnTo>
                <a:lnTo>
                  <a:pt x="19050" y="381000"/>
                </a:lnTo>
                <a:close/>
                <a:moveTo>
                  <a:pt x="0" y="342900"/>
                </a:moveTo>
                <a:lnTo>
                  <a:pt x="0" y="361950"/>
                </a:lnTo>
                <a:lnTo>
                  <a:pt x="19050" y="361950"/>
                </a:lnTo>
                <a:lnTo>
                  <a:pt x="19050" y="342900"/>
                </a:lnTo>
                <a:close/>
                <a:moveTo>
                  <a:pt x="0" y="304800"/>
                </a:moveTo>
                <a:lnTo>
                  <a:pt x="0" y="323850"/>
                </a:lnTo>
                <a:lnTo>
                  <a:pt x="19050" y="323850"/>
                </a:lnTo>
                <a:lnTo>
                  <a:pt x="19050" y="304800"/>
                </a:lnTo>
                <a:close/>
                <a:moveTo>
                  <a:pt x="0" y="266700"/>
                </a:moveTo>
                <a:lnTo>
                  <a:pt x="0" y="285750"/>
                </a:lnTo>
                <a:lnTo>
                  <a:pt x="19050" y="285750"/>
                </a:lnTo>
                <a:lnTo>
                  <a:pt x="19050" y="266700"/>
                </a:lnTo>
                <a:close/>
                <a:moveTo>
                  <a:pt x="0" y="228600"/>
                </a:moveTo>
                <a:lnTo>
                  <a:pt x="0" y="247650"/>
                </a:lnTo>
                <a:lnTo>
                  <a:pt x="19050" y="247650"/>
                </a:lnTo>
                <a:lnTo>
                  <a:pt x="19050" y="228600"/>
                </a:lnTo>
                <a:close/>
                <a:moveTo>
                  <a:pt x="0" y="190500"/>
                </a:moveTo>
                <a:lnTo>
                  <a:pt x="0" y="209550"/>
                </a:lnTo>
                <a:lnTo>
                  <a:pt x="19050" y="209550"/>
                </a:lnTo>
                <a:lnTo>
                  <a:pt x="19050" y="190500"/>
                </a:lnTo>
                <a:close/>
                <a:moveTo>
                  <a:pt x="0" y="152400"/>
                </a:moveTo>
                <a:lnTo>
                  <a:pt x="0" y="171450"/>
                </a:lnTo>
                <a:lnTo>
                  <a:pt x="19050" y="171450"/>
                </a:lnTo>
                <a:lnTo>
                  <a:pt x="19050" y="152400"/>
                </a:lnTo>
                <a:close/>
                <a:moveTo>
                  <a:pt x="0" y="114300"/>
                </a:moveTo>
                <a:lnTo>
                  <a:pt x="0" y="133350"/>
                </a:lnTo>
                <a:lnTo>
                  <a:pt x="19050" y="133350"/>
                </a:lnTo>
                <a:lnTo>
                  <a:pt x="19050" y="114300"/>
                </a:lnTo>
                <a:close/>
                <a:moveTo>
                  <a:pt x="0" y="76200"/>
                </a:moveTo>
                <a:lnTo>
                  <a:pt x="0" y="95250"/>
                </a:lnTo>
                <a:lnTo>
                  <a:pt x="19050" y="95250"/>
                </a:lnTo>
                <a:lnTo>
                  <a:pt x="19050" y="76200"/>
                </a:lnTo>
                <a:close/>
                <a:moveTo>
                  <a:pt x="19050" y="38100"/>
                </a:moveTo>
                <a:lnTo>
                  <a:pt x="19050" y="57150"/>
                </a:lnTo>
                <a:lnTo>
                  <a:pt x="0" y="57150"/>
                </a:lnTo>
                <a:lnTo>
                  <a:pt x="0" y="38100"/>
                </a:lnTo>
                <a:lnTo>
                  <a:pt x="19050" y="38100"/>
                </a:lnTo>
                <a:close/>
                <a:moveTo>
                  <a:pt x="0" y="0"/>
                </a:moveTo>
                <a:lnTo>
                  <a:pt x="0" y="19050"/>
                </a:lnTo>
                <a:lnTo>
                  <a:pt x="19050" y="19050"/>
                </a:lnTo>
                <a:lnTo>
                  <a:pt x="19050" y="0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Editable vector"/>
          <p:cNvSpPr/>
          <p:nvPr/>
        </p:nvSpPr>
        <p:spPr>
          <a:xfrm>
            <a:off x="1210754" y="2772790"/>
            <a:ext cx="12" cy="2795142"/>
          </a:xfrm>
          <a:custGeom>
            <a:avLst/>
            <a:gdLst/>
            <a:ahLst/>
            <a:cxnLst/>
            <a:rect l="0" t="0" r="r" b="b"/>
            <a:pathLst>
              <a:path w="13" h="2795143" fill="none" stroke="1" extrusionOk="0">
                <a:moveTo>
                  <a:pt x="0" y="0"/>
                </a:moveTo>
                <a:lnTo>
                  <a:pt x="0" y="2795143"/>
                </a:lnTo>
              </a:path>
            </a:pathLst>
          </a:custGeom>
          <a:noFill/>
          <a:ln w="19050" cap="flat">
            <a:solidFill>
              <a:srgbClr val="001449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1" y="2016264"/>
            <a:ext cx="7903464" cy="116889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9611" y="2487168"/>
            <a:ext cx="4963668" cy="672083"/>
          </a:xfrm>
          <a:prstGeom prst="rect">
            <a:avLst/>
          </a:prstGeom>
        </p:spPr>
      </p:pic>
      <p:sp>
        <p:nvSpPr>
          <p:cNvPr id="27" name="Editable vector"/>
          <p:cNvSpPr/>
          <p:nvPr/>
        </p:nvSpPr>
        <p:spPr>
          <a:xfrm>
            <a:off x="824801" y="2081276"/>
            <a:ext cx="7776654" cy="1043685"/>
          </a:xfrm>
          <a:custGeom>
            <a:avLst/>
            <a:gdLst/>
            <a:ahLst/>
            <a:cxnLst/>
            <a:rect l="0" t="0" r="r" b="b"/>
            <a:pathLst>
              <a:path w="7776655" h="1043686" fill="norm" stroke="0" extrusionOk="0">
                <a:moveTo>
                  <a:pt x="0" y="52070"/>
                </a:moveTo>
                <a:cubicBezTo>
                  <a:pt x="0" y="23368"/>
                  <a:pt x="23355" y="0"/>
                  <a:pt x="52172" y="0"/>
                </a:cubicBezTo>
                <a:lnTo>
                  <a:pt x="7724457" y="0"/>
                </a:lnTo>
                <a:cubicBezTo>
                  <a:pt x="7753287" y="0"/>
                  <a:pt x="7776655" y="23368"/>
                  <a:pt x="7776655" y="52070"/>
                </a:cubicBezTo>
                <a:lnTo>
                  <a:pt x="7776655" y="991489"/>
                </a:lnTo>
                <a:cubicBezTo>
                  <a:pt x="7776655" y="1020318"/>
                  <a:pt x="7753287" y="1043686"/>
                  <a:pt x="7724457" y="1043686"/>
                </a:cubicBezTo>
                <a:lnTo>
                  <a:pt x="52172" y="1043686"/>
                </a:lnTo>
                <a:cubicBezTo>
                  <a:pt x="23355" y="1043686"/>
                  <a:pt x="0" y="1020318"/>
                  <a:pt x="0" y="991489"/>
                </a:cubicBezTo>
                <a:lnTo>
                  <a:pt x="0" y="52070"/>
                </a:lnTo>
                <a:close/>
              </a:path>
            </a:pathLst>
          </a:custGeom>
          <a:solidFill>
            <a:srgbClr val="E7E1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Editable vector"/>
          <p:cNvSpPr/>
          <p:nvPr/>
        </p:nvSpPr>
        <p:spPr>
          <a:xfrm>
            <a:off x="4432427" y="2080895"/>
            <a:ext cx="568451" cy="495934"/>
          </a:xfrm>
          <a:custGeom>
            <a:avLst/>
            <a:gdLst/>
            <a:ahLst/>
            <a:cxnLst/>
            <a:rect l="0" t="0" r="r" b="b"/>
            <a:pathLst>
              <a:path w="568452" h="495935" fill="norm" stroke="0" extrusionOk="0">
                <a:moveTo>
                  <a:pt x="521462" y="495935"/>
                </a:moveTo>
                <a:lnTo>
                  <a:pt x="46990" y="495935"/>
                </a:lnTo>
                <a:cubicBezTo>
                  <a:pt x="21082" y="495935"/>
                  <a:pt x="0" y="474853"/>
                  <a:pt x="0" y="448945"/>
                </a:cubicBezTo>
                <a:lnTo>
                  <a:pt x="0" y="0"/>
                </a:lnTo>
                <a:lnTo>
                  <a:pt x="568452" y="0"/>
                </a:lnTo>
                <a:lnTo>
                  <a:pt x="568452" y="448945"/>
                </a:lnTo>
                <a:cubicBezTo>
                  <a:pt x="568452" y="474853"/>
                  <a:pt x="547370" y="495935"/>
                  <a:pt x="521462" y="495935"/>
                </a:cubicBezTo>
                <a:close/>
              </a:path>
            </a:pathLst>
          </a:custGeom>
          <a:solidFill>
            <a:srgbClr val="C1B3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Editable vector"/>
          <p:cNvSpPr/>
          <p:nvPr/>
        </p:nvSpPr>
        <p:spPr>
          <a:xfrm>
            <a:off x="4529454" y="3877055"/>
            <a:ext cx="374396" cy="374269"/>
          </a:xfrm>
          <a:custGeom>
            <a:avLst/>
            <a:gdLst/>
            <a:ahLst/>
            <a:cxnLst/>
            <a:rect l="0" t="0" r="r" b="b"/>
            <a:pathLst>
              <a:path w="374396" h="374269" fill="norm" stroke="0" extrusionOk="0">
                <a:moveTo>
                  <a:pt x="257429" y="70231"/>
                </a:moveTo>
                <a:cubicBezTo>
                  <a:pt x="257429" y="108839"/>
                  <a:pt x="225806" y="140335"/>
                  <a:pt x="187198" y="140335"/>
                </a:cubicBezTo>
                <a:cubicBezTo>
                  <a:pt x="148590" y="140335"/>
                  <a:pt x="116967" y="108839"/>
                  <a:pt x="116967" y="70231"/>
                </a:cubicBezTo>
                <a:cubicBezTo>
                  <a:pt x="116967" y="31623"/>
                  <a:pt x="148590" y="0"/>
                  <a:pt x="187198" y="0"/>
                </a:cubicBezTo>
                <a:cubicBezTo>
                  <a:pt x="225806" y="0"/>
                  <a:pt x="257429" y="31623"/>
                  <a:pt x="257429" y="70231"/>
                </a:cubicBezTo>
                <a:close/>
                <a:moveTo>
                  <a:pt x="257429" y="304165"/>
                </a:moveTo>
                <a:cubicBezTo>
                  <a:pt x="257429" y="264795"/>
                  <a:pt x="226568" y="233934"/>
                  <a:pt x="187198" y="233934"/>
                </a:cubicBezTo>
                <a:cubicBezTo>
                  <a:pt x="147955" y="233934"/>
                  <a:pt x="116967" y="264795"/>
                  <a:pt x="116967" y="304165"/>
                </a:cubicBezTo>
                <a:cubicBezTo>
                  <a:pt x="116967" y="343408"/>
                  <a:pt x="147955" y="374269"/>
                  <a:pt x="187198" y="374269"/>
                </a:cubicBezTo>
                <a:cubicBezTo>
                  <a:pt x="226568" y="374269"/>
                  <a:pt x="257429" y="343408"/>
                  <a:pt x="257429" y="304165"/>
                </a:cubicBezTo>
                <a:close/>
                <a:moveTo>
                  <a:pt x="219964" y="304165"/>
                </a:moveTo>
                <a:cubicBezTo>
                  <a:pt x="219964" y="323088"/>
                  <a:pt x="206121" y="336931"/>
                  <a:pt x="187198" y="336931"/>
                </a:cubicBezTo>
                <a:cubicBezTo>
                  <a:pt x="168275" y="336931"/>
                  <a:pt x="154432" y="323088"/>
                  <a:pt x="154432" y="304165"/>
                </a:cubicBezTo>
                <a:cubicBezTo>
                  <a:pt x="154432" y="285242"/>
                  <a:pt x="168275" y="271399"/>
                  <a:pt x="187198" y="271399"/>
                </a:cubicBezTo>
                <a:cubicBezTo>
                  <a:pt x="206121" y="271399"/>
                  <a:pt x="219964" y="285242"/>
                  <a:pt x="219964" y="304165"/>
                </a:cubicBezTo>
                <a:close/>
                <a:moveTo>
                  <a:pt x="374396" y="187198"/>
                </a:moveTo>
                <a:cubicBezTo>
                  <a:pt x="374396" y="147828"/>
                  <a:pt x="343535" y="116967"/>
                  <a:pt x="304165" y="116967"/>
                </a:cubicBezTo>
                <a:cubicBezTo>
                  <a:pt x="264922" y="116967"/>
                  <a:pt x="233934" y="147828"/>
                  <a:pt x="233934" y="187198"/>
                </a:cubicBezTo>
                <a:cubicBezTo>
                  <a:pt x="233934" y="226441"/>
                  <a:pt x="264922" y="257302"/>
                  <a:pt x="304165" y="257302"/>
                </a:cubicBezTo>
                <a:cubicBezTo>
                  <a:pt x="343535" y="257302"/>
                  <a:pt x="374396" y="226441"/>
                  <a:pt x="374396" y="187198"/>
                </a:cubicBezTo>
                <a:close/>
                <a:moveTo>
                  <a:pt x="336931" y="187198"/>
                </a:moveTo>
                <a:cubicBezTo>
                  <a:pt x="336931" y="206121"/>
                  <a:pt x="323088" y="219964"/>
                  <a:pt x="304165" y="219964"/>
                </a:cubicBezTo>
                <a:cubicBezTo>
                  <a:pt x="285242" y="219964"/>
                  <a:pt x="271399" y="206121"/>
                  <a:pt x="271399" y="187198"/>
                </a:cubicBezTo>
                <a:cubicBezTo>
                  <a:pt x="271399" y="168148"/>
                  <a:pt x="285242" y="154432"/>
                  <a:pt x="304165" y="154432"/>
                </a:cubicBezTo>
                <a:cubicBezTo>
                  <a:pt x="323088" y="154432"/>
                  <a:pt x="336931" y="168148"/>
                  <a:pt x="336931" y="187198"/>
                </a:cubicBezTo>
                <a:close/>
                <a:moveTo>
                  <a:pt x="140462" y="187198"/>
                </a:moveTo>
                <a:cubicBezTo>
                  <a:pt x="140462" y="147828"/>
                  <a:pt x="109474" y="116967"/>
                  <a:pt x="70231" y="116967"/>
                </a:cubicBezTo>
                <a:cubicBezTo>
                  <a:pt x="30861" y="116967"/>
                  <a:pt x="0" y="147828"/>
                  <a:pt x="0" y="187198"/>
                </a:cubicBezTo>
                <a:cubicBezTo>
                  <a:pt x="0" y="226441"/>
                  <a:pt x="30861" y="257302"/>
                  <a:pt x="70231" y="257302"/>
                </a:cubicBezTo>
                <a:cubicBezTo>
                  <a:pt x="109474" y="257302"/>
                  <a:pt x="140462" y="226441"/>
                  <a:pt x="140462" y="187198"/>
                </a:cubicBezTo>
                <a:close/>
                <a:moveTo>
                  <a:pt x="102997" y="187198"/>
                </a:moveTo>
                <a:cubicBezTo>
                  <a:pt x="102997" y="206121"/>
                  <a:pt x="89154" y="219964"/>
                  <a:pt x="70231" y="219964"/>
                </a:cubicBezTo>
                <a:cubicBezTo>
                  <a:pt x="51308" y="219964"/>
                  <a:pt x="37465" y="206121"/>
                  <a:pt x="37465" y="187198"/>
                </a:cubicBezTo>
                <a:cubicBezTo>
                  <a:pt x="37465" y="168148"/>
                  <a:pt x="51308" y="154432"/>
                  <a:pt x="70231" y="154432"/>
                </a:cubicBezTo>
                <a:cubicBezTo>
                  <a:pt x="89154" y="154432"/>
                  <a:pt x="102997" y="168148"/>
                  <a:pt x="102997" y="187198"/>
                </a:cubicBez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Editable vector"/>
          <p:cNvSpPr/>
          <p:nvPr/>
        </p:nvSpPr>
        <p:spPr>
          <a:xfrm>
            <a:off x="4556505" y="2165984"/>
            <a:ext cx="300735" cy="262128"/>
          </a:xfrm>
          <a:custGeom>
            <a:avLst/>
            <a:gdLst/>
            <a:ahLst/>
            <a:cxnLst/>
            <a:rect l="0" t="0" r="r" b="b"/>
            <a:pathLst>
              <a:path w="300736" h="262128" fill="norm" stroke="0" extrusionOk="0">
                <a:moveTo>
                  <a:pt x="18161" y="244856"/>
                </a:moveTo>
                <a:cubicBezTo>
                  <a:pt x="23876" y="255778"/>
                  <a:pt x="34925" y="262128"/>
                  <a:pt x="46482" y="262128"/>
                </a:cubicBezTo>
                <a:lnTo>
                  <a:pt x="46228" y="261620"/>
                </a:lnTo>
                <a:cubicBezTo>
                  <a:pt x="50165" y="261620"/>
                  <a:pt x="54102" y="261112"/>
                  <a:pt x="58039" y="259461"/>
                </a:cubicBezTo>
                <a:cubicBezTo>
                  <a:pt x="66040" y="256413"/>
                  <a:pt x="69723" y="247142"/>
                  <a:pt x="66548" y="239141"/>
                </a:cubicBezTo>
                <a:cubicBezTo>
                  <a:pt x="63500" y="231140"/>
                  <a:pt x="54102" y="227203"/>
                  <a:pt x="46101" y="230378"/>
                </a:cubicBezTo>
                <a:lnTo>
                  <a:pt x="34671" y="208153"/>
                </a:lnTo>
                <a:lnTo>
                  <a:pt x="49530" y="197231"/>
                </a:lnTo>
                <a:cubicBezTo>
                  <a:pt x="57658" y="191389"/>
                  <a:pt x="62357" y="181991"/>
                  <a:pt x="62357" y="172212"/>
                </a:cubicBezTo>
                <a:lnTo>
                  <a:pt x="62357" y="140843"/>
                </a:lnTo>
                <a:cubicBezTo>
                  <a:pt x="62357" y="131064"/>
                  <a:pt x="57658" y="121666"/>
                  <a:pt x="49530" y="115697"/>
                </a:cubicBezTo>
                <a:lnTo>
                  <a:pt x="34671" y="104902"/>
                </a:lnTo>
                <a:lnTo>
                  <a:pt x="46482" y="82677"/>
                </a:lnTo>
                <a:lnTo>
                  <a:pt x="65024" y="90297"/>
                </a:lnTo>
                <a:cubicBezTo>
                  <a:pt x="74295" y="94234"/>
                  <a:pt x="84963" y="93218"/>
                  <a:pt x="93472" y="88138"/>
                </a:cubicBezTo>
                <a:lnTo>
                  <a:pt x="120523" y="71882"/>
                </a:lnTo>
                <a:cubicBezTo>
                  <a:pt x="127889" y="67310"/>
                  <a:pt x="133223" y="59944"/>
                  <a:pt x="135001" y="51308"/>
                </a:cubicBezTo>
                <a:lnTo>
                  <a:pt x="139319" y="31242"/>
                </a:lnTo>
                <a:lnTo>
                  <a:pt x="161163" y="31242"/>
                </a:lnTo>
                <a:lnTo>
                  <a:pt x="165354" y="51308"/>
                </a:lnTo>
                <a:cubicBezTo>
                  <a:pt x="167132" y="59944"/>
                  <a:pt x="172339" y="67310"/>
                  <a:pt x="179832" y="71882"/>
                </a:cubicBezTo>
                <a:lnTo>
                  <a:pt x="206883" y="88138"/>
                </a:lnTo>
                <a:cubicBezTo>
                  <a:pt x="215519" y="93218"/>
                  <a:pt x="226060" y="93980"/>
                  <a:pt x="235331" y="90297"/>
                </a:cubicBezTo>
                <a:lnTo>
                  <a:pt x="254508" y="82804"/>
                </a:lnTo>
                <a:lnTo>
                  <a:pt x="265811" y="104902"/>
                </a:lnTo>
                <a:lnTo>
                  <a:pt x="250952" y="115951"/>
                </a:lnTo>
                <a:cubicBezTo>
                  <a:pt x="242951" y="121793"/>
                  <a:pt x="238252" y="131191"/>
                  <a:pt x="238252" y="140970"/>
                </a:cubicBezTo>
                <a:lnTo>
                  <a:pt x="238252" y="160655"/>
                </a:lnTo>
                <a:cubicBezTo>
                  <a:pt x="238252" y="169164"/>
                  <a:pt x="245237" y="176276"/>
                  <a:pt x="253873" y="176276"/>
                </a:cubicBezTo>
                <a:cubicBezTo>
                  <a:pt x="262509" y="176276"/>
                  <a:pt x="269494" y="169164"/>
                  <a:pt x="269494" y="160655"/>
                </a:cubicBezTo>
                <a:lnTo>
                  <a:pt x="269494" y="140970"/>
                </a:lnTo>
                <a:lnTo>
                  <a:pt x="284480" y="130048"/>
                </a:lnTo>
                <a:cubicBezTo>
                  <a:pt x="296799" y="121031"/>
                  <a:pt x="300736" y="104521"/>
                  <a:pt x="293878" y="90805"/>
                </a:cubicBezTo>
                <a:lnTo>
                  <a:pt x="282448" y="68580"/>
                </a:lnTo>
                <a:cubicBezTo>
                  <a:pt x="275209" y="53975"/>
                  <a:pt x="257429" y="47371"/>
                  <a:pt x="242316" y="53594"/>
                </a:cubicBezTo>
                <a:lnTo>
                  <a:pt x="223266" y="61214"/>
                </a:lnTo>
                <a:lnTo>
                  <a:pt x="196342" y="44958"/>
                </a:lnTo>
                <a:lnTo>
                  <a:pt x="192151" y="25019"/>
                </a:lnTo>
                <a:cubicBezTo>
                  <a:pt x="189230" y="10541"/>
                  <a:pt x="176149" y="0"/>
                  <a:pt x="161163" y="0"/>
                </a:cubicBezTo>
                <a:lnTo>
                  <a:pt x="139446" y="0"/>
                </a:lnTo>
                <a:cubicBezTo>
                  <a:pt x="124587" y="0"/>
                  <a:pt x="111506" y="10541"/>
                  <a:pt x="108585" y="25019"/>
                </a:cubicBezTo>
                <a:lnTo>
                  <a:pt x="104394" y="44958"/>
                </a:lnTo>
                <a:lnTo>
                  <a:pt x="76962" y="61214"/>
                </a:lnTo>
                <a:lnTo>
                  <a:pt x="58420" y="53594"/>
                </a:lnTo>
                <a:cubicBezTo>
                  <a:pt x="43307" y="47625"/>
                  <a:pt x="25654" y="53975"/>
                  <a:pt x="18161" y="68580"/>
                </a:cubicBezTo>
                <a:lnTo>
                  <a:pt x="6858" y="90805"/>
                </a:lnTo>
                <a:cubicBezTo>
                  <a:pt x="0" y="104521"/>
                  <a:pt x="3937" y="121031"/>
                  <a:pt x="16256" y="130048"/>
                </a:cubicBezTo>
                <a:lnTo>
                  <a:pt x="31115" y="140970"/>
                </a:lnTo>
                <a:lnTo>
                  <a:pt x="31115" y="172339"/>
                </a:lnTo>
                <a:lnTo>
                  <a:pt x="16256" y="183261"/>
                </a:lnTo>
                <a:cubicBezTo>
                  <a:pt x="3937" y="192278"/>
                  <a:pt x="0" y="208788"/>
                  <a:pt x="6858" y="222504"/>
                </a:cubicBezTo>
                <a:lnTo>
                  <a:pt x="18161" y="244856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Editable vector"/>
          <p:cNvSpPr/>
          <p:nvPr/>
        </p:nvSpPr>
        <p:spPr>
          <a:xfrm>
            <a:off x="4646676" y="2263902"/>
            <a:ext cx="119888" cy="82422"/>
          </a:xfrm>
          <a:custGeom>
            <a:avLst/>
            <a:gdLst/>
            <a:ahLst/>
            <a:cxnLst/>
            <a:rect l="0" t="0" r="r" b="b"/>
            <a:pathLst>
              <a:path w="119888" h="82423" fill="norm" stroke="0" extrusionOk="0">
                <a:moveTo>
                  <a:pt x="2921" y="69088"/>
                </a:moveTo>
                <a:cubicBezTo>
                  <a:pt x="4191" y="76835"/>
                  <a:pt x="10922" y="82296"/>
                  <a:pt x="18415" y="82296"/>
                </a:cubicBezTo>
                <a:lnTo>
                  <a:pt x="18415" y="82423"/>
                </a:lnTo>
                <a:cubicBezTo>
                  <a:pt x="18796" y="82423"/>
                  <a:pt x="19304" y="82423"/>
                  <a:pt x="19685" y="82423"/>
                </a:cubicBezTo>
                <a:cubicBezTo>
                  <a:pt x="20193" y="82296"/>
                  <a:pt x="20574" y="82296"/>
                  <a:pt x="21082" y="82296"/>
                </a:cubicBezTo>
                <a:cubicBezTo>
                  <a:pt x="29464" y="80899"/>
                  <a:pt x="35179" y="72898"/>
                  <a:pt x="33782" y="64262"/>
                </a:cubicBezTo>
                <a:cubicBezTo>
                  <a:pt x="32258" y="55626"/>
                  <a:pt x="34417" y="46863"/>
                  <a:pt x="39497" y="40767"/>
                </a:cubicBezTo>
                <a:cubicBezTo>
                  <a:pt x="44450" y="34798"/>
                  <a:pt x="51435" y="31750"/>
                  <a:pt x="59944" y="31496"/>
                </a:cubicBezTo>
                <a:cubicBezTo>
                  <a:pt x="68707" y="31750"/>
                  <a:pt x="75565" y="34671"/>
                  <a:pt x="80518" y="40132"/>
                </a:cubicBezTo>
                <a:cubicBezTo>
                  <a:pt x="85598" y="45593"/>
                  <a:pt x="87884" y="53848"/>
                  <a:pt x="87122" y="62103"/>
                </a:cubicBezTo>
                <a:cubicBezTo>
                  <a:pt x="86360" y="70485"/>
                  <a:pt x="92583" y="78359"/>
                  <a:pt x="101219" y="79121"/>
                </a:cubicBezTo>
                <a:cubicBezTo>
                  <a:pt x="109601" y="79883"/>
                  <a:pt x="117475" y="73660"/>
                  <a:pt x="118237" y="65024"/>
                </a:cubicBezTo>
                <a:cubicBezTo>
                  <a:pt x="119888" y="48006"/>
                  <a:pt x="114681" y="31369"/>
                  <a:pt x="104013" y="19177"/>
                </a:cubicBezTo>
                <a:cubicBezTo>
                  <a:pt x="93345" y="6985"/>
                  <a:pt x="78359" y="381"/>
                  <a:pt x="59944" y="0"/>
                </a:cubicBezTo>
                <a:cubicBezTo>
                  <a:pt x="41656" y="381"/>
                  <a:pt x="25781" y="7620"/>
                  <a:pt x="15240" y="20574"/>
                </a:cubicBezTo>
                <a:cubicBezTo>
                  <a:pt x="4699" y="33528"/>
                  <a:pt x="0" y="51689"/>
                  <a:pt x="2921" y="69088"/>
                </a:cubicBez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Editable vector"/>
          <p:cNvSpPr/>
          <p:nvPr/>
        </p:nvSpPr>
        <p:spPr>
          <a:xfrm>
            <a:off x="4725161" y="2360421"/>
            <a:ext cx="51689" cy="118999"/>
          </a:xfrm>
          <a:custGeom>
            <a:avLst/>
            <a:gdLst/>
            <a:ahLst/>
            <a:cxnLst/>
            <a:rect l="0" t="0" r="r" b="b"/>
            <a:pathLst>
              <a:path w="51689" h="118999" fill="norm" stroke="0" extrusionOk="0">
                <a:moveTo>
                  <a:pt x="13970" y="118618"/>
                </a:moveTo>
                <a:cubicBezTo>
                  <a:pt x="14859" y="118999"/>
                  <a:pt x="16129" y="118999"/>
                  <a:pt x="17018" y="118999"/>
                </a:cubicBezTo>
                <a:cubicBezTo>
                  <a:pt x="24257" y="118999"/>
                  <a:pt x="30734" y="113919"/>
                  <a:pt x="32385" y="106426"/>
                </a:cubicBezTo>
                <a:lnTo>
                  <a:pt x="49911" y="20193"/>
                </a:lnTo>
                <a:cubicBezTo>
                  <a:pt x="51689" y="11811"/>
                  <a:pt x="46228" y="3556"/>
                  <a:pt x="37846" y="1778"/>
                </a:cubicBezTo>
                <a:cubicBezTo>
                  <a:pt x="29337" y="0"/>
                  <a:pt x="21209" y="5588"/>
                  <a:pt x="19431" y="13970"/>
                </a:cubicBezTo>
                <a:lnTo>
                  <a:pt x="1778" y="100203"/>
                </a:lnTo>
                <a:cubicBezTo>
                  <a:pt x="0" y="108585"/>
                  <a:pt x="5461" y="116840"/>
                  <a:pt x="13970" y="118618"/>
                </a:cubicBez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Editable vector"/>
          <p:cNvSpPr/>
          <p:nvPr/>
        </p:nvSpPr>
        <p:spPr>
          <a:xfrm>
            <a:off x="4793488" y="2352802"/>
            <a:ext cx="79755" cy="127000"/>
          </a:xfrm>
          <a:custGeom>
            <a:avLst/>
            <a:gdLst/>
            <a:ahLst/>
            <a:cxnLst/>
            <a:rect l="0" t="0" r="r" b="b"/>
            <a:pathLst>
              <a:path w="79756" h="127000" fill="norm" stroke="0" extrusionOk="0">
                <a:moveTo>
                  <a:pt x="6096" y="122047"/>
                </a:moveTo>
                <a:cubicBezTo>
                  <a:pt x="9271" y="124968"/>
                  <a:pt x="13335" y="126619"/>
                  <a:pt x="17272" y="126619"/>
                </a:cubicBezTo>
                <a:lnTo>
                  <a:pt x="17145" y="127000"/>
                </a:lnTo>
                <a:cubicBezTo>
                  <a:pt x="21209" y="127000"/>
                  <a:pt x="25146" y="125603"/>
                  <a:pt x="28321" y="122428"/>
                </a:cubicBezTo>
                <a:lnTo>
                  <a:pt x="75311" y="75438"/>
                </a:lnTo>
                <a:cubicBezTo>
                  <a:pt x="78232" y="72517"/>
                  <a:pt x="79756" y="68580"/>
                  <a:pt x="79756" y="64262"/>
                </a:cubicBezTo>
                <a:cubicBezTo>
                  <a:pt x="79756" y="59944"/>
                  <a:pt x="78232" y="56007"/>
                  <a:pt x="75311" y="53086"/>
                </a:cubicBezTo>
                <a:lnTo>
                  <a:pt x="28321" y="6096"/>
                </a:lnTo>
                <a:cubicBezTo>
                  <a:pt x="22225" y="0"/>
                  <a:pt x="12192" y="0"/>
                  <a:pt x="6096" y="6096"/>
                </a:cubicBezTo>
                <a:cubicBezTo>
                  <a:pt x="0" y="12192"/>
                  <a:pt x="0" y="22225"/>
                  <a:pt x="6096" y="28194"/>
                </a:cubicBezTo>
                <a:lnTo>
                  <a:pt x="42037" y="64135"/>
                </a:lnTo>
                <a:lnTo>
                  <a:pt x="6096" y="99949"/>
                </a:lnTo>
                <a:cubicBezTo>
                  <a:pt x="0" y="106045"/>
                  <a:pt x="0" y="115951"/>
                  <a:pt x="6096" y="122047"/>
                </a:cubicBez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Editable vector"/>
          <p:cNvSpPr/>
          <p:nvPr/>
        </p:nvSpPr>
        <p:spPr>
          <a:xfrm>
            <a:off x="4638421" y="2352421"/>
            <a:ext cx="79755" cy="127000"/>
          </a:xfrm>
          <a:custGeom>
            <a:avLst/>
            <a:gdLst/>
            <a:ahLst/>
            <a:cxnLst/>
            <a:rect l="0" t="0" r="r" b="b"/>
            <a:pathLst>
              <a:path w="79756" h="127000" fill="norm" stroke="0" extrusionOk="0">
                <a:moveTo>
                  <a:pt x="51435" y="122428"/>
                </a:moveTo>
                <a:cubicBezTo>
                  <a:pt x="54610" y="125349"/>
                  <a:pt x="58801" y="127000"/>
                  <a:pt x="62611" y="127000"/>
                </a:cubicBezTo>
                <a:lnTo>
                  <a:pt x="62484" y="126619"/>
                </a:lnTo>
                <a:cubicBezTo>
                  <a:pt x="66548" y="126619"/>
                  <a:pt x="70485" y="125222"/>
                  <a:pt x="73660" y="122047"/>
                </a:cubicBezTo>
                <a:cubicBezTo>
                  <a:pt x="79756" y="115951"/>
                  <a:pt x="79756" y="106045"/>
                  <a:pt x="73660" y="99949"/>
                </a:cubicBezTo>
                <a:lnTo>
                  <a:pt x="37719" y="64135"/>
                </a:lnTo>
                <a:lnTo>
                  <a:pt x="73660" y="28194"/>
                </a:lnTo>
                <a:cubicBezTo>
                  <a:pt x="79756" y="22098"/>
                  <a:pt x="79756" y="12192"/>
                  <a:pt x="73660" y="6096"/>
                </a:cubicBezTo>
                <a:cubicBezTo>
                  <a:pt x="67564" y="0"/>
                  <a:pt x="57531" y="0"/>
                  <a:pt x="51435" y="6096"/>
                </a:cubicBezTo>
                <a:lnTo>
                  <a:pt x="4445" y="53086"/>
                </a:lnTo>
                <a:cubicBezTo>
                  <a:pt x="1524" y="56007"/>
                  <a:pt x="0" y="59944"/>
                  <a:pt x="0" y="64262"/>
                </a:cubicBezTo>
                <a:cubicBezTo>
                  <a:pt x="0" y="68580"/>
                  <a:pt x="1524" y="72517"/>
                  <a:pt x="4445" y="75438"/>
                </a:cubicBezTo>
                <a:lnTo>
                  <a:pt x="51435" y="122428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855" y="3471659"/>
            <a:ext cx="7903463" cy="1170444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24100" y="3944111"/>
            <a:ext cx="4760976" cy="672083"/>
          </a:xfrm>
          <a:prstGeom prst="rect">
            <a:avLst/>
          </a:prstGeom>
        </p:spPr>
      </p:pic>
      <p:sp>
        <p:nvSpPr>
          <p:cNvPr id="39" name="Editable vector"/>
          <p:cNvSpPr/>
          <p:nvPr/>
        </p:nvSpPr>
        <p:spPr>
          <a:xfrm>
            <a:off x="818578" y="3537584"/>
            <a:ext cx="7776654" cy="1043685"/>
          </a:xfrm>
          <a:custGeom>
            <a:avLst/>
            <a:gdLst/>
            <a:ahLst/>
            <a:cxnLst/>
            <a:rect l="0" t="0" r="r" b="b"/>
            <a:pathLst>
              <a:path w="7776654" h="1043686" fill="norm" stroke="0" extrusionOk="0">
                <a:moveTo>
                  <a:pt x="0" y="52070"/>
                </a:moveTo>
                <a:cubicBezTo>
                  <a:pt x="0" y="23368"/>
                  <a:pt x="23355" y="0"/>
                  <a:pt x="52159" y="0"/>
                </a:cubicBezTo>
                <a:lnTo>
                  <a:pt x="7724457" y="0"/>
                </a:lnTo>
                <a:cubicBezTo>
                  <a:pt x="7753287" y="0"/>
                  <a:pt x="7776654" y="23368"/>
                  <a:pt x="7776654" y="52070"/>
                </a:cubicBezTo>
                <a:lnTo>
                  <a:pt x="7776654" y="991489"/>
                </a:lnTo>
                <a:cubicBezTo>
                  <a:pt x="7776654" y="1020318"/>
                  <a:pt x="7753287" y="1043686"/>
                  <a:pt x="7724457" y="1043686"/>
                </a:cubicBezTo>
                <a:lnTo>
                  <a:pt x="52159" y="1043686"/>
                </a:lnTo>
                <a:cubicBezTo>
                  <a:pt x="23355" y="1043686"/>
                  <a:pt x="0" y="1020318"/>
                  <a:pt x="0" y="991489"/>
                </a:cubicBezTo>
                <a:lnTo>
                  <a:pt x="0" y="52070"/>
                </a:lnTo>
                <a:close/>
              </a:path>
            </a:pathLst>
          </a:custGeom>
          <a:solidFill>
            <a:srgbClr val="E7F6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Editable vector"/>
          <p:cNvSpPr/>
          <p:nvPr/>
        </p:nvSpPr>
        <p:spPr>
          <a:xfrm>
            <a:off x="4432427" y="3537203"/>
            <a:ext cx="568451" cy="495935"/>
          </a:xfrm>
          <a:custGeom>
            <a:avLst/>
            <a:gdLst/>
            <a:ahLst/>
            <a:cxnLst/>
            <a:rect l="0" t="0" r="r" b="b"/>
            <a:pathLst>
              <a:path w="568452" h="495935" fill="norm" stroke="0" extrusionOk="0">
                <a:moveTo>
                  <a:pt x="521462" y="495935"/>
                </a:moveTo>
                <a:lnTo>
                  <a:pt x="46990" y="495935"/>
                </a:lnTo>
                <a:cubicBezTo>
                  <a:pt x="21082" y="495935"/>
                  <a:pt x="0" y="474853"/>
                  <a:pt x="0" y="448945"/>
                </a:cubicBezTo>
                <a:lnTo>
                  <a:pt x="0" y="0"/>
                </a:lnTo>
                <a:lnTo>
                  <a:pt x="568452" y="0"/>
                </a:lnTo>
                <a:lnTo>
                  <a:pt x="568452" y="448945"/>
                </a:lnTo>
                <a:cubicBezTo>
                  <a:pt x="568452" y="474853"/>
                  <a:pt x="547370" y="495935"/>
                  <a:pt x="521462" y="495935"/>
                </a:cubicBezTo>
                <a:close/>
              </a:path>
            </a:pathLst>
          </a:custGeom>
          <a:solidFill>
            <a:srgbClr val="89D1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855" y="4928615"/>
            <a:ext cx="7903463" cy="1170444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40735" y="5401056"/>
            <a:ext cx="3729228" cy="672083"/>
          </a:xfrm>
          <a:prstGeom prst="rect">
            <a:avLst/>
          </a:prstGeom>
        </p:spPr>
      </p:pic>
      <p:sp>
        <p:nvSpPr>
          <p:cNvPr id="45" name="Editable vector"/>
          <p:cNvSpPr/>
          <p:nvPr/>
        </p:nvSpPr>
        <p:spPr>
          <a:xfrm>
            <a:off x="818578" y="4993894"/>
            <a:ext cx="7776654" cy="1043685"/>
          </a:xfrm>
          <a:custGeom>
            <a:avLst/>
            <a:gdLst/>
            <a:ahLst/>
            <a:cxnLst/>
            <a:rect l="0" t="0" r="r" b="b"/>
            <a:pathLst>
              <a:path w="7776654" h="1043686" fill="norm" stroke="0" extrusionOk="0">
                <a:moveTo>
                  <a:pt x="0" y="52070"/>
                </a:moveTo>
                <a:cubicBezTo>
                  <a:pt x="0" y="23368"/>
                  <a:pt x="23355" y="0"/>
                  <a:pt x="52159" y="0"/>
                </a:cubicBezTo>
                <a:lnTo>
                  <a:pt x="7724457" y="0"/>
                </a:lnTo>
                <a:cubicBezTo>
                  <a:pt x="7753287" y="0"/>
                  <a:pt x="7776654" y="23368"/>
                  <a:pt x="7776654" y="52070"/>
                </a:cubicBezTo>
                <a:lnTo>
                  <a:pt x="7776654" y="991527"/>
                </a:lnTo>
                <a:cubicBezTo>
                  <a:pt x="7776654" y="1020331"/>
                  <a:pt x="7753287" y="1043686"/>
                  <a:pt x="7724457" y="1043686"/>
                </a:cubicBezTo>
                <a:lnTo>
                  <a:pt x="52159" y="1043686"/>
                </a:lnTo>
                <a:cubicBezTo>
                  <a:pt x="23355" y="1043686"/>
                  <a:pt x="0" y="1020331"/>
                  <a:pt x="0" y="991527"/>
                </a:cubicBezTo>
                <a:lnTo>
                  <a:pt x="0" y="52070"/>
                </a:lnTo>
                <a:close/>
              </a:path>
            </a:pathLst>
          </a:custGeom>
          <a:solidFill>
            <a:srgbClr val="B9C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Editable vector"/>
          <p:cNvSpPr/>
          <p:nvPr/>
        </p:nvSpPr>
        <p:spPr>
          <a:xfrm>
            <a:off x="4432427" y="4993513"/>
            <a:ext cx="568451" cy="495934"/>
          </a:xfrm>
          <a:custGeom>
            <a:avLst/>
            <a:gdLst/>
            <a:ahLst/>
            <a:cxnLst/>
            <a:rect l="0" t="0" r="r" b="b"/>
            <a:pathLst>
              <a:path w="568452" h="495935" fill="norm" stroke="0" extrusionOk="0">
                <a:moveTo>
                  <a:pt x="521462" y="495935"/>
                </a:moveTo>
                <a:lnTo>
                  <a:pt x="46990" y="495935"/>
                </a:lnTo>
                <a:cubicBezTo>
                  <a:pt x="21082" y="495935"/>
                  <a:pt x="0" y="474853"/>
                  <a:pt x="0" y="448945"/>
                </a:cubicBezTo>
                <a:lnTo>
                  <a:pt x="0" y="0"/>
                </a:lnTo>
                <a:lnTo>
                  <a:pt x="568452" y="0"/>
                </a:lnTo>
                <a:lnTo>
                  <a:pt x="568452" y="448945"/>
                </a:lnTo>
                <a:cubicBezTo>
                  <a:pt x="568452" y="474853"/>
                  <a:pt x="547370" y="495935"/>
                  <a:pt x="521462" y="495935"/>
                </a:cubicBezTo>
                <a:close/>
              </a:path>
            </a:pathLst>
          </a:custGeom>
          <a:solidFill>
            <a:srgbClr val="002A86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Editable vector"/>
          <p:cNvSpPr/>
          <p:nvPr/>
        </p:nvSpPr>
        <p:spPr>
          <a:xfrm>
            <a:off x="4529454" y="3601973"/>
            <a:ext cx="374396" cy="374396"/>
          </a:xfrm>
          <a:custGeom>
            <a:avLst/>
            <a:gdLst/>
            <a:ahLst/>
            <a:cxnLst/>
            <a:rect l="0" t="0" r="r" b="b"/>
            <a:pathLst>
              <a:path w="374396" h="374396" fill="norm" stroke="0" extrusionOk="0">
                <a:moveTo>
                  <a:pt x="257429" y="70231"/>
                </a:moveTo>
                <a:cubicBezTo>
                  <a:pt x="257429" y="108839"/>
                  <a:pt x="225806" y="140462"/>
                  <a:pt x="187198" y="140462"/>
                </a:cubicBezTo>
                <a:cubicBezTo>
                  <a:pt x="148590" y="140462"/>
                  <a:pt x="116967" y="108839"/>
                  <a:pt x="116967" y="70231"/>
                </a:cubicBezTo>
                <a:cubicBezTo>
                  <a:pt x="116967" y="31623"/>
                  <a:pt x="148590" y="0"/>
                  <a:pt x="187198" y="0"/>
                </a:cubicBezTo>
                <a:cubicBezTo>
                  <a:pt x="225806" y="0"/>
                  <a:pt x="257429" y="31623"/>
                  <a:pt x="257429" y="70231"/>
                </a:cubicBezTo>
                <a:close/>
                <a:moveTo>
                  <a:pt x="257429" y="304165"/>
                </a:moveTo>
                <a:cubicBezTo>
                  <a:pt x="257429" y="264922"/>
                  <a:pt x="226568" y="234061"/>
                  <a:pt x="187198" y="234061"/>
                </a:cubicBezTo>
                <a:cubicBezTo>
                  <a:pt x="147955" y="234061"/>
                  <a:pt x="116967" y="264922"/>
                  <a:pt x="116967" y="304165"/>
                </a:cubicBezTo>
                <a:cubicBezTo>
                  <a:pt x="116967" y="343535"/>
                  <a:pt x="147955" y="374396"/>
                  <a:pt x="187198" y="374396"/>
                </a:cubicBezTo>
                <a:cubicBezTo>
                  <a:pt x="226568" y="374396"/>
                  <a:pt x="257429" y="343535"/>
                  <a:pt x="257429" y="304165"/>
                </a:cubicBezTo>
                <a:close/>
                <a:moveTo>
                  <a:pt x="219964" y="304165"/>
                </a:moveTo>
                <a:cubicBezTo>
                  <a:pt x="219964" y="323088"/>
                  <a:pt x="206121" y="336931"/>
                  <a:pt x="187198" y="336931"/>
                </a:cubicBezTo>
                <a:cubicBezTo>
                  <a:pt x="168275" y="336931"/>
                  <a:pt x="154432" y="323088"/>
                  <a:pt x="154432" y="304165"/>
                </a:cubicBezTo>
                <a:cubicBezTo>
                  <a:pt x="154432" y="285242"/>
                  <a:pt x="168275" y="271399"/>
                  <a:pt x="187198" y="271399"/>
                </a:cubicBezTo>
                <a:cubicBezTo>
                  <a:pt x="206121" y="271399"/>
                  <a:pt x="219964" y="285242"/>
                  <a:pt x="219964" y="304165"/>
                </a:cubicBezTo>
                <a:close/>
                <a:moveTo>
                  <a:pt x="374396" y="187198"/>
                </a:moveTo>
                <a:cubicBezTo>
                  <a:pt x="374396" y="147955"/>
                  <a:pt x="343535" y="116967"/>
                  <a:pt x="304165" y="116967"/>
                </a:cubicBezTo>
                <a:cubicBezTo>
                  <a:pt x="264922" y="116967"/>
                  <a:pt x="233934" y="147955"/>
                  <a:pt x="233934" y="187198"/>
                </a:cubicBezTo>
                <a:cubicBezTo>
                  <a:pt x="233934" y="226568"/>
                  <a:pt x="264922" y="257429"/>
                  <a:pt x="304165" y="257429"/>
                </a:cubicBezTo>
                <a:cubicBezTo>
                  <a:pt x="343535" y="257429"/>
                  <a:pt x="374396" y="226568"/>
                  <a:pt x="374396" y="187198"/>
                </a:cubicBezTo>
                <a:close/>
                <a:moveTo>
                  <a:pt x="336931" y="187198"/>
                </a:moveTo>
                <a:cubicBezTo>
                  <a:pt x="336931" y="206121"/>
                  <a:pt x="323088" y="219964"/>
                  <a:pt x="304165" y="219964"/>
                </a:cubicBezTo>
                <a:cubicBezTo>
                  <a:pt x="285242" y="219964"/>
                  <a:pt x="271399" y="206121"/>
                  <a:pt x="271399" y="187198"/>
                </a:cubicBezTo>
                <a:cubicBezTo>
                  <a:pt x="271399" y="168275"/>
                  <a:pt x="285242" y="154432"/>
                  <a:pt x="304165" y="154432"/>
                </a:cubicBezTo>
                <a:cubicBezTo>
                  <a:pt x="323088" y="154432"/>
                  <a:pt x="336931" y="168275"/>
                  <a:pt x="336931" y="187198"/>
                </a:cubicBezTo>
                <a:close/>
                <a:moveTo>
                  <a:pt x="140462" y="187198"/>
                </a:moveTo>
                <a:cubicBezTo>
                  <a:pt x="140462" y="147955"/>
                  <a:pt x="109474" y="116967"/>
                  <a:pt x="70231" y="116967"/>
                </a:cubicBezTo>
                <a:cubicBezTo>
                  <a:pt x="30861" y="116967"/>
                  <a:pt x="0" y="147955"/>
                  <a:pt x="0" y="187198"/>
                </a:cubicBezTo>
                <a:cubicBezTo>
                  <a:pt x="0" y="226568"/>
                  <a:pt x="30861" y="257429"/>
                  <a:pt x="70231" y="257429"/>
                </a:cubicBezTo>
                <a:cubicBezTo>
                  <a:pt x="109474" y="257429"/>
                  <a:pt x="140462" y="226568"/>
                  <a:pt x="140462" y="187198"/>
                </a:cubicBezTo>
                <a:close/>
                <a:moveTo>
                  <a:pt x="102997" y="187198"/>
                </a:moveTo>
                <a:cubicBezTo>
                  <a:pt x="102997" y="206121"/>
                  <a:pt x="89154" y="219964"/>
                  <a:pt x="70231" y="219964"/>
                </a:cubicBezTo>
                <a:cubicBezTo>
                  <a:pt x="51308" y="219964"/>
                  <a:pt x="37465" y="206121"/>
                  <a:pt x="37465" y="187198"/>
                </a:cubicBezTo>
                <a:cubicBezTo>
                  <a:pt x="37465" y="168275"/>
                  <a:pt x="51308" y="154432"/>
                  <a:pt x="70231" y="154432"/>
                </a:cubicBezTo>
                <a:cubicBezTo>
                  <a:pt x="89154" y="154432"/>
                  <a:pt x="102997" y="168275"/>
                  <a:pt x="102997" y="187198"/>
                </a:cubicBez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Editable vector"/>
          <p:cNvSpPr/>
          <p:nvPr/>
        </p:nvSpPr>
        <p:spPr>
          <a:xfrm>
            <a:off x="4572761" y="5048630"/>
            <a:ext cx="287147" cy="329819"/>
          </a:xfrm>
          <a:custGeom>
            <a:avLst/>
            <a:gdLst/>
            <a:ahLst/>
            <a:cxnLst/>
            <a:rect l="0" t="0" r="r" b="b"/>
            <a:pathLst>
              <a:path w="287147" h="329819" fill="norm" stroke="0" extrusionOk="0">
                <a:moveTo>
                  <a:pt x="144272" y="329819"/>
                </a:moveTo>
                <a:cubicBezTo>
                  <a:pt x="141986" y="329819"/>
                  <a:pt x="139827" y="329311"/>
                  <a:pt x="137668" y="328295"/>
                </a:cubicBezTo>
                <a:cubicBezTo>
                  <a:pt x="137160" y="328168"/>
                  <a:pt x="136525" y="327660"/>
                  <a:pt x="135890" y="327279"/>
                </a:cubicBezTo>
                <a:lnTo>
                  <a:pt x="9017" y="253873"/>
                </a:lnTo>
                <a:cubicBezTo>
                  <a:pt x="3810" y="250952"/>
                  <a:pt x="762" y="245491"/>
                  <a:pt x="762" y="239649"/>
                </a:cubicBezTo>
                <a:lnTo>
                  <a:pt x="762" y="106299"/>
                </a:lnTo>
                <a:cubicBezTo>
                  <a:pt x="0" y="100330"/>
                  <a:pt x="2667" y="94234"/>
                  <a:pt x="7747" y="90678"/>
                </a:cubicBezTo>
                <a:lnTo>
                  <a:pt x="73279" y="46101"/>
                </a:lnTo>
                <a:cubicBezTo>
                  <a:pt x="78613" y="42418"/>
                  <a:pt x="85598" y="42164"/>
                  <a:pt x="91059" y="45720"/>
                </a:cubicBezTo>
                <a:lnTo>
                  <a:pt x="198247" y="112014"/>
                </a:lnTo>
                <a:cubicBezTo>
                  <a:pt x="203200" y="115062"/>
                  <a:pt x="206121" y="120396"/>
                  <a:pt x="206121" y="126111"/>
                </a:cubicBezTo>
                <a:lnTo>
                  <a:pt x="205613" y="197358"/>
                </a:lnTo>
                <a:cubicBezTo>
                  <a:pt x="205613" y="206375"/>
                  <a:pt x="198120" y="213741"/>
                  <a:pt x="189103" y="213487"/>
                </a:cubicBezTo>
                <a:cubicBezTo>
                  <a:pt x="180086" y="213487"/>
                  <a:pt x="172720" y="206121"/>
                  <a:pt x="172974" y="196977"/>
                </a:cubicBezTo>
                <a:lnTo>
                  <a:pt x="173355" y="134874"/>
                </a:lnTo>
                <a:lnTo>
                  <a:pt x="83058" y="78994"/>
                </a:lnTo>
                <a:lnTo>
                  <a:pt x="33782" y="112776"/>
                </a:lnTo>
                <a:lnTo>
                  <a:pt x="33782" y="230251"/>
                </a:lnTo>
                <a:lnTo>
                  <a:pt x="144653" y="294386"/>
                </a:lnTo>
                <a:lnTo>
                  <a:pt x="254762" y="230251"/>
                </a:lnTo>
                <a:lnTo>
                  <a:pt x="254762" y="101981"/>
                </a:lnTo>
                <a:lnTo>
                  <a:pt x="135636" y="32766"/>
                </a:lnTo>
                <a:cubicBezTo>
                  <a:pt x="127889" y="28321"/>
                  <a:pt x="125222" y="18288"/>
                  <a:pt x="129794" y="10414"/>
                </a:cubicBezTo>
                <a:cubicBezTo>
                  <a:pt x="134239" y="2667"/>
                  <a:pt x="144272" y="0"/>
                  <a:pt x="152019" y="4572"/>
                </a:cubicBezTo>
                <a:lnTo>
                  <a:pt x="278892" y="78486"/>
                </a:lnTo>
                <a:cubicBezTo>
                  <a:pt x="284099" y="81280"/>
                  <a:pt x="287147" y="86868"/>
                  <a:pt x="287147" y="92583"/>
                </a:cubicBezTo>
                <a:lnTo>
                  <a:pt x="287147" y="239649"/>
                </a:lnTo>
                <a:cubicBezTo>
                  <a:pt x="287147" y="245491"/>
                  <a:pt x="284099" y="250952"/>
                  <a:pt x="278892" y="253873"/>
                </a:cubicBezTo>
                <a:lnTo>
                  <a:pt x="152908" y="327279"/>
                </a:lnTo>
                <a:cubicBezTo>
                  <a:pt x="152908" y="327279"/>
                  <a:pt x="151638" y="327914"/>
                  <a:pt x="151003" y="328295"/>
                </a:cubicBezTo>
                <a:cubicBezTo>
                  <a:pt x="148717" y="329311"/>
                  <a:pt x="146304" y="329819"/>
                  <a:pt x="144272" y="329819"/>
                </a:cubicBezTo>
                <a:close/>
                <a:moveTo>
                  <a:pt x="120904" y="235585"/>
                </a:moveTo>
                <a:cubicBezTo>
                  <a:pt x="118110" y="235585"/>
                  <a:pt x="115443" y="234950"/>
                  <a:pt x="112776" y="233299"/>
                </a:cubicBezTo>
                <a:lnTo>
                  <a:pt x="70231" y="208788"/>
                </a:lnTo>
                <a:cubicBezTo>
                  <a:pt x="62357" y="204343"/>
                  <a:pt x="59690" y="194310"/>
                  <a:pt x="64262" y="186436"/>
                </a:cubicBezTo>
                <a:cubicBezTo>
                  <a:pt x="68707" y="178689"/>
                  <a:pt x="78740" y="176022"/>
                  <a:pt x="86614" y="180594"/>
                </a:cubicBezTo>
                <a:lnTo>
                  <a:pt x="129159" y="205105"/>
                </a:lnTo>
                <a:cubicBezTo>
                  <a:pt x="136906" y="209677"/>
                  <a:pt x="139573" y="219710"/>
                  <a:pt x="135128" y="227457"/>
                </a:cubicBezTo>
                <a:cubicBezTo>
                  <a:pt x="131953" y="232791"/>
                  <a:pt x="126492" y="235585"/>
                  <a:pt x="120904" y="235585"/>
                </a:cubicBez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Editable text — 16"/>
          <p:cNvSpPr txBox="1"/>
          <p:nvPr/>
        </p:nvSpPr>
        <p:spPr>
          <a:xfrm>
            <a:off x="11500739" y="6546075"/>
            <a:ext cx="191058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3">
                <a:solidFill>
                  <a:srgbClr val="000000"/>
                </a:solidFill>
                <a:latin typeface="Arial"/>
              </a:rPr>
              <a:t>16</a:t>
            </a:r>
          </a:p>
        </p:txBody>
      </p:sp>
      <p:sp>
        <p:nvSpPr>
          <p:cNvPr id="4" name="Editable text — 16"/>
          <p:cNvSpPr txBox="1"/>
          <p:nvPr/>
        </p:nvSpPr>
        <p:spPr>
          <a:xfrm>
            <a:off x="11500739" y="6546075"/>
            <a:ext cx="191058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3">
                <a:solidFill>
                  <a:srgbClr val="000000"/>
                </a:solidFill>
                <a:latin typeface="Arial"/>
              </a:rPr>
              <a:t>16</a:t>
            </a:r>
          </a:p>
        </p:txBody>
      </p:sp>
      <p:sp>
        <p:nvSpPr>
          <p:cNvPr id="6" name="Editable text — PUBLIC"/>
          <p:cNvSpPr txBox="1"/>
          <p:nvPr/>
        </p:nvSpPr>
        <p:spPr>
          <a:xfrm>
            <a:off x="578815" y="6567449"/>
            <a:ext cx="318846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00" b="0" i="0" spc="-31">
                <a:solidFill>
                  <a:srgbClr val="000000"/>
                </a:solidFill>
                <a:latin typeface="Arial"/>
              </a:rPr>
              <a:t>PUBLIC</a:t>
            </a:r>
          </a:p>
        </p:txBody>
      </p:sp>
      <p:sp>
        <p:nvSpPr>
          <p:cNvPr id="7" name="Editable text — PUBLIC"/>
          <p:cNvSpPr txBox="1"/>
          <p:nvPr/>
        </p:nvSpPr>
        <p:spPr>
          <a:xfrm>
            <a:off x="578815" y="6567449"/>
            <a:ext cx="318846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00" b="0" i="0" spc="-31">
                <a:solidFill>
                  <a:srgbClr val="000000"/>
                </a:solidFill>
                <a:latin typeface="Arial"/>
              </a:rPr>
              <a:t>PUBLIC</a:t>
            </a:r>
          </a:p>
        </p:txBody>
      </p:sp>
      <p:sp>
        <p:nvSpPr>
          <p:cNvPr id="11" name="Editable text — Joule Studio"/>
          <p:cNvSpPr txBox="1"/>
          <p:nvPr/>
        </p:nvSpPr>
        <p:spPr>
          <a:xfrm>
            <a:off x="5060315" y="610059"/>
            <a:ext cx="2136882" cy="57073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795" b="1" i="0" spc="-41">
                <a:solidFill>
                  <a:srgbClr val="002A86"/>
                </a:solidFill>
                <a:latin typeface="Arial"/>
              </a:rPr>
              <a:t>Joule Studio</a:t>
            </a:r>
          </a:p>
        </p:txBody>
      </p:sp>
      <p:sp>
        <p:nvSpPr>
          <p:cNvPr id="12" name="Editable text — Build Trusted Custom Agentic Solutions"/>
          <p:cNvSpPr txBox="1"/>
          <p:nvPr/>
        </p:nvSpPr>
        <p:spPr>
          <a:xfrm>
            <a:off x="2859277" y="972771"/>
            <a:ext cx="6538957" cy="57073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795" b="1" i="0" spc="-75">
                <a:solidFill>
                  <a:srgbClr val="002A86"/>
                </a:solidFill>
                <a:latin typeface="Arial"/>
              </a:rPr>
              <a:t>Build Trusted Custom Agentic Solutions</a:t>
            </a:r>
          </a:p>
        </p:txBody>
      </p:sp>
      <p:sp>
        <p:nvSpPr>
          <p:cNvPr id="13" name="Editable text — SAP Business AI Platform "/>
          <p:cNvSpPr txBox="1"/>
          <p:nvPr/>
        </p:nvSpPr>
        <p:spPr>
          <a:xfrm>
            <a:off x="5087111" y="232340"/>
            <a:ext cx="2446884" cy="3425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8" b="1" i="0" spc="-62">
                <a:solidFill>
                  <a:srgbClr val="002986"/>
                </a:solidFill>
                <a:latin typeface="Arial"/>
              </a:rPr>
              <a:t>SAP Business AI Platform </a:t>
            </a:r>
          </a:p>
        </p:txBody>
      </p:sp>
      <p:sp>
        <p:nvSpPr>
          <p:cNvPr id="17" name="Editable text — 4"/>
          <p:cNvSpPr txBox="1"/>
          <p:nvPr/>
        </p:nvSpPr>
        <p:spPr>
          <a:xfrm>
            <a:off x="4767960" y="236298"/>
            <a:ext cx="180047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1" i="0">
                <a:solidFill>
                  <a:srgbClr val="002986"/>
                </a:solidFill>
                <a:latin typeface="Arial"/>
              </a:rPr>
              <a:t>4</a:t>
            </a:r>
          </a:p>
        </p:txBody>
      </p:sp>
      <p:sp>
        <p:nvSpPr>
          <p:cNvPr id="28" name="Editable text — Intent Driven Development"/>
          <p:cNvSpPr txBox="1"/>
          <p:nvPr/>
        </p:nvSpPr>
        <p:spPr>
          <a:xfrm>
            <a:off x="3445764" y="2629867"/>
            <a:ext cx="2597758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1" i="0" spc="-11">
                <a:solidFill>
                  <a:srgbClr val="002A86"/>
                </a:solidFill>
                <a:latin typeface="Arial"/>
              </a:rPr>
              <a:t>Intent Driven Development</a:t>
            </a:r>
          </a:p>
        </p:txBody>
      </p:sp>
      <p:sp>
        <p:nvSpPr>
          <p:cNvPr id="29" name="Editable text — No Code to Pro Code  |  Any Tool, Many Frameworks |  Agents,"/>
          <p:cNvSpPr txBox="1"/>
          <p:nvPr/>
        </p:nvSpPr>
        <p:spPr>
          <a:xfrm>
            <a:off x="2375661" y="2867192"/>
            <a:ext cx="4746824" cy="2392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056" b="0" i="0" spc="-22">
                <a:solidFill>
                  <a:srgbClr val="000000"/>
                </a:solidFill>
                <a:latin typeface="Arial"/>
              </a:rPr>
              <a:t>No Code to Pro Code  |  Any Tool, Many Frameworks |  Agents, Apps &amp; Workflows</a:t>
            </a:r>
          </a:p>
        </p:txBody>
      </p:sp>
      <p:sp>
        <p:nvSpPr>
          <p:cNvPr id="40" name="Editable text — Business Context"/>
          <p:cNvSpPr txBox="1"/>
          <p:nvPr/>
        </p:nvSpPr>
        <p:spPr>
          <a:xfrm>
            <a:off x="3899915" y="4086557"/>
            <a:ext cx="1679157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1" i="0" spc="-51">
                <a:solidFill>
                  <a:srgbClr val="002A86"/>
                </a:solidFill>
                <a:latin typeface="Arial"/>
              </a:rPr>
              <a:t>Business Context</a:t>
            </a:r>
          </a:p>
        </p:txBody>
      </p:sp>
      <p:sp>
        <p:nvSpPr>
          <p:cNvPr id="41" name="Editable text — SAP Knowledge Graph  |  SAP Domain Models  |  SAP Data, Proc"/>
          <p:cNvSpPr txBox="1"/>
          <p:nvPr/>
        </p:nvSpPr>
        <p:spPr>
          <a:xfrm>
            <a:off x="2470150" y="4323882"/>
            <a:ext cx="4533722" cy="2392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056" b="0" i="0" spc="-30">
                <a:solidFill>
                  <a:srgbClr val="000000"/>
                </a:solidFill>
                <a:latin typeface="Arial"/>
              </a:rPr>
              <a:t>SAP Knowledge Graph  |  SAP Domain Models  |  SAP Data, Processes &amp; Apps</a:t>
            </a:r>
          </a:p>
        </p:txBody>
      </p:sp>
      <p:sp>
        <p:nvSpPr>
          <p:cNvPr id="46" name="Editable text — Trusted Governance"/>
          <p:cNvSpPr txBox="1"/>
          <p:nvPr/>
        </p:nvSpPr>
        <p:spPr>
          <a:xfrm>
            <a:off x="3750564" y="5543145"/>
            <a:ext cx="1976304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1" i="0" spc="-27">
                <a:solidFill>
                  <a:srgbClr val="002A86"/>
                </a:solidFill>
                <a:latin typeface="Arial"/>
              </a:rPr>
              <a:t>Trusted Governance</a:t>
            </a:r>
          </a:p>
        </p:txBody>
      </p:sp>
      <p:sp>
        <p:nvSpPr>
          <p:cNvPr id="47" name="Editable text — Agent Observability  |  Process Insights  |  Managed Runtime"/>
          <p:cNvSpPr txBox="1"/>
          <p:nvPr/>
        </p:nvSpPr>
        <p:spPr>
          <a:xfrm>
            <a:off x="2986785" y="5780471"/>
            <a:ext cx="3502265" cy="2392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056" b="0" i="0" spc="-23">
                <a:solidFill>
                  <a:srgbClr val="000000"/>
                </a:solidFill>
                <a:latin typeface="Arial"/>
              </a:rPr>
              <a:t>Agent Observability  |  Process Insights  |  Managed Runtime</a:t>
            </a:r>
          </a:p>
        </p:txBody>
      </p:sp>
      <p:sp>
        <p:nvSpPr>
          <p:cNvPr id="51" name="Editable text — “Joule Studio generated an "/>
          <p:cNvSpPr txBox="1"/>
          <p:nvPr/>
        </p:nvSpPr>
        <p:spPr>
          <a:xfrm>
            <a:off x="9243314" y="2403523"/>
            <a:ext cx="2423757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>
                <a:solidFill>
                  <a:srgbClr val="000000"/>
                </a:solidFill>
                <a:latin typeface="Arial"/>
              </a:rPr>
              <a:t>“</a:t>
            </a:r>
            <a:r>
              <a:rPr sz="1403" b="1" i="0" spc="6">
                <a:solidFill>
                  <a:srgbClr val="000000"/>
                </a:solidFill>
                <a:latin typeface="Arial"/>
              </a:rPr>
              <a:t>Joule Studio generated an </a:t>
            </a:r>
          </a:p>
        </p:txBody>
      </p:sp>
      <p:sp>
        <p:nvSpPr>
          <p:cNvPr id="52" name="Editable text — end-to-end solution in 10–15 "/>
          <p:cNvSpPr txBox="1"/>
          <p:nvPr/>
        </p:nvSpPr>
        <p:spPr>
          <a:xfrm>
            <a:off x="9243314" y="2616883"/>
            <a:ext cx="2573311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12">
                <a:solidFill>
                  <a:srgbClr val="000000"/>
                </a:solidFill>
                <a:latin typeface="Arial"/>
              </a:rPr>
              <a:t>end-to-end solution in 10–15 </a:t>
            </a:r>
          </a:p>
        </p:txBody>
      </p:sp>
      <p:sp>
        <p:nvSpPr>
          <p:cNvPr id="53" name="Editable text — minutes, replacing three to four "/>
          <p:cNvSpPr txBox="1"/>
          <p:nvPr/>
        </p:nvSpPr>
        <p:spPr>
          <a:xfrm>
            <a:off x="9243314" y="2830243"/>
            <a:ext cx="2605107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13">
                <a:solidFill>
                  <a:srgbClr val="000000"/>
                </a:solidFill>
                <a:latin typeface="Arial"/>
              </a:rPr>
              <a:t>minutes</a:t>
            </a:r>
            <a:r>
              <a:rPr sz="1403" b="0" i="0" spc="-11">
                <a:solidFill>
                  <a:srgbClr val="000000"/>
                </a:solidFill>
                <a:latin typeface="Arial"/>
              </a:rPr>
              <a:t>, replacing three to four </a:t>
            </a:r>
          </a:p>
        </p:txBody>
      </p:sp>
      <p:sp>
        <p:nvSpPr>
          <p:cNvPr id="54" name="Editable text — days of manual development and "/>
          <p:cNvSpPr txBox="1"/>
          <p:nvPr/>
        </p:nvSpPr>
        <p:spPr>
          <a:xfrm>
            <a:off x="9243314" y="3043327"/>
            <a:ext cx="2741083" cy="3060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6" b="0" i="0" spc="-1">
                <a:solidFill>
                  <a:srgbClr val="000000"/>
                </a:solidFill>
                <a:latin typeface="Arial"/>
              </a:rPr>
              <a:t>days of manual development and </a:t>
            </a:r>
          </a:p>
        </p:txBody>
      </p:sp>
      <p:sp>
        <p:nvSpPr>
          <p:cNvPr id="55" name="Editable text — coordination.” "/>
          <p:cNvSpPr txBox="1"/>
          <p:nvPr/>
        </p:nvSpPr>
        <p:spPr>
          <a:xfrm>
            <a:off x="9243314" y="3257217"/>
            <a:ext cx="1200036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4">
                <a:solidFill>
                  <a:srgbClr val="000000"/>
                </a:solidFill>
                <a:latin typeface="Arial"/>
              </a:rPr>
              <a:t>coordination.” </a:t>
            </a:r>
          </a:p>
        </p:txBody>
      </p:sp>
      <p:sp>
        <p:nvSpPr>
          <p:cNvPr id="56" name="Editable text — Developer, Sony Corporation*"/>
          <p:cNvSpPr txBox="1"/>
          <p:nvPr/>
        </p:nvSpPr>
        <p:spPr>
          <a:xfrm>
            <a:off x="9243314" y="3470577"/>
            <a:ext cx="2625317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7">
                <a:solidFill>
                  <a:srgbClr val="000000"/>
                </a:solidFill>
                <a:latin typeface="Arial"/>
              </a:rPr>
              <a:t>Developer, Sony Corporation</a:t>
            </a:r>
            <a:r>
              <a:rPr sz="1403" b="0" i="0">
                <a:solidFill>
                  <a:srgbClr val="000000"/>
                </a:solidFill>
                <a:latin typeface="Arial"/>
              </a:rPr>
              <a:t>*</a:t>
            </a:r>
          </a:p>
        </p:txBody>
      </p:sp>
      <p:sp>
        <p:nvSpPr>
          <p:cNvPr id="57" name="Editable text — “The guided prompts made it easy "/>
          <p:cNvSpPr txBox="1"/>
          <p:nvPr/>
        </p:nvSpPr>
        <p:spPr>
          <a:xfrm>
            <a:off x="9243314" y="3897297"/>
            <a:ext cx="2793394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6">
                <a:solidFill>
                  <a:srgbClr val="000000"/>
                </a:solidFill>
                <a:latin typeface="Arial"/>
              </a:rPr>
              <a:t>“The guided prompts made it easy </a:t>
            </a:r>
          </a:p>
        </p:txBody>
      </p:sp>
      <p:sp>
        <p:nvSpPr>
          <p:cNvPr id="58" name="Editable text — to dial in personas and features "/>
          <p:cNvSpPr txBox="1"/>
          <p:nvPr/>
        </p:nvSpPr>
        <p:spPr>
          <a:xfrm>
            <a:off x="9243314" y="4110657"/>
            <a:ext cx="2563380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9">
                <a:solidFill>
                  <a:srgbClr val="000000"/>
                </a:solidFill>
                <a:latin typeface="Arial"/>
              </a:rPr>
              <a:t>to dial in personas and features </a:t>
            </a:r>
          </a:p>
        </p:txBody>
      </p:sp>
      <p:sp>
        <p:nvSpPr>
          <p:cNvPr id="59" name="Editable text — fast. I went from zero to a "/>
          <p:cNvSpPr txBox="1"/>
          <p:nvPr/>
        </p:nvSpPr>
        <p:spPr>
          <a:xfrm>
            <a:off x="9243314" y="4323741"/>
            <a:ext cx="2196349" cy="3060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6" b="0" i="0" spc="-43">
                <a:solidFill>
                  <a:srgbClr val="000000"/>
                </a:solidFill>
                <a:latin typeface="Arial"/>
              </a:rPr>
              <a:t>fast. </a:t>
            </a:r>
            <a:r>
              <a:rPr sz="1406" b="1" i="0" spc="-3">
                <a:solidFill>
                  <a:srgbClr val="000000"/>
                </a:solidFill>
                <a:latin typeface="Arial"/>
              </a:rPr>
              <a:t>I went from zero to a </a:t>
            </a:r>
          </a:p>
        </p:txBody>
      </p:sp>
      <p:sp>
        <p:nvSpPr>
          <p:cNvPr id="60" name="Editable text — working solution in only 30 "/>
          <p:cNvSpPr txBox="1"/>
          <p:nvPr/>
        </p:nvSpPr>
        <p:spPr>
          <a:xfrm>
            <a:off x="9243314" y="4537758"/>
            <a:ext cx="2400406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3">
                <a:solidFill>
                  <a:srgbClr val="000000"/>
                </a:solidFill>
                <a:latin typeface="Arial"/>
              </a:rPr>
              <a:t>working solution in only 30 </a:t>
            </a:r>
          </a:p>
        </p:txBody>
      </p:sp>
      <p:sp>
        <p:nvSpPr>
          <p:cNvPr id="61" name="Editable text — minutes.” "/>
          <p:cNvSpPr txBox="1"/>
          <p:nvPr/>
        </p:nvSpPr>
        <p:spPr>
          <a:xfrm>
            <a:off x="9243314" y="4751118"/>
            <a:ext cx="894419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13">
                <a:solidFill>
                  <a:srgbClr val="000000"/>
                </a:solidFill>
                <a:latin typeface="Arial"/>
              </a:rPr>
              <a:t>minutes</a:t>
            </a:r>
            <a:r>
              <a:rPr sz="1403" b="0" i="0" spc="-84">
                <a:solidFill>
                  <a:srgbClr val="000000"/>
                </a:solidFill>
                <a:latin typeface="Arial"/>
              </a:rPr>
              <a:t>.” </a:t>
            </a:r>
          </a:p>
        </p:txBody>
      </p:sp>
      <p:sp>
        <p:nvSpPr>
          <p:cNvPr id="62" name="Editable text — Architect, IBM*"/>
          <p:cNvSpPr txBox="1"/>
          <p:nvPr/>
        </p:nvSpPr>
        <p:spPr>
          <a:xfrm>
            <a:off x="9243314" y="4964478"/>
            <a:ext cx="1335549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2">
                <a:solidFill>
                  <a:srgbClr val="000000"/>
                </a:solidFill>
                <a:latin typeface="Arial"/>
              </a:rPr>
              <a:t>Architect, IBM*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"/>
          <p:cNvSpPr/>
          <p:nvPr/>
        </p:nvSpPr>
        <p:spPr>
          <a:xfrm>
            <a:off x="0" y="0"/>
            <a:ext cx="12195175" cy="6858000"/>
          </a:xfrm>
          <a:custGeom>
            <a:avLst/>
            <a:gdLst/>
            <a:ahLst/>
            <a:cxnLst/>
            <a:rect l="0" t="0" r="r" b="b"/>
            <a:pathLst>
              <a:path w="12195175" h="6858000" fill="norm" stroke="0" extrusionOk="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5175" cy="6858000"/>
          </a:xfrm>
          <a:prstGeom prst="rect">
            <a:avLst/>
          </a:prstGeom>
        </p:spPr>
      </p:pic>
      <p:sp>
        <p:nvSpPr>
          <p:cNvPr id="5" name="Editable vector"/>
          <p:cNvSpPr/>
          <p:nvPr/>
        </p:nvSpPr>
        <p:spPr>
          <a:xfrm>
            <a:off x="506628" y="6582778"/>
            <a:ext cx="1186535" cy="71856"/>
          </a:xfrm>
          <a:custGeom>
            <a:avLst/>
            <a:gdLst/>
            <a:ahLst/>
            <a:cxnLst/>
            <a:rect l="0" t="0" r="r" b="b"/>
            <a:pathLst>
              <a:path w="1186536" h="71857" fill="norm" stroke="0" extrusionOk="0">
                <a:moveTo>
                  <a:pt x="0" y="2832"/>
                </a:moveTo>
                <a:lnTo>
                  <a:pt x="0" y="55258"/>
                </a:lnTo>
                <a:lnTo>
                  <a:pt x="7074" y="55258"/>
                </a:lnTo>
                <a:lnTo>
                  <a:pt x="7074" y="2832"/>
                </a:lnTo>
                <a:close/>
                <a:moveTo>
                  <a:pt x="19812" y="2832"/>
                </a:moveTo>
                <a:lnTo>
                  <a:pt x="28181" y="2832"/>
                </a:lnTo>
                <a:lnTo>
                  <a:pt x="54712" y="47410"/>
                </a:lnTo>
                <a:cubicBezTo>
                  <a:pt x="54661" y="46266"/>
                  <a:pt x="54610" y="44717"/>
                  <a:pt x="54572" y="42761"/>
                </a:cubicBezTo>
                <a:cubicBezTo>
                  <a:pt x="54521" y="40793"/>
                  <a:pt x="54496" y="38862"/>
                  <a:pt x="54496" y="36957"/>
                </a:cubicBezTo>
                <a:lnTo>
                  <a:pt x="54496" y="2832"/>
                </a:lnTo>
                <a:lnTo>
                  <a:pt x="60820" y="2832"/>
                </a:lnTo>
                <a:lnTo>
                  <a:pt x="60820" y="55258"/>
                </a:lnTo>
                <a:lnTo>
                  <a:pt x="52108" y="55258"/>
                </a:lnTo>
                <a:lnTo>
                  <a:pt x="25921" y="11202"/>
                </a:lnTo>
                <a:cubicBezTo>
                  <a:pt x="25972" y="12345"/>
                  <a:pt x="26010" y="13894"/>
                  <a:pt x="26060" y="15837"/>
                </a:cubicBezTo>
                <a:cubicBezTo>
                  <a:pt x="26111" y="17780"/>
                  <a:pt x="26137" y="19724"/>
                  <a:pt x="26137" y="21654"/>
                </a:cubicBezTo>
                <a:lnTo>
                  <a:pt x="26137" y="55258"/>
                </a:lnTo>
                <a:lnTo>
                  <a:pt x="19812" y="55258"/>
                </a:lnTo>
                <a:lnTo>
                  <a:pt x="19812" y="2832"/>
                </a:lnTo>
                <a:close/>
                <a:moveTo>
                  <a:pt x="84125" y="9385"/>
                </a:moveTo>
                <a:lnTo>
                  <a:pt x="67653" y="9385"/>
                </a:lnTo>
                <a:lnTo>
                  <a:pt x="67653" y="2832"/>
                </a:lnTo>
                <a:lnTo>
                  <a:pt x="107683" y="2832"/>
                </a:lnTo>
                <a:lnTo>
                  <a:pt x="107683" y="9385"/>
                </a:lnTo>
                <a:lnTo>
                  <a:pt x="91199" y="9385"/>
                </a:lnTo>
                <a:lnTo>
                  <a:pt x="91199" y="55258"/>
                </a:lnTo>
                <a:lnTo>
                  <a:pt x="84125" y="55258"/>
                </a:lnTo>
                <a:lnTo>
                  <a:pt x="84125" y="9385"/>
                </a:lnTo>
                <a:close/>
                <a:moveTo>
                  <a:pt x="114300" y="2832"/>
                </a:moveTo>
                <a:lnTo>
                  <a:pt x="147980" y="2832"/>
                </a:lnTo>
                <a:lnTo>
                  <a:pt x="147980" y="9385"/>
                </a:lnTo>
                <a:lnTo>
                  <a:pt x="121374" y="9385"/>
                </a:lnTo>
                <a:lnTo>
                  <a:pt x="121374" y="25083"/>
                </a:lnTo>
                <a:lnTo>
                  <a:pt x="145783" y="25083"/>
                </a:lnTo>
                <a:lnTo>
                  <a:pt x="145783" y="31483"/>
                </a:lnTo>
                <a:lnTo>
                  <a:pt x="121374" y="31483"/>
                </a:lnTo>
                <a:lnTo>
                  <a:pt x="121374" y="48705"/>
                </a:lnTo>
                <a:lnTo>
                  <a:pt x="149504" y="48705"/>
                </a:lnTo>
                <a:lnTo>
                  <a:pt x="149504" y="55258"/>
                </a:lnTo>
                <a:lnTo>
                  <a:pt x="114300" y="55258"/>
                </a:lnTo>
                <a:lnTo>
                  <a:pt x="114300" y="2832"/>
                </a:lnTo>
                <a:close/>
                <a:moveTo>
                  <a:pt x="158496" y="2832"/>
                </a:moveTo>
                <a:lnTo>
                  <a:pt x="178626" y="2832"/>
                </a:lnTo>
                <a:cubicBezTo>
                  <a:pt x="182550" y="2832"/>
                  <a:pt x="185877" y="3442"/>
                  <a:pt x="188633" y="4674"/>
                </a:cubicBezTo>
                <a:cubicBezTo>
                  <a:pt x="191389" y="5906"/>
                  <a:pt x="193485" y="7671"/>
                  <a:pt x="194907" y="9996"/>
                </a:cubicBezTo>
                <a:cubicBezTo>
                  <a:pt x="196329" y="12319"/>
                  <a:pt x="197041" y="15088"/>
                  <a:pt x="197041" y="18314"/>
                </a:cubicBezTo>
                <a:cubicBezTo>
                  <a:pt x="197041" y="20613"/>
                  <a:pt x="196596" y="22797"/>
                  <a:pt x="195707" y="24854"/>
                </a:cubicBezTo>
                <a:cubicBezTo>
                  <a:pt x="194818" y="26912"/>
                  <a:pt x="193408" y="28702"/>
                  <a:pt x="191478" y="30214"/>
                </a:cubicBezTo>
                <a:cubicBezTo>
                  <a:pt x="189560" y="31725"/>
                  <a:pt x="187122" y="32766"/>
                  <a:pt x="184175" y="33338"/>
                </a:cubicBezTo>
                <a:lnTo>
                  <a:pt x="199200" y="55258"/>
                </a:lnTo>
                <a:lnTo>
                  <a:pt x="190944" y="55258"/>
                </a:lnTo>
                <a:lnTo>
                  <a:pt x="177254" y="34240"/>
                </a:lnTo>
                <a:lnTo>
                  <a:pt x="165570" y="34240"/>
                </a:lnTo>
                <a:lnTo>
                  <a:pt x="165570" y="55258"/>
                </a:lnTo>
                <a:lnTo>
                  <a:pt x="158496" y="55258"/>
                </a:lnTo>
                <a:lnTo>
                  <a:pt x="158496" y="2832"/>
                </a:lnTo>
                <a:close/>
                <a:moveTo>
                  <a:pt x="178143" y="27915"/>
                </a:moveTo>
                <a:cubicBezTo>
                  <a:pt x="180797" y="27915"/>
                  <a:pt x="183007" y="27496"/>
                  <a:pt x="184785" y="26657"/>
                </a:cubicBezTo>
                <a:cubicBezTo>
                  <a:pt x="186563" y="25832"/>
                  <a:pt x="187871" y="24702"/>
                  <a:pt x="188709" y="23279"/>
                </a:cubicBezTo>
                <a:cubicBezTo>
                  <a:pt x="189548" y="21857"/>
                  <a:pt x="189979" y="20219"/>
                  <a:pt x="189979" y="18390"/>
                </a:cubicBezTo>
                <a:cubicBezTo>
                  <a:pt x="189979" y="15380"/>
                  <a:pt x="188925" y="13119"/>
                  <a:pt x="186817" y="11595"/>
                </a:cubicBezTo>
                <a:cubicBezTo>
                  <a:pt x="184709" y="10071"/>
                  <a:pt x="181712" y="9310"/>
                  <a:pt x="177851" y="9310"/>
                </a:cubicBezTo>
                <a:lnTo>
                  <a:pt x="165570" y="9310"/>
                </a:lnTo>
                <a:lnTo>
                  <a:pt x="165570" y="27915"/>
                </a:lnTo>
                <a:lnTo>
                  <a:pt x="178143" y="27915"/>
                </a:lnTo>
                <a:close/>
                <a:moveTo>
                  <a:pt x="207264" y="2832"/>
                </a:moveTo>
                <a:lnTo>
                  <a:pt x="215633" y="2832"/>
                </a:lnTo>
                <a:lnTo>
                  <a:pt x="242164" y="47410"/>
                </a:lnTo>
                <a:cubicBezTo>
                  <a:pt x="242113" y="46266"/>
                  <a:pt x="242062" y="44717"/>
                  <a:pt x="242024" y="42761"/>
                </a:cubicBezTo>
                <a:cubicBezTo>
                  <a:pt x="241973" y="40793"/>
                  <a:pt x="241948" y="38862"/>
                  <a:pt x="241948" y="36957"/>
                </a:cubicBezTo>
                <a:lnTo>
                  <a:pt x="241948" y="2832"/>
                </a:lnTo>
                <a:lnTo>
                  <a:pt x="248272" y="2832"/>
                </a:lnTo>
                <a:lnTo>
                  <a:pt x="248272" y="55258"/>
                </a:lnTo>
                <a:lnTo>
                  <a:pt x="239560" y="55258"/>
                </a:lnTo>
                <a:lnTo>
                  <a:pt x="213373" y="11202"/>
                </a:lnTo>
                <a:cubicBezTo>
                  <a:pt x="213424" y="12345"/>
                  <a:pt x="213462" y="13894"/>
                  <a:pt x="213512" y="15837"/>
                </a:cubicBezTo>
                <a:cubicBezTo>
                  <a:pt x="213563" y="17780"/>
                  <a:pt x="213589" y="19724"/>
                  <a:pt x="213589" y="21654"/>
                </a:cubicBezTo>
                <a:lnTo>
                  <a:pt x="213589" y="55258"/>
                </a:lnTo>
                <a:lnTo>
                  <a:pt x="207264" y="55258"/>
                </a:lnTo>
                <a:lnTo>
                  <a:pt x="207264" y="2832"/>
                </a:lnTo>
                <a:close/>
                <a:moveTo>
                  <a:pt x="274079" y="2832"/>
                </a:moveTo>
                <a:lnTo>
                  <a:pt x="282181" y="2832"/>
                </a:lnTo>
                <a:lnTo>
                  <a:pt x="301904" y="55258"/>
                </a:lnTo>
                <a:lnTo>
                  <a:pt x="294500" y="55258"/>
                </a:lnTo>
                <a:lnTo>
                  <a:pt x="289547" y="41085"/>
                </a:lnTo>
                <a:lnTo>
                  <a:pt x="266560" y="41085"/>
                </a:lnTo>
                <a:lnTo>
                  <a:pt x="261607" y="55258"/>
                </a:lnTo>
                <a:lnTo>
                  <a:pt x="254356" y="55258"/>
                </a:lnTo>
                <a:lnTo>
                  <a:pt x="274079" y="2832"/>
                </a:lnTo>
                <a:close/>
                <a:moveTo>
                  <a:pt x="287401" y="34900"/>
                </a:moveTo>
                <a:lnTo>
                  <a:pt x="281178" y="17158"/>
                </a:lnTo>
                <a:cubicBezTo>
                  <a:pt x="280607" y="15545"/>
                  <a:pt x="280048" y="13932"/>
                  <a:pt x="279489" y="12319"/>
                </a:cubicBezTo>
                <a:cubicBezTo>
                  <a:pt x="278930" y="10706"/>
                  <a:pt x="278448" y="9322"/>
                  <a:pt x="278054" y="8154"/>
                </a:cubicBezTo>
                <a:cubicBezTo>
                  <a:pt x="277660" y="9322"/>
                  <a:pt x="277178" y="10706"/>
                  <a:pt x="276619" y="12319"/>
                </a:cubicBezTo>
                <a:cubicBezTo>
                  <a:pt x="276060" y="13932"/>
                  <a:pt x="275501" y="15545"/>
                  <a:pt x="274930" y="17158"/>
                </a:cubicBezTo>
                <a:lnTo>
                  <a:pt x="268719" y="34900"/>
                </a:lnTo>
                <a:lnTo>
                  <a:pt x="287401" y="34900"/>
                </a:lnTo>
                <a:close/>
                <a:moveTo>
                  <a:pt x="307848" y="2832"/>
                </a:moveTo>
                <a:lnTo>
                  <a:pt x="314922" y="2832"/>
                </a:lnTo>
                <a:lnTo>
                  <a:pt x="314922" y="48705"/>
                </a:lnTo>
                <a:lnTo>
                  <a:pt x="339179" y="48705"/>
                </a:lnTo>
                <a:lnTo>
                  <a:pt x="339179" y="55258"/>
                </a:lnTo>
                <a:lnTo>
                  <a:pt x="307848" y="55258"/>
                </a:lnTo>
                <a:lnTo>
                  <a:pt x="307848" y="2832"/>
                </a:lnTo>
                <a:close/>
                <a:moveTo>
                  <a:pt x="362268" y="32410"/>
                </a:moveTo>
                <a:lnTo>
                  <a:pt x="362268" y="37580"/>
                </a:lnTo>
                <a:lnTo>
                  <a:pt x="404609" y="37580"/>
                </a:lnTo>
                <a:lnTo>
                  <a:pt x="404609" y="32410"/>
                </a:lnTo>
                <a:close/>
                <a:moveTo>
                  <a:pt x="446773" y="56007"/>
                </a:moveTo>
                <a:cubicBezTo>
                  <a:pt x="442481" y="56007"/>
                  <a:pt x="438696" y="55309"/>
                  <a:pt x="435407" y="53911"/>
                </a:cubicBezTo>
                <a:cubicBezTo>
                  <a:pt x="432118" y="52528"/>
                  <a:pt x="429387" y="50432"/>
                  <a:pt x="427203" y="47625"/>
                </a:cubicBezTo>
                <a:lnTo>
                  <a:pt x="432041" y="42787"/>
                </a:lnTo>
                <a:cubicBezTo>
                  <a:pt x="433210" y="44260"/>
                  <a:pt x="434429" y="45492"/>
                  <a:pt x="435724" y="46495"/>
                </a:cubicBezTo>
                <a:cubicBezTo>
                  <a:pt x="437007" y="47498"/>
                  <a:pt x="438556" y="48299"/>
                  <a:pt x="440373" y="48895"/>
                </a:cubicBezTo>
                <a:cubicBezTo>
                  <a:pt x="442189" y="49492"/>
                  <a:pt x="444322" y="49785"/>
                  <a:pt x="446773" y="49785"/>
                </a:cubicBezTo>
                <a:cubicBezTo>
                  <a:pt x="449199" y="49785"/>
                  <a:pt x="451371" y="49479"/>
                  <a:pt x="453288" y="48870"/>
                </a:cubicBezTo>
                <a:cubicBezTo>
                  <a:pt x="455193" y="48273"/>
                  <a:pt x="456705" y="47320"/>
                  <a:pt x="457822" y="46025"/>
                </a:cubicBezTo>
                <a:cubicBezTo>
                  <a:pt x="458940" y="44742"/>
                  <a:pt x="459499" y="43117"/>
                  <a:pt x="459499" y="41161"/>
                </a:cubicBezTo>
                <a:cubicBezTo>
                  <a:pt x="459499" y="39192"/>
                  <a:pt x="458915" y="37605"/>
                  <a:pt x="457746" y="36399"/>
                </a:cubicBezTo>
                <a:cubicBezTo>
                  <a:pt x="456578" y="35179"/>
                  <a:pt x="455104" y="34227"/>
                  <a:pt x="453326" y="33541"/>
                </a:cubicBezTo>
                <a:cubicBezTo>
                  <a:pt x="451536" y="32868"/>
                  <a:pt x="449161" y="32157"/>
                  <a:pt x="446215" y="31407"/>
                </a:cubicBezTo>
                <a:cubicBezTo>
                  <a:pt x="442646" y="30518"/>
                  <a:pt x="439712" y="29579"/>
                  <a:pt x="437439" y="28601"/>
                </a:cubicBezTo>
                <a:cubicBezTo>
                  <a:pt x="435153" y="27623"/>
                  <a:pt x="433222" y="26124"/>
                  <a:pt x="431635" y="24118"/>
                </a:cubicBezTo>
                <a:cubicBezTo>
                  <a:pt x="430047" y="22111"/>
                  <a:pt x="429247" y="19431"/>
                  <a:pt x="429247" y="16078"/>
                </a:cubicBezTo>
                <a:cubicBezTo>
                  <a:pt x="429247" y="12878"/>
                  <a:pt x="430060" y="10237"/>
                  <a:pt x="431660" y="8128"/>
                </a:cubicBezTo>
                <a:cubicBezTo>
                  <a:pt x="433273" y="6033"/>
                  <a:pt x="435458" y="4496"/>
                  <a:pt x="438201" y="3518"/>
                </a:cubicBezTo>
                <a:cubicBezTo>
                  <a:pt x="440931" y="2540"/>
                  <a:pt x="444017" y="2045"/>
                  <a:pt x="447446" y="2045"/>
                </a:cubicBezTo>
                <a:cubicBezTo>
                  <a:pt x="451561" y="2045"/>
                  <a:pt x="455054" y="2718"/>
                  <a:pt x="457937" y="4039"/>
                </a:cubicBezTo>
                <a:cubicBezTo>
                  <a:pt x="460807" y="5373"/>
                  <a:pt x="463220" y="7201"/>
                  <a:pt x="465150" y="9525"/>
                </a:cubicBezTo>
                <a:lnTo>
                  <a:pt x="460426" y="14212"/>
                </a:lnTo>
                <a:cubicBezTo>
                  <a:pt x="458762" y="12306"/>
                  <a:pt x="456870" y="10833"/>
                  <a:pt x="454736" y="9792"/>
                </a:cubicBezTo>
                <a:cubicBezTo>
                  <a:pt x="452603" y="8751"/>
                  <a:pt x="450050" y="8230"/>
                  <a:pt x="447065" y="8230"/>
                </a:cubicBezTo>
                <a:cubicBezTo>
                  <a:pt x="444665" y="8230"/>
                  <a:pt x="442646" y="8560"/>
                  <a:pt x="441007" y="9208"/>
                </a:cubicBezTo>
                <a:cubicBezTo>
                  <a:pt x="439369" y="9868"/>
                  <a:pt x="438150" y="10770"/>
                  <a:pt x="437363" y="11913"/>
                </a:cubicBezTo>
                <a:cubicBezTo>
                  <a:pt x="436562" y="13056"/>
                  <a:pt x="436169" y="14364"/>
                  <a:pt x="436169" y="15850"/>
                </a:cubicBezTo>
                <a:cubicBezTo>
                  <a:pt x="436169" y="17666"/>
                  <a:pt x="436715" y="19139"/>
                  <a:pt x="437820" y="20269"/>
                </a:cubicBezTo>
                <a:cubicBezTo>
                  <a:pt x="438925" y="21387"/>
                  <a:pt x="440309" y="22276"/>
                  <a:pt x="441960" y="22911"/>
                </a:cubicBezTo>
                <a:cubicBezTo>
                  <a:pt x="443598" y="23533"/>
                  <a:pt x="445872" y="24244"/>
                  <a:pt x="448742" y="25006"/>
                </a:cubicBezTo>
                <a:cubicBezTo>
                  <a:pt x="452514" y="25946"/>
                  <a:pt x="455587" y="26912"/>
                  <a:pt x="457949" y="27915"/>
                </a:cubicBezTo>
                <a:cubicBezTo>
                  <a:pt x="460324" y="28905"/>
                  <a:pt x="462343" y="30429"/>
                  <a:pt x="463995" y="32487"/>
                </a:cubicBezTo>
                <a:cubicBezTo>
                  <a:pt x="465658" y="34544"/>
                  <a:pt x="466496" y="37313"/>
                  <a:pt x="466496" y="40780"/>
                </a:cubicBezTo>
                <a:cubicBezTo>
                  <a:pt x="466496" y="43765"/>
                  <a:pt x="465734" y="46393"/>
                  <a:pt x="464223" y="48692"/>
                </a:cubicBezTo>
                <a:cubicBezTo>
                  <a:pt x="462712" y="50991"/>
                  <a:pt x="460477" y="52781"/>
                  <a:pt x="457505" y="54064"/>
                </a:cubicBezTo>
                <a:cubicBezTo>
                  <a:pt x="454546" y="55359"/>
                  <a:pt x="450964" y="56007"/>
                  <a:pt x="446773" y="56007"/>
                </a:cubicBezTo>
                <a:close/>
                <a:moveTo>
                  <a:pt x="488963" y="2832"/>
                </a:moveTo>
                <a:lnTo>
                  <a:pt x="497065" y="2832"/>
                </a:lnTo>
                <a:lnTo>
                  <a:pt x="516788" y="55258"/>
                </a:lnTo>
                <a:lnTo>
                  <a:pt x="509384" y="55258"/>
                </a:lnTo>
                <a:lnTo>
                  <a:pt x="504431" y="41085"/>
                </a:lnTo>
                <a:lnTo>
                  <a:pt x="481444" y="41085"/>
                </a:lnTo>
                <a:lnTo>
                  <a:pt x="476491" y="55258"/>
                </a:lnTo>
                <a:lnTo>
                  <a:pt x="469240" y="55258"/>
                </a:lnTo>
                <a:lnTo>
                  <a:pt x="488963" y="2832"/>
                </a:lnTo>
                <a:close/>
                <a:moveTo>
                  <a:pt x="502285" y="34900"/>
                </a:moveTo>
                <a:lnTo>
                  <a:pt x="496062" y="17158"/>
                </a:lnTo>
                <a:cubicBezTo>
                  <a:pt x="495490" y="15545"/>
                  <a:pt x="494932" y="13932"/>
                  <a:pt x="494373" y="12319"/>
                </a:cubicBezTo>
                <a:cubicBezTo>
                  <a:pt x="493814" y="10706"/>
                  <a:pt x="493332" y="9322"/>
                  <a:pt x="492938" y="8154"/>
                </a:cubicBezTo>
                <a:cubicBezTo>
                  <a:pt x="492544" y="9322"/>
                  <a:pt x="492062" y="10706"/>
                  <a:pt x="491503" y="12319"/>
                </a:cubicBezTo>
                <a:cubicBezTo>
                  <a:pt x="490944" y="13932"/>
                  <a:pt x="490385" y="15545"/>
                  <a:pt x="489814" y="17158"/>
                </a:cubicBezTo>
                <a:lnTo>
                  <a:pt x="483603" y="34900"/>
                </a:lnTo>
                <a:lnTo>
                  <a:pt x="502285" y="34900"/>
                </a:lnTo>
                <a:close/>
                <a:moveTo>
                  <a:pt x="522732" y="2832"/>
                </a:moveTo>
                <a:lnTo>
                  <a:pt x="542531" y="2832"/>
                </a:lnTo>
                <a:cubicBezTo>
                  <a:pt x="546570" y="2832"/>
                  <a:pt x="549974" y="3493"/>
                  <a:pt x="552729" y="4801"/>
                </a:cubicBezTo>
                <a:cubicBezTo>
                  <a:pt x="555473" y="6121"/>
                  <a:pt x="557543" y="7963"/>
                  <a:pt x="558914" y="10351"/>
                </a:cubicBezTo>
                <a:cubicBezTo>
                  <a:pt x="560299" y="12726"/>
                  <a:pt x="560984" y="15532"/>
                  <a:pt x="560984" y="18759"/>
                </a:cubicBezTo>
                <a:cubicBezTo>
                  <a:pt x="560984" y="21908"/>
                  <a:pt x="560299" y="24727"/>
                  <a:pt x="558940" y="27204"/>
                </a:cubicBezTo>
                <a:cubicBezTo>
                  <a:pt x="557568" y="29680"/>
                  <a:pt x="555536" y="31636"/>
                  <a:pt x="552831" y="33058"/>
                </a:cubicBezTo>
                <a:cubicBezTo>
                  <a:pt x="550126" y="34493"/>
                  <a:pt x="546837" y="35205"/>
                  <a:pt x="542938" y="35205"/>
                </a:cubicBezTo>
                <a:lnTo>
                  <a:pt x="529806" y="35205"/>
                </a:lnTo>
                <a:lnTo>
                  <a:pt x="529806" y="55258"/>
                </a:lnTo>
                <a:lnTo>
                  <a:pt x="522732" y="55258"/>
                </a:lnTo>
                <a:lnTo>
                  <a:pt x="522732" y="2832"/>
                </a:lnTo>
                <a:close/>
                <a:moveTo>
                  <a:pt x="541934" y="28804"/>
                </a:moveTo>
                <a:cubicBezTo>
                  <a:pt x="545948" y="28804"/>
                  <a:pt x="548957" y="27953"/>
                  <a:pt x="550939" y="26251"/>
                </a:cubicBezTo>
                <a:cubicBezTo>
                  <a:pt x="552920" y="24550"/>
                  <a:pt x="553911" y="22085"/>
                  <a:pt x="553911" y="18835"/>
                </a:cubicBezTo>
                <a:cubicBezTo>
                  <a:pt x="553911" y="15710"/>
                  <a:pt x="552882" y="13336"/>
                  <a:pt x="550812" y="11723"/>
                </a:cubicBezTo>
                <a:cubicBezTo>
                  <a:pt x="548742" y="10109"/>
                  <a:pt x="545681" y="9310"/>
                  <a:pt x="541630" y="9310"/>
                </a:cubicBezTo>
                <a:lnTo>
                  <a:pt x="529806" y="9310"/>
                </a:lnTo>
                <a:lnTo>
                  <a:pt x="529806" y="28804"/>
                </a:lnTo>
                <a:lnTo>
                  <a:pt x="541934" y="28804"/>
                </a:lnTo>
                <a:close/>
                <a:moveTo>
                  <a:pt x="595973" y="56007"/>
                </a:moveTo>
                <a:cubicBezTo>
                  <a:pt x="593585" y="56007"/>
                  <a:pt x="591464" y="55538"/>
                  <a:pt x="589610" y="54623"/>
                </a:cubicBezTo>
                <a:cubicBezTo>
                  <a:pt x="587743" y="53708"/>
                  <a:pt x="586296" y="52363"/>
                  <a:pt x="585254" y="50610"/>
                </a:cubicBezTo>
                <a:cubicBezTo>
                  <a:pt x="584213" y="48844"/>
                  <a:pt x="583692" y="46736"/>
                  <a:pt x="583692" y="44285"/>
                </a:cubicBezTo>
                <a:cubicBezTo>
                  <a:pt x="583692" y="41275"/>
                  <a:pt x="584479" y="38812"/>
                  <a:pt x="586054" y="36881"/>
                </a:cubicBezTo>
                <a:cubicBezTo>
                  <a:pt x="587629" y="34938"/>
                  <a:pt x="589775" y="33528"/>
                  <a:pt x="592506" y="32652"/>
                </a:cubicBezTo>
                <a:cubicBezTo>
                  <a:pt x="595236" y="31776"/>
                  <a:pt x="598399" y="31331"/>
                  <a:pt x="601993" y="31331"/>
                </a:cubicBezTo>
                <a:lnTo>
                  <a:pt x="609143" y="31331"/>
                </a:lnTo>
                <a:lnTo>
                  <a:pt x="609143" y="28575"/>
                </a:lnTo>
                <a:cubicBezTo>
                  <a:pt x="609143" y="25756"/>
                  <a:pt x="608470" y="23597"/>
                  <a:pt x="607111" y="22123"/>
                </a:cubicBezTo>
                <a:cubicBezTo>
                  <a:pt x="605765" y="20651"/>
                  <a:pt x="603720" y="19914"/>
                  <a:pt x="600989" y="19914"/>
                </a:cubicBezTo>
                <a:cubicBezTo>
                  <a:pt x="598513" y="19914"/>
                  <a:pt x="596354" y="20409"/>
                  <a:pt x="594500" y="21413"/>
                </a:cubicBezTo>
                <a:cubicBezTo>
                  <a:pt x="592658" y="22416"/>
                  <a:pt x="591020" y="23876"/>
                  <a:pt x="589610" y="25794"/>
                </a:cubicBezTo>
                <a:lnTo>
                  <a:pt x="585292" y="21476"/>
                </a:lnTo>
                <a:cubicBezTo>
                  <a:pt x="589305" y="16663"/>
                  <a:pt x="594690" y="14250"/>
                  <a:pt x="601434" y="14250"/>
                </a:cubicBezTo>
                <a:cubicBezTo>
                  <a:pt x="604545" y="14250"/>
                  <a:pt x="607174" y="14846"/>
                  <a:pt x="609333" y="16040"/>
                </a:cubicBezTo>
                <a:cubicBezTo>
                  <a:pt x="611480" y="17234"/>
                  <a:pt x="613105" y="18898"/>
                  <a:pt x="614197" y="21044"/>
                </a:cubicBezTo>
                <a:cubicBezTo>
                  <a:pt x="615290" y="23191"/>
                  <a:pt x="615836" y="25705"/>
                  <a:pt x="615836" y="28575"/>
                </a:cubicBezTo>
                <a:lnTo>
                  <a:pt x="615836" y="55258"/>
                </a:lnTo>
                <a:lnTo>
                  <a:pt x="609435" y="55258"/>
                </a:lnTo>
                <a:lnTo>
                  <a:pt x="609435" y="47778"/>
                </a:lnTo>
                <a:lnTo>
                  <a:pt x="609295" y="47778"/>
                </a:lnTo>
                <a:cubicBezTo>
                  <a:pt x="607949" y="50635"/>
                  <a:pt x="606209" y="52718"/>
                  <a:pt x="604076" y="54026"/>
                </a:cubicBezTo>
                <a:cubicBezTo>
                  <a:pt x="601942" y="55347"/>
                  <a:pt x="599250" y="56007"/>
                  <a:pt x="595973" y="56007"/>
                </a:cubicBezTo>
                <a:close/>
                <a:moveTo>
                  <a:pt x="590614" y="44133"/>
                </a:moveTo>
                <a:cubicBezTo>
                  <a:pt x="590614" y="45403"/>
                  <a:pt x="590893" y="46495"/>
                  <a:pt x="591464" y="47447"/>
                </a:cubicBezTo>
                <a:cubicBezTo>
                  <a:pt x="592036" y="48387"/>
                  <a:pt x="592861" y="49111"/>
                  <a:pt x="593941" y="49619"/>
                </a:cubicBezTo>
                <a:cubicBezTo>
                  <a:pt x="595020" y="50127"/>
                  <a:pt x="596303" y="50381"/>
                  <a:pt x="597789" y="50381"/>
                </a:cubicBezTo>
                <a:cubicBezTo>
                  <a:pt x="600151" y="50381"/>
                  <a:pt x="602183" y="49911"/>
                  <a:pt x="603898" y="48946"/>
                </a:cubicBezTo>
                <a:cubicBezTo>
                  <a:pt x="605612" y="47993"/>
                  <a:pt x="606908" y="46749"/>
                  <a:pt x="607797" y="45187"/>
                </a:cubicBezTo>
                <a:cubicBezTo>
                  <a:pt x="608698" y="43638"/>
                  <a:pt x="609143" y="41999"/>
                  <a:pt x="609143" y="40260"/>
                </a:cubicBezTo>
                <a:lnTo>
                  <a:pt x="609143" y="36361"/>
                </a:lnTo>
                <a:lnTo>
                  <a:pt x="602894" y="36361"/>
                </a:lnTo>
                <a:cubicBezTo>
                  <a:pt x="599199" y="36361"/>
                  <a:pt x="596227" y="36919"/>
                  <a:pt x="593979" y="38050"/>
                </a:cubicBezTo>
                <a:cubicBezTo>
                  <a:pt x="591731" y="39180"/>
                  <a:pt x="590614" y="41199"/>
                  <a:pt x="590614" y="44133"/>
                </a:cubicBezTo>
                <a:close/>
                <a:moveTo>
                  <a:pt x="625285" y="15037"/>
                </a:moveTo>
                <a:lnTo>
                  <a:pt x="631685" y="15037"/>
                </a:lnTo>
                <a:lnTo>
                  <a:pt x="631685" y="23406"/>
                </a:lnTo>
                <a:lnTo>
                  <a:pt x="631838" y="23406"/>
                </a:lnTo>
                <a:cubicBezTo>
                  <a:pt x="632828" y="20803"/>
                  <a:pt x="634340" y="18631"/>
                  <a:pt x="636372" y="16879"/>
                </a:cubicBezTo>
                <a:cubicBezTo>
                  <a:pt x="638404" y="15126"/>
                  <a:pt x="641248" y="14250"/>
                  <a:pt x="644893" y="14250"/>
                </a:cubicBezTo>
                <a:cubicBezTo>
                  <a:pt x="647675" y="14250"/>
                  <a:pt x="649999" y="14834"/>
                  <a:pt x="651866" y="16002"/>
                </a:cubicBezTo>
                <a:cubicBezTo>
                  <a:pt x="653745" y="17171"/>
                  <a:pt x="655142" y="18821"/>
                  <a:pt x="656082" y="20955"/>
                </a:cubicBezTo>
                <a:cubicBezTo>
                  <a:pt x="657009" y="23089"/>
                  <a:pt x="657466" y="25578"/>
                  <a:pt x="657466" y="28435"/>
                </a:cubicBezTo>
                <a:lnTo>
                  <a:pt x="657466" y="55258"/>
                </a:lnTo>
                <a:lnTo>
                  <a:pt x="650735" y="55258"/>
                </a:lnTo>
                <a:lnTo>
                  <a:pt x="650735" y="29731"/>
                </a:lnTo>
                <a:cubicBezTo>
                  <a:pt x="650735" y="26632"/>
                  <a:pt x="650088" y="24270"/>
                  <a:pt x="648805" y="22644"/>
                </a:cubicBezTo>
                <a:cubicBezTo>
                  <a:pt x="647510" y="21019"/>
                  <a:pt x="645389" y="20206"/>
                  <a:pt x="642442" y="20206"/>
                </a:cubicBezTo>
                <a:cubicBezTo>
                  <a:pt x="640334" y="20206"/>
                  <a:pt x="638493" y="20663"/>
                  <a:pt x="636918" y="21590"/>
                </a:cubicBezTo>
                <a:cubicBezTo>
                  <a:pt x="635343" y="22505"/>
                  <a:pt x="634124" y="23838"/>
                  <a:pt x="633273" y="25603"/>
                </a:cubicBezTo>
                <a:cubicBezTo>
                  <a:pt x="632409" y="27369"/>
                  <a:pt x="631990" y="29477"/>
                  <a:pt x="631990" y="31928"/>
                </a:cubicBezTo>
                <a:lnTo>
                  <a:pt x="631990" y="55258"/>
                </a:lnTo>
                <a:lnTo>
                  <a:pt x="625285" y="55258"/>
                </a:lnTo>
                <a:lnTo>
                  <a:pt x="625285" y="15037"/>
                </a:lnTo>
                <a:close/>
                <a:moveTo>
                  <a:pt x="683209" y="56007"/>
                </a:moveTo>
                <a:cubicBezTo>
                  <a:pt x="679691" y="56007"/>
                  <a:pt x="676593" y="55118"/>
                  <a:pt x="673926" y="53366"/>
                </a:cubicBezTo>
                <a:cubicBezTo>
                  <a:pt x="671259" y="51601"/>
                  <a:pt x="669201" y="49137"/>
                  <a:pt x="667741" y="45987"/>
                </a:cubicBezTo>
                <a:cubicBezTo>
                  <a:pt x="666267" y="42838"/>
                  <a:pt x="665543" y="39218"/>
                  <a:pt x="665543" y="35128"/>
                </a:cubicBezTo>
                <a:cubicBezTo>
                  <a:pt x="665543" y="31039"/>
                  <a:pt x="666255" y="27419"/>
                  <a:pt x="667677" y="24270"/>
                </a:cubicBezTo>
                <a:cubicBezTo>
                  <a:pt x="669112" y="21108"/>
                  <a:pt x="671144" y="18656"/>
                  <a:pt x="673786" y="16891"/>
                </a:cubicBezTo>
                <a:cubicBezTo>
                  <a:pt x="676427" y="15139"/>
                  <a:pt x="679488" y="14250"/>
                  <a:pt x="682993" y="14250"/>
                </a:cubicBezTo>
                <a:cubicBezTo>
                  <a:pt x="685571" y="14250"/>
                  <a:pt x="687857" y="14656"/>
                  <a:pt x="689839" y="15443"/>
                </a:cubicBezTo>
                <a:cubicBezTo>
                  <a:pt x="691820" y="16243"/>
                  <a:pt x="693471" y="17297"/>
                  <a:pt x="694792" y="18631"/>
                </a:cubicBezTo>
                <a:cubicBezTo>
                  <a:pt x="696100" y="19952"/>
                  <a:pt x="697116" y="21451"/>
                  <a:pt x="697840" y="23114"/>
                </a:cubicBezTo>
                <a:lnTo>
                  <a:pt x="697979" y="23114"/>
                </a:lnTo>
                <a:lnTo>
                  <a:pt x="697979" y="0"/>
                </a:lnTo>
                <a:lnTo>
                  <a:pt x="704685" y="0"/>
                </a:lnTo>
                <a:lnTo>
                  <a:pt x="704685" y="55258"/>
                </a:lnTo>
                <a:lnTo>
                  <a:pt x="698284" y="55258"/>
                </a:lnTo>
                <a:lnTo>
                  <a:pt x="698284" y="46736"/>
                </a:lnTo>
                <a:lnTo>
                  <a:pt x="698208" y="46736"/>
                </a:lnTo>
                <a:cubicBezTo>
                  <a:pt x="697090" y="49492"/>
                  <a:pt x="695363" y="51727"/>
                  <a:pt x="693014" y="53429"/>
                </a:cubicBezTo>
                <a:cubicBezTo>
                  <a:pt x="690677" y="55144"/>
                  <a:pt x="687400" y="56007"/>
                  <a:pt x="683209" y="56007"/>
                </a:cubicBezTo>
                <a:close/>
                <a:moveTo>
                  <a:pt x="672541" y="35128"/>
                </a:moveTo>
                <a:cubicBezTo>
                  <a:pt x="672541" y="38380"/>
                  <a:pt x="673087" y="41148"/>
                  <a:pt x="674192" y="43421"/>
                </a:cubicBezTo>
                <a:cubicBezTo>
                  <a:pt x="675297" y="45707"/>
                  <a:pt x="676808" y="47422"/>
                  <a:pt x="678726" y="48578"/>
                </a:cubicBezTo>
                <a:cubicBezTo>
                  <a:pt x="680657" y="49733"/>
                  <a:pt x="682828" y="50305"/>
                  <a:pt x="685267" y="50305"/>
                </a:cubicBezTo>
                <a:cubicBezTo>
                  <a:pt x="687692" y="50305"/>
                  <a:pt x="689864" y="49733"/>
                  <a:pt x="691794" y="48578"/>
                </a:cubicBezTo>
                <a:cubicBezTo>
                  <a:pt x="693712" y="47422"/>
                  <a:pt x="695223" y="45707"/>
                  <a:pt x="696328" y="43447"/>
                </a:cubicBezTo>
                <a:cubicBezTo>
                  <a:pt x="697433" y="41173"/>
                  <a:pt x="697979" y="38405"/>
                  <a:pt x="697979" y="35128"/>
                </a:cubicBezTo>
                <a:cubicBezTo>
                  <a:pt x="697979" y="31877"/>
                  <a:pt x="697433" y="29121"/>
                  <a:pt x="696328" y="26848"/>
                </a:cubicBezTo>
                <a:cubicBezTo>
                  <a:pt x="695223" y="24574"/>
                  <a:pt x="693712" y="22873"/>
                  <a:pt x="691794" y="21717"/>
                </a:cubicBezTo>
                <a:cubicBezTo>
                  <a:pt x="689864" y="20562"/>
                  <a:pt x="687692" y="19990"/>
                  <a:pt x="685267" y="19990"/>
                </a:cubicBezTo>
                <a:cubicBezTo>
                  <a:pt x="682828" y="19990"/>
                  <a:pt x="680657" y="20562"/>
                  <a:pt x="678726" y="21717"/>
                </a:cubicBezTo>
                <a:cubicBezTo>
                  <a:pt x="676808" y="22873"/>
                  <a:pt x="675297" y="24574"/>
                  <a:pt x="674192" y="26848"/>
                </a:cubicBezTo>
                <a:cubicBezTo>
                  <a:pt x="673087" y="29121"/>
                  <a:pt x="672541" y="31877"/>
                  <a:pt x="672541" y="35128"/>
                </a:cubicBezTo>
                <a:close/>
                <a:moveTo>
                  <a:pt x="734568" y="2832"/>
                </a:moveTo>
                <a:lnTo>
                  <a:pt x="754367" y="2832"/>
                </a:lnTo>
                <a:cubicBezTo>
                  <a:pt x="758406" y="2832"/>
                  <a:pt x="761810" y="3493"/>
                  <a:pt x="764515" y="4801"/>
                </a:cubicBezTo>
                <a:cubicBezTo>
                  <a:pt x="767309" y="6121"/>
                  <a:pt x="769341" y="7963"/>
                  <a:pt x="770738" y="10351"/>
                </a:cubicBezTo>
                <a:cubicBezTo>
                  <a:pt x="772135" y="12726"/>
                  <a:pt x="772770" y="15532"/>
                  <a:pt x="772770" y="18759"/>
                </a:cubicBezTo>
                <a:cubicBezTo>
                  <a:pt x="772770" y="21908"/>
                  <a:pt x="772135" y="24727"/>
                  <a:pt x="770738" y="27204"/>
                </a:cubicBezTo>
                <a:cubicBezTo>
                  <a:pt x="769468" y="29680"/>
                  <a:pt x="767436" y="31636"/>
                  <a:pt x="764642" y="33058"/>
                </a:cubicBezTo>
                <a:cubicBezTo>
                  <a:pt x="761962" y="34493"/>
                  <a:pt x="758673" y="35205"/>
                  <a:pt x="754774" y="35205"/>
                </a:cubicBezTo>
                <a:lnTo>
                  <a:pt x="741642" y="35205"/>
                </a:lnTo>
                <a:lnTo>
                  <a:pt x="741642" y="55258"/>
                </a:lnTo>
                <a:lnTo>
                  <a:pt x="734568" y="55258"/>
                </a:lnTo>
                <a:lnTo>
                  <a:pt x="734568" y="2832"/>
                </a:lnTo>
                <a:close/>
                <a:moveTo>
                  <a:pt x="753770" y="28804"/>
                </a:moveTo>
                <a:cubicBezTo>
                  <a:pt x="757784" y="28804"/>
                  <a:pt x="760793" y="27953"/>
                  <a:pt x="762775" y="26251"/>
                </a:cubicBezTo>
                <a:cubicBezTo>
                  <a:pt x="764769" y="24550"/>
                  <a:pt x="765785" y="22085"/>
                  <a:pt x="765785" y="18835"/>
                </a:cubicBezTo>
                <a:cubicBezTo>
                  <a:pt x="765785" y="15710"/>
                  <a:pt x="764769" y="13336"/>
                  <a:pt x="762648" y="11723"/>
                </a:cubicBezTo>
                <a:cubicBezTo>
                  <a:pt x="760578" y="10109"/>
                  <a:pt x="757517" y="9310"/>
                  <a:pt x="753466" y="9310"/>
                </a:cubicBezTo>
                <a:lnTo>
                  <a:pt x="741642" y="9310"/>
                </a:lnTo>
                <a:lnTo>
                  <a:pt x="741642" y="28804"/>
                </a:lnTo>
                <a:lnTo>
                  <a:pt x="753770" y="28804"/>
                </a:lnTo>
                <a:close/>
                <a:moveTo>
                  <a:pt x="789534" y="56007"/>
                </a:moveTo>
                <a:cubicBezTo>
                  <a:pt x="787121" y="56007"/>
                  <a:pt x="784962" y="55538"/>
                  <a:pt x="783184" y="54623"/>
                </a:cubicBezTo>
                <a:cubicBezTo>
                  <a:pt x="781279" y="53708"/>
                  <a:pt x="779882" y="52363"/>
                  <a:pt x="778739" y="50610"/>
                </a:cubicBezTo>
                <a:cubicBezTo>
                  <a:pt x="777723" y="48844"/>
                  <a:pt x="777215" y="46736"/>
                  <a:pt x="777215" y="44285"/>
                </a:cubicBezTo>
                <a:cubicBezTo>
                  <a:pt x="777215" y="41275"/>
                  <a:pt x="777977" y="38812"/>
                  <a:pt x="779628" y="36881"/>
                </a:cubicBezTo>
                <a:cubicBezTo>
                  <a:pt x="781152" y="34938"/>
                  <a:pt x="783311" y="33528"/>
                  <a:pt x="786105" y="32652"/>
                </a:cubicBezTo>
                <a:cubicBezTo>
                  <a:pt x="788772" y="31776"/>
                  <a:pt x="791947" y="31331"/>
                  <a:pt x="795503" y="31331"/>
                </a:cubicBezTo>
                <a:lnTo>
                  <a:pt x="802742" y="31331"/>
                </a:lnTo>
                <a:lnTo>
                  <a:pt x="802742" y="28575"/>
                </a:lnTo>
                <a:cubicBezTo>
                  <a:pt x="802742" y="25756"/>
                  <a:pt x="801980" y="23597"/>
                  <a:pt x="800710" y="22123"/>
                </a:cubicBezTo>
                <a:cubicBezTo>
                  <a:pt x="799313" y="20651"/>
                  <a:pt x="797281" y="19914"/>
                  <a:pt x="794487" y="19914"/>
                </a:cubicBezTo>
                <a:cubicBezTo>
                  <a:pt x="792074" y="19914"/>
                  <a:pt x="789915" y="20409"/>
                  <a:pt x="788010" y="21413"/>
                </a:cubicBezTo>
                <a:cubicBezTo>
                  <a:pt x="786232" y="22416"/>
                  <a:pt x="784581" y="23876"/>
                  <a:pt x="783184" y="25794"/>
                </a:cubicBezTo>
                <a:lnTo>
                  <a:pt x="778866" y="21476"/>
                </a:lnTo>
                <a:cubicBezTo>
                  <a:pt x="782803" y="16663"/>
                  <a:pt x="788264" y="14250"/>
                  <a:pt x="794995" y="14250"/>
                </a:cubicBezTo>
                <a:cubicBezTo>
                  <a:pt x="798043" y="14250"/>
                  <a:pt x="800710" y="14846"/>
                  <a:pt x="802869" y="16040"/>
                </a:cubicBezTo>
                <a:cubicBezTo>
                  <a:pt x="805028" y="17234"/>
                  <a:pt x="806679" y="18898"/>
                  <a:pt x="807695" y="21044"/>
                </a:cubicBezTo>
                <a:cubicBezTo>
                  <a:pt x="808838" y="23191"/>
                  <a:pt x="809346" y="25705"/>
                  <a:pt x="809346" y="28575"/>
                </a:cubicBezTo>
                <a:lnTo>
                  <a:pt x="809346" y="55258"/>
                </a:lnTo>
                <a:lnTo>
                  <a:pt x="802996" y="55258"/>
                </a:lnTo>
                <a:lnTo>
                  <a:pt x="802996" y="47778"/>
                </a:lnTo>
                <a:lnTo>
                  <a:pt x="802869" y="47778"/>
                </a:lnTo>
                <a:cubicBezTo>
                  <a:pt x="801472" y="50635"/>
                  <a:pt x="799821" y="52718"/>
                  <a:pt x="797662" y="54026"/>
                </a:cubicBezTo>
                <a:cubicBezTo>
                  <a:pt x="795503" y="55347"/>
                  <a:pt x="792836" y="56007"/>
                  <a:pt x="789534" y="56007"/>
                </a:cubicBezTo>
                <a:close/>
                <a:moveTo>
                  <a:pt x="784200" y="44133"/>
                </a:moveTo>
                <a:cubicBezTo>
                  <a:pt x="784200" y="45403"/>
                  <a:pt x="784454" y="46495"/>
                  <a:pt x="784962" y="47447"/>
                </a:cubicBezTo>
                <a:cubicBezTo>
                  <a:pt x="785597" y="48387"/>
                  <a:pt x="786359" y="49111"/>
                  <a:pt x="787502" y="49619"/>
                </a:cubicBezTo>
                <a:cubicBezTo>
                  <a:pt x="788518" y="50127"/>
                  <a:pt x="789915" y="50381"/>
                  <a:pt x="791312" y="50381"/>
                </a:cubicBezTo>
                <a:cubicBezTo>
                  <a:pt x="793725" y="50381"/>
                  <a:pt x="795757" y="49911"/>
                  <a:pt x="797408" y="48946"/>
                </a:cubicBezTo>
                <a:cubicBezTo>
                  <a:pt x="799186" y="47993"/>
                  <a:pt x="800456" y="46749"/>
                  <a:pt x="801345" y="45187"/>
                </a:cubicBezTo>
                <a:cubicBezTo>
                  <a:pt x="802234" y="43638"/>
                  <a:pt x="802742" y="41999"/>
                  <a:pt x="802742" y="40260"/>
                </a:cubicBezTo>
                <a:lnTo>
                  <a:pt x="802742" y="36361"/>
                </a:lnTo>
                <a:lnTo>
                  <a:pt x="796392" y="36361"/>
                </a:lnTo>
                <a:cubicBezTo>
                  <a:pt x="792709" y="36361"/>
                  <a:pt x="789788" y="36919"/>
                  <a:pt x="787502" y="38050"/>
                </a:cubicBezTo>
                <a:cubicBezTo>
                  <a:pt x="785343" y="39180"/>
                  <a:pt x="784200" y="41199"/>
                  <a:pt x="784200" y="44133"/>
                </a:cubicBezTo>
                <a:close/>
                <a:moveTo>
                  <a:pt x="818871" y="15037"/>
                </a:moveTo>
                <a:lnTo>
                  <a:pt x="825221" y="15037"/>
                </a:lnTo>
                <a:lnTo>
                  <a:pt x="825221" y="23635"/>
                </a:lnTo>
                <a:lnTo>
                  <a:pt x="825348" y="23635"/>
                </a:lnTo>
                <a:cubicBezTo>
                  <a:pt x="826110" y="20333"/>
                  <a:pt x="827253" y="17945"/>
                  <a:pt x="828904" y="16472"/>
                </a:cubicBezTo>
                <a:cubicBezTo>
                  <a:pt x="830428" y="14999"/>
                  <a:pt x="832460" y="14250"/>
                  <a:pt x="834873" y="14250"/>
                </a:cubicBezTo>
                <a:cubicBezTo>
                  <a:pt x="835508" y="14250"/>
                  <a:pt x="836016" y="14288"/>
                  <a:pt x="836651" y="14364"/>
                </a:cubicBezTo>
                <a:cubicBezTo>
                  <a:pt x="837159" y="14440"/>
                  <a:pt x="837667" y="14529"/>
                  <a:pt x="838048" y="14631"/>
                </a:cubicBezTo>
                <a:lnTo>
                  <a:pt x="838048" y="21210"/>
                </a:lnTo>
                <a:cubicBezTo>
                  <a:pt x="837667" y="21095"/>
                  <a:pt x="837159" y="20993"/>
                  <a:pt x="836524" y="20917"/>
                </a:cubicBezTo>
                <a:cubicBezTo>
                  <a:pt x="835889" y="20841"/>
                  <a:pt x="835254" y="20803"/>
                  <a:pt x="834746" y="20803"/>
                </a:cubicBezTo>
                <a:cubicBezTo>
                  <a:pt x="831444" y="20803"/>
                  <a:pt x="829031" y="21946"/>
                  <a:pt x="827634" y="24244"/>
                </a:cubicBezTo>
                <a:cubicBezTo>
                  <a:pt x="826237" y="26543"/>
                  <a:pt x="825475" y="29896"/>
                  <a:pt x="825475" y="34316"/>
                </a:cubicBezTo>
                <a:lnTo>
                  <a:pt x="825475" y="55258"/>
                </a:lnTo>
                <a:lnTo>
                  <a:pt x="818871" y="55258"/>
                </a:lnTo>
                <a:lnTo>
                  <a:pt x="818871" y="15037"/>
                </a:lnTo>
                <a:close/>
                <a:moveTo>
                  <a:pt x="855701" y="55855"/>
                </a:moveTo>
                <a:cubicBezTo>
                  <a:pt x="853288" y="55855"/>
                  <a:pt x="851383" y="55525"/>
                  <a:pt x="849859" y="54890"/>
                </a:cubicBezTo>
                <a:cubicBezTo>
                  <a:pt x="848462" y="54242"/>
                  <a:pt x="847319" y="53239"/>
                  <a:pt x="846557" y="51867"/>
                </a:cubicBezTo>
                <a:cubicBezTo>
                  <a:pt x="845922" y="50509"/>
                  <a:pt x="845541" y="48743"/>
                  <a:pt x="845541" y="46584"/>
                </a:cubicBezTo>
                <a:lnTo>
                  <a:pt x="845541" y="20651"/>
                </a:lnTo>
                <a:lnTo>
                  <a:pt x="839572" y="20651"/>
                </a:lnTo>
                <a:lnTo>
                  <a:pt x="839572" y="17158"/>
                </a:lnTo>
                <a:lnTo>
                  <a:pt x="851383" y="5283"/>
                </a:lnTo>
                <a:lnTo>
                  <a:pt x="852272" y="5283"/>
                </a:lnTo>
                <a:lnTo>
                  <a:pt x="852272" y="15037"/>
                </a:lnTo>
                <a:lnTo>
                  <a:pt x="861289" y="15037"/>
                </a:lnTo>
                <a:lnTo>
                  <a:pt x="861289" y="20651"/>
                </a:lnTo>
                <a:lnTo>
                  <a:pt x="852272" y="20651"/>
                </a:lnTo>
                <a:lnTo>
                  <a:pt x="852272" y="45212"/>
                </a:lnTo>
                <a:cubicBezTo>
                  <a:pt x="852272" y="46406"/>
                  <a:pt x="852399" y="47320"/>
                  <a:pt x="852653" y="47981"/>
                </a:cubicBezTo>
                <a:cubicBezTo>
                  <a:pt x="852907" y="48641"/>
                  <a:pt x="853415" y="49111"/>
                  <a:pt x="854050" y="49378"/>
                </a:cubicBezTo>
                <a:cubicBezTo>
                  <a:pt x="854685" y="49657"/>
                  <a:pt x="855574" y="49785"/>
                  <a:pt x="856590" y="49785"/>
                </a:cubicBezTo>
                <a:cubicBezTo>
                  <a:pt x="858114" y="49785"/>
                  <a:pt x="859638" y="49581"/>
                  <a:pt x="861289" y="49149"/>
                </a:cubicBezTo>
                <a:lnTo>
                  <a:pt x="861289" y="55258"/>
                </a:lnTo>
                <a:cubicBezTo>
                  <a:pt x="860527" y="55435"/>
                  <a:pt x="859638" y="55576"/>
                  <a:pt x="858622" y="55690"/>
                </a:cubicBezTo>
                <a:cubicBezTo>
                  <a:pt x="857606" y="55791"/>
                  <a:pt x="856590" y="55855"/>
                  <a:pt x="855701" y="55855"/>
                </a:cubicBezTo>
                <a:close/>
                <a:moveTo>
                  <a:pt x="869163" y="15037"/>
                </a:moveTo>
                <a:lnTo>
                  <a:pt x="875513" y="15037"/>
                </a:lnTo>
                <a:lnTo>
                  <a:pt x="875513" y="23406"/>
                </a:lnTo>
                <a:lnTo>
                  <a:pt x="875640" y="23406"/>
                </a:lnTo>
                <a:cubicBezTo>
                  <a:pt x="876656" y="20803"/>
                  <a:pt x="878180" y="18631"/>
                  <a:pt x="880212" y="16879"/>
                </a:cubicBezTo>
                <a:cubicBezTo>
                  <a:pt x="882244" y="15126"/>
                  <a:pt x="885038" y="14250"/>
                  <a:pt x="888721" y="14250"/>
                </a:cubicBezTo>
                <a:cubicBezTo>
                  <a:pt x="891515" y="14250"/>
                  <a:pt x="893801" y="14834"/>
                  <a:pt x="895706" y="16002"/>
                </a:cubicBezTo>
                <a:cubicBezTo>
                  <a:pt x="897611" y="17171"/>
                  <a:pt x="899008" y="18821"/>
                  <a:pt x="899897" y="20955"/>
                </a:cubicBezTo>
                <a:cubicBezTo>
                  <a:pt x="900786" y="23089"/>
                  <a:pt x="901294" y="25578"/>
                  <a:pt x="901294" y="28435"/>
                </a:cubicBezTo>
                <a:lnTo>
                  <a:pt x="901294" y="55258"/>
                </a:lnTo>
                <a:lnTo>
                  <a:pt x="894563" y="55258"/>
                </a:lnTo>
                <a:lnTo>
                  <a:pt x="894563" y="29731"/>
                </a:lnTo>
                <a:cubicBezTo>
                  <a:pt x="894563" y="26632"/>
                  <a:pt x="893928" y="24270"/>
                  <a:pt x="892658" y="22644"/>
                </a:cubicBezTo>
                <a:cubicBezTo>
                  <a:pt x="891388" y="21019"/>
                  <a:pt x="889229" y="20206"/>
                  <a:pt x="886308" y="20206"/>
                </a:cubicBezTo>
                <a:cubicBezTo>
                  <a:pt x="884149" y="20206"/>
                  <a:pt x="882371" y="20663"/>
                  <a:pt x="880720" y="21590"/>
                </a:cubicBezTo>
                <a:cubicBezTo>
                  <a:pt x="879196" y="22505"/>
                  <a:pt x="877926" y="23838"/>
                  <a:pt x="877164" y="25603"/>
                </a:cubicBezTo>
                <a:cubicBezTo>
                  <a:pt x="876275" y="27369"/>
                  <a:pt x="875767" y="29477"/>
                  <a:pt x="875767" y="31928"/>
                </a:cubicBezTo>
                <a:lnTo>
                  <a:pt x="875767" y="55258"/>
                </a:lnTo>
                <a:lnTo>
                  <a:pt x="869163" y="55258"/>
                </a:lnTo>
                <a:lnTo>
                  <a:pt x="869163" y="15037"/>
                </a:lnTo>
                <a:close/>
                <a:moveTo>
                  <a:pt x="929615" y="56007"/>
                </a:moveTo>
                <a:cubicBezTo>
                  <a:pt x="925551" y="56007"/>
                  <a:pt x="921995" y="55207"/>
                  <a:pt x="918947" y="53607"/>
                </a:cubicBezTo>
                <a:cubicBezTo>
                  <a:pt x="915899" y="52007"/>
                  <a:pt x="913486" y="49632"/>
                  <a:pt x="911835" y="46495"/>
                </a:cubicBezTo>
                <a:cubicBezTo>
                  <a:pt x="910184" y="43358"/>
                  <a:pt x="909422" y="39574"/>
                  <a:pt x="909422" y="35128"/>
                </a:cubicBezTo>
                <a:cubicBezTo>
                  <a:pt x="909422" y="30633"/>
                  <a:pt x="910311" y="26822"/>
                  <a:pt x="911962" y="23685"/>
                </a:cubicBezTo>
                <a:cubicBezTo>
                  <a:pt x="913740" y="20549"/>
                  <a:pt x="916153" y="18186"/>
                  <a:pt x="919074" y="16612"/>
                </a:cubicBezTo>
                <a:cubicBezTo>
                  <a:pt x="921995" y="15037"/>
                  <a:pt x="925297" y="14250"/>
                  <a:pt x="928853" y="14250"/>
                </a:cubicBezTo>
                <a:cubicBezTo>
                  <a:pt x="932917" y="14250"/>
                  <a:pt x="936346" y="15202"/>
                  <a:pt x="938886" y="17107"/>
                </a:cubicBezTo>
                <a:cubicBezTo>
                  <a:pt x="941553" y="19000"/>
                  <a:pt x="943458" y="21425"/>
                  <a:pt x="944601" y="24371"/>
                </a:cubicBezTo>
                <a:cubicBezTo>
                  <a:pt x="945871" y="27331"/>
                  <a:pt x="946379" y="30429"/>
                  <a:pt x="946379" y="33681"/>
                </a:cubicBezTo>
                <a:cubicBezTo>
                  <a:pt x="946379" y="34798"/>
                  <a:pt x="946379" y="35840"/>
                  <a:pt x="946252" y="36805"/>
                </a:cubicBezTo>
                <a:lnTo>
                  <a:pt x="916407" y="36805"/>
                </a:lnTo>
                <a:cubicBezTo>
                  <a:pt x="916661" y="41199"/>
                  <a:pt x="917931" y="44539"/>
                  <a:pt x="920090" y="46851"/>
                </a:cubicBezTo>
                <a:cubicBezTo>
                  <a:pt x="922376" y="49149"/>
                  <a:pt x="925551" y="50305"/>
                  <a:pt x="929615" y="50305"/>
                </a:cubicBezTo>
                <a:cubicBezTo>
                  <a:pt x="932155" y="50305"/>
                  <a:pt x="934187" y="49936"/>
                  <a:pt x="935965" y="49188"/>
                </a:cubicBezTo>
                <a:cubicBezTo>
                  <a:pt x="937743" y="48451"/>
                  <a:pt x="939394" y="47219"/>
                  <a:pt x="940791" y="45504"/>
                </a:cubicBezTo>
                <a:lnTo>
                  <a:pt x="944982" y="49670"/>
                </a:lnTo>
                <a:cubicBezTo>
                  <a:pt x="943712" y="51168"/>
                  <a:pt x="942315" y="52375"/>
                  <a:pt x="940791" y="53302"/>
                </a:cubicBezTo>
                <a:cubicBezTo>
                  <a:pt x="939267" y="54229"/>
                  <a:pt x="937743" y="54915"/>
                  <a:pt x="935838" y="55347"/>
                </a:cubicBezTo>
                <a:cubicBezTo>
                  <a:pt x="934060" y="55779"/>
                  <a:pt x="932028" y="56007"/>
                  <a:pt x="929615" y="56007"/>
                </a:cubicBezTo>
                <a:close/>
                <a:moveTo>
                  <a:pt x="939648" y="31636"/>
                </a:moveTo>
                <a:cubicBezTo>
                  <a:pt x="939267" y="27763"/>
                  <a:pt x="938124" y="24854"/>
                  <a:pt x="936219" y="22911"/>
                </a:cubicBezTo>
                <a:cubicBezTo>
                  <a:pt x="934314" y="20955"/>
                  <a:pt x="931774" y="19990"/>
                  <a:pt x="928599" y="19990"/>
                </a:cubicBezTo>
                <a:cubicBezTo>
                  <a:pt x="926440" y="19990"/>
                  <a:pt x="924662" y="20422"/>
                  <a:pt x="922884" y="21286"/>
                </a:cubicBezTo>
                <a:cubicBezTo>
                  <a:pt x="921233" y="22149"/>
                  <a:pt x="919836" y="23457"/>
                  <a:pt x="918820" y="25197"/>
                </a:cubicBezTo>
                <a:cubicBezTo>
                  <a:pt x="917677" y="26924"/>
                  <a:pt x="916915" y="29070"/>
                  <a:pt x="916661" y="31636"/>
                </a:cubicBezTo>
                <a:lnTo>
                  <a:pt x="939648" y="31636"/>
                </a:lnTo>
                <a:close/>
                <a:moveTo>
                  <a:pt x="954507" y="15037"/>
                </a:moveTo>
                <a:lnTo>
                  <a:pt x="960857" y="15037"/>
                </a:lnTo>
                <a:lnTo>
                  <a:pt x="960857" y="23635"/>
                </a:lnTo>
                <a:lnTo>
                  <a:pt x="960984" y="23635"/>
                </a:lnTo>
                <a:cubicBezTo>
                  <a:pt x="961746" y="20333"/>
                  <a:pt x="962889" y="17945"/>
                  <a:pt x="964540" y="16472"/>
                </a:cubicBezTo>
                <a:cubicBezTo>
                  <a:pt x="966064" y="14999"/>
                  <a:pt x="968096" y="14250"/>
                  <a:pt x="970509" y="14250"/>
                </a:cubicBezTo>
                <a:cubicBezTo>
                  <a:pt x="971144" y="14250"/>
                  <a:pt x="971652" y="14288"/>
                  <a:pt x="972287" y="14364"/>
                </a:cubicBezTo>
                <a:cubicBezTo>
                  <a:pt x="972795" y="14440"/>
                  <a:pt x="973303" y="14529"/>
                  <a:pt x="973684" y="14631"/>
                </a:cubicBezTo>
                <a:lnTo>
                  <a:pt x="973684" y="21210"/>
                </a:lnTo>
                <a:cubicBezTo>
                  <a:pt x="973303" y="21095"/>
                  <a:pt x="972795" y="20993"/>
                  <a:pt x="972160" y="20917"/>
                </a:cubicBezTo>
                <a:cubicBezTo>
                  <a:pt x="971525" y="20841"/>
                  <a:pt x="970890" y="20803"/>
                  <a:pt x="970382" y="20803"/>
                </a:cubicBezTo>
                <a:cubicBezTo>
                  <a:pt x="967080" y="20803"/>
                  <a:pt x="964667" y="21946"/>
                  <a:pt x="963270" y="24244"/>
                </a:cubicBezTo>
                <a:cubicBezTo>
                  <a:pt x="961873" y="26543"/>
                  <a:pt x="961111" y="29896"/>
                  <a:pt x="961111" y="34316"/>
                </a:cubicBezTo>
                <a:lnTo>
                  <a:pt x="961111" y="55258"/>
                </a:lnTo>
                <a:lnTo>
                  <a:pt x="954507" y="55258"/>
                </a:lnTo>
                <a:lnTo>
                  <a:pt x="954507" y="15037"/>
                </a:lnTo>
                <a:close/>
                <a:moveTo>
                  <a:pt x="992988" y="56007"/>
                </a:moveTo>
                <a:cubicBezTo>
                  <a:pt x="986130" y="56007"/>
                  <a:pt x="980669" y="53899"/>
                  <a:pt x="976859" y="49670"/>
                </a:cubicBezTo>
                <a:lnTo>
                  <a:pt x="981177" y="45403"/>
                </a:lnTo>
                <a:cubicBezTo>
                  <a:pt x="982955" y="47257"/>
                  <a:pt x="984733" y="48565"/>
                  <a:pt x="986638" y="49327"/>
                </a:cubicBezTo>
                <a:cubicBezTo>
                  <a:pt x="988416" y="50076"/>
                  <a:pt x="990575" y="50457"/>
                  <a:pt x="992988" y="50457"/>
                </a:cubicBezTo>
                <a:cubicBezTo>
                  <a:pt x="995401" y="50457"/>
                  <a:pt x="997433" y="50000"/>
                  <a:pt x="999084" y="49099"/>
                </a:cubicBezTo>
                <a:cubicBezTo>
                  <a:pt x="1000735" y="48197"/>
                  <a:pt x="1001624" y="46711"/>
                  <a:pt x="1001624" y="44653"/>
                </a:cubicBezTo>
                <a:cubicBezTo>
                  <a:pt x="1001624" y="43193"/>
                  <a:pt x="1001243" y="41999"/>
                  <a:pt x="1000354" y="41097"/>
                </a:cubicBezTo>
                <a:cubicBezTo>
                  <a:pt x="999592" y="40196"/>
                  <a:pt x="998449" y="39484"/>
                  <a:pt x="997179" y="38964"/>
                </a:cubicBezTo>
                <a:cubicBezTo>
                  <a:pt x="995909" y="38443"/>
                  <a:pt x="993877" y="37833"/>
                  <a:pt x="991464" y="37135"/>
                </a:cubicBezTo>
                <a:cubicBezTo>
                  <a:pt x="988924" y="36424"/>
                  <a:pt x="986765" y="35649"/>
                  <a:pt x="984987" y="34837"/>
                </a:cubicBezTo>
                <a:cubicBezTo>
                  <a:pt x="983209" y="34011"/>
                  <a:pt x="981685" y="32842"/>
                  <a:pt x="980542" y="31318"/>
                </a:cubicBezTo>
                <a:cubicBezTo>
                  <a:pt x="979272" y="29794"/>
                  <a:pt x="978764" y="27839"/>
                  <a:pt x="978764" y="25451"/>
                </a:cubicBezTo>
                <a:cubicBezTo>
                  <a:pt x="978764" y="23076"/>
                  <a:pt x="979272" y="21044"/>
                  <a:pt x="980415" y="19355"/>
                </a:cubicBezTo>
                <a:cubicBezTo>
                  <a:pt x="981685" y="17666"/>
                  <a:pt x="983336" y="16396"/>
                  <a:pt x="985495" y="15532"/>
                </a:cubicBezTo>
                <a:cubicBezTo>
                  <a:pt x="987527" y="14681"/>
                  <a:pt x="990067" y="14250"/>
                  <a:pt x="992861" y="14250"/>
                </a:cubicBezTo>
                <a:cubicBezTo>
                  <a:pt x="995655" y="14250"/>
                  <a:pt x="998195" y="14707"/>
                  <a:pt x="1000735" y="15608"/>
                </a:cubicBezTo>
                <a:cubicBezTo>
                  <a:pt x="1003275" y="16523"/>
                  <a:pt x="1005307" y="17844"/>
                  <a:pt x="1006958" y="19571"/>
                </a:cubicBezTo>
                <a:lnTo>
                  <a:pt x="1002767" y="23851"/>
                </a:lnTo>
                <a:cubicBezTo>
                  <a:pt x="1000100" y="21222"/>
                  <a:pt x="996798" y="19914"/>
                  <a:pt x="992861" y="19914"/>
                </a:cubicBezTo>
                <a:cubicBezTo>
                  <a:pt x="990448" y="19914"/>
                  <a:pt x="988670" y="20346"/>
                  <a:pt x="987273" y="21210"/>
                </a:cubicBezTo>
                <a:cubicBezTo>
                  <a:pt x="985876" y="22085"/>
                  <a:pt x="985241" y="23394"/>
                  <a:pt x="985241" y="25159"/>
                </a:cubicBezTo>
                <a:cubicBezTo>
                  <a:pt x="985241" y="26327"/>
                  <a:pt x="985622" y="27293"/>
                  <a:pt x="986384" y="28055"/>
                </a:cubicBezTo>
                <a:cubicBezTo>
                  <a:pt x="987273" y="28829"/>
                  <a:pt x="988289" y="29464"/>
                  <a:pt x="989686" y="29973"/>
                </a:cubicBezTo>
                <a:cubicBezTo>
                  <a:pt x="990956" y="30480"/>
                  <a:pt x="992861" y="31090"/>
                  <a:pt x="995401" y="31776"/>
                </a:cubicBezTo>
                <a:cubicBezTo>
                  <a:pt x="997941" y="32500"/>
                  <a:pt x="1000100" y="33262"/>
                  <a:pt x="1001878" y="34049"/>
                </a:cubicBezTo>
                <a:cubicBezTo>
                  <a:pt x="1003529" y="34849"/>
                  <a:pt x="1005053" y="36055"/>
                  <a:pt x="1006323" y="37681"/>
                </a:cubicBezTo>
                <a:cubicBezTo>
                  <a:pt x="1007466" y="39307"/>
                  <a:pt x="1008101" y="41453"/>
                  <a:pt x="1008101" y="44133"/>
                </a:cubicBezTo>
                <a:cubicBezTo>
                  <a:pt x="1008101" y="46610"/>
                  <a:pt x="1007466" y="48743"/>
                  <a:pt x="1006196" y="50533"/>
                </a:cubicBezTo>
                <a:cubicBezTo>
                  <a:pt x="1004926" y="52312"/>
                  <a:pt x="1003148" y="53670"/>
                  <a:pt x="1000862" y="54611"/>
                </a:cubicBezTo>
                <a:cubicBezTo>
                  <a:pt x="998576" y="55538"/>
                  <a:pt x="995909" y="56007"/>
                  <a:pt x="992988" y="56007"/>
                </a:cubicBezTo>
                <a:close/>
                <a:moveTo>
                  <a:pt x="1057250" y="56007"/>
                </a:moveTo>
                <a:cubicBezTo>
                  <a:pt x="1052170" y="56007"/>
                  <a:pt x="1047725" y="54902"/>
                  <a:pt x="1043915" y="52693"/>
                </a:cubicBezTo>
                <a:cubicBezTo>
                  <a:pt x="1039978" y="50483"/>
                  <a:pt x="1037057" y="47334"/>
                  <a:pt x="1034898" y="43256"/>
                </a:cubicBezTo>
                <a:cubicBezTo>
                  <a:pt x="1032739" y="39180"/>
                  <a:pt x="1031596" y="34430"/>
                  <a:pt x="1031596" y="29032"/>
                </a:cubicBezTo>
                <a:cubicBezTo>
                  <a:pt x="1031596" y="23623"/>
                  <a:pt x="1032739" y="18885"/>
                  <a:pt x="1034898" y="14808"/>
                </a:cubicBezTo>
                <a:cubicBezTo>
                  <a:pt x="1037057" y="10744"/>
                  <a:pt x="1039978" y="7595"/>
                  <a:pt x="1043915" y="5385"/>
                </a:cubicBezTo>
                <a:cubicBezTo>
                  <a:pt x="1047725" y="3163"/>
                  <a:pt x="1052170" y="2045"/>
                  <a:pt x="1057250" y="2045"/>
                </a:cubicBezTo>
                <a:cubicBezTo>
                  <a:pt x="1062203" y="2045"/>
                  <a:pt x="1066648" y="3163"/>
                  <a:pt x="1070458" y="5385"/>
                </a:cubicBezTo>
                <a:cubicBezTo>
                  <a:pt x="1074395" y="7595"/>
                  <a:pt x="1077443" y="10744"/>
                  <a:pt x="1079602" y="14808"/>
                </a:cubicBezTo>
                <a:cubicBezTo>
                  <a:pt x="1081761" y="18885"/>
                  <a:pt x="1082777" y="23623"/>
                  <a:pt x="1082777" y="29032"/>
                </a:cubicBezTo>
                <a:cubicBezTo>
                  <a:pt x="1082777" y="34430"/>
                  <a:pt x="1081761" y="39180"/>
                  <a:pt x="1079602" y="43256"/>
                </a:cubicBezTo>
                <a:cubicBezTo>
                  <a:pt x="1077443" y="47334"/>
                  <a:pt x="1074395" y="50483"/>
                  <a:pt x="1070458" y="52693"/>
                </a:cubicBezTo>
                <a:cubicBezTo>
                  <a:pt x="1066648" y="54902"/>
                  <a:pt x="1062203" y="56007"/>
                  <a:pt x="1057250" y="56007"/>
                </a:cubicBezTo>
                <a:close/>
                <a:moveTo>
                  <a:pt x="1038835" y="29032"/>
                </a:moveTo>
                <a:cubicBezTo>
                  <a:pt x="1038835" y="33198"/>
                  <a:pt x="1039597" y="36818"/>
                  <a:pt x="1040994" y="39891"/>
                </a:cubicBezTo>
                <a:cubicBezTo>
                  <a:pt x="1042518" y="42964"/>
                  <a:pt x="1044677" y="45327"/>
                  <a:pt x="1047471" y="46978"/>
                </a:cubicBezTo>
                <a:cubicBezTo>
                  <a:pt x="1050138" y="48629"/>
                  <a:pt x="1053440" y="49454"/>
                  <a:pt x="1057250" y="49454"/>
                </a:cubicBezTo>
                <a:cubicBezTo>
                  <a:pt x="1060933" y="49454"/>
                  <a:pt x="1064235" y="48629"/>
                  <a:pt x="1066902" y="46978"/>
                </a:cubicBezTo>
                <a:cubicBezTo>
                  <a:pt x="1069696" y="45327"/>
                  <a:pt x="1071855" y="42964"/>
                  <a:pt x="1073379" y="39891"/>
                </a:cubicBezTo>
                <a:cubicBezTo>
                  <a:pt x="1074776" y="36818"/>
                  <a:pt x="1075538" y="33198"/>
                  <a:pt x="1075538" y="29032"/>
                </a:cubicBezTo>
                <a:cubicBezTo>
                  <a:pt x="1075538" y="24854"/>
                  <a:pt x="1074776" y="21248"/>
                  <a:pt x="1073379" y="18174"/>
                </a:cubicBezTo>
                <a:cubicBezTo>
                  <a:pt x="1071855" y="15113"/>
                  <a:pt x="1069696" y="12764"/>
                  <a:pt x="1066902" y="11112"/>
                </a:cubicBezTo>
                <a:cubicBezTo>
                  <a:pt x="1064235" y="9461"/>
                  <a:pt x="1060933" y="8636"/>
                  <a:pt x="1057250" y="8636"/>
                </a:cubicBezTo>
                <a:cubicBezTo>
                  <a:pt x="1053440" y="8636"/>
                  <a:pt x="1050138" y="9461"/>
                  <a:pt x="1047471" y="11112"/>
                </a:cubicBezTo>
                <a:cubicBezTo>
                  <a:pt x="1044677" y="12764"/>
                  <a:pt x="1042518" y="15113"/>
                  <a:pt x="1040994" y="18174"/>
                </a:cubicBezTo>
                <a:cubicBezTo>
                  <a:pt x="1039597" y="21248"/>
                  <a:pt x="1038835" y="24854"/>
                  <a:pt x="1038835" y="29032"/>
                </a:cubicBezTo>
                <a:close/>
                <a:moveTo>
                  <a:pt x="1091667" y="15037"/>
                </a:moveTo>
                <a:lnTo>
                  <a:pt x="1098017" y="15037"/>
                </a:lnTo>
                <a:lnTo>
                  <a:pt x="1098017" y="23406"/>
                </a:lnTo>
                <a:lnTo>
                  <a:pt x="1098144" y="23406"/>
                </a:lnTo>
                <a:cubicBezTo>
                  <a:pt x="1099160" y="20803"/>
                  <a:pt x="1100684" y="18631"/>
                  <a:pt x="1102716" y="16879"/>
                </a:cubicBezTo>
                <a:cubicBezTo>
                  <a:pt x="1104748" y="15126"/>
                  <a:pt x="1107542" y="14250"/>
                  <a:pt x="1111225" y="14250"/>
                </a:cubicBezTo>
                <a:cubicBezTo>
                  <a:pt x="1114019" y="14250"/>
                  <a:pt x="1116305" y="14834"/>
                  <a:pt x="1118210" y="16002"/>
                </a:cubicBezTo>
                <a:cubicBezTo>
                  <a:pt x="1120115" y="17171"/>
                  <a:pt x="1121512" y="18821"/>
                  <a:pt x="1122401" y="20955"/>
                </a:cubicBezTo>
                <a:cubicBezTo>
                  <a:pt x="1123290" y="23089"/>
                  <a:pt x="1123798" y="25578"/>
                  <a:pt x="1123798" y="28435"/>
                </a:cubicBezTo>
                <a:lnTo>
                  <a:pt x="1123798" y="55258"/>
                </a:lnTo>
                <a:lnTo>
                  <a:pt x="1117067" y="55258"/>
                </a:lnTo>
                <a:lnTo>
                  <a:pt x="1117067" y="29731"/>
                </a:lnTo>
                <a:cubicBezTo>
                  <a:pt x="1117067" y="26632"/>
                  <a:pt x="1116432" y="24270"/>
                  <a:pt x="1115162" y="22644"/>
                </a:cubicBezTo>
                <a:cubicBezTo>
                  <a:pt x="1113892" y="21019"/>
                  <a:pt x="1111733" y="20206"/>
                  <a:pt x="1108812" y="20206"/>
                </a:cubicBezTo>
                <a:cubicBezTo>
                  <a:pt x="1106653" y="20206"/>
                  <a:pt x="1104875" y="20663"/>
                  <a:pt x="1103224" y="21590"/>
                </a:cubicBezTo>
                <a:cubicBezTo>
                  <a:pt x="1101700" y="22505"/>
                  <a:pt x="1100430" y="23838"/>
                  <a:pt x="1099668" y="25603"/>
                </a:cubicBezTo>
                <a:cubicBezTo>
                  <a:pt x="1098779" y="27369"/>
                  <a:pt x="1098271" y="29477"/>
                  <a:pt x="1098271" y="31928"/>
                </a:cubicBezTo>
                <a:lnTo>
                  <a:pt x="1098271" y="55258"/>
                </a:lnTo>
                <a:lnTo>
                  <a:pt x="1091667" y="55258"/>
                </a:lnTo>
                <a:lnTo>
                  <a:pt x="1091667" y="15037"/>
                </a:lnTo>
                <a:close/>
                <a:moveTo>
                  <a:pt x="1143229" y="55855"/>
                </a:moveTo>
                <a:cubicBezTo>
                  <a:pt x="1141070" y="55855"/>
                  <a:pt x="1139292" y="55487"/>
                  <a:pt x="1137895" y="54776"/>
                </a:cubicBezTo>
                <a:cubicBezTo>
                  <a:pt x="1136498" y="54052"/>
                  <a:pt x="1135609" y="52984"/>
                  <a:pt x="1134974" y="51550"/>
                </a:cubicBezTo>
                <a:cubicBezTo>
                  <a:pt x="1134339" y="50127"/>
                  <a:pt x="1133958" y="48311"/>
                  <a:pt x="1133958" y="46101"/>
                </a:cubicBezTo>
                <a:lnTo>
                  <a:pt x="1133958" y="0"/>
                </a:lnTo>
                <a:lnTo>
                  <a:pt x="1140689" y="0"/>
                </a:lnTo>
                <a:lnTo>
                  <a:pt x="1140689" y="45060"/>
                </a:lnTo>
                <a:cubicBezTo>
                  <a:pt x="1140689" y="46304"/>
                  <a:pt x="1140816" y="47257"/>
                  <a:pt x="1141070" y="47930"/>
                </a:cubicBezTo>
                <a:cubicBezTo>
                  <a:pt x="1141324" y="48603"/>
                  <a:pt x="1141705" y="49073"/>
                  <a:pt x="1142213" y="49365"/>
                </a:cubicBezTo>
                <a:cubicBezTo>
                  <a:pt x="1142721" y="49644"/>
                  <a:pt x="1143483" y="49785"/>
                  <a:pt x="1144499" y="49785"/>
                </a:cubicBezTo>
                <a:cubicBezTo>
                  <a:pt x="1145134" y="49785"/>
                  <a:pt x="1145769" y="49733"/>
                  <a:pt x="1146404" y="49644"/>
                </a:cubicBezTo>
                <a:cubicBezTo>
                  <a:pt x="1147039" y="49543"/>
                  <a:pt x="1147547" y="49429"/>
                  <a:pt x="1148055" y="49302"/>
                </a:cubicBezTo>
                <a:lnTo>
                  <a:pt x="1148055" y="55258"/>
                </a:lnTo>
                <a:cubicBezTo>
                  <a:pt x="1147420" y="55461"/>
                  <a:pt x="1146658" y="55601"/>
                  <a:pt x="1145896" y="55703"/>
                </a:cubicBezTo>
                <a:cubicBezTo>
                  <a:pt x="1145007" y="55804"/>
                  <a:pt x="1144118" y="55855"/>
                  <a:pt x="1143229" y="55855"/>
                </a:cubicBezTo>
                <a:close/>
                <a:moveTo>
                  <a:pt x="1155294" y="71857"/>
                </a:moveTo>
                <a:cubicBezTo>
                  <a:pt x="1153897" y="71857"/>
                  <a:pt x="1152373" y="71755"/>
                  <a:pt x="1150976" y="71552"/>
                </a:cubicBezTo>
                <a:lnTo>
                  <a:pt x="1150976" y="65786"/>
                </a:lnTo>
                <a:cubicBezTo>
                  <a:pt x="1151992" y="66078"/>
                  <a:pt x="1153135" y="66231"/>
                  <a:pt x="1154786" y="66231"/>
                </a:cubicBezTo>
                <a:cubicBezTo>
                  <a:pt x="1156310" y="66231"/>
                  <a:pt x="1157580" y="66040"/>
                  <a:pt x="1158469" y="65660"/>
                </a:cubicBezTo>
                <a:cubicBezTo>
                  <a:pt x="1159485" y="65278"/>
                  <a:pt x="1160374" y="64694"/>
                  <a:pt x="1160882" y="63932"/>
                </a:cubicBezTo>
                <a:cubicBezTo>
                  <a:pt x="1161517" y="63157"/>
                  <a:pt x="1162152" y="62129"/>
                  <a:pt x="1162660" y="60833"/>
                </a:cubicBezTo>
                <a:lnTo>
                  <a:pt x="1164819" y="55144"/>
                </a:lnTo>
                <a:lnTo>
                  <a:pt x="1148690" y="15037"/>
                </a:lnTo>
                <a:lnTo>
                  <a:pt x="1155802" y="15037"/>
                </a:lnTo>
                <a:lnTo>
                  <a:pt x="1164438" y="37288"/>
                </a:lnTo>
                <a:cubicBezTo>
                  <a:pt x="1165073" y="39142"/>
                  <a:pt x="1165835" y="41237"/>
                  <a:pt x="1166597" y="43574"/>
                </a:cubicBezTo>
                <a:cubicBezTo>
                  <a:pt x="1167359" y="45910"/>
                  <a:pt x="1167867" y="47282"/>
                  <a:pt x="1167994" y="47702"/>
                </a:cubicBezTo>
                <a:cubicBezTo>
                  <a:pt x="1168121" y="47358"/>
                  <a:pt x="1168629" y="46038"/>
                  <a:pt x="1169391" y="43765"/>
                </a:cubicBezTo>
                <a:cubicBezTo>
                  <a:pt x="1170534" y="40932"/>
                  <a:pt x="1171169" y="39002"/>
                  <a:pt x="1171550" y="37960"/>
                </a:cubicBezTo>
                <a:lnTo>
                  <a:pt x="1179424" y="15037"/>
                </a:lnTo>
                <a:lnTo>
                  <a:pt x="1186536" y="15037"/>
                </a:lnTo>
                <a:lnTo>
                  <a:pt x="1167994" y="63030"/>
                </a:lnTo>
                <a:cubicBezTo>
                  <a:pt x="1167232" y="65088"/>
                  <a:pt x="1166343" y="66752"/>
                  <a:pt x="1165327" y="67996"/>
                </a:cubicBezTo>
                <a:cubicBezTo>
                  <a:pt x="1164438" y="69253"/>
                  <a:pt x="1163041" y="70206"/>
                  <a:pt x="1161517" y="70866"/>
                </a:cubicBezTo>
                <a:cubicBezTo>
                  <a:pt x="1159866" y="71527"/>
                  <a:pt x="1157834" y="71857"/>
                  <a:pt x="1155294" y="71857"/>
                </a:cubicBezTo>
                <a:close/>
              </a:path>
            </a:pathLst>
          </a:custGeom>
          <a:solidFill>
            <a:srgbClr val="000000">
              <a:alpha val="50196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0579" y="156959"/>
            <a:ext cx="368820" cy="36882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1811" y="106705"/>
            <a:ext cx="463283" cy="528802"/>
          </a:xfrm>
          <a:prstGeom prst="rect">
            <a:avLst/>
          </a:prstGeom>
        </p:spPr>
      </p:pic>
      <p:sp>
        <p:nvSpPr>
          <p:cNvPr id="10" name="Editable vector"/>
          <p:cNvSpPr/>
          <p:nvPr/>
        </p:nvSpPr>
        <p:spPr>
          <a:xfrm>
            <a:off x="4698365" y="215265"/>
            <a:ext cx="257175" cy="256285"/>
          </a:xfrm>
          <a:custGeom>
            <a:avLst/>
            <a:gdLst/>
            <a:ahLst/>
            <a:cxnLst/>
            <a:rect l="0" t="0" r="r" b="b"/>
            <a:pathLst>
              <a:path w="257175" h="256286" fill="norm" stroke="1" extrusionOk="0">
                <a:moveTo>
                  <a:pt x="0" y="42672"/>
                </a:moveTo>
                <a:cubicBezTo>
                  <a:pt x="0" y="19177"/>
                  <a:pt x="19050" y="0"/>
                  <a:pt x="42672" y="0"/>
                </a:cubicBezTo>
                <a:lnTo>
                  <a:pt x="214503" y="0"/>
                </a:lnTo>
                <a:cubicBezTo>
                  <a:pt x="238125" y="0"/>
                  <a:pt x="257175" y="19177"/>
                  <a:pt x="257175" y="42672"/>
                </a:cubicBezTo>
                <a:lnTo>
                  <a:pt x="257175" y="213487"/>
                </a:lnTo>
                <a:cubicBezTo>
                  <a:pt x="257175" y="237109"/>
                  <a:pt x="238125" y="256286"/>
                  <a:pt x="214503" y="256286"/>
                </a:cubicBezTo>
                <a:lnTo>
                  <a:pt x="42672" y="256286"/>
                </a:lnTo>
                <a:cubicBezTo>
                  <a:pt x="19050" y="256286"/>
                  <a:pt x="0" y="237109"/>
                  <a:pt x="0" y="213487"/>
                </a:cubicBezTo>
                <a:lnTo>
                  <a:pt x="0" y="42672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1323" y="1662341"/>
            <a:ext cx="7772400" cy="3937761"/>
          </a:xfrm>
          <a:prstGeom prst="rect">
            <a:avLst/>
          </a:prstGeom>
        </p:spPr>
      </p:pic>
      <p:sp>
        <p:nvSpPr>
          <p:cNvPr id="4" name="Editable text — PUBLIC"/>
          <p:cNvSpPr txBox="1"/>
          <p:nvPr/>
        </p:nvSpPr>
        <p:spPr>
          <a:xfrm>
            <a:off x="281940" y="6590857"/>
            <a:ext cx="381711" cy="170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6" b="0" i="0" spc="-2">
                <a:solidFill>
                  <a:srgbClr val="000000"/>
                </a:solidFill>
                <a:latin typeface="Arial"/>
              </a:rPr>
              <a:t>PUBLIC</a:t>
            </a:r>
          </a:p>
        </p:txBody>
      </p:sp>
      <p:sp>
        <p:nvSpPr>
          <p:cNvPr id="6" name="Editable text — Joule Studio Demo"/>
          <p:cNvSpPr txBox="1"/>
          <p:nvPr/>
        </p:nvSpPr>
        <p:spPr>
          <a:xfrm>
            <a:off x="4528439" y="610059"/>
            <a:ext cx="3201448" cy="57073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795" b="1" i="0" spc="-38">
                <a:solidFill>
                  <a:srgbClr val="002A86"/>
                </a:solidFill>
                <a:latin typeface="Arial"/>
              </a:rPr>
              <a:t>Joule Studio Demo</a:t>
            </a:r>
          </a:p>
        </p:txBody>
      </p:sp>
      <p:sp>
        <p:nvSpPr>
          <p:cNvPr id="7" name="Editable text — SAP Business AI Platform "/>
          <p:cNvSpPr txBox="1"/>
          <p:nvPr/>
        </p:nvSpPr>
        <p:spPr>
          <a:xfrm>
            <a:off x="5087111" y="232340"/>
            <a:ext cx="2446884" cy="3425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8" b="1" i="0" spc="-62">
                <a:solidFill>
                  <a:srgbClr val="002986"/>
                </a:solidFill>
                <a:latin typeface="Arial"/>
              </a:rPr>
              <a:t>SAP Business AI Platform </a:t>
            </a:r>
          </a:p>
        </p:txBody>
      </p:sp>
      <p:sp>
        <p:nvSpPr>
          <p:cNvPr id="11" name="Editable text — 4"/>
          <p:cNvSpPr txBox="1"/>
          <p:nvPr/>
        </p:nvSpPr>
        <p:spPr>
          <a:xfrm>
            <a:off x="4767960" y="236298"/>
            <a:ext cx="180047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1" i="0">
                <a:solidFill>
                  <a:srgbClr val="002986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"/>
          <p:cNvSpPr/>
          <p:nvPr/>
        </p:nvSpPr>
        <p:spPr>
          <a:xfrm>
            <a:off x="0" y="0"/>
            <a:ext cx="12195175" cy="6858000"/>
          </a:xfrm>
          <a:custGeom>
            <a:avLst/>
            <a:gdLst/>
            <a:ahLst/>
            <a:cxnLst/>
            <a:rect l="0" t="0" r="r" b="b"/>
            <a:pathLst>
              <a:path w="12195175" h="6858000" fill="norm" stroke="0" extrusionOk="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BF9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Editable vector"/>
          <p:cNvSpPr/>
          <p:nvPr/>
        </p:nvSpPr>
        <p:spPr>
          <a:xfrm>
            <a:off x="531876" y="6537959"/>
            <a:ext cx="348995" cy="161544"/>
          </a:xfrm>
          <a:custGeom>
            <a:avLst/>
            <a:gdLst/>
            <a:ahLst/>
            <a:cxnLst/>
            <a:rect l="0" t="0" r="r" b="b"/>
            <a:pathLst>
              <a:path w="348996" h="161544" fill="none" stroke="1" extrusionOk="0">
                <a:moveTo>
                  <a:pt x="0" y="0"/>
                </a:moveTo>
                <a:lnTo>
                  <a:pt x="348996" y="0"/>
                </a:lnTo>
                <a:lnTo>
                  <a:pt x="348996" y="161544"/>
                </a:lnTo>
                <a:lnTo>
                  <a:pt x="0" y="161544"/>
                </a:lnTo>
                <a:close/>
              </a:path>
            </a:pathLst>
          </a:custGeom>
          <a:noFill/>
          <a:ln w="1778" cap="flat">
            <a:solidFill>
              <a:srgbClr val="000000">
                <a:alpha val="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Editable vector"/>
          <p:cNvSpPr/>
          <p:nvPr/>
        </p:nvSpPr>
        <p:spPr>
          <a:xfrm>
            <a:off x="506628" y="6582778"/>
            <a:ext cx="1186535" cy="71856"/>
          </a:xfrm>
          <a:custGeom>
            <a:avLst/>
            <a:gdLst/>
            <a:ahLst/>
            <a:cxnLst/>
            <a:rect l="0" t="0" r="r" b="b"/>
            <a:pathLst>
              <a:path w="1186536" h="71857" fill="norm" stroke="0" extrusionOk="0">
                <a:moveTo>
                  <a:pt x="0" y="2832"/>
                </a:moveTo>
                <a:lnTo>
                  <a:pt x="0" y="55258"/>
                </a:lnTo>
                <a:lnTo>
                  <a:pt x="7074" y="55258"/>
                </a:lnTo>
                <a:lnTo>
                  <a:pt x="7074" y="2832"/>
                </a:lnTo>
                <a:close/>
                <a:moveTo>
                  <a:pt x="19812" y="2832"/>
                </a:moveTo>
                <a:lnTo>
                  <a:pt x="28181" y="2832"/>
                </a:lnTo>
                <a:lnTo>
                  <a:pt x="54712" y="47410"/>
                </a:lnTo>
                <a:cubicBezTo>
                  <a:pt x="54661" y="46266"/>
                  <a:pt x="54610" y="44717"/>
                  <a:pt x="54572" y="42761"/>
                </a:cubicBezTo>
                <a:cubicBezTo>
                  <a:pt x="54521" y="40793"/>
                  <a:pt x="54496" y="38862"/>
                  <a:pt x="54496" y="36957"/>
                </a:cubicBezTo>
                <a:lnTo>
                  <a:pt x="54496" y="2832"/>
                </a:lnTo>
                <a:lnTo>
                  <a:pt x="60820" y="2832"/>
                </a:lnTo>
                <a:lnTo>
                  <a:pt x="60820" y="55258"/>
                </a:lnTo>
                <a:lnTo>
                  <a:pt x="52108" y="55258"/>
                </a:lnTo>
                <a:lnTo>
                  <a:pt x="25921" y="11202"/>
                </a:lnTo>
                <a:cubicBezTo>
                  <a:pt x="25972" y="12345"/>
                  <a:pt x="26010" y="13894"/>
                  <a:pt x="26060" y="15837"/>
                </a:cubicBezTo>
                <a:cubicBezTo>
                  <a:pt x="26111" y="17780"/>
                  <a:pt x="26137" y="19724"/>
                  <a:pt x="26137" y="21654"/>
                </a:cubicBezTo>
                <a:lnTo>
                  <a:pt x="26137" y="55258"/>
                </a:lnTo>
                <a:lnTo>
                  <a:pt x="19812" y="55258"/>
                </a:lnTo>
                <a:lnTo>
                  <a:pt x="19812" y="2832"/>
                </a:lnTo>
                <a:close/>
                <a:moveTo>
                  <a:pt x="84125" y="9385"/>
                </a:moveTo>
                <a:lnTo>
                  <a:pt x="67653" y="9385"/>
                </a:lnTo>
                <a:lnTo>
                  <a:pt x="67653" y="2832"/>
                </a:lnTo>
                <a:lnTo>
                  <a:pt x="107683" y="2832"/>
                </a:lnTo>
                <a:lnTo>
                  <a:pt x="107683" y="9385"/>
                </a:lnTo>
                <a:lnTo>
                  <a:pt x="91199" y="9385"/>
                </a:lnTo>
                <a:lnTo>
                  <a:pt x="91199" y="55258"/>
                </a:lnTo>
                <a:lnTo>
                  <a:pt x="84125" y="55258"/>
                </a:lnTo>
                <a:lnTo>
                  <a:pt x="84125" y="9385"/>
                </a:lnTo>
                <a:close/>
                <a:moveTo>
                  <a:pt x="114300" y="2832"/>
                </a:moveTo>
                <a:lnTo>
                  <a:pt x="147980" y="2832"/>
                </a:lnTo>
                <a:lnTo>
                  <a:pt x="147980" y="9385"/>
                </a:lnTo>
                <a:lnTo>
                  <a:pt x="121374" y="9385"/>
                </a:lnTo>
                <a:lnTo>
                  <a:pt x="121374" y="25083"/>
                </a:lnTo>
                <a:lnTo>
                  <a:pt x="145783" y="25083"/>
                </a:lnTo>
                <a:lnTo>
                  <a:pt x="145783" y="31483"/>
                </a:lnTo>
                <a:lnTo>
                  <a:pt x="121374" y="31483"/>
                </a:lnTo>
                <a:lnTo>
                  <a:pt x="121374" y="48705"/>
                </a:lnTo>
                <a:lnTo>
                  <a:pt x="149504" y="48705"/>
                </a:lnTo>
                <a:lnTo>
                  <a:pt x="149504" y="55258"/>
                </a:lnTo>
                <a:lnTo>
                  <a:pt x="114300" y="55258"/>
                </a:lnTo>
                <a:lnTo>
                  <a:pt x="114300" y="2832"/>
                </a:lnTo>
                <a:close/>
                <a:moveTo>
                  <a:pt x="158496" y="2832"/>
                </a:moveTo>
                <a:lnTo>
                  <a:pt x="178626" y="2832"/>
                </a:lnTo>
                <a:cubicBezTo>
                  <a:pt x="182550" y="2832"/>
                  <a:pt x="185877" y="3442"/>
                  <a:pt x="188633" y="4674"/>
                </a:cubicBezTo>
                <a:cubicBezTo>
                  <a:pt x="191389" y="5906"/>
                  <a:pt x="193485" y="7671"/>
                  <a:pt x="194907" y="9996"/>
                </a:cubicBezTo>
                <a:cubicBezTo>
                  <a:pt x="196329" y="12319"/>
                  <a:pt x="197041" y="15088"/>
                  <a:pt x="197041" y="18314"/>
                </a:cubicBezTo>
                <a:cubicBezTo>
                  <a:pt x="197041" y="20613"/>
                  <a:pt x="196596" y="22797"/>
                  <a:pt x="195707" y="24854"/>
                </a:cubicBezTo>
                <a:cubicBezTo>
                  <a:pt x="194818" y="26912"/>
                  <a:pt x="193408" y="28702"/>
                  <a:pt x="191478" y="30214"/>
                </a:cubicBezTo>
                <a:cubicBezTo>
                  <a:pt x="189560" y="31725"/>
                  <a:pt x="187122" y="32766"/>
                  <a:pt x="184175" y="33338"/>
                </a:cubicBezTo>
                <a:lnTo>
                  <a:pt x="199200" y="55258"/>
                </a:lnTo>
                <a:lnTo>
                  <a:pt x="190944" y="55258"/>
                </a:lnTo>
                <a:lnTo>
                  <a:pt x="177254" y="34240"/>
                </a:lnTo>
                <a:lnTo>
                  <a:pt x="165570" y="34240"/>
                </a:lnTo>
                <a:lnTo>
                  <a:pt x="165570" y="55258"/>
                </a:lnTo>
                <a:lnTo>
                  <a:pt x="158496" y="55258"/>
                </a:lnTo>
                <a:lnTo>
                  <a:pt x="158496" y="2832"/>
                </a:lnTo>
                <a:close/>
                <a:moveTo>
                  <a:pt x="178143" y="27915"/>
                </a:moveTo>
                <a:cubicBezTo>
                  <a:pt x="180797" y="27915"/>
                  <a:pt x="183007" y="27496"/>
                  <a:pt x="184785" y="26657"/>
                </a:cubicBezTo>
                <a:cubicBezTo>
                  <a:pt x="186563" y="25832"/>
                  <a:pt x="187871" y="24702"/>
                  <a:pt x="188709" y="23279"/>
                </a:cubicBezTo>
                <a:cubicBezTo>
                  <a:pt x="189548" y="21857"/>
                  <a:pt x="189979" y="20219"/>
                  <a:pt x="189979" y="18390"/>
                </a:cubicBezTo>
                <a:cubicBezTo>
                  <a:pt x="189979" y="15380"/>
                  <a:pt x="188925" y="13119"/>
                  <a:pt x="186817" y="11595"/>
                </a:cubicBezTo>
                <a:cubicBezTo>
                  <a:pt x="184709" y="10071"/>
                  <a:pt x="181712" y="9310"/>
                  <a:pt x="177851" y="9310"/>
                </a:cubicBezTo>
                <a:lnTo>
                  <a:pt x="165570" y="9310"/>
                </a:lnTo>
                <a:lnTo>
                  <a:pt x="165570" y="27915"/>
                </a:lnTo>
                <a:lnTo>
                  <a:pt x="178143" y="27915"/>
                </a:lnTo>
                <a:close/>
                <a:moveTo>
                  <a:pt x="207264" y="2832"/>
                </a:moveTo>
                <a:lnTo>
                  <a:pt x="215633" y="2832"/>
                </a:lnTo>
                <a:lnTo>
                  <a:pt x="242164" y="47410"/>
                </a:lnTo>
                <a:cubicBezTo>
                  <a:pt x="242113" y="46266"/>
                  <a:pt x="242062" y="44717"/>
                  <a:pt x="242024" y="42761"/>
                </a:cubicBezTo>
                <a:cubicBezTo>
                  <a:pt x="241973" y="40793"/>
                  <a:pt x="241948" y="38862"/>
                  <a:pt x="241948" y="36957"/>
                </a:cubicBezTo>
                <a:lnTo>
                  <a:pt x="241948" y="2832"/>
                </a:lnTo>
                <a:lnTo>
                  <a:pt x="248272" y="2832"/>
                </a:lnTo>
                <a:lnTo>
                  <a:pt x="248272" y="55258"/>
                </a:lnTo>
                <a:lnTo>
                  <a:pt x="239560" y="55258"/>
                </a:lnTo>
                <a:lnTo>
                  <a:pt x="213373" y="11202"/>
                </a:lnTo>
                <a:cubicBezTo>
                  <a:pt x="213424" y="12345"/>
                  <a:pt x="213462" y="13894"/>
                  <a:pt x="213512" y="15837"/>
                </a:cubicBezTo>
                <a:cubicBezTo>
                  <a:pt x="213563" y="17780"/>
                  <a:pt x="213589" y="19724"/>
                  <a:pt x="213589" y="21654"/>
                </a:cubicBezTo>
                <a:lnTo>
                  <a:pt x="213589" y="55258"/>
                </a:lnTo>
                <a:lnTo>
                  <a:pt x="207264" y="55258"/>
                </a:lnTo>
                <a:lnTo>
                  <a:pt x="207264" y="2832"/>
                </a:lnTo>
                <a:close/>
                <a:moveTo>
                  <a:pt x="274079" y="2832"/>
                </a:moveTo>
                <a:lnTo>
                  <a:pt x="282181" y="2832"/>
                </a:lnTo>
                <a:lnTo>
                  <a:pt x="301904" y="55258"/>
                </a:lnTo>
                <a:lnTo>
                  <a:pt x="294500" y="55258"/>
                </a:lnTo>
                <a:lnTo>
                  <a:pt x="289547" y="41085"/>
                </a:lnTo>
                <a:lnTo>
                  <a:pt x="266560" y="41085"/>
                </a:lnTo>
                <a:lnTo>
                  <a:pt x="261607" y="55258"/>
                </a:lnTo>
                <a:lnTo>
                  <a:pt x="254356" y="55258"/>
                </a:lnTo>
                <a:lnTo>
                  <a:pt x="274079" y="2832"/>
                </a:lnTo>
                <a:close/>
                <a:moveTo>
                  <a:pt x="287401" y="34900"/>
                </a:moveTo>
                <a:lnTo>
                  <a:pt x="281178" y="17158"/>
                </a:lnTo>
                <a:cubicBezTo>
                  <a:pt x="280607" y="15545"/>
                  <a:pt x="280048" y="13932"/>
                  <a:pt x="279489" y="12319"/>
                </a:cubicBezTo>
                <a:cubicBezTo>
                  <a:pt x="278930" y="10706"/>
                  <a:pt x="278448" y="9322"/>
                  <a:pt x="278054" y="8154"/>
                </a:cubicBezTo>
                <a:cubicBezTo>
                  <a:pt x="277660" y="9322"/>
                  <a:pt x="277178" y="10706"/>
                  <a:pt x="276619" y="12319"/>
                </a:cubicBezTo>
                <a:cubicBezTo>
                  <a:pt x="276060" y="13932"/>
                  <a:pt x="275501" y="15545"/>
                  <a:pt x="274930" y="17158"/>
                </a:cubicBezTo>
                <a:lnTo>
                  <a:pt x="268719" y="34900"/>
                </a:lnTo>
                <a:lnTo>
                  <a:pt x="287401" y="34900"/>
                </a:lnTo>
                <a:close/>
                <a:moveTo>
                  <a:pt x="307848" y="2832"/>
                </a:moveTo>
                <a:lnTo>
                  <a:pt x="314922" y="2832"/>
                </a:lnTo>
                <a:lnTo>
                  <a:pt x="314922" y="48705"/>
                </a:lnTo>
                <a:lnTo>
                  <a:pt x="339179" y="48705"/>
                </a:lnTo>
                <a:lnTo>
                  <a:pt x="339179" y="55258"/>
                </a:lnTo>
                <a:lnTo>
                  <a:pt x="307848" y="55258"/>
                </a:lnTo>
                <a:lnTo>
                  <a:pt x="307848" y="2832"/>
                </a:lnTo>
                <a:close/>
                <a:moveTo>
                  <a:pt x="362268" y="32410"/>
                </a:moveTo>
                <a:lnTo>
                  <a:pt x="362268" y="37580"/>
                </a:lnTo>
                <a:lnTo>
                  <a:pt x="404609" y="37580"/>
                </a:lnTo>
                <a:lnTo>
                  <a:pt x="404609" y="32410"/>
                </a:lnTo>
                <a:close/>
                <a:moveTo>
                  <a:pt x="446773" y="56007"/>
                </a:moveTo>
                <a:cubicBezTo>
                  <a:pt x="442481" y="56007"/>
                  <a:pt x="438696" y="55309"/>
                  <a:pt x="435407" y="53911"/>
                </a:cubicBezTo>
                <a:cubicBezTo>
                  <a:pt x="432118" y="52528"/>
                  <a:pt x="429387" y="50432"/>
                  <a:pt x="427203" y="47625"/>
                </a:cubicBezTo>
                <a:lnTo>
                  <a:pt x="432041" y="42787"/>
                </a:lnTo>
                <a:cubicBezTo>
                  <a:pt x="433210" y="44260"/>
                  <a:pt x="434429" y="45492"/>
                  <a:pt x="435724" y="46495"/>
                </a:cubicBezTo>
                <a:cubicBezTo>
                  <a:pt x="437007" y="47498"/>
                  <a:pt x="438556" y="48299"/>
                  <a:pt x="440373" y="48895"/>
                </a:cubicBezTo>
                <a:cubicBezTo>
                  <a:pt x="442189" y="49492"/>
                  <a:pt x="444322" y="49785"/>
                  <a:pt x="446773" y="49785"/>
                </a:cubicBezTo>
                <a:cubicBezTo>
                  <a:pt x="449199" y="49785"/>
                  <a:pt x="451371" y="49479"/>
                  <a:pt x="453288" y="48870"/>
                </a:cubicBezTo>
                <a:cubicBezTo>
                  <a:pt x="455193" y="48273"/>
                  <a:pt x="456705" y="47320"/>
                  <a:pt x="457822" y="46025"/>
                </a:cubicBezTo>
                <a:cubicBezTo>
                  <a:pt x="458940" y="44742"/>
                  <a:pt x="459499" y="43117"/>
                  <a:pt x="459499" y="41161"/>
                </a:cubicBezTo>
                <a:cubicBezTo>
                  <a:pt x="459499" y="39192"/>
                  <a:pt x="458915" y="37605"/>
                  <a:pt x="457746" y="36399"/>
                </a:cubicBezTo>
                <a:cubicBezTo>
                  <a:pt x="456578" y="35179"/>
                  <a:pt x="455104" y="34227"/>
                  <a:pt x="453326" y="33541"/>
                </a:cubicBezTo>
                <a:cubicBezTo>
                  <a:pt x="451536" y="32868"/>
                  <a:pt x="449161" y="32157"/>
                  <a:pt x="446215" y="31407"/>
                </a:cubicBezTo>
                <a:cubicBezTo>
                  <a:pt x="442646" y="30518"/>
                  <a:pt x="439712" y="29579"/>
                  <a:pt x="437439" y="28601"/>
                </a:cubicBezTo>
                <a:cubicBezTo>
                  <a:pt x="435153" y="27623"/>
                  <a:pt x="433222" y="26124"/>
                  <a:pt x="431635" y="24118"/>
                </a:cubicBezTo>
                <a:cubicBezTo>
                  <a:pt x="430047" y="22111"/>
                  <a:pt x="429247" y="19431"/>
                  <a:pt x="429247" y="16078"/>
                </a:cubicBezTo>
                <a:cubicBezTo>
                  <a:pt x="429247" y="12878"/>
                  <a:pt x="430060" y="10237"/>
                  <a:pt x="431660" y="8128"/>
                </a:cubicBezTo>
                <a:cubicBezTo>
                  <a:pt x="433273" y="6033"/>
                  <a:pt x="435458" y="4496"/>
                  <a:pt x="438201" y="3518"/>
                </a:cubicBezTo>
                <a:cubicBezTo>
                  <a:pt x="440931" y="2540"/>
                  <a:pt x="444017" y="2045"/>
                  <a:pt x="447446" y="2045"/>
                </a:cubicBezTo>
                <a:cubicBezTo>
                  <a:pt x="451561" y="2045"/>
                  <a:pt x="455054" y="2718"/>
                  <a:pt x="457937" y="4039"/>
                </a:cubicBezTo>
                <a:cubicBezTo>
                  <a:pt x="460807" y="5373"/>
                  <a:pt x="463220" y="7201"/>
                  <a:pt x="465150" y="9525"/>
                </a:cubicBezTo>
                <a:lnTo>
                  <a:pt x="460426" y="14212"/>
                </a:lnTo>
                <a:cubicBezTo>
                  <a:pt x="458762" y="12306"/>
                  <a:pt x="456870" y="10833"/>
                  <a:pt x="454736" y="9792"/>
                </a:cubicBezTo>
                <a:cubicBezTo>
                  <a:pt x="452603" y="8751"/>
                  <a:pt x="450050" y="8230"/>
                  <a:pt x="447065" y="8230"/>
                </a:cubicBezTo>
                <a:cubicBezTo>
                  <a:pt x="444665" y="8230"/>
                  <a:pt x="442646" y="8560"/>
                  <a:pt x="441007" y="9208"/>
                </a:cubicBezTo>
                <a:cubicBezTo>
                  <a:pt x="439369" y="9868"/>
                  <a:pt x="438150" y="10770"/>
                  <a:pt x="437363" y="11913"/>
                </a:cubicBezTo>
                <a:cubicBezTo>
                  <a:pt x="436562" y="13056"/>
                  <a:pt x="436169" y="14364"/>
                  <a:pt x="436169" y="15850"/>
                </a:cubicBezTo>
                <a:cubicBezTo>
                  <a:pt x="436169" y="17666"/>
                  <a:pt x="436715" y="19139"/>
                  <a:pt x="437820" y="20269"/>
                </a:cubicBezTo>
                <a:cubicBezTo>
                  <a:pt x="438925" y="21387"/>
                  <a:pt x="440309" y="22276"/>
                  <a:pt x="441960" y="22911"/>
                </a:cubicBezTo>
                <a:cubicBezTo>
                  <a:pt x="443598" y="23533"/>
                  <a:pt x="445872" y="24244"/>
                  <a:pt x="448742" y="25006"/>
                </a:cubicBezTo>
                <a:cubicBezTo>
                  <a:pt x="452514" y="25946"/>
                  <a:pt x="455587" y="26912"/>
                  <a:pt x="457949" y="27915"/>
                </a:cubicBezTo>
                <a:cubicBezTo>
                  <a:pt x="460324" y="28905"/>
                  <a:pt x="462343" y="30429"/>
                  <a:pt x="463995" y="32487"/>
                </a:cubicBezTo>
                <a:cubicBezTo>
                  <a:pt x="465658" y="34544"/>
                  <a:pt x="466496" y="37313"/>
                  <a:pt x="466496" y="40780"/>
                </a:cubicBezTo>
                <a:cubicBezTo>
                  <a:pt x="466496" y="43765"/>
                  <a:pt x="465734" y="46393"/>
                  <a:pt x="464223" y="48692"/>
                </a:cubicBezTo>
                <a:cubicBezTo>
                  <a:pt x="462712" y="50991"/>
                  <a:pt x="460477" y="52781"/>
                  <a:pt x="457505" y="54064"/>
                </a:cubicBezTo>
                <a:cubicBezTo>
                  <a:pt x="454546" y="55359"/>
                  <a:pt x="450964" y="56007"/>
                  <a:pt x="446773" y="56007"/>
                </a:cubicBezTo>
                <a:close/>
                <a:moveTo>
                  <a:pt x="488963" y="2832"/>
                </a:moveTo>
                <a:lnTo>
                  <a:pt x="497065" y="2832"/>
                </a:lnTo>
                <a:lnTo>
                  <a:pt x="516788" y="55258"/>
                </a:lnTo>
                <a:lnTo>
                  <a:pt x="509384" y="55258"/>
                </a:lnTo>
                <a:lnTo>
                  <a:pt x="504431" y="41085"/>
                </a:lnTo>
                <a:lnTo>
                  <a:pt x="481444" y="41085"/>
                </a:lnTo>
                <a:lnTo>
                  <a:pt x="476491" y="55258"/>
                </a:lnTo>
                <a:lnTo>
                  <a:pt x="469240" y="55258"/>
                </a:lnTo>
                <a:lnTo>
                  <a:pt x="488963" y="2832"/>
                </a:lnTo>
                <a:close/>
                <a:moveTo>
                  <a:pt x="502285" y="34900"/>
                </a:moveTo>
                <a:lnTo>
                  <a:pt x="496062" y="17158"/>
                </a:lnTo>
                <a:cubicBezTo>
                  <a:pt x="495490" y="15545"/>
                  <a:pt x="494932" y="13932"/>
                  <a:pt x="494373" y="12319"/>
                </a:cubicBezTo>
                <a:cubicBezTo>
                  <a:pt x="493814" y="10706"/>
                  <a:pt x="493332" y="9322"/>
                  <a:pt x="492938" y="8154"/>
                </a:cubicBezTo>
                <a:cubicBezTo>
                  <a:pt x="492544" y="9322"/>
                  <a:pt x="492062" y="10706"/>
                  <a:pt x="491503" y="12319"/>
                </a:cubicBezTo>
                <a:cubicBezTo>
                  <a:pt x="490944" y="13932"/>
                  <a:pt x="490385" y="15545"/>
                  <a:pt x="489814" y="17158"/>
                </a:cubicBezTo>
                <a:lnTo>
                  <a:pt x="483603" y="34900"/>
                </a:lnTo>
                <a:lnTo>
                  <a:pt x="502285" y="34900"/>
                </a:lnTo>
                <a:close/>
                <a:moveTo>
                  <a:pt x="522732" y="2832"/>
                </a:moveTo>
                <a:lnTo>
                  <a:pt x="542531" y="2832"/>
                </a:lnTo>
                <a:cubicBezTo>
                  <a:pt x="546570" y="2832"/>
                  <a:pt x="549974" y="3493"/>
                  <a:pt x="552729" y="4801"/>
                </a:cubicBezTo>
                <a:cubicBezTo>
                  <a:pt x="555473" y="6121"/>
                  <a:pt x="557543" y="7963"/>
                  <a:pt x="558914" y="10351"/>
                </a:cubicBezTo>
                <a:cubicBezTo>
                  <a:pt x="560299" y="12726"/>
                  <a:pt x="560984" y="15532"/>
                  <a:pt x="560984" y="18759"/>
                </a:cubicBezTo>
                <a:cubicBezTo>
                  <a:pt x="560984" y="21908"/>
                  <a:pt x="560299" y="24727"/>
                  <a:pt x="558940" y="27204"/>
                </a:cubicBezTo>
                <a:cubicBezTo>
                  <a:pt x="557568" y="29680"/>
                  <a:pt x="555536" y="31636"/>
                  <a:pt x="552831" y="33058"/>
                </a:cubicBezTo>
                <a:cubicBezTo>
                  <a:pt x="550126" y="34493"/>
                  <a:pt x="546837" y="35205"/>
                  <a:pt x="542938" y="35205"/>
                </a:cubicBezTo>
                <a:lnTo>
                  <a:pt x="529806" y="35205"/>
                </a:lnTo>
                <a:lnTo>
                  <a:pt x="529806" y="55258"/>
                </a:lnTo>
                <a:lnTo>
                  <a:pt x="522732" y="55258"/>
                </a:lnTo>
                <a:lnTo>
                  <a:pt x="522732" y="2832"/>
                </a:lnTo>
                <a:close/>
                <a:moveTo>
                  <a:pt x="541934" y="28804"/>
                </a:moveTo>
                <a:cubicBezTo>
                  <a:pt x="545948" y="28804"/>
                  <a:pt x="548957" y="27953"/>
                  <a:pt x="550939" y="26251"/>
                </a:cubicBezTo>
                <a:cubicBezTo>
                  <a:pt x="552920" y="24550"/>
                  <a:pt x="553911" y="22085"/>
                  <a:pt x="553911" y="18835"/>
                </a:cubicBezTo>
                <a:cubicBezTo>
                  <a:pt x="553911" y="15710"/>
                  <a:pt x="552882" y="13336"/>
                  <a:pt x="550812" y="11723"/>
                </a:cubicBezTo>
                <a:cubicBezTo>
                  <a:pt x="548742" y="10109"/>
                  <a:pt x="545681" y="9310"/>
                  <a:pt x="541630" y="9310"/>
                </a:cubicBezTo>
                <a:lnTo>
                  <a:pt x="529806" y="9310"/>
                </a:lnTo>
                <a:lnTo>
                  <a:pt x="529806" y="28804"/>
                </a:lnTo>
                <a:lnTo>
                  <a:pt x="541934" y="28804"/>
                </a:lnTo>
                <a:close/>
                <a:moveTo>
                  <a:pt x="595973" y="56007"/>
                </a:moveTo>
                <a:cubicBezTo>
                  <a:pt x="593585" y="56007"/>
                  <a:pt x="591464" y="55538"/>
                  <a:pt x="589610" y="54623"/>
                </a:cubicBezTo>
                <a:cubicBezTo>
                  <a:pt x="587743" y="53708"/>
                  <a:pt x="586296" y="52363"/>
                  <a:pt x="585254" y="50610"/>
                </a:cubicBezTo>
                <a:cubicBezTo>
                  <a:pt x="584213" y="48844"/>
                  <a:pt x="583692" y="46736"/>
                  <a:pt x="583692" y="44285"/>
                </a:cubicBezTo>
                <a:cubicBezTo>
                  <a:pt x="583692" y="41275"/>
                  <a:pt x="584479" y="38812"/>
                  <a:pt x="586054" y="36881"/>
                </a:cubicBezTo>
                <a:cubicBezTo>
                  <a:pt x="587629" y="34938"/>
                  <a:pt x="589775" y="33528"/>
                  <a:pt x="592506" y="32652"/>
                </a:cubicBezTo>
                <a:cubicBezTo>
                  <a:pt x="595236" y="31776"/>
                  <a:pt x="598399" y="31331"/>
                  <a:pt x="601993" y="31331"/>
                </a:cubicBezTo>
                <a:lnTo>
                  <a:pt x="609143" y="31331"/>
                </a:lnTo>
                <a:lnTo>
                  <a:pt x="609143" y="28575"/>
                </a:lnTo>
                <a:cubicBezTo>
                  <a:pt x="609143" y="25756"/>
                  <a:pt x="608470" y="23597"/>
                  <a:pt x="607111" y="22123"/>
                </a:cubicBezTo>
                <a:cubicBezTo>
                  <a:pt x="605765" y="20651"/>
                  <a:pt x="603720" y="19914"/>
                  <a:pt x="600989" y="19914"/>
                </a:cubicBezTo>
                <a:cubicBezTo>
                  <a:pt x="598513" y="19914"/>
                  <a:pt x="596354" y="20409"/>
                  <a:pt x="594500" y="21413"/>
                </a:cubicBezTo>
                <a:cubicBezTo>
                  <a:pt x="592658" y="22416"/>
                  <a:pt x="591020" y="23876"/>
                  <a:pt x="589610" y="25794"/>
                </a:cubicBezTo>
                <a:lnTo>
                  <a:pt x="585292" y="21476"/>
                </a:lnTo>
                <a:cubicBezTo>
                  <a:pt x="589305" y="16663"/>
                  <a:pt x="594690" y="14250"/>
                  <a:pt x="601434" y="14250"/>
                </a:cubicBezTo>
                <a:cubicBezTo>
                  <a:pt x="604545" y="14250"/>
                  <a:pt x="607174" y="14846"/>
                  <a:pt x="609333" y="16040"/>
                </a:cubicBezTo>
                <a:cubicBezTo>
                  <a:pt x="611480" y="17234"/>
                  <a:pt x="613105" y="18898"/>
                  <a:pt x="614197" y="21044"/>
                </a:cubicBezTo>
                <a:cubicBezTo>
                  <a:pt x="615290" y="23191"/>
                  <a:pt x="615836" y="25705"/>
                  <a:pt x="615836" y="28575"/>
                </a:cubicBezTo>
                <a:lnTo>
                  <a:pt x="615836" y="55258"/>
                </a:lnTo>
                <a:lnTo>
                  <a:pt x="609435" y="55258"/>
                </a:lnTo>
                <a:lnTo>
                  <a:pt x="609435" y="47778"/>
                </a:lnTo>
                <a:lnTo>
                  <a:pt x="609295" y="47778"/>
                </a:lnTo>
                <a:cubicBezTo>
                  <a:pt x="607949" y="50635"/>
                  <a:pt x="606209" y="52718"/>
                  <a:pt x="604076" y="54026"/>
                </a:cubicBezTo>
                <a:cubicBezTo>
                  <a:pt x="601942" y="55347"/>
                  <a:pt x="599250" y="56007"/>
                  <a:pt x="595973" y="56007"/>
                </a:cubicBezTo>
                <a:close/>
                <a:moveTo>
                  <a:pt x="590614" y="44133"/>
                </a:moveTo>
                <a:cubicBezTo>
                  <a:pt x="590614" y="45403"/>
                  <a:pt x="590893" y="46495"/>
                  <a:pt x="591464" y="47447"/>
                </a:cubicBezTo>
                <a:cubicBezTo>
                  <a:pt x="592036" y="48387"/>
                  <a:pt x="592861" y="49111"/>
                  <a:pt x="593941" y="49619"/>
                </a:cubicBezTo>
                <a:cubicBezTo>
                  <a:pt x="595020" y="50127"/>
                  <a:pt x="596303" y="50381"/>
                  <a:pt x="597789" y="50381"/>
                </a:cubicBezTo>
                <a:cubicBezTo>
                  <a:pt x="600151" y="50381"/>
                  <a:pt x="602183" y="49911"/>
                  <a:pt x="603898" y="48946"/>
                </a:cubicBezTo>
                <a:cubicBezTo>
                  <a:pt x="605612" y="47993"/>
                  <a:pt x="606908" y="46749"/>
                  <a:pt x="607797" y="45187"/>
                </a:cubicBezTo>
                <a:cubicBezTo>
                  <a:pt x="608698" y="43638"/>
                  <a:pt x="609143" y="41999"/>
                  <a:pt x="609143" y="40260"/>
                </a:cubicBezTo>
                <a:lnTo>
                  <a:pt x="609143" y="36361"/>
                </a:lnTo>
                <a:lnTo>
                  <a:pt x="602894" y="36361"/>
                </a:lnTo>
                <a:cubicBezTo>
                  <a:pt x="599199" y="36361"/>
                  <a:pt x="596227" y="36919"/>
                  <a:pt x="593979" y="38050"/>
                </a:cubicBezTo>
                <a:cubicBezTo>
                  <a:pt x="591731" y="39180"/>
                  <a:pt x="590614" y="41199"/>
                  <a:pt x="590614" y="44133"/>
                </a:cubicBezTo>
                <a:close/>
                <a:moveTo>
                  <a:pt x="625285" y="15037"/>
                </a:moveTo>
                <a:lnTo>
                  <a:pt x="631685" y="15037"/>
                </a:lnTo>
                <a:lnTo>
                  <a:pt x="631685" y="23406"/>
                </a:lnTo>
                <a:lnTo>
                  <a:pt x="631838" y="23406"/>
                </a:lnTo>
                <a:cubicBezTo>
                  <a:pt x="632828" y="20803"/>
                  <a:pt x="634340" y="18631"/>
                  <a:pt x="636372" y="16879"/>
                </a:cubicBezTo>
                <a:cubicBezTo>
                  <a:pt x="638404" y="15126"/>
                  <a:pt x="641248" y="14250"/>
                  <a:pt x="644893" y="14250"/>
                </a:cubicBezTo>
                <a:cubicBezTo>
                  <a:pt x="647675" y="14250"/>
                  <a:pt x="649999" y="14834"/>
                  <a:pt x="651866" y="16002"/>
                </a:cubicBezTo>
                <a:cubicBezTo>
                  <a:pt x="653745" y="17171"/>
                  <a:pt x="655142" y="18821"/>
                  <a:pt x="656082" y="20955"/>
                </a:cubicBezTo>
                <a:cubicBezTo>
                  <a:pt x="657009" y="23089"/>
                  <a:pt x="657466" y="25578"/>
                  <a:pt x="657466" y="28435"/>
                </a:cubicBezTo>
                <a:lnTo>
                  <a:pt x="657466" y="55258"/>
                </a:lnTo>
                <a:lnTo>
                  <a:pt x="650735" y="55258"/>
                </a:lnTo>
                <a:lnTo>
                  <a:pt x="650735" y="29731"/>
                </a:lnTo>
                <a:cubicBezTo>
                  <a:pt x="650735" y="26632"/>
                  <a:pt x="650088" y="24270"/>
                  <a:pt x="648805" y="22644"/>
                </a:cubicBezTo>
                <a:cubicBezTo>
                  <a:pt x="647510" y="21019"/>
                  <a:pt x="645389" y="20206"/>
                  <a:pt x="642442" y="20206"/>
                </a:cubicBezTo>
                <a:cubicBezTo>
                  <a:pt x="640334" y="20206"/>
                  <a:pt x="638493" y="20663"/>
                  <a:pt x="636918" y="21590"/>
                </a:cubicBezTo>
                <a:cubicBezTo>
                  <a:pt x="635343" y="22505"/>
                  <a:pt x="634124" y="23838"/>
                  <a:pt x="633273" y="25603"/>
                </a:cubicBezTo>
                <a:cubicBezTo>
                  <a:pt x="632409" y="27369"/>
                  <a:pt x="631990" y="29477"/>
                  <a:pt x="631990" y="31928"/>
                </a:cubicBezTo>
                <a:lnTo>
                  <a:pt x="631990" y="55258"/>
                </a:lnTo>
                <a:lnTo>
                  <a:pt x="625285" y="55258"/>
                </a:lnTo>
                <a:lnTo>
                  <a:pt x="625285" y="15037"/>
                </a:lnTo>
                <a:close/>
                <a:moveTo>
                  <a:pt x="683209" y="56007"/>
                </a:moveTo>
                <a:cubicBezTo>
                  <a:pt x="679691" y="56007"/>
                  <a:pt x="676593" y="55118"/>
                  <a:pt x="673926" y="53366"/>
                </a:cubicBezTo>
                <a:cubicBezTo>
                  <a:pt x="671259" y="51601"/>
                  <a:pt x="669201" y="49137"/>
                  <a:pt x="667741" y="45987"/>
                </a:cubicBezTo>
                <a:cubicBezTo>
                  <a:pt x="666267" y="42838"/>
                  <a:pt x="665543" y="39218"/>
                  <a:pt x="665543" y="35128"/>
                </a:cubicBezTo>
                <a:cubicBezTo>
                  <a:pt x="665543" y="31039"/>
                  <a:pt x="666255" y="27419"/>
                  <a:pt x="667677" y="24270"/>
                </a:cubicBezTo>
                <a:cubicBezTo>
                  <a:pt x="669112" y="21108"/>
                  <a:pt x="671144" y="18656"/>
                  <a:pt x="673786" y="16891"/>
                </a:cubicBezTo>
                <a:cubicBezTo>
                  <a:pt x="676427" y="15139"/>
                  <a:pt x="679488" y="14250"/>
                  <a:pt x="682993" y="14250"/>
                </a:cubicBezTo>
                <a:cubicBezTo>
                  <a:pt x="685571" y="14250"/>
                  <a:pt x="687857" y="14656"/>
                  <a:pt x="689839" y="15443"/>
                </a:cubicBezTo>
                <a:cubicBezTo>
                  <a:pt x="691820" y="16243"/>
                  <a:pt x="693471" y="17297"/>
                  <a:pt x="694792" y="18631"/>
                </a:cubicBezTo>
                <a:cubicBezTo>
                  <a:pt x="696100" y="19952"/>
                  <a:pt x="697116" y="21451"/>
                  <a:pt x="697840" y="23114"/>
                </a:cubicBezTo>
                <a:lnTo>
                  <a:pt x="697979" y="23114"/>
                </a:lnTo>
                <a:lnTo>
                  <a:pt x="697979" y="0"/>
                </a:lnTo>
                <a:lnTo>
                  <a:pt x="704685" y="0"/>
                </a:lnTo>
                <a:lnTo>
                  <a:pt x="704685" y="55258"/>
                </a:lnTo>
                <a:lnTo>
                  <a:pt x="698284" y="55258"/>
                </a:lnTo>
                <a:lnTo>
                  <a:pt x="698284" y="46736"/>
                </a:lnTo>
                <a:lnTo>
                  <a:pt x="698208" y="46736"/>
                </a:lnTo>
                <a:cubicBezTo>
                  <a:pt x="697090" y="49492"/>
                  <a:pt x="695363" y="51727"/>
                  <a:pt x="693014" y="53429"/>
                </a:cubicBezTo>
                <a:cubicBezTo>
                  <a:pt x="690677" y="55144"/>
                  <a:pt x="687400" y="56007"/>
                  <a:pt x="683209" y="56007"/>
                </a:cubicBezTo>
                <a:close/>
                <a:moveTo>
                  <a:pt x="672541" y="35128"/>
                </a:moveTo>
                <a:cubicBezTo>
                  <a:pt x="672541" y="38380"/>
                  <a:pt x="673087" y="41148"/>
                  <a:pt x="674192" y="43421"/>
                </a:cubicBezTo>
                <a:cubicBezTo>
                  <a:pt x="675297" y="45707"/>
                  <a:pt x="676808" y="47422"/>
                  <a:pt x="678726" y="48578"/>
                </a:cubicBezTo>
                <a:cubicBezTo>
                  <a:pt x="680657" y="49733"/>
                  <a:pt x="682828" y="50305"/>
                  <a:pt x="685267" y="50305"/>
                </a:cubicBezTo>
                <a:cubicBezTo>
                  <a:pt x="687692" y="50305"/>
                  <a:pt x="689864" y="49733"/>
                  <a:pt x="691794" y="48578"/>
                </a:cubicBezTo>
                <a:cubicBezTo>
                  <a:pt x="693712" y="47422"/>
                  <a:pt x="695223" y="45707"/>
                  <a:pt x="696328" y="43447"/>
                </a:cubicBezTo>
                <a:cubicBezTo>
                  <a:pt x="697433" y="41173"/>
                  <a:pt x="697979" y="38405"/>
                  <a:pt x="697979" y="35128"/>
                </a:cubicBezTo>
                <a:cubicBezTo>
                  <a:pt x="697979" y="31877"/>
                  <a:pt x="697433" y="29121"/>
                  <a:pt x="696328" y="26848"/>
                </a:cubicBezTo>
                <a:cubicBezTo>
                  <a:pt x="695223" y="24574"/>
                  <a:pt x="693712" y="22873"/>
                  <a:pt x="691794" y="21717"/>
                </a:cubicBezTo>
                <a:cubicBezTo>
                  <a:pt x="689864" y="20562"/>
                  <a:pt x="687692" y="19990"/>
                  <a:pt x="685267" y="19990"/>
                </a:cubicBezTo>
                <a:cubicBezTo>
                  <a:pt x="682828" y="19990"/>
                  <a:pt x="680657" y="20562"/>
                  <a:pt x="678726" y="21717"/>
                </a:cubicBezTo>
                <a:cubicBezTo>
                  <a:pt x="676808" y="22873"/>
                  <a:pt x="675297" y="24574"/>
                  <a:pt x="674192" y="26848"/>
                </a:cubicBezTo>
                <a:cubicBezTo>
                  <a:pt x="673087" y="29121"/>
                  <a:pt x="672541" y="31877"/>
                  <a:pt x="672541" y="35128"/>
                </a:cubicBezTo>
                <a:close/>
                <a:moveTo>
                  <a:pt x="734568" y="2832"/>
                </a:moveTo>
                <a:lnTo>
                  <a:pt x="754367" y="2832"/>
                </a:lnTo>
                <a:cubicBezTo>
                  <a:pt x="758406" y="2832"/>
                  <a:pt x="761810" y="3493"/>
                  <a:pt x="764515" y="4801"/>
                </a:cubicBezTo>
                <a:cubicBezTo>
                  <a:pt x="767309" y="6121"/>
                  <a:pt x="769341" y="7963"/>
                  <a:pt x="770738" y="10351"/>
                </a:cubicBezTo>
                <a:cubicBezTo>
                  <a:pt x="772135" y="12726"/>
                  <a:pt x="772770" y="15532"/>
                  <a:pt x="772770" y="18759"/>
                </a:cubicBezTo>
                <a:cubicBezTo>
                  <a:pt x="772770" y="21908"/>
                  <a:pt x="772135" y="24727"/>
                  <a:pt x="770738" y="27204"/>
                </a:cubicBezTo>
                <a:cubicBezTo>
                  <a:pt x="769468" y="29680"/>
                  <a:pt x="767436" y="31636"/>
                  <a:pt x="764642" y="33058"/>
                </a:cubicBezTo>
                <a:cubicBezTo>
                  <a:pt x="761962" y="34493"/>
                  <a:pt x="758673" y="35205"/>
                  <a:pt x="754774" y="35205"/>
                </a:cubicBezTo>
                <a:lnTo>
                  <a:pt x="741642" y="35205"/>
                </a:lnTo>
                <a:lnTo>
                  <a:pt x="741642" y="55258"/>
                </a:lnTo>
                <a:lnTo>
                  <a:pt x="734568" y="55258"/>
                </a:lnTo>
                <a:lnTo>
                  <a:pt x="734568" y="2832"/>
                </a:lnTo>
                <a:close/>
                <a:moveTo>
                  <a:pt x="753770" y="28804"/>
                </a:moveTo>
                <a:cubicBezTo>
                  <a:pt x="757784" y="28804"/>
                  <a:pt x="760793" y="27953"/>
                  <a:pt x="762775" y="26251"/>
                </a:cubicBezTo>
                <a:cubicBezTo>
                  <a:pt x="764769" y="24550"/>
                  <a:pt x="765785" y="22085"/>
                  <a:pt x="765785" y="18835"/>
                </a:cubicBezTo>
                <a:cubicBezTo>
                  <a:pt x="765785" y="15710"/>
                  <a:pt x="764769" y="13336"/>
                  <a:pt x="762648" y="11723"/>
                </a:cubicBezTo>
                <a:cubicBezTo>
                  <a:pt x="760578" y="10109"/>
                  <a:pt x="757517" y="9310"/>
                  <a:pt x="753466" y="9310"/>
                </a:cubicBezTo>
                <a:lnTo>
                  <a:pt x="741642" y="9310"/>
                </a:lnTo>
                <a:lnTo>
                  <a:pt x="741642" y="28804"/>
                </a:lnTo>
                <a:lnTo>
                  <a:pt x="753770" y="28804"/>
                </a:lnTo>
                <a:close/>
                <a:moveTo>
                  <a:pt x="789534" y="56007"/>
                </a:moveTo>
                <a:cubicBezTo>
                  <a:pt x="787121" y="56007"/>
                  <a:pt x="784962" y="55538"/>
                  <a:pt x="783184" y="54623"/>
                </a:cubicBezTo>
                <a:cubicBezTo>
                  <a:pt x="781279" y="53708"/>
                  <a:pt x="779882" y="52363"/>
                  <a:pt x="778739" y="50610"/>
                </a:cubicBezTo>
                <a:cubicBezTo>
                  <a:pt x="777723" y="48844"/>
                  <a:pt x="777215" y="46736"/>
                  <a:pt x="777215" y="44285"/>
                </a:cubicBezTo>
                <a:cubicBezTo>
                  <a:pt x="777215" y="41275"/>
                  <a:pt x="777977" y="38812"/>
                  <a:pt x="779628" y="36881"/>
                </a:cubicBezTo>
                <a:cubicBezTo>
                  <a:pt x="781152" y="34938"/>
                  <a:pt x="783311" y="33528"/>
                  <a:pt x="786105" y="32652"/>
                </a:cubicBezTo>
                <a:cubicBezTo>
                  <a:pt x="788772" y="31776"/>
                  <a:pt x="791947" y="31331"/>
                  <a:pt x="795503" y="31331"/>
                </a:cubicBezTo>
                <a:lnTo>
                  <a:pt x="802742" y="31331"/>
                </a:lnTo>
                <a:lnTo>
                  <a:pt x="802742" y="28575"/>
                </a:lnTo>
                <a:cubicBezTo>
                  <a:pt x="802742" y="25756"/>
                  <a:pt x="801980" y="23597"/>
                  <a:pt x="800710" y="22123"/>
                </a:cubicBezTo>
                <a:cubicBezTo>
                  <a:pt x="799313" y="20651"/>
                  <a:pt x="797281" y="19914"/>
                  <a:pt x="794487" y="19914"/>
                </a:cubicBezTo>
                <a:cubicBezTo>
                  <a:pt x="792074" y="19914"/>
                  <a:pt x="789915" y="20409"/>
                  <a:pt x="788010" y="21413"/>
                </a:cubicBezTo>
                <a:cubicBezTo>
                  <a:pt x="786232" y="22416"/>
                  <a:pt x="784581" y="23876"/>
                  <a:pt x="783184" y="25794"/>
                </a:cubicBezTo>
                <a:lnTo>
                  <a:pt x="778866" y="21476"/>
                </a:lnTo>
                <a:cubicBezTo>
                  <a:pt x="782803" y="16663"/>
                  <a:pt x="788264" y="14250"/>
                  <a:pt x="794995" y="14250"/>
                </a:cubicBezTo>
                <a:cubicBezTo>
                  <a:pt x="798043" y="14250"/>
                  <a:pt x="800710" y="14846"/>
                  <a:pt x="802869" y="16040"/>
                </a:cubicBezTo>
                <a:cubicBezTo>
                  <a:pt x="805028" y="17234"/>
                  <a:pt x="806679" y="18898"/>
                  <a:pt x="807695" y="21044"/>
                </a:cubicBezTo>
                <a:cubicBezTo>
                  <a:pt x="808838" y="23191"/>
                  <a:pt x="809346" y="25705"/>
                  <a:pt x="809346" y="28575"/>
                </a:cubicBezTo>
                <a:lnTo>
                  <a:pt x="809346" y="55258"/>
                </a:lnTo>
                <a:lnTo>
                  <a:pt x="802996" y="55258"/>
                </a:lnTo>
                <a:lnTo>
                  <a:pt x="802996" y="47778"/>
                </a:lnTo>
                <a:lnTo>
                  <a:pt x="802869" y="47778"/>
                </a:lnTo>
                <a:cubicBezTo>
                  <a:pt x="801472" y="50635"/>
                  <a:pt x="799821" y="52718"/>
                  <a:pt x="797662" y="54026"/>
                </a:cubicBezTo>
                <a:cubicBezTo>
                  <a:pt x="795503" y="55347"/>
                  <a:pt x="792836" y="56007"/>
                  <a:pt x="789534" y="56007"/>
                </a:cubicBezTo>
                <a:close/>
                <a:moveTo>
                  <a:pt x="784200" y="44133"/>
                </a:moveTo>
                <a:cubicBezTo>
                  <a:pt x="784200" y="45403"/>
                  <a:pt x="784454" y="46495"/>
                  <a:pt x="784962" y="47447"/>
                </a:cubicBezTo>
                <a:cubicBezTo>
                  <a:pt x="785597" y="48387"/>
                  <a:pt x="786359" y="49111"/>
                  <a:pt x="787502" y="49619"/>
                </a:cubicBezTo>
                <a:cubicBezTo>
                  <a:pt x="788518" y="50127"/>
                  <a:pt x="789915" y="50381"/>
                  <a:pt x="791312" y="50381"/>
                </a:cubicBezTo>
                <a:cubicBezTo>
                  <a:pt x="793725" y="50381"/>
                  <a:pt x="795757" y="49911"/>
                  <a:pt x="797408" y="48946"/>
                </a:cubicBezTo>
                <a:cubicBezTo>
                  <a:pt x="799186" y="47993"/>
                  <a:pt x="800456" y="46749"/>
                  <a:pt x="801345" y="45187"/>
                </a:cubicBezTo>
                <a:cubicBezTo>
                  <a:pt x="802234" y="43638"/>
                  <a:pt x="802742" y="41999"/>
                  <a:pt x="802742" y="40260"/>
                </a:cubicBezTo>
                <a:lnTo>
                  <a:pt x="802742" y="36361"/>
                </a:lnTo>
                <a:lnTo>
                  <a:pt x="796392" y="36361"/>
                </a:lnTo>
                <a:cubicBezTo>
                  <a:pt x="792709" y="36361"/>
                  <a:pt x="789788" y="36919"/>
                  <a:pt x="787502" y="38050"/>
                </a:cubicBezTo>
                <a:cubicBezTo>
                  <a:pt x="785343" y="39180"/>
                  <a:pt x="784200" y="41199"/>
                  <a:pt x="784200" y="44133"/>
                </a:cubicBezTo>
                <a:close/>
                <a:moveTo>
                  <a:pt x="818871" y="15037"/>
                </a:moveTo>
                <a:lnTo>
                  <a:pt x="825221" y="15037"/>
                </a:lnTo>
                <a:lnTo>
                  <a:pt x="825221" y="23635"/>
                </a:lnTo>
                <a:lnTo>
                  <a:pt x="825348" y="23635"/>
                </a:lnTo>
                <a:cubicBezTo>
                  <a:pt x="826110" y="20333"/>
                  <a:pt x="827253" y="17945"/>
                  <a:pt x="828904" y="16472"/>
                </a:cubicBezTo>
                <a:cubicBezTo>
                  <a:pt x="830428" y="14999"/>
                  <a:pt x="832460" y="14250"/>
                  <a:pt x="834873" y="14250"/>
                </a:cubicBezTo>
                <a:cubicBezTo>
                  <a:pt x="835508" y="14250"/>
                  <a:pt x="836016" y="14288"/>
                  <a:pt x="836651" y="14364"/>
                </a:cubicBezTo>
                <a:cubicBezTo>
                  <a:pt x="837159" y="14440"/>
                  <a:pt x="837667" y="14529"/>
                  <a:pt x="838048" y="14631"/>
                </a:cubicBezTo>
                <a:lnTo>
                  <a:pt x="838048" y="21210"/>
                </a:lnTo>
                <a:cubicBezTo>
                  <a:pt x="837667" y="21095"/>
                  <a:pt x="837159" y="20993"/>
                  <a:pt x="836524" y="20917"/>
                </a:cubicBezTo>
                <a:cubicBezTo>
                  <a:pt x="835889" y="20841"/>
                  <a:pt x="835254" y="20803"/>
                  <a:pt x="834746" y="20803"/>
                </a:cubicBezTo>
                <a:cubicBezTo>
                  <a:pt x="831444" y="20803"/>
                  <a:pt x="829031" y="21946"/>
                  <a:pt x="827634" y="24244"/>
                </a:cubicBezTo>
                <a:cubicBezTo>
                  <a:pt x="826237" y="26543"/>
                  <a:pt x="825475" y="29896"/>
                  <a:pt x="825475" y="34316"/>
                </a:cubicBezTo>
                <a:lnTo>
                  <a:pt x="825475" y="55258"/>
                </a:lnTo>
                <a:lnTo>
                  <a:pt x="818871" y="55258"/>
                </a:lnTo>
                <a:lnTo>
                  <a:pt x="818871" y="15037"/>
                </a:lnTo>
                <a:close/>
                <a:moveTo>
                  <a:pt x="855701" y="55855"/>
                </a:moveTo>
                <a:cubicBezTo>
                  <a:pt x="853288" y="55855"/>
                  <a:pt x="851383" y="55525"/>
                  <a:pt x="849859" y="54890"/>
                </a:cubicBezTo>
                <a:cubicBezTo>
                  <a:pt x="848462" y="54242"/>
                  <a:pt x="847319" y="53239"/>
                  <a:pt x="846557" y="51867"/>
                </a:cubicBezTo>
                <a:cubicBezTo>
                  <a:pt x="845922" y="50509"/>
                  <a:pt x="845541" y="48743"/>
                  <a:pt x="845541" y="46584"/>
                </a:cubicBezTo>
                <a:lnTo>
                  <a:pt x="845541" y="20651"/>
                </a:lnTo>
                <a:lnTo>
                  <a:pt x="839572" y="20651"/>
                </a:lnTo>
                <a:lnTo>
                  <a:pt x="839572" y="17158"/>
                </a:lnTo>
                <a:lnTo>
                  <a:pt x="851383" y="5283"/>
                </a:lnTo>
                <a:lnTo>
                  <a:pt x="852272" y="5283"/>
                </a:lnTo>
                <a:lnTo>
                  <a:pt x="852272" y="15037"/>
                </a:lnTo>
                <a:lnTo>
                  <a:pt x="861289" y="15037"/>
                </a:lnTo>
                <a:lnTo>
                  <a:pt x="861289" y="20651"/>
                </a:lnTo>
                <a:lnTo>
                  <a:pt x="852272" y="20651"/>
                </a:lnTo>
                <a:lnTo>
                  <a:pt x="852272" y="45212"/>
                </a:lnTo>
                <a:cubicBezTo>
                  <a:pt x="852272" y="46406"/>
                  <a:pt x="852399" y="47320"/>
                  <a:pt x="852653" y="47981"/>
                </a:cubicBezTo>
                <a:cubicBezTo>
                  <a:pt x="852907" y="48641"/>
                  <a:pt x="853415" y="49111"/>
                  <a:pt x="854050" y="49378"/>
                </a:cubicBezTo>
                <a:cubicBezTo>
                  <a:pt x="854685" y="49657"/>
                  <a:pt x="855574" y="49785"/>
                  <a:pt x="856590" y="49785"/>
                </a:cubicBezTo>
                <a:cubicBezTo>
                  <a:pt x="858114" y="49785"/>
                  <a:pt x="859638" y="49581"/>
                  <a:pt x="861289" y="49149"/>
                </a:cubicBezTo>
                <a:lnTo>
                  <a:pt x="861289" y="55258"/>
                </a:lnTo>
                <a:cubicBezTo>
                  <a:pt x="860527" y="55435"/>
                  <a:pt x="859638" y="55576"/>
                  <a:pt x="858622" y="55690"/>
                </a:cubicBezTo>
                <a:cubicBezTo>
                  <a:pt x="857606" y="55791"/>
                  <a:pt x="856590" y="55855"/>
                  <a:pt x="855701" y="55855"/>
                </a:cubicBezTo>
                <a:close/>
                <a:moveTo>
                  <a:pt x="869163" y="15037"/>
                </a:moveTo>
                <a:lnTo>
                  <a:pt x="875513" y="15037"/>
                </a:lnTo>
                <a:lnTo>
                  <a:pt x="875513" y="23406"/>
                </a:lnTo>
                <a:lnTo>
                  <a:pt x="875640" y="23406"/>
                </a:lnTo>
                <a:cubicBezTo>
                  <a:pt x="876656" y="20803"/>
                  <a:pt x="878180" y="18631"/>
                  <a:pt x="880212" y="16879"/>
                </a:cubicBezTo>
                <a:cubicBezTo>
                  <a:pt x="882244" y="15126"/>
                  <a:pt x="885038" y="14250"/>
                  <a:pt x="888721" y="14250"/>
                </a:cubicBezTo>
                <a:cubicBezTo>
                  <a:pt x="891515" y="14250"/>
                  <a:pt x="893801" y="14834"/>
                  <a:pt x="895706" y="16002"/>
                </a:cubicBezTo>
                <a:cubicBezTo>
                  <a:pt x="897611" y="17171"/>
                  <a:pt x="899008" y="18821"/>
                  <a:pt x="899897" y="20955"/>
                </a:cubicBezTo>
                <a:cubicBezTo>
                  <a:pt x="900786" y="23089"/>
                  <a:pt x="901294" y="25578"/>
                  <a:pt x="901294" y="28435"/>
                </a:cubicBezTo>
                <a:lnTo>
                  <a:pt x="901294" y="55258"/>
                </a:lnTo>
                <a:lnTo>
                  <a:pt x="894563" y="55258"/>
                </a:lnTo>
                <a:lnTo>
                  <a:pt x="894563" y="29731"/>
                </a:lnTo>
                <a:cubicBezTo>
                  <a:pt x="894563" y="26632"/>
                  <a:pt x="893928" y="24270"/>
                  <a:pt x="892658" y="22644"/>
                </a:cubicBezTo>
                <a:cubicBezTo>
                  <a:pt x="891388" y="21019"/>
                  <a:pt x="889229" y="20206"/>
                  <a:pt x="886308" y="20206"/>
                </a:cubicBezTo>
                <a:cubicBezTo>
                  <a:pt x="884149" y="20206"/>
                  <a:pt x="882371" y="20663"/>
                  <a:pt x="880720" y="21590"/>
                </a:cubicBezTo>
                <a:cubicBezTo>
                  <a:pt x="879196" y="22505"/>
                  <a:pt x="877926" y="23838"/>
                  <a:pt x="877164" y="25603"/>
                </a:cubicBezTo>
                <a:cubicBezTo>
                  <a:pt x="876275" y="27369"/>
                  <a:pt x="875767" y="29477"/>
                  <a:pt x="875767" y="31928"/>
                </a:cubicBezTo>
                <a:lnTo>
                  <a:pt x="875767" y="55258"/>
                </a:lnTo>
                <a:lnTo>
                  <a:pt x="869163" y="55258"/>
                </a:lnTo>
                <a:lnTo>
                  <a:pt x="869163" y="15037"/>
                </a:lnTo>
                <a:close/>
                <a:moveTo>
                  <a:pt x="929615" y="56007"/>
                </a:moveTo>
                <a:cubicBezTo>
                  <a:pt x="925551" y="56007"/>
                  <a:pt x="921995" y="55207"/>
                  <a:pt x="918947" y="53607"/>
                </a:cubicBezTo>
                <a:cubicBezTo>
                  <a:pt x="915899" y="52007"/>
                  <a:pt x="913486" y="49632"/>
                  <a:pt x="911835" y="46495"/>
                </a:cubicBezTo>
                <a:cubicBezTo>
                  <a:pt x="910184" y="43358"/>
                  <a:pt x="909422" y="39574"/>
                  <a:pt x="909422" y="35128"/>
                </a:cubicBezTo>
                <a:cubicBezTo>
                  <a:pt x="909422" y="30633"/>
                  <a:pt x="910311" y="26822"/>
                  <a:pt x="911962" y="23685"/>
                </a:cubicBezTo>
                <a:cubicBezTo>
                  <a:pt x="913740" y="20549"/>
                  <a:pt x="916153" y="18186"/>
                  <a:pt x="919074" y="16612"/>
                </a:cubicBezTo>
                <a:cubicBezTo>
                  <a:pt x="921995" y="15037"/>
                  <a:pt x="925297" y="14250"/>
                  <a:pt x="928853" y="14250"/>
                </a:cubicBezTo>
                <a:cubicBezTo>
                  <a:pt x="932917" y="14250"/>
                  <a:pt x="936346" y="15202"/>
                  <a:pt x="938886" y="17107"/>
                </a:cubicBezTo>
                <a:cubicBezTo>
                  <a:pt x="941553" y="19000"/>
                  <a:pt x="943458" y="21425"/>
                  <a:pt x="944601" y="24371"/>
                </a:cubicBezTo>
                <a:cubicBezTo>
                  <a:pt x="945871" y="27331"/>
                  <a:pt x="946379" y="30429"/>
                  <a:pt x="946379" y="33681"/>
                </a:cubicBezTo>
                <a:cubicBezTo>
                  <a:pt x="946379" y="34798"/>
                  <a:pt x="946379" y="35840"/>
                  <a:pt x="946252" y="36805"/>
                </a:cubicBezTo>
                <a:lnTo>
                  <a:pt x="916407" y="36805"/>
                </a:lnTo>
                <a:cubicBezTo>
                  <a:pt x="916661" y="41199"/>
                  <a:pt x="917931" y="44539"/>
                  <a:pt x="920090" y="46851"/>
                </a:cubicBezTo>
                <a:cubicBezTo>
                  <a:pt x="922376" y="49149"/>
                  <a:pt x="925551" y="50305"/>
                  <a:pt x="929615" y="50305"/>
                </a:cubicBezTo>
                <a:cubicBezTo>
                  <a:pt x="932155" y="50305"/>
                  <a:pt x="934187" y="49936"/>
                  <a:pt x="935965" y="49188"/>
                </a:cubicBezTo>
                <a:cubicBezTo>
                  <a:pt x="937743" y="48451"/>
                  <a:pt x="939394" y="47219"/>
                  <a:pt x="940791" y="45504"/>
                </a:cubicBezTo>
                <a:lnTo>
                  <a:pt x="944982" y="49670"/>
                </a:lnTo>
                <a:cubicBezTo>
                  <a:pt x="943712" y="51168"/>
                  <a:pt x="942315" y="52375"/>
                  <a:pt x="940791" y="53302"/>
                </a:cubicBezTo>
                <a:cubicBezTo>
                  <a:pt x="939267" y="54229"/>
                  <a:pt x="937743" y="54915"/>
                  <a:pt x="935838" y="55347"/>
                </a:cubicBezTo>
                <a:cubicBezTo>
                  <a:pt x="934060" y="55779"/>
                  <a:pt x="932028" y="56007"/>
                  <a:pt x="929615" y="56007"/>
                </a:cubicBezTo>
                <a:close/>
                <a:moveTo>
                  <a:pt x="939648" y="31636"/>
                </a:moveTo>
                <a:cubicBezTo>
                  <a:pt x="939267" y="27763"/>
                  <a:pt x="938124" y="24854"/>
                  <a:pt x="936219" y="22911"/>
                </a:cubicBezTo>
                <a:cubicBezTo>
                  <a:pt x="934314" y="20955"/>
                  <a:pt x="931774" y="19990"/>
                  <a:pt x="928599" y="19990"/>
                </a:cubicBezTo>
                <a:cubicBezTo>
                  <a:pt x="926440" y="19990"/>
                  <a:pt x="924662" y="20422"/>
                  <a:pt x="922884" y="21286"/>
                </a:cubicBezTo>
                <a:cubicBezTo>
                  <a:pt x="921233" y="22149"/>
                  <a:pt x="919836" y="23457"/>
                  <a:pt x="918820" y="25197"/>
                </a:cubicBezTo>
                <a:cubicBezTo>
                  <a:pt x="917677" y="26924"/>
                  <a:pt x="916915" y="29070"/>
                  <a:pt x="916661" y="31636"/>
                </a:cubicBezTo>
                <a:lnTo>
                  <a:pt x="939648" y="31636"/>
                </a:lnTo>
                <a:close/>
                <a:moveTo>
                  <a:pt x="954507" y="15037"/>
                </a:moveTo>
                <a:lnTo>
                  <a:pt x="960857" y="15037"/>
                </a:lnTo>
                <a:lnTo>
                  <a:pt x="960857" y="23635"/>
                </a:lnTo>
                <a:lnTo>
                  <a:pt x="960984" y="23635"/>
                </a:lnTo>
                <a:cubicBezTo>
                  <a:pt x="961746" y="20333"/>
                  <a:pt x="962889" y="17945"/>
                  <a:pt x="964540" y="16472"/>
                </a:cubicBezTo>
                <a:cubicBezTo>
                  <a:pt x="966064" y="14999"/>
                  <a:pt x="968096" y="14250"/>
                  <a:pt x="970509" y="14250"/>
                </a:cubicBezTo>
                <a:cubicBezTo>
                  <a:pt x="971144" y="14250"/>
                  <a:pt x="971652" y="14288"/>
                  <a:pt x="972287" y="14364"/>
                </a:cubicBezTo>
                <a:cubicBezTo>
                  <a:pt x="972795" y="14440"/>
                  <a:pt x="973303" y="14529"/>
                  <a:pt x="973684" y="14631"/>
                </a:cubicBezTo>
                <a:lnTo>
                  <a:pt x="973684" y="21210"/>
                </a:lnTo>
                <a:cubicBezTo>
                  <a:pt x="973303" y="21095"/>
                  <a:pt x="972795" y="20993"/>
                  <a:pt x="972160" y="20917"/>
                </a:cubicBezTo>
                <a:cubicBezTo>
                  <a:pt x="971525" y="20841"/>
                  <a:pt x="970890" y="20803"/>
                  <a:pt x="970382" y="20803"/>
                </a:cubicBezTo>
                <a:cubicBezTo>
                  <a:pt x="967080" y="20803"/>
                  <a:pt x="964667" y="21946"/>
                  <a:pt x="963270" y="24244"/>
                </a:cubicBezTo>
                <a:cubicBezTo>
                  <a:pt x="961873" y="26543"/>
                  <a:pt x="961111" y="29896"/>
                  <a:pt x="961111" y="34316"/>
                </a:cubicBezTo>
                <a:lnTo>
                  <a:pt x="961111" y="55258"/>
                </a:lnTo>
                <a:lnTo>
                  <a:pt x="954507" y="55258"/>
                </a:lnTo>
                <a:lnTo>
                  <a:pt x="954507" y="15037"/>
                </a:lnTo>
                <a:close/>
                <a:moveTo>
                  <a:pt x="992988" y="56007"/>
                </a:moveTo>
                <a:cubicBezTo>
                  <a:pt x="986130" y="56007"/>
                  <a:pt x="980669" y="53899"/>
                  <a:pt x="976859" y="49670"/>
                </a:cubicBezTo>
                <a:lnTo>
                  <a:pt x="981177" y="45403"/>
                </a:lnTo>
                <a:cubicBezTo>
                  <a:pt x="982955" y="47257"/>
                  <a:pt x="984733" y="48565"/>
                  <a:pt x="986638" y="49327"/>
                </a:cubicBezTo>
                <a:cubicBezTo>
                  <a:pt x="988416" y="50076"/>
                  <a:pt x="990575" y="50457"/>
                  <a:pt x="992988" y="50457"/>
                </a:cubicBezTo>
                <a:cubicBezTo>
                  <a:pt x="995401" y="50457"/>
                  <a:pt x="997433" y="50000"/>
                  <a:pt x="999084" y="49099"/>
                </a:cubicBezTo>
                <a:cubicBezTo>
                  <a:pt x="1000735" y="48197"/>
                  <a:pt x="1001624" y="46711"/>
                  <a:pt x="1001624" y="44653"/>
                </a:cubicBezTo>
                <a:cubicBezTo>
                  <a:pt x="1001624" y="43193"/>
                  <a:pt x="1001243" y="41999"/>
                  <a:pt x="1000354" y="41097"/>
                </a:cubicBezTo>
                <a:cubicBezTo>
                  <a:pt x="999592" y="40196"/>
                  <a:pt x="998449" y="39484"/>
                  <a:pt x="997179" y="38964"/>
                </a:cubicBezTo>
                <a:cubicBezTo>
                  <a:pt x="995909" y="38443"/>
                  <a:pt x="993877" y="37833"/>
                  <a:pt x="991464" y="37135"/>
                </a:cubicBezTo>
                <a:cubicBezTo>
                  <a:pt x="988924" y="36424"/>
                  <a:pt x="986765" y="35649"/>
                  <a:pt x="984987" y="34837"/>
                </a:cubicBezTo>
                <a:cubicBezTo>
                  <a:pt x="983209" y="34011"/>
                  <a:pt x="981685" y="32842"/>
                  <a:pt x="980542" y="31318"/>
                </a:cubicBezTo>
                <a:cubicBezTo>
                  <a:pt x="979272" y="29794"/>
                  <a:pt x="978764" y="27839"/>
                  <a:pt x="978764" y="25451"/>
                </a:cubicBezTo>
                <a:cubicBezTo>
                  <a:pt x="978764" y="23076"/>
                  <a:pt x="979272" y="21044"/>
                  <a:pt x="980415" y="19355"/>
                </a:cubicBezTo>
                <a:cubicBezTo>
                  <a:pt x="981685" y="17666"/>
                  <a:pt x="983336" y="16396"/>
                  <a:pt x="985495" y="15532"/>
                </a:cubicBezTo>
                <a:cubicBezTo>
                  <a:pt x="987527" y="14681"/>
                  <a:pt x="990067" y="14250"/>
                  <a:pt x="992861" y="14250"/>
                </a:cubicBezTo>
                <a:cubicBezTo>
                  <a:pt x="995655" y="14250"/>
                  <a:pt x="998195" y="14707"/>
                  <a:pt x="1000735" y="15608"/>
                </a:cubicBezTo>
                <a:cubicBezTo>
                  <a:pt x="1003275" y="16523"/>
                  <a:pt x="1005307" y="17844"/>
                  <a:pt x="1006958" y="19571"/>
                </a:cubicBezTo>
                <a:lnTo>
                  <a:pt x="1002767" y="23851"/>
                </a:lnTo>
                <a:cubicBezTo>
                  <a:pt x="1000100" y="21222"/>
                  <a:pt x="996798" y="19914"/>
                  <a:pt x="992861" y="19914"/>
                </a:cubicBezTo>
                <a:cubicBezTo>
                  <a:pt x="990448" y="19914"/>
                  <a:pt x="988670" y="20346"/>
                  <a:pt x="987273" y="21210"/>
                </a:cubicBezTo>
                <a:cubicBezTo>
                  <a:pt x="985876" y="22085"/>
                  <a:pt x="985241" y="23394"/>
                  <a:pt x="985241" y="25159"/>
                </a:cubicBezTo>
                <a:cubicBezTo>
                  <a:pt x="985241" y="26327"/>
                  <a:pt x="985622" y="27293"/>
                  <a:pt x="986384" y="28055"/>
                </a:cubicBezTo>
                <a:cubicBezTo>
                  <a:pt x="987273" y="28829"/>
                  <a:pt x="988289" y="29464"/>
                  <a:pt x="989686" y="29973"/>
                </a:cubicBezTo>
                <a:cubicBezTo>
                  <a:pt x="990956" y="30480"/>
                  <a:pt x="992861" y="31090"/>
                  <a:pt x="995401" y="31776"/>
                </a:cubicBezTo>
                <a:cubicBezTo>
                  <a:pt x="997941" y="32500"/>
                  <a:pt x="1000100" y="33262"/>
                  <a:pt x="1001878" y="34049"/>
                </a:cubicBezTo>
                <a:cubicBezTo>
                  <a:pt x="1003529" y="34849"/>
                  <a:pt x="1005053" y="36055"/>
                  <a:pt x="1006323" y="37681"/>
                </a:cubicBezTo>
                <a:cubicBezTo>
                  <a:pt x="1007466" y="39307"/>
                  <a:pt x="1008101" y="41453"/>
                  <a:pt x="1008101" y="44133"/>
                </a:cubicBezTo>
                <a:cubicBezTo>
                  <a:pt x="1008101" y="46610"/>
                  <a:pt x="1007466" y="48743"/>
                  <a:pt x="1006196" y="50533"/>
                </a:cubicBezTo>
                <a:cubicBezTo>
                  <a:pt x="1004926" y="52312"/>
                  <a:pt x="1003148" y="53670"/>
                  <a:pt x="1000862" y="54611"/>
                </a:cubicBezTo>
                <a:cubicBezTo>
                  <a:pt x="998576" y="55538"/>
                  <a:pt x="995909" y="56007"/>
                  <a:pt x="992988" y="56007"/>
                </a:cubicBezTo>
                <a:close/>
                <a:moveTo>
                  <a:pt x="1057250" y="56007"/>
                </a:moveTo>
                <a:cubicBezTo>
                  <a:pt x="1052170" y="56007"/>
                  <a:pt x="1047725" y="54902"/>
                  <a:pt x="1043915" y="52693"/>
                </a:cubicBezTo>
                <a:cubicBezTo>
                  <a:pt x="1039978" y="50483"/>
                  <a:pt x="1037057" y="47334"/>
                  <a:pt x="1034898" y="43256"/>
                </a:cubicBezTo>
                <a:cubicBezTo>
                  <a:pt x="1032739" y="39180"/>
                  <a:pt x="1031596" y="34430"/>
                  <a:pt x="1031596" y="29032"/>
                </a:cubicBezTo>
                <a:cubicBezTo>
                  <a:pt x="1031596" y="23623"/>
                  <a:pt x="1032739" y="18885"/>
                  <a:pt x="1034898" y="14808"/>
                </a:cubicBezTo>
                <a:cubicBezTo>
                  <a:pt x="1037057" y="10744"/>
                  <a:pt x="1039978" y="7595"/>
                  <a:pt x="1043915" y="5385"/>
                </a:cubicBezTo>
                <a:cubicBezTo>
                  <a:pt x="1047725" y="3163"/>
                  <a:pt x="1052170" y="2045"/>
                  <a:pt x="1057250" y="2045"/>
                </a:cubicBezTo>
                <a:cubicBezTo>
                  <a:pt x="1062203" y="2045"/>
                  <a:pt x="1066648" y="3163"/>
                  <a:pt x="1070458" y="5385"/>
                </a:cubicBezTo>
                <a:cubicBezTo>
                  <a:pt x="1074395" y="7595"/>
                  <a:pt x="1077443" y="10744"/>
                  <a:pt x="1079602" y="14808"/>
                </a:cubicBezTo>
                <a:cubicBezTo>
                  <a:pt x="1081761" y="18885"/>
                  <a:pt x="1082777" y="23623"/>
                  <a:pt x="1082777" y="29032"/>
                </a:cubicBezTo>
                <a:cubicBezTo>
                  <a:pt x="1082777" y="34430"/>
                  <a:pt x="1081761" y="39180"/>
                  <a:pt x="1079602" y="43256"/>
                </a:cubicBezTo>
                <a:cubicBezTo>
                  <a:pt x="1077443" y="47334"/>
                  <a:pt x="1074395" y="50483"/>
                  <a:pt x="1070458" y="52693"/>
                </a:cubicBezTo>
                <a:cubicBezTo>
                  <a:pt x="1066648" y="54902"/>
                  <a:pt x="1062203" y="56007"/>
                  <a:pt x="1057250" y="56007"/>
                </a:cubicBezTo>
                <a:close/>
                <a:moveTo>
                  <a:pt x="1038835" y="29032"/>
                </a:moveTo>
                <a:cubicBezTo>
                  <a:pt x="1038835" y="33198"/>
                  <a:pt x="1039597" y="36818"/>
                  <a:pt x="1040994" y="39891"/>
                </a:cubicBezTo>
                <a:cubicBezTo>
                  <a:pt x="1042518" y="42964"/>
                  <a:pt x="1044677" y="45327"/>
                  <a:pt x="1047471" y="46978"/>
                </a:cubicBezTo>
                <a:cubicBezTo>
                  <a:pt x="1050138" y="48629"/>
                  <a:pt x="1053440" y="49454"/>
                  <a:pt x="1057250" y="49454"/>
                </a:cubicBezTo>
                <a:cubicBezTo>
                  <a:pt x="1060933" y="49454"/>
                  <a:pt x="1064235" y="48629"/>
                  <a:pt x="1066902" y="46978"/>
                </a:cubicBezTo>
                <a:cubicBezTo>
                  <a:pt x="1069696" y="45327"/>
                  <a:pt x="1071855" y="42964"/>
                  <a:pt x="1073379" y="39891"/>
                </a:cubicBezTo>
                <a:cubicBezTo>
                  <a:pt x="1074776" y="36818"/>
                  <a:pt x="1075538" y="33198"/>
                  <a:pt x="1075538" y="29032"/>
                </a:cubicBezTo>
                <a:cubicBezTo>
                  <a:pt x="1075538" y="24854"/>
                  <a:pt x="1074776" y="21248"/>
                  <a:pt x="1073379" y="18174"/>
                </a:cubicBezTo>
                <a:cubicBezTo>
                  <a:pt x="1071855" y="15113"/>
                  <a:pt x="1069696" y="12764"/>
                  <a:pt x="1066902" y="11112"/>
                </a:cubicBezTo>
                <a:cubicBezTo>
                  <a:pt x="1064235" y="9461"/>
                  <a:pt x="1060933" y="8636"/>
                  <a:pt x="1057250" y="8636"/>
                </a:cubicBezTo>
                <a:cubicBezTo>
                  <a:pt x="1053440" y="8636"/>
                  <a:pt x="1050138" y="9461"/>
                  <a:pt x="1047471" y="11112"/>
                </a:cubicBezTo>
                <a:cubicBezTo>
                  <a:pt x="1044677" y="12764"/>
                  <a:pt x="1042518" y="15113"/>
                  <a:pt x="1040994" y="18174"/>
                </a:cubicBezTo>
                <a:cubicBezTo>
                  <a:pt x="1039597" y="21248"/>
                  <a:pt x="1038835" y="24854"/>
                  <a:pt x="1038835" y="29032"/>
                </a:cubicBezTo>
                <a:close/>
                <a:moveTo>
                  <a:pt x="1091667" y="15037"/>
                </a:moveTo>
                <a:lnTo>
                  <a:pt x="1098017" y="15037"/>
                </a:lnTo>
                <a:lnTo>
                  <a:pt x="1098017" y="23406"/>
                </a:lnTo>
                <a:lnTo>
                  <a:pt x="1098144" y="23406"/>
                </a:lnTo>
                <a:cubicBezTo>
                  <a:pt x="1099160" y="20803"/>
                  <a:pt x="1100684" y="18631"/>
                  <a:pt x="1102716" y="16879"/>
                </a:cubicBezTo>
                <a:cubicBezTo>
                  <a:pt x="1104748" y="15126"/>
                  <a:pt x="1107542" y="14250"/>
                  <a:pt x="1111225" y="14250"/>
                </a:cubicBezTo>
                <a:cubicBezTo>
                  <a:pt x="1114019" y="14250"/>
                  <a:pt x="1116305" y="14834"/>
                  <a:pt x="1118210" y="16002"/>
                </a:cubicBezTo>
                <a:cubicBezTo>
                  <a:pt x="1120115" y="17171"/>
                  <a:pt x="1121512" y="18821"/>
                  <a:pt x="1122401" y="20955"/>
                </a:cubicBezTo>
                <a:cubicBezTo>
                  <a:pt x="1123290" y="23089"/>
                  <a:pt x="1123798" y="25578"/>
                  <a:pt x="1123798" y="28435"/>
                </a:cubicBezTo>
                <a:lnTo>
                  <a:pt x="1123798" y="55258"/>
                </a:lnTo>
                <a:lnTo>
                  <a:pt x="1117067" y="55258"/>
                </a:lnTo>
                <a:lnTo>
                  <a:pt x="1117067" y="29731"/>
                </a:lnTo>
                <a:cubicBezTo>
                  <a:pt x="1117067" y="26632"/>
                  <a:pt x="1116432" y="24270"/>
                  <a:pt x="1115162" y="22644"/>
                </a:cubicBezTo>
                <a:cubicBezTo>
                  <a:pt x="1113892" y="21019"/>
                  <a:pt x="1111733" y="20206"/>
                  <a:pt x="1108812" y="20206"/>
                </a:cubicBezTo>
                <a:cubicBezTo>
                  <a:pt x="1106653" y="20206"/>
                  <a:pt x="1104875" y="20663"/>
                  <a:pt x="1103224" y="21590"/>
                </a:cubicBezTo>
                <a:cubicBezTo>
                  <a:pt x="1101700" y="22505"/>
                  <a:pt x="1100430" y="23838"/>
                  <a:pt x="1099668" y="25603"/>
                </a:cubicBezTo>
                <a:cubicBezTo>
                  <a:pt x="1098779" y="27369"/>
                  <a:pt x="1098271" y="29477"/>
                  <a:pt x="1098271" y="31928"/>
                </a:cubicBezTo>
                <a:lnTo>
                  <a:pt x="1098271" y="55258"/>
                </a:lnTo>
                <a:lnTo>
                  <a:pt x="1091667" y="55258"/>
                </a:lnTo>
                <a:lnTo>
                  <a:pt x="1091667" y="15037"/>
                </a:lnTo>
                <a:close/>
                <a:moveTo>
                  <a:pt x="1143229" y="55855"/>
                </a:moveTo>
                <a:cubicBezTo>
                  <a:pt x="1141070" y="55855"/>
                  <a:pt x="1139292" y="55487"/>
                  <a:pt x="1137895" y="54776"/>
                </a:cubicBezTo>
                <a:cubicBezTo>
                  <a:pt x="1136498" y="54052"/>
                  <a:pt x="1135609" y="52984"/>
                  <a:pt x="1134974" y="51550"/>
                </a:cubicBezTo>
                <a:cubicBezTo>
                  <a:pt x="1134339" y="50127"/>
                  <a:pt x="1133958" y="48311"/>
                  <a:pt x="1133958" y="46101"/>
                </a:cubicBezTo>
                <a:lnTo>
                  <a:pt x="1133958" y="0"/>
                </a:lnTo>
                <a:lnTo>
                  <a:pt x="1140689" y="0"/>
                </a:lnTo>
                <a:lnTo>
                  <a:pt x="1140689" y="45060"/>
                </a:lnTo>
                <a:cubicBezTo>
                  <a:pt x="1140689" y="46304"/>
                  <a:pt x="1140816" y="47257"/>
                  <a:pt x="1141070" y="47930"/>
                </a:cubicBezTo>
                <a:cubicBezTo>
                  <a:pt x="1141324" y="48603"/>
                  <a:pt x="1141705" y="49073"/>
                  <a:pt x="1142213" y="49365"/>
                </a:cubicBezTo>
                <a:cubicBezTo>
                  <a:pt x="1142721" y="49644"/>
                  <a:pt x="1143483" y="49785"/>
                  <a:pt x="1144499" y="49785"/>
                </a:cubicBezTo>
                <a:cubicBezTo>
                  <a:pt x="1145134" y="49785"/>
                  <a:pt x="1145769" y="49733"/>
                  <a:pt x="1146404" y="49644"/>
                </a:cubicBezTo>
                <a:cubicBezTo>
                  <a:pt x="1147039" y="49543"/>
                  <a:pt x="1147547" y="49429"/>
                  <a:pt x="1148055" y="49302"/>
                </a:cubicBezTo>
                <a:lnTo>
                  <a:pt x="1148055" y="55258"/>
                </a:lnTo>
                <a:cubicBezTo>
                  <a:pt x="1147420" y="55461"/>
                  <a:pt x="1146658" y="55601"/>
                  <a:pt x="1145896" y="55703"/>
                </a:cubicBezTo>
                <a:cubicBezTo>
                  <a:pt x="1145007" y="55804"/>
                  <a:pt x="1144118" y="55855"/>
                  <a:pt x="1143229" y="55855"/>
                </a:cubicBezTo>
                <a:close/>
                <a:moveTo>
                  <a:pt x="1155294" y="71857"/>
                </a:moveTo>
                <a:cubicBezTo>
                  <a:pt x="1153897" y="71857"/>
                  <a:pt x="1152373" y="71755"/>
                  <a:pt x="1150976" y="71552"/>
                </a:cubicBezTo>
                <a:lnTo>
                  <a:pt x="1150976" y="65786"/>
                </a:lnTo>
                <a:cubicBezTo>
                  <a:pt x="1151992" y="66078"/>
                  <a:pt x="1153135" y="66231"/>
                  <a:pt x="1154786" y="66231"/>
                </a:cubicBezTo>
                <a:cubicBezTo>
                  <a:pt x="1156310" y="66231"/>
                  <a:pt x="1157580" y="66040"/>
                  <a:pt x="1158469" y="65660"/>
                </a:cubicBezTo>
                <a:cubicBezTo>
                  <a:pt x="1159485" y="65278"/>
                  <a:pt x="1160374" y="64694"/>
                  <a:pt x="1160882" y="63932"/>
                </a:cubicBezTo>
                <a:cubicBezTo>
                  <a:pt x="1161517" y="63157"/>
                  <a:pt x="1162152" y="62129"/>
                  <a:pt x="1162660" y="60833"/>
                </a:cubicBezTo>
                <a:lnTo>
                  <a:pt x="1164819" y="55144"/>
                </a:lnTo>
                <a:lnTo>
                  <a:pt x="1148690" y="15037"/>
                </a:lnTo>
                <a:lnTo>
                  <a:pt x="1155802" y="15037"/>
                </a:lnTo>
                <a:lnTo>
                  <a:pt x="1164438" y="37288"/>
                </a:lnTo>
                <a:cubicBezTo>
                  <a:pt x="1165073" y="39142"/>
                  <a:pt x="1165835" y="41237"/>
                  <a:pt x="1166597" y="43574"/>
                </a:cubicBezTo>
                <a:cubicBezTo>
                  <a:pt x="1167359" y="45910"/>
                  <a:pt x="1167867" y="47282"/>
                  <a:pt x="1167994" y="47702"/>
                </a:cubicBezTo>
                <a:cubicBezTo>
                  <a:pt x="1168121" y="47358"/>
                  <a:pt x="1168629" y="46038"/>
                  <a:pt x="1169391" y="43765"/>
                </a:cubicBezTo>
                <a:cubicBezTo>
                  <a:pt x="1170534" y="40932"/>
                  <a:pt x="1171169" y="39002"/>
                  <a:pt x="1171550" y="37960"/>
                </a:cubicBezTo>
                <a:lnTo>
                  <a:pt x="1179424" y="15037"/>
                </a:lnTo>
                <a:lnTo>
                  <a:pt x="1186536" y="15037"/>
                </a:lnTo>
                <a:lnTo>
                  <a:pt x="1167994" y="63030"/>
                </a:lnTo>
                <a:cubicBezTo>
                  <a:pt x="1167232" y="65088"/>
                  <a:pt x="1166343" y="66752"/>
                  <a:pt x="1165327" y="67996"/>
                </a:cubicBezTo>
                <a:cubicBezTo>
                  <a:pt x="1164438" y="69253"/>
                  <a:pt x="1163041" y="70206"/>
                  <a:pt x="1161517" y="70866"/>
                </a:cubicBezTo>
                <a:cubicBezTo>
                  <a:pt x="1159866" y="71527"/>
                  <a:pt x="1157834" y="71857"/>
                  <a:pt x="1155294" y="71857"/>
                </a:cubicBezTo>
                <a:close/>
              </a:path>
            </a:pathLst>
          </a:custGeom>
          <a:solidFill>
            <a:srgbClr val="000000">
              <a:alpha val="50196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5175" cy="6858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0" y="3276600"/>
            <a:ext cx="9550400" cy="1968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0" y="3276600"/>
            <a:ext cx="9550400" cy="1968500"/>
          </a:xfrm>
          <a:prstGeom prst="rect">
            <a:avLst/>
          </a:prstGeom>
        </p:spPr>
      </p:pic>
      <p:sp>
        <p:nvSpPr>
          <p:cNvPr id="12" name="Editable vector"/>
          <p:cNvSpPr/>
          <p:nvPr/>
        </p:nvSpPr>
        <p:spPr>
          <a:xfrm>
            <a:off x="531876" y="6537959"/>
            <a:ext cx="348995" cy="161544"/>
          </a:xfrm>
          <a:custGeom>
            <a:avLst/>
            <a:gdLst/>
            <a:ahLst/>
            <a:cxnLst/>
            <a:rect l="0" t="0" r="r" b="b"/>
            <a:pathLst>
              <a:path w="348996" h="161544" fill="none" stroke="1" extrusionOk="0">
                <a:moveTo>
                  <a:pt x="0" y="0"/>
                </a:moveTo>
                <a:lnTo>
                  <a:pt x="348996" y="0"/>
                </a:lnTo>
                <a:lnTo>
                  <a:pt x="348996" y="161544"/>
                </a:lnTo>
                <a:lnTo>
                  <a:pt x="0" y="161544"/>
                </a:lnTo>
                <a:close/>
              </a:path>
            </a:pathLst>
          </a:custGeom>
          <a:noFill/>
          <a:ln w="1778" cap="flat">
            <a:solidFill>
              <a:srgbClr val="000000">
                <a:alpha val="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Editable vector"/>
          <p:cNvSpPr/>
          <p:nvPr/>
        </p:nvSpPr>
        <p:spPr>
          <a:xfrm>
            <a:off x="3389945" y="5565404"/>
            <a:ext cx="101339" cy="32492"/>
          </a:xfrm>
          <a:custGeom>
            <a:avLst/>
            <a:gdLst/>
            <a:ahLst/>
            <a:cxnLst/>
            <a:rect l="0" t="0" r="r" b="b"/>
            <a:pathLst>
              <a:path w="101340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654" y="32493"/>
                </a:lnTo>
                <a:lnTo>
                  <a:pt x="101340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Editable vector"/>
          <p:cNvSpPr/>
          <p:nvPr/>
        </p:nvSpPr>
        <p:spPr>
          <a:xfrm>
            <a:off x="3769274" y="5565404"/>
            <a:ext cx="101307" cy="32492"/>
          </a:xfrm>
          <a:custGeom>
            <a:avLst/>
            <a:gdLst/>
            <a:ahLst/>
            <a:cxnLst/>
            <a:rect l="0" t="0" r="r" b="b"/>
            <a:pathLst>
              <a:path w="101307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621" y="32493"/>
                </a:lnTo>
                <a:lnTo>
                  <a:pt x="101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Editable vector"/>
          <p:cNvSpPr/>
          <p:nvPr/>
        </p:nvSpPr>
        <p:spPr>
          <a:xfrm>
            <a:off x="4183474" y="5565404"/>
            <a:ext cx="101307" cy="32492"/>
          </a:xfrm>
          <a:custGeom>
            <a:avLst/>
            <a:gdLst/>
            <a:ahLst/>
            <a:cxnLst/>
            <a:rect l="0" t="0" r="r" b="b"/>
            <a:pathLst>
              <a:path w="101307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653" y="32493"/>
                </a:lnTo>
                <a:lnTo>
                  <a:pt x="101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Editable vector"/>
          <p:cNvSpPr/>
          <p:nvPr/>
        </p:nvSpPr>
        <p:spPr>
          <a:xfrm>
            <a:off x="3804735" y="5172695"/>
            <a:ext cx="30385" cy="9720"/>
          </a:xfrm>
          <a:custGeom>
            <a:avLst/>
            <a:gdLst/>
            <a:ahLst/>
            <a:cxnLst/>
            <a:rect l="0" t="0" r="r" b="b"/>
            <a:pathLst>
              <a:path w="30385" h="9720" fill="norm" stroke="0" extrusionOk="0">
                <a:moveTo>
                  <a:pt x="0" y="0"/>
                </a:moveTo>
                <a:lnTo>
                  <a:pt x="0" y="9720"/>
                </a:lnTo>
                <a:lnTo>
                  <a:pt x="15160" y="9720"/>
                </a:lnTo>
                <a:lnTo>
                  <a:pt x="30385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Editable vector"/>
          <p:cNvSpPr/>
          <p:nvPr/>
        </p:nvSpPr>
        <p:spPr>
          <a:xfrm>
            <a:off x="5430658" y="5371565"/>
            <a:ext cx="30123" cy="9745"/>
          </a:xfrm>
          <a:custGeom>
            <a:avLst/>
            <a:gdLst/>
            <a:ahLst/>
            <a:cxnLst/>
            <a:rect l="0" t="0" r="r" b="b"/>
            <a:pathLst>
              <a:path w="30124" h="9746" fill="norm" stroke="0" extrusionOk="0">
                <a:moveTo>
                  <a:pt x="0" y="0"/>
                </a:moveTo>
                <a:lnTo>
                  <a:pt x="0" y="9746"/>
                </a:lnTo>
                <a:lnTo>
                  <a:pt x="15062" y="9746"/>
                </a:lnTo>
                <a:lnTo>
                  <a:pt x="301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Editable vector"/>
          <p:cNvSpPr/>
          <p:nvPr/>
        </p:nvSpPr>
        <p:spPr>
          <a:xfrm>
            <a:off x="5022352" y="5371565"/>
            <a:ext cx="30451" cy="9745"/>
          </a:xfrm>
          <a:custGeom>
            <a:avLst/>
            <a:gdLst/>
            <a:ahLst/>
            <a:cxnLst/>
            <a:rect l="0" t="0" r="r" b="b"/>
            <a:pathLst>
              <a:path w="30451" h="9746" fill="norm" stroke="0" extrusionOk="0">
                <a:moveTo>
                  <a:pt x="0" y="0"/>
                </a:moveTo>
                <a:lnTo>
                  <a:pt x="0" y="9746"/>
                </a:lnTo>
                <a:lnTo>
                  <a:pt x="15062" y="9746"/>
                </a:lnTo>
                <a:lnTo>
                  <a:pt x="30451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Editable vector"/>
          <p:cNvSpPr/>
          <p:nvPr/>
        </p:nvSpPr>
        <p:spPr>
          <a:xfrm>
            <a:off x="6241050" y="5371565"/>
            <a:ext cx="30451" cy="9745"/>
          </a:xfrm>
          <a:custGeom>
            <a:avLst/>
            <a:gdLst/>
            <a:ahLst/>
            <a:cxnLst/>
            <a:rect l="0" t="0" r="r" b="b"/>
            <a:pathLst>
              <a:path w="30451" h="9746" fill="norm" stroke="0" extrusionOk="0">
                <a:moveTo>
                  <a:pt x="0" y="0"/>
                </a:moveTo>
                <a:lnTo>
                  <a:pt x="0" y="9746"/>
                </a:lnTo>
                <a:lnTo>
                  <a:pt x="15062" y="9746"/>
                </a:lnTo>
                <a:lnTo>
                  <a:pt x="30451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Editable vector"/>
          <p:cNvSpPr/>
          <p:nvPr/>
        </p:nvSpPr>
        <p:spPr>
          <a:xfrm>
            <a:off x="5834053" y="5371565"/>
            <a:ext cx="30450" cy="9745"/>
          </a:xfrm>
          <a:custGeom>
            <a:avLst/>
            <a:gdLst/>
            <a:ahLst/>
            <a:cxnLst/>
            <a:rect l="0" t="0" r="r" b="b"/>
            <a:pathLst>
              <a:path w="30451" h="9746" fill="norm" stroke="0" extrusionOk="0">
                <a:moveTo>
                  <a:pt x="0" y="0"/>
                </a:moveTo>
                <a:lnTo>
                  <a:pt x="0" y="9746"/>
                </a:lnTo>
                <a:lnTo>
                  <a:pt x="15061" y="9746"/>
                </a:lnTo>
                <a:lnTo>
                  <a:pt x="30451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Editable vector"/>
          <p:cNvSpPr/>
          <p:nvPr/>
        </p:nvSpPr>
        <p:spPr>
          <a:xfrm>
            <a:off x="7415872" y="5794017"/>
            <a:ext cx="30450" cy="9752"/>
          </a:xfrm>
          <a:custGeom>
            <a:avLst/>
            <a:gdLst/>
            <a:ahLst/>
            <a:cxnLst/>
            <a:rect l="0" t="0" r="r" b="b"/>
            <a:pathLst>
              <a:path w="30451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390" y="9752"/>
                </a:lnTo>
                <a:lnTo>
                  <a:pt x="30451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Editable vector"/>
          <p:cNvSpPr/>
          <p:nvPr/>
        </p:nvSpPr>
        <p:spPr>
          <a:xfrm>
            <a:off x="7031796" y="5794017"/>
            <a:ext cx="30123" cy="9752"/>
          </a:xfrm>
          <a:custGeom>
            <a:avLst/>
            <a:gdLst/>
            <a:ahLst/>
            <a:cxnLst/>
            <a:rect l="0" t="0" r="r" b="b"/>
            <a:pathLst>
              <a:path w="30124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062" y="9752"/>
                </a:lnTo>
                <a:lnTo>
                  <a:pt x="301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Editable vector"/>
          <p:cNvSpPr/>
          <p:nvPr/>
        </p:nvSpPr>
        <p:spPr>
          <a:xfrm>
            <a:off x="8234122" y="5794017"/>
            <a:ext cx="30452" cy="9752"/>
          </a:xfrm>
          <a:custGeom>
            <a:avLst/>
            <a:gdLst/>
            <a:ahLst/>
            <a:cxnLst/>
            <a:rect l="0" t="0" r="r" b="b"/>
            <a:pathLst>
              <a:path w="30452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390" y="9752"/>
                </a:lnTo>
                <a:lnTo>
                  <a:pt x="304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Editable vector"/>
          <p:cNvSpPr/>
          <p:nvPr/>
        </p:nvSpPr>
        <p:spPr>
          <a:xfrm>
            <a:off x="8646686" y="5794017"/>
            <a:ext cx="30450" cy="9752"/>
          </a:xfrm>
          <a:custGeom>
            <a:avLst/>
            <a:gdLst/>
            <a:ahLst/>
            <a:cxnLst/>
            <a:rect l="0" t="0" r="r" b="b"/>
            <a:pathLst>
              <a:path w="30451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388" y="9752"/>
                </a:lnTo>
                <a:lnTo>
                  <a:pt x="30451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Editable vector"/>
          <p:cNvSpPr/>
          <p:nvPr/>
        </p:nvSpPr>
        <p:spPr>
          <a:xfrm>
            <a:off x="7827781" y="5794017"/>
            <a:ext cx="30450" cy="9752"/>
          </a:xfrm>
          <a:custGeom>
            <a:avLst/>
            <a:gdLst/>
            <a:ahLst/>
            <a:cxnLst/>
            <a:rect l="0" t="0" r="r" b="b"/>
            <a:pathLst>
              <a:path w="30451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390" y="9752"/>
                </a:lnTo>
                <a:lnTo>
                  <a:pt x="30451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Editable vector"/>
          <p:cNvSpPr/>
          <p:nvPr/>
        </p:nvSpPr>
        <p:spPr>
          <a:xfrm>
            <a:off x="7415872" y="5984130"/>
            <a:ext cx="30450" cy="9752"/>
          </a:xfrm>
          <a:custGeom>
            <a:avLst/>
            <a:gdLst/>
            <a:ahLst/>
            <a:cxnLst/>
            <a:rect l="0" t="0" r="r" b="b"/>
            <a:pathLst>
              <a:path w="30451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390" y="9752"/>
                </a:lnTo>
                <a:lnTo>
                  <a:pt x="30451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Editable vector"/>
          <p:cNvSpPr/>
          <p:nvPr/>
        </p:nvSpPr>
        <p:spPr>
          <a:xfrm>
            <a:off x="7031796" y="5984130"/>
            <a:ext cx="30123" cy="9752"/>
          </a:xfrm>
          <a:custGeom>
            <a:avLst/>
            <a:gdLst/>
            <a:ahLst/>
            <a:cxnLst/>
            <a:rect l="0" t="0" r="r" b="b"/>
            <a:pathLst>
              <a:path w="30124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062" y="9752"/>
                </a:lnTo>
                <a:lnTo>
                  <a:pt x="301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Editable vector"/>
          <p:cNvSpPr/>
          <p:nvPr/>
        </p:nvSpPr>
        <p:spPr>
          <a:xfrm>
            <a:off x="8234122" y="5984130"/>
            <a:ext cx="30452" cy="9752"/>
          </a:xfrm>
          <a:custGeom>
            <a:avLst/>
            <a:gdLst/>
            <a:ahLst/>
            <a:cxnLst/>
            <a:rect l="0" t="0" r="r" b="b"/>
            <a:pathLst>
              <a:path w="30452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390" y="9752"/>
                </a:lnTo>
                <a:lnTo>
                  <a:pt x="304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Editable vector"/>
          <p:cNvSpPr/>
          <p:nvPr/>
        </p:nvSpPr>
        <p:spPr>
          <a:xfrm>
            <a:off x="8646686" y="5984130"/>
            <a:ext cx="30450" cy="9752"/>
          </a:xfrm>
          <a:custGeom>
            <a:avLst/>
            <a:gdLst/>
            <a:ahLst/>
            <a:cxnLst/>
            <a:rect l="0" t="0" r="r" b="b"/>
            <a:pathLst>
              <a:path w="30451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388" y="9752"/>
                </a:lnTo>
                <a:lnTo>
                  <a:pt x="30451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Editable vector"/>
          <p:cNvSpPr/>
          <p:nvPr/>
        </p:nvSpPr>
        <p:spPr>
          <a:xfrm>
            <a:off x="7827781" y="5984130"/>
            <a:ext cx="30450" cy="9752"/>
          </a:xfrm>
          <a:custGeom>
            <a:avLst/>
            <a:gdLst/>
            <a:ahLst/>
            <a:cxnLst/>
            <a:rect l="0" t="0" r="r" b="b"/>
            <a:pathLst>
              <a:path w="30451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390" y="9752"/>
                </a:lnTo>
                <a:lnTo>
                  <a:pt x="30451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Editable vector"/>
          <p:cNvSpPr/>
          <p:nvPr/>
        </p:nvSpPr>
        <p:spPr>
          <a:xfrm>
            <a:off x="10633536" y="4530878"/>
            <a:ext cx="30450" cy="9752"/>
          </a:xfrm>
          <a:custGeom>
            <a:avLst/>
            <a:gdLst/>
            <a:ahLst/>
            <a:cxnLst/>
            <a:rect l="0" t="0" r="r" b="b"/>
            <a:pathLst>
              <a:path w="30451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388" y="9752"/>
                </a:lnTo>
                <a:lnTo>
                  <a:pt x="30451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Editable vector"/>
          <p:cNvSpPr/>
          <p:nvPr/>
        </p:nvSpPr>
        <p:spPr>
          <a:xfrm>
            <a:off x="10227194" y="4530878"/>
            <a:ext cx="30452" cy="9752"/>
          </a:xfrm>
          <a:custGeom>
            <a:avLst/>
            <a:gdLst/>
            <a:ahLst/>
            <a:cxnLst/>
            <a:rect l="0" t="0" r="r" b="b"/>
            <a:pathLst>
              <a:path w="30452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390" y="9752"/>
                </a:lnTo>
                <a:lnTo>
                  <a:pt x="304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Editable vector"/>
          <p:cNvSpPr/>
          <p:nvPr/>
        </p:nvSpPr>
        <p:spPr>
          <a:xfrm>
            <a:off x="11036276" y="4530878"/>
            <a:ext cx="30123" cy="9752"/>
          </a:xfrm>
          <a:custGeom>
            <a:avLst/>
            <a:gdLst/>
            <a:ahLst/>
            <a:cxnLst/>
            <a:rect l="0" t="0" r="r" b="b"/>
            <a:pathLst>
              <a:path w="30124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063" y="9752"/>
                </a:lnTo>
                <a:lnTo>
                  <a:pt x="301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Editable vector"/>
          <p:cNvSpPr/>
          <p:nvPr/>
        </p:nvSpPr>
        <p:spPr>
          <a:xfrm>
            <a:off x="8234122" y="4530878"/>
            <a:ext cx="30452" cy="9752"/>
          </a:xfrm>
          <a:custGeom>
            <a:avLst/>
            <a:gdLst/>
            <a:ahLst/>
            <a:cxnLst/>
            <a:rect l="0" t="0" r="r" b="b"/>
            <a:pathLst>
              <a:path w="30452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390" y="9752"/>
                </a:lnTo>
                <a:lnTo>
                  <a:pt x="304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Editable vector"/>
          <p:cNvSpPr/>
          <p:nvPr/>
        </p:nvSpPr>
        <p:spPr>
          <a:xfrm>
            <a:off x="7827781" y="4530878"/>
            <a:ext cx="30450" cy="9752"/>
          </a:xfrm>
          <a:custGeom>
            <a:avLst/>
            <a:gdLst/>
            <a:ahLst/>
            <a:cxnLst/>
            <a:rect l="0" t="0" r="r" b="b"/>
            <a:pathLst>
              <a:path w="30451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390" y="9752"/>
                </a:lnTo>
                <a:lnTo>
                  <a:pt x="30451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Editable vector"/>
          <p:cNvSpPr/>
          <p:nvPr/>
        </p:nvSpPr>
        <p:spPr>
          <a:xfrm>
            <a:off x="8646686" y="4530878"/>
            <a:ext cx="30450" cy="9752"/>
          </a:xfrm>
          <a:custGeom>
            <a:avLst/>
            <a:gdLst/>
            <a:ahLst/>
            <a:cxnLst/>
            <a:rect l="0" t="0" r="r" b="b"/>
            <a:pathLst>
              <a:path w="30451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388" y="9752"/>
                </a:lnTo>
                <a:lnTo>
                  <a:pt x="30451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Editable vector"/>
          <p:cNvSpPr/>
          <p:nvPr/>
        </p:nvSpPr>
        <p:spPr>
          <a:xfrm>
            <a:off x="5430658" y="5984130"/>
            <a:ext cx="30123" cy="9752"/>
          </a:xfrm>
          <a:custGeom>
            <a:avLst/>
            <a:gdLst/>
            <a:ahLst/>
            <a:cxnLst/>
            <a:rect l="0" t="0" r="r" b="b"/>
            <a:pathLst>
              <a:path w="30124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062" y="9752"/>
                </a:lnTo>
                <a:lnTo>
                  <a:pt x="301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Editable vector"/>
          <p:cNvSpPr/>
          <p:nvPr/>
        </p:nvSpPr>
        <p:spPr>
          <a:xfrm>
            <a:off x="5022352" y="5984130"/>
            <a:ext cx="30451" cy="9752"/>
          </a:xfrm>
          <a:custGeom>
            <a:avLst/>
            <a:gdLst/>
            <a:ahLst/>
            <a:cxnLst/>
            <a:rect l="0" t="0" r="r" b="b"/>
            <a:pathLst>
              <a:path w="30451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062" y="9752"/>
                </a:lnTo>
                <a:lnTo>
                  <a:pt x="30451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Editable vector"/>
          <p:cNvSpPr/>
          <p:nvPr/>
        </p:nvSpPr>
        <p:spPr>
          <a:xfrm>
            <a:off x="4208784" y="5169448"/>
            <a:ext cx="50653" cy="16216"/>
          </a:xfrm>
          <a:custGeom>
            <a:avLst/>
            <a:gdLst/>
            <a:ahLst/>
            <a:cxnLst/>
            <a:rect l="0" t="0" r="r" b="b"/>
            <a:pathLst>
              <a:path w="50653" h="16217" fill="norm" stroke="0" extrusionOk="0">
                <a:moveTo>
                  <a:pt x="0" y="0"/>
                </a:moveTo>
                <a:lnTo>
                  <a:pt x="0" y="16217"/>
                </a:lnTo>
                <a:lnTo>
                  <a:pt x="25343" y="16217"/>
                </a:lnTo>
                <a:lnTo>
                  <a:pt x="506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Editable vector"/>
          <p:cNvSpPr/>
          <p:nvPr/>
        </p:nvSpPr>
        <p:spPr>
          <a:xfrm>
            <a:off x="4608414" y="5169448"/>
            <a:ext cx="50653" cy="16216"/>
          </a:xfrm>
          <a:custGeom>
            <a:avLst/>
            <a:gdLst/>
            <a:ahLst/>
            <a:cxnLst/>
            <a:rect l="0" t="0" r="r" b="b"/>
            <a:pathLst>
              <a:path w="50654" h="16217" fill="norm" stroke="0" extrusionOk="0">
                <a:moveTo>
                  <a:pt x="0" y="0"/>
                </a:moveTo>
                <a:lnTo>
                  <a:pt x="0" y="16217"/>
                </a:lnTo>
                <a:lnTo>
                  <a:pt x="25343" y="16217"/>
                </a:lnTo>
                <a:lnTo>
                  <a:pt x="50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Editable vector"/>
          <p:cNvSpPr/>
          <p:nvPr/>
        </p:nvSpPr>
        <p:spPr>
          <a:xfrm>
            <a:off x="4583071" y="4947679"/>
            <a:ext cx="101306" cy="32492"/>
          </a:xfrm>
          <a:custGeom>
            <a:avLst/>
            <a:gdLst/>
            <a:ahLst/>
            <a:cxnLst/>
            <a:rect l="0" t="0" r="r" b="b"/>
            <a:pathLst>
              <a:path w="101307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686" y="32493"/>
                </a:lnTo>
                <a:lnTo>
                  <a:pt x="101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Editable vector"/>
          <p:cNvSpPr/>
          <p:nvPr/>
        </p:nvSpPr>
        <p:spPr>
          <a:xfrm>
            <a:off x="4583071" y="4736856"/>
            <a:ext cx="101306" cy="32492"/>
          </a:xfrm>
          <a:custGeom>
            <a:avLst/>
            <a:gdLst/>
            <a:ahLst/>
            <a:cxnLst/>
            <a:rect l="0" t="0" r="r" b="b"/>
            <a:pathLst>
              <a:path w="101307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686" y="32493"/>
                </a:lnTo>
                <a:lnTo>
                  <a:pt x="101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Editable vector"/>
          <p:cNvSpPr/>
          <p:nvPr/>
        </p:nvSpPr>
        <p:spPr>
          <a:xfrm>
            <a:off x="3389945" y="5782657"/>
            <a:ext cx="101339" cy="32492"/>
          </a:xfrm>
          <a:custGeom>
            <a:avLst/>
            <a:gdLst/>
            <a:ahLst/>
            <a:cxnLst/>
            <a:rect l="0" t="0" r="r" b="b"/>
            <a:pathLst>
              <a:path w="101340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653" y="32493"/>
                </a:lnTo>
                <a:lnTo>
                  <a:pt x="101340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Editable vector"/>
          <p:cNvSpPr/>
          <p:nvPr/>
        </p:nvSpPr>
        <p:spPr>
          <a:xfrm>
            <a:off x="4183474" y="5782657"/>
            <a:ext cx="101306" cy="32492"/>
          </a:xfrm>
          <a:custGeom>
            <a:avLst/>
            <a:gdLst/>
            <a:ahLst/>
            <a:cxnLst/>
            <a:rect l="0" t="0" r="r" b="b"/>
            <a:pathLst>
              <a:path w="101307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653" y="32493"/>
                </a:lnTo>
                <a:lnTo>
                  <a:pt x="101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Editable vector"/>
          <p:cNvSpPr/>
          <p:nvPr/>
        </p:nvSpPr>
        <p:spPr>
          <a:xfrm>
            <a:off x="3389945" y="5972770"/>
            <a:ext cx="101339" cy="32492"/>
          </a:xfrm>
          <a:custGeom>
            <a:avLst/>
            <a:gdLst/>
            <a:ahLst/>
            <a:cxnLst/>
            <a:rect l="0" t="0" r="r" b="b"/>
            <a:pathLst>
              <a:path w="101340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653" y="32493"/>
                </a:lnTo>
                <a:lnTo>
                  <a:pt x="101340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Editable vector"/>
          <p:cNvSpPr/>
          <p:nvPr/>
        </p:nvSpPr>
        <p:spPr>
          <a:xfrm>
            <a:off x="4183474" y="5972770"/>
            <a:ext cx="101306" cy="32492"/>
          </a:xfrm>
          <a:custGeom>
            <a:avLst/>
            <a:gdLst/>
            <a:ahLst/>
            <a:cxnLst/>
            <a:rect l="0" t="0" r="r" b="b"/>
            <a:pathLst>
              <a:path w="101307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653" y="32493"/>
                </a:lnTo>
                <a:lnTo>
                  <a:pt x="101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Editable vector"/>
          <p:cNvSpPr/>
          <p:nvPr/>
        </p:nvSpPr>
        <p:spPr>
          <a:xfrm>
            <a:off x="6205360" y="5972770"/>
            <a:ext cx="101503" cy="32492"/>
          </a:xfrm>
          <a:custGeom>
            <a:avLst/>
            <a:gdLst/>
            <a:ahLst/>
            <a:cxnLst/>
            <a:rect l="0" t="0" r="r" b="b"/>
            <a:pathLst>
              <a:path w="101503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752" y="32493"/>
                </a:lnTo>
                <a:lnTo>
                  <a:pt x="10150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Editable vector"/>
          <p:cNvSpPr/>
          <p:nvPr/>
        </p:nvSpPr>
        <p:spPr>
          <a:xfrm>
            <a:off x="3769274" y="5972770"/>
            <a:ext cx="101306" cy="32492"/>
          </a:xfrm>
          <a:custGeom>
            <a:avLst/>
            <a:gdLst/>
            <a:ahLst/>
            <a:cxnLst/>
            <a:rect l="0" t="0" r="r" b="b"/>
            <a:pathLst>
              <a:path w="101307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621" y="32493"/>
                </a:lnTo>
                <a:lnTo>
                  <a:pt x="101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Editable vector"/>
          <p:cNvSpPr/>
          <p:nvPr/>
        </p:nvSpPr>
        <p:spPr>
          <a:xfrm>
            <a:off x="3804735" y="4959060"/>
            <a:ext cx="30385" cy="9730"/>
          </a:xfrm>
          <a:custGeom>
            <a:avLst/>
            <a:gdLst/>
            <a:ahLst/>
            <a:cxnLst/>
            <a:rect l="0" t="0" r="r" b="b"/>
            <a:pathLst>
              <a:path w="30385" h="9731" fill="norm" stroke="0" extrusionOk="0">
                <a:moveTo>
                  <a:pt x="0" y="0"/>
                </a:moveTo>
                <a:lnTo>
                  <a:pt x="0" y="9731"/>
                </a:lnTo>
                <a:lnTo>
                  <a:pt x="15160" y="9731"/>
                </a:lnTo>
                <a:lnTo>
                  <a:pt x="30385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Editable vector"/>
          <p:cNvSpPr/>
          <p:nvPr/>
        </p:nvSpPr>
        <p:spPr>
          <a:xfrm>
            <a:off x="3804734" y="4748238"/>
            <a:ext cx="30385" cy="9730"/>
          </a:xfrm>
          <a:custGeom>
            <a:avLst/>
            <a:gdLst/>
            <a:ahLst/>
            <a:cxnLst/>
            <a:rect l="0" t="0" r="r" b="b"/>
            <a:pathLst>
              <a:path w="30385" h="9731" fill="norm" stroke="0" extrusionOk="0">
                <a:moveTo>
                  <a:pt x="0" y="0"/>
                </a:moveTo>
                <a:lnTo>
                  <a:pt x="0" y="9731"/>
                </a:lnTo>
                <a:lnTo>
                  <a:pt x="15160" y="9731"/>
                </a:lnTo>
                <a:lnTo>
                  <a:pt x="30385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Editable vector"/>
          <p:cNvSpPr/>
          <p:nvPr/>
        </p:nvSpPr>
        <p:spPr>
          <a:xfrm>
            <a:off x="3804734" y="4530878"/>
            <a:ext cx="30385" cy="9752"/>
          </a:xfrm>
          <a:custGeom>
            <a:avLst/>
            <a:gdLst/>
            <a:ahLst/>
            <a:cxnLst/>
            <a:rect l="0" t="0" r="r" b="b"/>
            <a:pathLst>
              <a:path w="30385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160" y="9752"/>
                </a:lnTo>
                <a:lnTo>
                  <a:pt x="30385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Editable vector"/>
          <p:cNvSpPr/>
          <p:nvPr/>
        </p:nvSpPr>
        <p:spPr>
          <a:xfrm>
            <a:off x="1405926" y="5172695"/>
            <a:ext cx="30401" cy="9720"/>
          </a:xfrm>
          <a:custGeom>
            <a:avLst/>
            <a:gdLst/>
            <a:ahLst/>
            <a:cxnLst/>
            <a:rect l="0" t="0" r="r" b="b"/>
            <a:pathLst>
              <a:path w="30402" h="9720" fill="norm" stroke="0" extrusionOk="0">
                <a:moveTo>
                  <a:pt x="0" y="0"/>
                </a:moveTo>
                <a:lnTo>
                  <a:pt x="0" y="9720"/>
                </a:lnTo>
                <a:lnTo>
                  <a:pt x="15199" y="9720"/>
                </a:lnTo>
                <a:lnTo>
                  <a:pt x="3040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Editable vector"/>
          <p:cNvSpPr/>
          <p:nvPr/>
        </p:nvSpPr>
        <p:spPr>
          <a:xfrm>
            <a:off x="1405926" y="4959060"/>
            <a:ext cx="30402" cy="9730"/>
          </a:xfrm>
          <a:custGeom>
            <a:avLst/>
            <a:gdLst/>
            <a:ahLst/>
            <a:cxnLst/>
            <a:rect l="0" t="0" r="r" b="b"/>
            <a:pathLst>
              <a:path w="30402" h="9731" fill="norm" stroke="0" extrusionOk="0">
                <a:moveTo>
                  <a:pt x="0" y="0"/>
                </a:moveTo>
                <a:lnTo>
                  <a:pt x="0" y="9731"/>
                </a:lnTo>
                <a:lnTo>
                  <a:pt x="15199" y="9731"/>
                </a:lnTo>
                <a:lnTo>
                  <a:pt x="3040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Editable vector"/>
          <p:cNvSpPr/>
          <p:nvPr/>
        </p:nvSpPr>
        <p:spPr>
          <a:xfrm>
            <a:off x="2223308" y="5371565"/>
            <a:ext cx="30352" cy="9745"/>
          </a:xfrm>
          <a:custGeom>
            <a:avLst/>
            <a:gdLst/>
            <a:ahLst/>
            <a:cxnLst/>
            <a:rect l="0" t="0" r="r" b="b"/>
            <a:pathLst>
              <a:path w="30353" h="9746" fill="norm" stroke="0" extrusionOk="0">
                <a:moveTo>
                  <a:pt x="0" y="0"/>
                </a:moveTo>
                <a:lnTo>
                  <a:pt x="0" y="9746"/>
                </a:lnTo>
                <a:lnTo>
                  <a:pt x="15193" y="9746"/>
                </a:lnTo>
                <a:lnTo>
                  <a:pt x="303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Editable vector"/>
          <p:cNvSpPr/>
          <p:nvPr/>
        </p:nvSpPr>
        <p:spPr>
          <a:xfrm>
            <a:off x="2607025" y="5371565"/>
            <a:ext cx="30352" cy="9745"/>
          </a:xfrm>
          <a:custGeom>
            <a:avLst/>
            <a:gdLst/>
            <a:ahLst/>
            <a:cxnLst/>
            <a:rect l="0" t="0" r="r" b="b"/>
            <a:pathLst>
              <a:path w="30353" h="9746" fill="norm" stroke="0" extrusionOk="0">
                <a:moveTo>
                  <a:pt x="0" y="0"/>
                </a:moveTo>
                <a:lnTo>
                  <a:pt x="0" y="9746"/>
                </a:lnTo>
                <a:lnTo>
                  <a:pt x="15160" y="9746"/>
                </a:lnTo>
                <a:lnTo>
                  <a:pt x="303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Editable vector"/>
          <p:cNvSpPr/>
          <p:nvPr/>
        </p:nvSpPr>
        <p:spPr>
          <a:xfrm>
            <a:off x="2223309" y="5576785"/>
            <a:ext cx="30352" cy="9730"/>
          </a:xfrm>
          <a:custGeom>
            <a:avLst/>
            <a:gdLst/>
            <a:ahLst/>
            <a:cxnLst/>
            <a:rect l="0" t="0" r="r" b="b"/>
            <a:pathLst>
              <a:path w="30353" h="9731" fill="norm" stroke="0" extrusionOk="0">
                <a:moveTo>
                  <a:pt x="0" y="0"/>
                </a:moveTo>
                <a:lnTo>
                  <a:pt x="0" y="9731"/>
                </a:lnTo>
                <a:lnTo>
                  <a:pt x="15193" y="9731"/>
                </a:lnTo>
                <a:lnTo>
                  <a:pt x="303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Editable vector"/>
          <p:cNvSpPr/>
          <p:nvPr/>
        </p:nvSpPr>
        <p:spPr>
          <a:xfrm>
            <a:off x="2607025" y="5576785"/>
            <a:ext cx="30352" cy="9730"/>
          </a:xfrm>
          <a:custGeom>
            <a:avLst/>
            <a:gdLst/>
            <a:ahLst/>
            <a:cxnLst/>
            <a:rect l="0" t="0" r="r" b="b"/>
            <a:pathLst>
              <a:path w="30353" h="9731" fill="norm" stroke="0" extrusionOk="0">
                <a:moveTo>
                  <a:pt x="0" y="0"/>
                </a:moveTo>
                <a:lnTo>
                  <a:pt x="0" y="9731"/>
                </a:lnTo>
                <a:lnTo>
                  <a:pt x="15160" y="9731"/>
                </a:lnTo>
                <a:lnTo>
                  <a:pt x="303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Editable vector"/>
          <p:cNvSpPr/>
          <p:nvPr/>
        </p:nvSpPr>
        <p:spPr>
          <a:xfrm>
            <a:off x="2223309" y="5794017"/>
            <a:ext cx="30352" cy="9752"/>
          </a:xfrm>
          <a:custGeom>
            <a:avLst/>
            <a:gdLst/>
            <a:ahLst/>
            <a:cxnLst/>
            <a:rect l="0" t="0" r="r" b="b"/>
            <a:pathLst>
              <a:path w="30353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193" y="9752"/>
                </a:lnTo>
                <a:lnTo>
                  <a:pt x="303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Editable vector"/>
          <p:cNvSpPr/>
          <p:nvPr/>
        </p:nvSpPr>
        <p:spPr>
          <a:xfrm>
            <a:off x="2607025" y="5794017"/>
            <a:ext cx="30352" cy="9752"/>
          </a:xfrm>
          <a:custGeom>
            <a:avLst/>
            <a:gdLst/>
            <a:ahLst/>
            <a:cxnLst/>
            <a:rect l="0" t="0" r="r" b="b"/>
            <a:pathLst>
              <a:path w="30353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160" y="9752"/>
                </a:lnTo>
                <a:lnTo>
                  <a:pt x="303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Editable vector"/>
          <p:cNvSpPr/>
          <p:nvPr/>
        </p:nvSpPr>
        <p:spPr>
          <a:xfrm>
            <a:off x="2223309" y="5984130"/>
            <a:ext cx="30352" cy="9752"/>
          </a:xfrm>
          <a:custGeom>
            <a:avLst/>
            <a:gdLst/>
            <a:ahLst/>
            <a:cxnLst/>
            <a:rect l="0" t="0" r="r" b="b"/>
            <a:pathLst>
              <a:path w="30353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193" y="9752"/>
                </a:lnTo>
                <a:lnTo>
                  <a:pt x="303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Editable vector"/>
          <p:cNvSpPr/>
          <p:nvPr/>
        </p:nvSpPr>
        <p:spPr>
          <a:xfrm>
            <a:off x="2607025" y="5984130"/>
            <a:ext cx="30352" cy="9752"/>
          </a:xfrm>
          <a:custGeom>
            <a:avLst/>
            <a:gdLst/>
            <a:ahLst/>
            <a:cxnLst/>
            <a:rect l="0" t="0" r="r" b="b"/>
            <a:pathLst>
              <a:path w="30353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160" y="9752"/>
                </a:lnTo>
                <a:lnTo>
                  <a:pt x="303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Editable vector"/>
          <p:cNvSpPr/>
          <p:nvPr/>
        </p:nvSpPr>
        <p:spPr>
          <a:xfrm>
            <a:off x="1405926" y="5371565"/>
            <a:ext cx="30402" cy="9745"/>
          </a:xfrm>
          <a:custGeom>
            <a:avLst/>
            <a:gdLst/>
            <a:ahLst/>
            <a:cxnLst/>
            <a:rect l="0" t="0" r="r" b="b"/>
            <a:pathLst>
              <a:path w="30402" h="9746" fill="norm" stroke="0" extrusionOk="0">
                <a:moveTo>
                  <a:pt x="0" y="0"/>
                </a:moveTo>
                <a:lnTo>
                  <a:pt x="0" y="9746"/>
                </a:lnTo>
                <a:lnTo>
                  <a:pt x="15199" y="9746"/>
                </a:lnTo>
                <a:lnTo>
                  <a:pt x="3040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Editable vector"/>
          <p:cNvSpPr/>
          <p:nvPr/>
        </p:nvSpPr>
        <p:spPr>
          <a:xfrm>
            <a:off x="1815169" y="5371565"/>
            <a:ext cx="30405" cy="9745"/>
          </a:xfrm>
          <a:custGeom>
            <a:avLst/>
            <a:gdLst/>
            <a:ahLst/>
            <a:cxnLst/>
            <a:rect l="0" t="0" r="r" b="b"/>
            <a:pathLst>
              <a:path w="30405" h="9746" fill="norm" stroke="0" extrusionOk="0">
                <a:moveTo>
                  <a:pt x="0" y="0"/>
                </a:moveTo>
                <a:lnTo>
                  <a:pt x="0" y="9746"/>
                </a:lnTo>
                <a:lnTo>
                  <a:pt x="15203" y="9746"/>
                </a:lnTo>
                <a:lnTo>
                  <a:pt x="30405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Editable vector"/>
          <p:cNvSpPr/>
          <p:nvPr/>
        </p:nvSpPr>
        <p:spPr>
          <a:xfrm>
            <a:off x="1405926" y="5576785"/>
            <a:ext cx="30401" cy="9730"/>
          </a:xfrm>
          <a:custGeom>
            <a:avLst/>
            <a:gdLst/>
            <a:ahLst/>
            <a:cxnLst/>
            <a:rect l="0" t="0" r="r" b="b"/>
            <a:pathLst>
              <a:path w="30402" h="9731" fill="norm" stroke="0" extrusionOk="0">
                <a:moveTo>
                  <a:pt x="0" y="0"/>
                </a:moveTo>
                <a:lnTo>
                  <a:pt x="0" y="9731"/>
                </a:lnTo>
                <a:lnTo>
                  <a:pt x="15199" y="9731"/>
                </a:lnTo>
                <a:lnTo>
                  <a:pt x="3040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Editable vector"/>
          <p:cNvSpPr/>
          <p:nvPr/>
        </p:nvSpPr>
        <p:spPr>
          <a:xfrm>
            <a:off x="1815169" y="5576785"/>
            <a:ext cx="30405" cy="9730"/>
          </a:xfrm>
          <a:custGeom>
            <a:avLst/>
            <a:gdLst/>
            <a:ahLst/>
            <a:cxnLst/>
            <a:rect l="0" t="0" r="r" b="b"/>
            <a:pathLst>
              <a:path w="30405" h="9731" fill="norm" stroke="0" extrusionOk="0">
                <a:moveTo>
                  <a:pt x="0" y="0"/>
                </a:moveTo>
                <a:lnTo>
                  <a:pt x="0" y="9731"/>
                </a:lnTo>
                <a:lnTo>
                  <a:pt x="15203" y="9731"/>
                </a:lnTo>
                <a:lnTo>
                  <a:pt x="30405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Editable vector"/>
          <p:cNvSpPr/>
          <p:nvPr/>
        </p:nvSpPr>
        <p:spPr>
          <a:xfrm>
            <a:off x="1405926" y="5794017"/>
            <a:ext cx="30402" cy="9752"/>
          </a:xfrm>
          <a:custGeom>
            <a:avLst/>
            <a:gdLst/>
            <a:ahLst/>
            <a:cxnLst/>
            <a:rect l="0" t="0" r="r" b="b"/>
            <a:pathLst>
              <a:path w="30402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199" y="9752"/>
                </a:lnTo>
                <a:lnTo>
                  <a:pt x="3040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Editable vector"/>
          <p:cNvSpPr/>
          <p:nvPr/>
        </p:nvSpPr>
        <p:spPr>
          <a:xfrm>
            <a:off x="1815169" y="5794017"/>
            <a:ext cx="30405" cy="9752"/>
          </a:xfrm>
          <a:custGeom>
            <a:avLst/>
            <a:gdLst/>
            <a:ahLst/>
            <a:cxnLst/>
            <a:rect l="0" t="0" r="r" b="b"/>
            <a:pathLst>
              <a:path w="30405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203" y="9752"/>
                </a:lnTo>
                <a:lnTo>
                  <a:pt x="30405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Editable vector"/>
          <p:cNvSpPr/>
          <p:nvPr/>
        </p:nvSpPr>
        <p:spPr>
          <a:xfrm>
            <a:off x="1405926" y="5984130"/>
            <a:ext cx="30402" cy="9752"/>
          </a:xfrm>
          <a:custGeom>
            <a:avLst/>
            <a:gdLst/>
            <a:ahLst/>
            <a:cxnLst/>
            <a:rect l="0" t="0" r="r" b="b"/>
            <a:pathLst>
              <a:path w="30402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199" y="9752"/>
                </a:lnTo>
                <a:lnTo>
                  <a:pt x="3040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Editable vector"/>
          <p:cNvSpPr/>
          <p:nvPr/>
        </p:nvSpPr>
        <p:spPr>
          <a:xfrm>
            <a:off x="1815169" y="5984130"/>
            <a:ext cx="30405" cy="9752"/>
          </a:xfrm>
          <a:custGeom>
            <a:avLst/>
            <a:gdLst/>
            <a:ahLst/>
            <a:cxnLst/>
            <a:rect l="0" t="0" r="r" b="b"/>
            <a:pathLst>
              <a:path w="30405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203" y="9752"/>
                </a:lnTo>
                <a:lnTo>
                  <a:pt x="30405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Editable vector"/>
          <p:cNvSpPr/>
          <p:nvPr/>
        </p:nvSpPr>
        <p:spPr>
          <a:xfrm>
            <a:off x="4583071" y="4519518"/>
            <a:ext cx="101306" cy="32492"/>
          </a:xfrm>
          <a:custGeom>
            <a:avLst/>
            <a:gdLst/>
            <a:ahLst/>
            <a:cxnLst/>
            <a:rect l="0" t="0" r="r" b="b"/>
            <a:pathLst>
              <a:path w="101307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686" y="32493"/>
                </a:lnTo>
                <a:lnTo>
                  <a:pt x="101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Editable vector"/>
          <p:cNvSpPr/>
          <p:nvPr/>
        </p:nvSpPr>
        <p:spPr>
          <a:xfrm>
            <a:off x="5012202" y="5169448"/>
            <a:ext cx="50751" cy="16216"/>
          </a:xfrm>
          <a:custGeom>
            <a:avLst/>
            <a:gdLst/>
            <a:ahLst/>
            <a:cxnLst/>
            <a:rect l="0" t="0" r="r" b="b"/>
            <a:pathLst>
              <a:path w="50752" h="16217" fill="norm" stroke="0" extrusionOk="0">
                <a:moveTo>
                  <a:pt x="0" y="0"/>
                </a:moveTo>
                <a:lnTo>
                  <a:pt x="0" y="16217"/>
                </a:lnTo>
                <a:lnTo>
                  <a:pt x="25212" y="16217"/>
                </a:lnTo>
                <a:lnTo>
                  <a:pt x="50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Editable vector"/>
          <p:cNvSpPr/>
          <p:nvPr/>
        </p:nvSpPr>
        <p:spPr>
          <a:xfrm>
            <a:off x="4986990" y="4947679"/>
            <a:ext cx="101175" cy="32492"/>
          </a:xfrm>
          <a:custGeom>
            <a:avLst/>
            <a:gdLst/>
            <a:ahLst/>
            <a:cxnLst/>
            <a:rect l="0" t="0" r="r" b="b"/>
            <a:pathLst>
              <a:path w="101176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424" y="32493"/>
                </a:lnTo>
                <a:lnTo>
                  <a:pt x="101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Editable vector"/>
          <p:cNvSpPr/>
          <p:nvPr/>
        </p:nvSpPr>
        <p:spPr>
          <a:xfrm>
            <a:off x="4936238" y="4720610"/>
            <a:ext cx="202679" cy="64985"/>
          </a:xfrm>
          <a:custGeom>
            <a:avLst/>
            <a:gdLst/>
            <a:ahLst/>
            <a:cxnLst/>
            <a:rect l="0" t="0" r="r" b="b"/>
            <a:pathLst>
              <a:path w="202680" h="64986" fill="norm" stroke="0" extrusionOk="0">
                <a:moveTo>
                  <a:pt x="0" y="0"/>
                </a:moveTo>
                <a:lnTo>
                  <a:pt x="0" y="64986"/>
                </a:lnTo>
                <a:lnTo>
                  <a:pt x="101176" y="64986"/>
                </a:lnTo>
                <a:lnTo>
                  <a:pt x="202680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Editable vector"/>
          <p:cNvSpPr/>
          <p:nvPr/>
        </p:nvSpPr>
        <p:spPr>
          <a:xfrm>
            <a:off x="5420508" y="5169448"/>
            <a:ext cx="50424" cy="16216"/>
          </a:xfrm>
          <a:custGeom>
            <a:avLst/>
            <a:gdLst/>
            <a:ahLst/>
            <a:cxnLst/>
            <a:rect l="0" t="0" r="r" b="b"/>
            <a:pathLst>
              <a:path w="50424" h="16217" fill="norm" stroke="0" extrusionOk="0">
                <a:moveTo>
                  <a:pt x="0" y="0"/>
                </a:moveTo>
                <a:lnTo>
                  <a:pt x="0" y="16217"/>
                </a:lnTo>
                <a:lnTo>
                  <a:pt x="25212" y="16217"/>
                </a:lnTo>
                <a:lnTo>
                  <a:pt x="504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Editable vector"/>
          <p:cNvSpPr/>
          <p:nvPr/>
        </p:nvSpPr>
        <p:spPr>
          <a:xfrm>
            <a:off x="5394969" y="4947679"/>
            <a:ext cx="101503" cy="32492"/>
          </a:xfrm>
          <a:custGeom>
            <a:avLst/>
            <a:gdLst/>
            <a:ahLst/>
            <a:cxnLst/>
            <a:rect l="0" t="0" r="r" b="b"/>
            <a:pathLst>
              <a:path w="101503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752" y="32493"/>
                </a:lnTo>
                <a:lnTo>
                  <a:pt x="10150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Editable vector"/>
          <p:cNvSpPr/>
          <p:nvPr/>
        </p:nvSpPr>
        <p:spPr>
          <a:xfrm>
            <a:off x="5344544" y="4720610"/>
            <a:ext cx="202352" cy="64985"/>
          </a:xfrm>
          <a:custGeom>
            <a:avLst/>
            <a:gdLst/>
            <a:ahLst/>
            <a:cxnLst/>
            <a:rect l="0" t="0" r="r" b="b"/>
            <a:pathLst>
              <a:path w="202352" h="64986" fill="norm" stroke="0" extrusionOk="0">
                <a:moveTo>
                  <a:pt x="0" y="0"/>
                </a:moveTo>
                <a:lnTo>
                  <a:pt x="0" y="64986"/>
                </a:lnTo>
                <a:lnTo>
                  <a:pt x="101176" y="64986"/>
                </a:lnTo>
                <a:lnTo>
                  <a:pt x="2023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Editable vector"/>
          <p:cNvSpPr/>
          <p:nvPr/>
        </p:nvSpPr>
        <p:spPr>
          <a:xfrm>
            <a:off x="5823903" y="5169448"/>
            <a:ext cx="50424" cy="16216"/>
          </a:xfrm>
          <a:custGeom>
            <a:avLst/>
            <a:gdLst/>
            <a:ahLst/>
            <a:cxnLst/>
            <a:rect l="0" t="0" r="r" b="b"/>
            <a:pathLst>
              <a:path w="50424" h="16217" fill="norm" stroke="0" extrusionOk="0">
                <a:moveTo>
                  <a:pt x="0" y="0"/>
                </a:moveTo>
                <a:lnTo>
                  <a:pt x="0" y="16217"/>
                </a:lnTo>
                <a:lnTo>
                  <a:pt x="25212" y="16217"/>
                </a:lnTo>
                <a:lnTo>
                  <a:pt x="504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Editable vector"/>
          <p:cNvSpPr/>
          <p:nvPr/>
        </p:nvSpPr>
        <p:spPr>
          <a:xfrm>
            <a:off x="7021645" y="4744980"/>
            <a:ext cx="50424" cy="16246"/>
          </a:xfrm>
          <a:custGeom>
            <a:avLst/>
            <a:gdLst/>
            <a:ahLst/>
            <a:cxnLst/>
            <a:rect l="0" t="0" r="r" b="b"/>
            <a:pathLst>
              <a:path w="50425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212" y="16246"/>
                </a:lnTo>
                <a:lnTo>
                  <a:pt x="504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Editable vector"/>
          <p:cNvSpPr/>
          <p:nvPr/>
        </p:nvSpPr>
        <p:spPr>
          <a:xfrm>
            <a:off x="7405723" y="4744980"/>
            <a:ext cx="50750" cy="16246"/>
          </a:xfrm>
          <a:custGeom>
            <a:avLst/>
            <a:gdLst/>
            <a:ahLst/>
            <a:cxnLst/>
            <a:rect l="0" t="0" r="r" b="b"/>
            <a:pathLst>
              <a:path w="50750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540" y="16246"/>
                </a:lnTo>
                <a:lnTo>
                  <a:pt x="507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Editable vector"/>
          <p:cNvSpPr/>
          <p:nvPr/>
        </p:nvSpPr>
        <p:spPr>
          <a:xfrm>
            <a:off x="7817631" y="4744980"/>
            <a:ext cx="50750" cy="16246"/>
          </a:xfrm>
          <a:custGeom>
            <a:avLst/>
            <a:gdLst/>
            <a:ahLst/>
            <a:cxnLst/>
            <a:rect l="0" t="0" r="r" b="b"/>
            <a:pathLst>
              <a:path w="50750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540" y="16246"/>
                </a:lnTo>
                <a:lnTo>
                  <a:pt x="507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Editable vector"/>
          <p:cNvSpPr/>
          <p:nvPr/>
        </p:nvSpPr>
        <p:spPr>
          <a:xfrm>
            <a:off x="8223972" y="4744980"/>
            <a:ext cx="50751" cy="16246"/>
          </a:xfrm>
          <a:custGeom>
            <a:avLst/>
            <a:gdLst/>
            <a:ahLst/>
            <a:cxnLst/>
            <a:rect l="0" t="0" r="r" b="b"/>
            <a:pathLst>
              <a:path w="50752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540" y="16246"/>
                </a:lnTo>
                <a:lnTo>
                  <a:pt x="50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Editable vector"/>
          <p:cNvSpPr/>
          <p:nvPr/>
        </p:nvSpPr>
        <p:spPr>
          <a:xfrm>
            <a:off x="5798363" y="4947679"/>
            <a:ext cx="101503" cy="32492"/>
          </a:xfrm>
          <a:custGeom>
            <a:avLst/>
            <a:gdLst/>
            <a:ahLst/>
            <a:cxnLst/>
            <a:rect l="0" t="0" r="r" b="b"/>
            <a:pathLst>
              <a:path w="101503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752" y="32493"/>
                </a:lnTo>
                <a:lnTo>
                  <a:pt x="10150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Editable vector"/>
          <p:cNvSpPr/>
          <p:nvPr/>
        </p:nvSpPr>
        <p:spPr>
          <a:xfrm>
            <a:off x="5747939" y="4720610"/>
            <a:ext cx="202679" cy="64985"/>
          </a:xfrm>
          <a:custGeom>
            <a:avLst/>
            <a:gdLst/>
            <a:ahLst/>
            <a:cxnLst/>
            <a:rect l="0" t="0" r="r" b="b"/>
            <a:pathLst>
              <a:path w="202680" h="64986" fill="norm" stroke="0" extrusionOk="0">
                <a:moveTo>
                  <a:pt x="0" y="0"/>
                </a:moveTo>
                <a:lnTo>
                  <a:pt x="0" y="64986"/>
                </a:lnTo>
                <a:lnTo>
                  <a:pt x="101176" y="64986"/>
                </a:lnTo>
                <a:lnTo>
                  <a:pt x="202680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Editable vector"/>
          <p:cNvSpPr/>
          <p:nvPr/>
        </p:nvSpPr>
        <p:spPr>
          <a:xfrm>
            <a:off x="6230900" y="5169448"/>
            <a:ext cx="50751" cy="16216"/>
          </a:xfrm>
          <a:custGeom>
            <a:avLst/>
            <a:gdLst/>
            <a:ahLst/>
            <a:cxnLst/>
            <a:rect l="0" t="0" r="r" b="b"/>
            <a:pathLst>
              <a:path w="50752" h="16217" fill="norm" stroke="0" extrusionOk="0">
                <a:moveTo>
                  <a:pt x="0" y="0"/>
                </a:moveTo>
                <a:lnTo>
                  <a:pt x="0" y="16217"/>
                </a:lnTo>
                <a:lnTo>
                  <a:pt x="25212" y="16217"/>
                </a:lnTo>
                <a:lnTo>
                  <a:pt x="50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Editable vector"/>
          <p:cNvSpPr/>
          <p:nvPr/>
        </p:nvSpPr>
        <p:spPr>
          <a:xfrm>
            <a:off x="6205360" y="4947679"/>
            <a:ext cx="101503" cy="32492"/>
          </a:xfrm>
          <a:custGeom>
            <a:avLst/>
            <a:gdLst/>
            <a:ahLst/>
            <a:cxnLst/>
            <a:rect l="0" t="0" r="r" b="b"/>
            <a:pathLst>
              <a:path w="101503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752" y="32493"/>
                </a:lnTo>
                <a:lnTo>
                  <a:pt x="10150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Editable vector"/>
          <p:cNvSpPr/>
          <p:nvPr/>
        </p:nvSpPr>
        <p:spPr>
          <a:xfrm>
            <a:off x="6205360" y="4736856"/>
            <a:ext cx="101503" cy="32492"/>
          </a:xfrm>
          <a:custGeom>
            <a:avLst/>
            <a:gdLst/>
            <a:ahLst/>
            <a:cxnLst/>
            <a:rect l="0" t="0" r="r" b="b"/>
            <a:pathLst>
              <a:path w="101503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752" y="32493"/>
                </a:lnTo>
                <a:lnTo>
                  <a:pt x="10150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Editable vector"/>
          <p:cNvSpPr/>
          <p:nvPr/>
        </p:nvSpPr>
        <p:spPr>
          <a:xfrm>
            <a:off x="4936238" y="4503293"/>
            <a:ext cx="202679" cy="64943"/>
          </a:xfrm>
          <a:custGeom>
            <a:avLst/>
            <a:gdLst/>
            <a:ahLst/>
            <a:cxnLst/>
            <a:rect l="0" t="0" r="r" b="b"/>
            <a:pathLst>
              <a:path w="202680" h="64943" fill="norm" stroke="0" extrusionOk="0">
                <a:moveTo>
                  <a:pt x="0" y="0"/>
                </a:moveTo>
                <a:lnTo>
                  <a:pt x="0" y="64943"/>
                </a:lnTo>
                <a:lnTo>
                  <a:pt x="101176" y="64943"/>
                </a:lnTo>
                <a:lnTo>
                  <a:pt x="202680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Editable vector"/>
          <p:cNvSpPr/>
          <p:nvPr/>
        </p:nvSpPr>
        <p:spPr>
          <a:xfrm>
            <a:off x="3718588" y="5766411"/>
            <a:ext cx="202614" cy="64964"/>
          </a:xfrm>
          <a:custGeom>
            <a:avLst/>
            <a:gdLst/>
            <a:ahLst/>
            <a:cxnLst/>
            <a:rect l="0" t="0" r="r" b="b"/>
            <a:pathLst>
              <a:path w="202614" h="64964" fill="norm" stroke="0" extrusionOk="0">
                <a:moveTo>
                  <a:pt x="0" y="0"/>
                </a:moveTo>
                <a:lnTo>
                  <a:pt x="0" y="64964"/>
                </a:lnTo>
                <a:lnTo>
                  <a:pt x="101307" y="64964"/>
                </a:lnTo>
                <a:lnTo>
                  <a:pt x="20261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Editable vector"/>
          <p:cNvSpPr/>
          <p:nvPr/>
        </p:nvSpPr>
        <p:spPr>
          <a:xfrm>
            <a:off x="5217828" y="4462698"/>
            <a:ext cx="455784" cy="146154"/>
          </a:xfrm>
          <a:custGeom>
            <a:avLst/>
            <a:gdLst/>
            <a:ahLst/>
            <a:cxnLst/>
            <a:rect l="0" t="0" r="r" b="b"/>
            <a:pathLst>
              <a:path w="455784" h="146155" fill="norm" stroke="0" extrusionOk="0">
                <a:moveTo>
                  <a:pt x="0" y="0"/>
                </a:moveTo>
                <a:lnTo>
                  <a:pt x="0" y="146155"/>
                </a:lnTo>
                <a:lnTo>
                  <a:pt x="227892" y="146155"/>
                </a:lnTo>
                <a:lnTo>
                  <a:pt x="45578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Editable vector"/>
          <p:cNvSpPr/>
          <p:nvPr/>
        </p:nvSpPr>
        <p:spPr>
          <a:xfrm>
            <a:off x="5747939" y="4503293"/>
            <a:ext cx="202679" cy="64943"/>
          </a:xfrm>
          <a:custGeom>
            <a:avLst/>
            <a:gdLst/>
            <a:ahLst/>
            <a:cxnLst/>
            <a:rect l="0" t="0" r="r" b="b"/>
            <a:pathLst>
              <a:path w="202680" h="64943" fill="norm" stroke="0" extrusionOk="0">
                <a:moveTo>
                  <a:pt x="0" y="0"/>
                </a:moveTo>
                <a:lnTo>
                  <a:pt x="0" y="64943"/>
                </a:lnTo>
                <a:lnTo>
                  <a:pt x="101176" y="64943"/>
                </a:lnTo>
                <a:lnTo>
                  <a:pt x="202680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Editable vector"/>
          <p:cNvSpPr/>
          <p:nvPr/>
        </p:nvSpPr>
        <p:spPr>
          <a:xfrm>
            <a:off x="6205360" y="4519518"/>
            <a:ext cx="101503" cy="32492"/>
          </a:xfrm>
          <a:custGeom>
            <a:avLst/>
            <a:gdLst/>
            <a:ahLst/>
            <a:cxnLst/>
            <a:rect l="0" t="0" r="r" b="b"/>
            <a:pathLst>
              <a:path w="101503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752" y="32493"/>
                </a:lnTo>
                <a:lnTo>
                  <a:pt x="10150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Editable vector"/>
          <p:cNvSpPr/>
          <p:nvPr/>
        </p:nvSpPr>
        <p:spPr>
          <a:xfrm>
            <a:off x="6633967" y="5169448"/>
            <a:ext cx="50424" cy="16216"/>
          </a:xfrm>
          <a:custGeom>
            <a:avLst/>
            <a:gdLst/>
            <a:ahLst/>
            <a:cxnLst/>
            <a:rect l="0" t="0" r="r" b="b"/>
            <a:pathLst>
              <a:path w="50425" h="16217" fill="norm" stroke="0" extrusionOk="0">
                <a:moveTo>
                  <a:pt x="0" y="0"/>
                </a:moveTo>
                <a:lnTo>
                  <a:pt x="0" y="16217"/>
                </a:lnTo>
                <a:lnTo>
                  <a:pt x="25212" y="16217"/>
                </a:lnTo>
                <a:lnTo>
                  <a:pt x="504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Editable vector"/>
          <p:cNvSpPr/>
          <p:nvPr/>
        </p:nvSpPr>
        <p:spPr>
          <a:xfrm>
            <a:off x="4608414" y="5573527"/>
            <a:ext cx="50653" cy="16246"/>
          </a:xfrm>
          <a:custGeom>
            <a:avLst/>
            <a:gdLst/>
            <a:ahLst/>
            <a:cxnLst/>
            <a:rect l="0" t="0" r="r" b="b"/>
            <a:pathLst>
              <a:path w="50654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343" y="16246"/>
                </a:lnTo>
                <a:lnTo>
                  <a:pt x="50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Editable vector"/>
          <p:cNvSpPr/>
          <p:nvPr/>
        </p:nvSpPr>
        <p:spPr>
          <a:xfrm>
            <a:off x="5012202" y="5573527"/>
            <a:ext cx="50751" cy="16246"/>
          </a:xfrm>
          <a:custGeom>
            <a:avLst/>
            <a:gdLst/>
            <a:ahLst/>
            <a:cxnLst/>
            <a:rect l="0" t="0" r="r" b="b"/>
            <a:pathLst>
              <a:path w="50752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212" y="16246"/>
                </a:lnTo>
                <a:lnTo>
                  <a:pt x="50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Editable vector"/>
          <p:cNvSpPr/>
          <p:nvPr/>
        </p:nvSpPr>
        <p:spPr>
          <a:xfrm>
            <a:off x="5420508" y="5573527"/>
            <a:ext cx="50424" cy="16246"/>
          </a:xfrm>
          <a:custGeom>
            <a:avLst/>
            <a:gdLst/>
            <a:ahLst/>
            <a:cxnLst/>
            <a:rect l="0" t="0" r="r" b="b"/>
            <a:pathLst>
              <a:path w="50424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212" y="16246"/>
                </a:lnTo>
                <a:lnTo>
                  <a:pt x="504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Editable vector"/>
          <p:cNvSpPr/>
          <p:nvPr/>
        </p:nvSpPr>
        <p:spPr>
          <a:xfrm>
            <a:off x="5823903" y="5573527"/>
            <a:ext cx="50424" cy="16246"/>
          </a:xfrm>
          <a:custGeom>
            <a:avLst/>
            <a:gdLst/>
            <a:ahLst/>
            <a:cxnLst/>
            <a:rect l="0" t="0" r="r" b="b"/>
            <a:pathLst>
              <a:path w="50424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212" y="16246"/>
                </a:lnTo>
                <a:lnTo>
                  <a:pt x="504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Editable vector"/>
          <p:cNvSpPr/>
          <p:nvPr/>
        </p:nvSpPr>
        <p:spPr>
          <a:xfrm>
            <a:off x="6230900" y="5573527"/>
            <a:ext cx="50751" cy="16246"/>
          </a:xfrm>
          <a:custGeom>
            <a:avLst/>
            <a:gdLst/>
            <a:ahLst/>
            <a:cxnLst/>
            <a:rect l="0" t="0" r="r" b="b"/>
            <a:pathLst>
              <a:path w="50752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212" y="16246"/>
                </a:lnTo>
                <a:lnTo>
                  <a:pt x="50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Editable vector"/>
          <p:cNvSpPr/>
          <p:nvPr/>
        </p:nvSpPr>
        <p:spPr>
          <a:xfrm>
            <a:off x="6633967" y="5573527"/>
            <a:ext cx="50424" cy="16246"/>
          </a:xfrm>
          <a:custGeom>
            <a:avLst/>
            <a:gdLst/>
            <a:ahLst/>
            <a:cxnLst/>
            <a:rect l="0" t="0" r="r" b="b"/>
            <a:pathLst>
              <a:path w="50425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212" y="16246"/>
                </a:lnTo>
                <a:lnTo>
                  <a:pt x="504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Editable vector"/>
          <p:cNvSpPr/>
          <p:nvPr/>
        </p:nvSpPr>
        <p:spPr>
          <a:xfrm>
            <a:off x="4608414" y="5790781"/>
            <a:ext cx="50653" cy="16246"/>
          </a:xfrm>
          <a:custGeom>
            <a:avLst/>
            <a:gdLst/>
            <a:ahLst/>
            <a:cxnLst/>
            <a:rect l="0" t="0" r="r" b="b"/>
            <a:pathLst>
              <a:path w="50654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343" y="16246"/>
                </a:lnTo>
                <a:lnTo>
                  <a:pt x="50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Editable vector"/>
          <p:cNvSpPr/>
          <p:nvPr/>
        </p:nvSpPr>
        <p:spPr>
          <a:xfrm>
            <a:off x="4608414" y="5980893"/>
            <a:ext cx="50653" cy="16246"/>
          </a:xfrm>
          <a:custGeom>
            <a:avLst/>
            <a:gdLst/>
            <a:ahLst/>
            <a:cxnLst/>
            <a:rect l="0" t="0" r="r" b="b"/>
            <a:pathLst>
              <a:path w="50654" h="16247" fill="norm" stroke="0" extrusionOk="0">
                <a:moveTo>
                  <a:pt x="0" y="0"/>
                </a:moveTo>
                <a:lnTo>
                  <a:pt x="0" y="16247"/>
                </a:lnTo>
                <a:lnTo>
                  <a:pt x="25343" y="16247"/>
                </a:lnTo>
                <a:lnTo>
                  <a:pt x="50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Editable vector"/>
          <p:cNvSpPr/>
          <p:nvPr/>
        </p:nvSpPr>
        <p:spPr>
          <a:xfrm>
            <a:off x="3001088" y="5573527"/>
            <a:ext cx="50686" cy="16246"/>
          </a:xfrm>
          <a:custGeom>
            <a:avLst/>
            <a:gdLst/>
            <a:ahLst/>
            <a:cxnLst/>
            <a:rect l="0" t="0" r="r" b="b"/>
            <a:pathLst>
              <a:path w="50686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343" y="16246"/>
                </a:lnTo>
                <a:lnTo>
                  <a:pt x="50686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Editable vector"/>
          <p:cNvSpPr/>
          <p:nvPr/>
        </p:nvSpPr>
        <p:spPr>
          <a:xfrm>
            <a:off x="3001088" y="5790781"/>
            <a:ext cx="50686" cy="16246"/>
          </a:xfrm>
          <a:custGeom>
            <a:avLst/>
            <a:gdLst/>
            <a:ahLst/>
            <a:cxnLst/>
            <a:rect l="0" t="0" r="r" b="b"/>
            <a:pathLst>
              <a:path w="50686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343" y="16246"/>
                </a:lnTo>
                <a:lnTo>
                  <a:pt x="50686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Editable vector"/>
          <p:cNvSpPr/>
          <p:nvPr/>
        </p:nvSpPr>
        <p:spPr>
          <a:xfrm>
            <a:off x="3001088" y="5980893"/>
            <a:ext cx="50686" cy="16246"/>
          </a:xfrm>
          <a:custGeom>
            <a:avLst/>
            <a:gdLst/>
            <a:ahLst/>
            <a:cxnLst/>
            <a:rect l="0" t="0" r="r" b="b"/>
            <a:pathLst>
              <a:path w="50686" h="16247" fill="norm" stroke="0" extrusionOk="0">
                <a:moveTo>
                  <a:pt x="0" y="0"/>
                </a:moveTo>
                <a:lnTo>
                  <a:pt x="0" y="16247"/>
                </a:lnTo>
                <a:lnTo>
                  <a:pt x="25343" y="16247"/>
                </a:lnTo>
                <a:lnTo>
                  <a:pt x="50686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Editable vector"/>
          <p:cNvSpPr/>
          <p:nvPr/>
        </p:nvSpPr>
        <p:spPr>
          <a:xfrm>
            <a:off x="6996106" y="4947679"/>
            <a:ext cx="101503" cy="32492"/>
          </a:xfrm>
          <a:custGeom>
            <a:avLst/>
            <a:gdLst/>
            <a:ahLst/>
            <a:cxnLst/>
            <a:rect l="0" t="0" r="r" b="b"/>
            <a:pathLst>
              <a:path w="101504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752" y="32493"/>
                </a:lnTo>
                <a:lnTo>
                  <a:pt x="10150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Editable vector"/>
          <p:cNvSpPr/>
          <p:nvPr/>
        </p:nvSpPr>
        <p:spPr>
          <a:xfrm>
            <a:off x="6996106" y="4519518"/>
            <a:ext cx="101503" cy="32492"/>
          </a:xfrm>
          <a:custGeom>
            <a:avLst/>
            <a:gdLst/>
            <a:ahLst/>
            <a:cxnLst/>
            <a:rect l="0" t="0" r="r" b="b"/>
            <a:pathLst>
              <a:path w="101504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752" y="32493"/>
                </a:lnTo>
                <a:lnTo>
                  <a:pt x="10150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Editable vector"/>
          <p:cNvSpPr/>
          <p:nvPr/>
        </p:nvSpPr>
        <p:spPr>
          <a:xfrm>
            <a:off x="7380510" y="4947679"/>
            <a:ext cx="101175" cy="32492"/>
          </a:xfrm>
          <a:custGeom>
            <a:avLst/>
            <a:gdLst/>
            <a:ahLst/>
            <a:cxnLst/>
            <a:rect l="0" t="0" r="r" b="b"/>
            <a:pathLst>
              <a:path w="101175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752" y="32493"/>
                </a:lnTo>
                <a:lnTo>
                  <a:pt x="101175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Editable vector"/>
          <p:cNvSpPr/>
          <p:nvPr/>
        </p:nvSpPr>
        <p:spPr>
          <a:xfrm>
            <a:off x="7792418" y="4947679"/>
            <a:ext cx="101502" cy="32492"/>
          </a:xfrm>
          <a:custGeom>
            <a:avLst/>
            <a:gdLst/>
            <a:ahLst/>
            <a:cxnLst/>
            <a:rect l="0" t="0" r="r" b="b"/>
            <a:pathLst>
              <a:path w="101502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752" y="32493"/>
                </a:lnTo>
                <a:lnTo>
                  <a:pt x="10150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Editable vector"/>
          <p:cNvSpPr/>
          <p:nvPr/>
        </p:nvSpPr>
        <p:spPr>
          <a:xfrm>
            <a:off x="6996106" y="5161326"/>
            <a:ext cx="101503" cy="32458"/>
          </a:xfrm>
          <a:custGeom>
            <a:avLst/>
            <a:gdLst/>
            <a:ahLst/>
            <a:cxnLst/>
            <a:rect l="0" t="0" r="r" b="b"/>
            <a:pathLst>
              <a:path w="101504" h="32459" fill="norm" stroke="0" extrusionOk="0">
                <a:moveTo>
                  <a:pt x="0" y="0"/>
                </a:moveTo>
                <a:lnTo>
                  <a:pt x="0" y="32459"/>
                </a:lnTo>
                <a:lnTo>
                  <a:pt x="50752" y="32459"/>
                </a:lnTo>
                <a:lnTo>
                  <a:pt x="10150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Editable vector"/>
          <p:cNvSpPr/>
          <p:nvPr/>
        </p:nvSpPr>
        <p:spPr>
          <a:xfrm>
            <a:off x="7792418" y="5161326"/>
            <a:ext cx="101502" cy="32458"/>
          </a:xfrm>
          <a:custGeom>
            <a:avLst/>
            <a:gdLst/>
            <a:ahLst/>
            <a:cxnLst/>
            <a:rect l="0" t="0" r="r" b="b"/>
            <a:pathLst>
              <a:path w="101502" h="32459" fill="norm" stroke="0" extrusionOk="0">
                <a:moveTo>
                  <a:pt x="0" y="0"/>
                </a:moveTo>
                <a:lnTo>
                  <a:pt x="0" y="32459"/>
                </a:lnTo>
                <a:lnTo>
                  <a:pt x="50752" y="32459"/>
                </a:lnTo>
                <a:lnTo>
                  <a:pt x="10150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Editable vector"/>
          <p:cNvSpPr/>
          <p:nvPr/>
        </p:nvSpPr>
        <p:spPr>
          <a:xfrm>
            <a:off x="6996106" y="5360195"/>
            <a:ext cx="101503" cy="32486"/>
          </a:xfrm>
          <a:custGeom>
            <a:avLst/>
            <a:gdLst/>
            <a:ahLst/>
            <a:cxnLst/>
            <a:rect l="0" t="0" r="r" b="b"/>
            <a:pathLst>
              <a:path w="101504" h="32486" fill="norm" stroke="0" extrusionOk="0">
                <a:moveTo>
                  <a:pt x="0" y="0"/>
                </a:moveTo>
                <a:lnTo>
                  <a:pt x="0" y="32486"/>
                </a:lnTo>
                <a:lnTo>
                  <a:pt x="50752" y="32486"/>
                </a:lnTo>
                <a:lnTo>
                  <a:pt x="10150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Editable vector"/>
          <p:cNvSpPr/>
          <p:nvPr/>
        </p:nvSpPr>
        <p:spPr>
          <a:xfrm>
            <a:off x="7792418" y="5360195"/>
            <a:ext cx="101502" cy="32486"/>
          </a:xfrm>
          <a:custGeom>
            <a:avLst/>
            <a:gdLst/>
            <a:ahLst/>
            <a:cxnLst/>
            <a:rect l="0" t="0" r="r" b="b"/>
            <a:pathLst>
              <a:path w="101502" h="32486" fill="norm" stroke="0" extrusionOk="0">
                <a:moveTo>
                  <a:pt x="0" y="0"/>
                </a:moveTo>
                <a:lnTo>
                  <a:pt x="0" y="32486"/>
                </a:lnTo>
                <a:lnTo>
                  <a:pt x="50752" y="32486"/>
                </a:lnTo>
                <a:lnTo>
                  <a:pt x="10150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Editable vector"/>
          <p:cNvSpPr/>
          <p:nvPr/>
        </p:nvSpPr>
        <p:spPr>
          <a:xfrm>
            <a:off x="7380510" y="5360195"/>
            <a:ext cx="101175" cy="32486"/>
          </a:xfrm>
          <a:custGeom>
            <a:avLst/>
            <a:gdLst/>
            <a:ahLst/>
            <a:cxnLst/>
            <a:rect l="0" t="0" r="r" b="b"/>
            <a:pathLst>
              <a:path w="101175" h="32486" fill="norm" stroke="0" extrusionOk="0">
                <a:moveTo>
                  <a:pt x="0" y="0"/>
                </a:moveTo>
                <a:lnTo>
                  <a:pt x="0" y="32486"/>
                </a:lnTo>
                <a:lnTo>
                  <a:pt x="50752" y="32486"/>
                </a:lnTo>
                <a:lnTo>
                  <a:pt x="101175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Editable vector"/>
          <p:cNvSpPr/>
          <p:nvPr/>
        </p:nvSpPr>
        <p:spPr>
          <a:xfrm>
            <a:off x="7021645" y="5573527"/>
            <a:ext cx="50424" cy="16246"/>
          </a:xfrm>
          <a:custGeom>
            <a:avLst/>
            <a:gdLst/>
            <a:ahLst/>
            <a:cxnLst/>
            <a:rect l="0" t="0" r="r" b="b"/>
            <a:pathLst>
              <a:path w="50425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212" y="16246"/>
                </a:lnTo>
                <a:lnTo>
                  <a:pt x="504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Editable vector"/>
          <p:cNvSpPr/>
          <p:nvPr/>
        </p:nvSpPr>
        <p:spPr>
          <a:xfrm>
            <a:off x="7405723" y="5573527"/>
            <a:ext cx="50750" cy="16246"/>
          </a:xfrm>
          <a:custGeom>
            <a:avLst/>
            <a:gdLst/>
            <a:ahLst/>
            <a:cxnLst/>
            <a:rect l="0" t="0" r="r" b="b"/>
            <a:pathLst>
              <a:path w="50750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540" y="16246"/>
                </a:lnTo>
                <a:lnTo>
                  <a:pt x="507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Editable vector"/>
          <p:cNvSpPr/>
          <p:nvPr/>
        </p:nvSpPr>
        <p:spPr>
          <a:xfrm>
            <a:off x="7817631" y="5573527"/>
            <a:ext cx="50750" cy="16246"/>
          </a:xfrm>
          <a:custGeom>
            <a:avLst/>
            <a:gdLst/>
            <a:ahLst/>
            <a:cxnLst/>
            <a:rect l="0" t="0" r="r" b="b"/>
            <a:pathLst>
              <a:path w="50750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540" y="16246"/>
                </a:lnTo>
                <a:lnTo>
                  <a:pt x="507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Editable vector"/>
          <p:cNvSpPr/>
          <p:nvPr/>
        </p:nvSpPr>
        <p:spPr>
          <a:xfrm>
            <a:off x="8223972" y="5573527"/>
            <a:ext cx="50751" cy="16246"/>
          </a:xfrm>
          <a:custGeom>
            <a:avLst/>
            <a:gdLst/>
            <a:ahLst/>
            <a:cxnLst/>
            <a:rect l="0" t="0" r="r" b="b"/>
            <a:pathLst>
              <a:path w="50752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540" y="16246"/>
                </a:lnTo>
                <a:lnTo>
                  <a:pt x="50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Editable vector"/>
          <p:cNvSpPr/>
          <p:nvPr/>
        </p:nvSpPr>
        <p:spPr>
          <a:xfrm>
            <a:off x="7329758" y="5145082"/>
            <a:ext cx="202679" cy="64945"/>
          </a:xfrm>
          <a:custGeom>
            <a:avLst/>
            <a:gdLst/>
            <a:ahLst/>
            <a:cxnLst/>
            <a:rect l="0" t="0" r="r" b="b"/>
            <a:pathLst>
              <a:path w="202679" h="64946" fill="norm" stroke="0" extrusionOk="0">
                <a:moveTo>
                  <a:pt x="0" y="0"/>
                </a:moveTo>
                <a:lnTo>
                  <a:pt x="0" y="64946"/>
                </a:lnTo>
                <a:lnTo>
                  <a:pt x="101504" y="64946"/>
                </a:lnTo>
                <a:lnTo>
                  <a:pt x="202679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Editable vector"/>
          <p:cNvSpPr/>
          <p:nvPr/>
        </p:nvSpPr>
        <p:spPr>
          <a:xfrm>
            <a:off x="8223972" y="4955802"/>
            <a:ext cx="50751" cy="16246"/>
          </a:xfrm>
          <a:custGeom>
            <a:avLst/>
            <a:gdLst/>
            <a:ahLst/>
            <a:cxnLst/>
            <a:rect l="0" t="0" r="r" b="b"/>
            <a:pathLst>
              <a:path w="50752" h="16247" fill="norm" stroke="0" extrusionOk="0">
                <a:moveTo>
                  <a:pt x="0" y="0"/>
                </a:moveTo>
                <a:lnTo>
                  <a:pt x="0" y="16247"/>
                </a:lnTo>
                <a:lnTo>
                  <a:pt x="25540" y="16247"/>
                </a:lnTo>
                <a:lnTo>
                  <a:pt x="50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Editable vector"/>
          <p:cNvSpPr/>
          <p:nvPr/>
        </p:nvSpPr>
        <p:spPr>
          <a:xfrm>
            <a:off x="8223972" y="5169448"/>
            <a:ext cx="50751" cy="16216"/>
          </a:xfrm>
          <a:custGeom>
            <a:avLst/>
            <a:gdLst/>
            <a:ahLst/>
            <a:cxnLst/>
            <a:rect l="0" t="0" r="r" b="b"/>
            <a:pathLst>
              <a:path w="50752" h="16217" fill="norm" stroke="0" extrusionOk="0">
                <a:moveTo>
                  <a:pt x="0" y="0"/>
                </a:moveTo>
                <a:lnTo>
                  <a:pt x="0" y="16217"/>
                </a:lnTo>
                <a:lnTo>
                  <a:pt x="25540" y="16217"/>
                </a:lnTo>
                <a:lnTo>
                  <a:pt x="50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Editable vector"/>
          <p:cNvSpPr/>
          <p:nvPr/>
        </p:nvSpPr>
        <p:spPr>
          <a:xfrm>
            <a:off x="8223972" y="5368316"/>
            <a:ext cx="50751" cy="16242"/>
          </a:xfrm>
          <a:custGeom>
            <a:avLst/>
            <a:gdLst/>
            <a:ahLst/>
            <a:cxnLst/>
            <a:rect l="0" t="0" r="r" b="b"/>
            <a:pathLst>
              <a:path w="50752" h="16242" fill="norm" stroke="0" extrusionOk="0">
                <a:moveTo>
                  <a:pt x="0" y="0"/>
                </a:moveTo>
                <a:lnTo>
                  <a:pt x="0" y="16242"/>
                </a:lnTo>
                <a:lnTo>
                  <a:pt x="25540" y="16242"/>
                </a:lnTo>
                <a:lnTo>
                  <a:pt x="50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Editable vector"/>
          <p:cNvSpPr/>
          <p:nvPr/>
        </p:nvSpPr>
        <p:spPr>
          <a:xfrm>
            <a:off x="6633967" y="4955802"/>
            <a:ext cx="50424" cy="16246"/>
          </a:xfrm>
          <a:custGeom>
            <a:avLst/>
            <a:gdLst/>
            <a:ahLst/>
            <a:cxnLst/>
            <a:rect l="0" t="0" r="r" b="b"/>
            <a:pathLst>
              <a:path w="50425" h="16247" fill="norm" stroke="0" extrusionOk="0">
                <a:moveTo>
                  <a:pt x="0" y="0"/>
                </a:moveTo>
                <a:lnTo>
                  <a:pt x="0" y="16247"/>
                </a:lnTo>
                <a:lnTo>
                  <a:pt x="25212" y="16247"/>
                </a:lnTo>
                <a:lnTo>
                  <a:pt x="504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Editable vector"/>
          <p:cNvSpPr/>
          <p:nvPr/>
        </p:nvSpPr>
        <p:spPr>
          <a:xfrm>
            <a:off x="6633967" y="5368316"/>
            <a:ext cx="50424" cy="16242"/>
          </a:xfrm>
          <a:custGeom>
            <a:avLst/>
            <a:gdLst/>
            <a:ahLst/>
            <a:cxnLst/>
            <a:rect l="0" t="0" r="r" b="b"/>
            <a:pathLst>
              <a:path w="50425" h="16242" fill="norm" stroke="0" extrusionOk="0">
                <a:moveTo>
                  <a:pt x="0" y="0"/>
                </a:moveTo>
                <a:lnTo>
                  <a:pt x="0" y="16242"/>
                </a:lnTo>
                <a:lnTo>
                  <a:pt x="25212" y="16242"/>
                </a:lnTo>
                <a:lnTo>
                  <a:pt x="504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Editable vector"/>
          <p:cNvSpPr/>
          <p:nvPr/>
        </p:nvSpPr>
        <p:spPr>
          <a:xfrm>
            <a:off x="5012202" y="5790781"/>
            <a:ext cx="50751" cy="16246"/>
          </a:xfrm>
          <a:custGeom>
            <a:avLst/>
            <a:gdLst/>
            <a:ahLst/>
            <a:cxnLst/>
            <a:rect l="0" t="0" r="r" b="b"/>
            <a:pathLst>
              <a:path w="50752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212" y="16246"/>
                </a:lnTo>
                <a:lnTo>
                  <a:pt x="50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Editable vector"/>
          <p:cNvSpPr/>
          <p:nvPr/>
        </p:nvSpPr>
        <p:spPr>
          <a:xfrm>
            <a:off x="5420508" y="5790781"/>
            <a:ext cx="50424" cy="16246"/>
          </a:xfrm>
          <a:custGeom>
            <a:avLst/>
            <a:gdLst/>
            <a:ahLst/>
            <a:cxnLst/>
            <a:rect l="0" t="0" r="r" b="b"/>
            <a:pathLst>
              <a:path w="50424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212" y="16246"/>
                </a:lnTo>
                <a:lnTo>
                  <a:pt x="504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Editable vector"/>
          <p:cNvSpPr/>
          <p:nvPr/>
        </p:nvSpPr>
        <p:spPr>
          <a:xfrm>
            <a:off x="5823903" y="5790781"/>
            <a:ext cx="50424" cy="16246"/>
          </a:xfrm>
          <a:custGeom>
            <a:avLst/>
            <a:gdLst/>
            <a:ahLst/>
            <a:cxnLst/>
            <a:rect l="0" t="0" r="r" b="b"/>
            <a:pathLst>
              <a:path w="50424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212" y="16246"/>
                </a:lnTo>
                <a:lnTo>
                  <a:pt x="504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Editable vector"/>
          <p:cNvSpPr/>
          <p:nvPr/>
        </p:nvSpPr>
        <p:spPr>
          <a:xfrm>
            <a:off x="5823903" y="5980893"/>
            <a:ext cx="50424" cy="16246"/>
          </a:xfrm>
          <a:custGeom>
            <a:avLst/>
            <a:gdLst/>
            <a:ahLst/>
            <a:cxnLst/>
            <a:rect l="0" t="0" r="r" b="b"/>
            <a:pathLst>
              <a:path w="50424" h="16247" fill="norm" stroke="0" extrusionOk="0">
                <a:moveTo>
                  <a:pt x="0" y="0"/>
                </a:moveTo>
                <a:lnTo>
                  <a:pt x="0" y="16247"/>
                </a:lnTo>
                <a:lnTo>
                  <a:pt x="25212" y="16247"/>
                </a:lnTo>
                <a:lnTo>
                  <a:pt x="504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Editable vector"/>
          <p:cNvSpPr/>
          <p:nvPr/>
        </p:nvSpPr>
        <p:spPr>
          <a:xfrm>
            <a:off x="6230900" y="5790781"/>
            <a:ext cx="50751" cy="16246"/>
          </a:xfrm>
          <a:custGeom>
            <a:avLst/>
            <a:gdLst/>
            <a:ahLst/>
            <a:cxnLst/>
            <a:rect l="0" t="0" r="r" b="b"/>
            <a:pathLst>
              <a:path w="50752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212" y="16246"/>
                </a:lnTo>
                <a:lnTo>
                  <a:pt x="50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Editable vector"/>
          <p:cNvSpPr/>
          <p:nvPr/>
        </p:nvSpPr>
        <p:spPr>
          <a:xfrm>
            <a:off x="6633967" y="5790781"/>
            <a:ext cx="50424" cy="16246"/>
          </a:xfrm>
          <a:custGeom>
            <a:avLst/>
            <a:gdLst/>
            <a:ahLst/>
            <a:cxnLst/>
            <a:rect l="0" t="0" r="r" b="b"/>
            <a:pathLst>
              <a:path w="50425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212" y="16246"/>
                </a:lnTo>
                <a:lnTo>
                  <a:pt x="504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Editable vector"/>
          <p:cNvSpPr/>
          <p:nvPr/>
        </p:nvSpPr>
        <p:spPr>
          <a:xfrm>
            <a:off x="6633967" y="5980893"/>
            <a:ext cx="50424" cy="16246"/>
          </a:xfrm>
          <a:custGeom>
            <a:avLst/>
            <a:gdLst/>
            <a:ahLst/>
            <a:cxnLst/>
            <a:rect l="0" t="0" r="r" b="b"/>
            <a:pathLst>
              <a:path w="50425" h="16247" fill="norm" stroke="0" extrusionOk="0">
                <a:moveTo>
                  <a:pt x="0" y="0"/>
                </a:moveTo>
                <a:lnTo>
                  <a:pt x="0" y="16247"/>
                </a:lnTo>
                <a:lnTo>
                  <a:pt x="25212" y="16247"/>
                </a:lnTo>
                <a:lnTo>
                  <a:pt x="504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Editable vector"/>
          <p:cNvSpPr/>
          <p:nvPr/>
        </p:nvSpPr>
        <p:spPr>
          <a:xfrm>
            <a:off x="9024213" y="4527641"/>
            <a:ext cx="50751" cy="16246"/>
          </a:xfrm>
          <a:custGeom>
            <a:avLst/>
            <a:gdLst/>
            <a:ahLst/>
            <a:cxnLst/>
            <a:rect l="0" t="0" r="r" b="b"/>
            <a:pathLst>
              <a:path w="50752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540" y="16246"/>
                </a:lnTo>
                <a:lnTo>
                  <a:pt x="50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Editable vector"/>
          <p:cNvSpPr/>
          <p:nvPr/>
        </p:nvSpPr>
        <p:spPr>
          <a:xfrm>
            <a:off x="9827074" y="4527641"/>
            <a:ext cx="50423" cy="16246"/>
          </a:xfrm>
          <a:custGeom>
            <a:avLst/>
            <a:gdLst/>
            <a:ahLst/>
            <a:cxnLst/>
            <a:rect l="0" t="0" r="r" b="b"/>
            <a:pathLst>
              <a:path w="50423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212" y="16246"/>
                </a:lnTo>
                <a:lnTo>
                  <a:pt x="5042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Editable vector"/>
          <p:cNvSpPr/>
          <p:nvPr/>
        </p:nvSpPr>
        <p:spPr>
          <a:xfrm>
            <a:off x="9422697" y="4527641"/>
            <a:ext cx="50423" cy="16246"/>
          </a:xfrm>
          <a:custGeom>
            <a:avLst/>
            <a:gdLst/>
            <a:ahLst/>
            <a:cxnLst/>
            <a:rect l="0" t="0" r="r" b="b"/>
            <a:pathLst>
              <a:path w="50423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211" y="16246"/>
                </a:lnTo>
                <a:lnTo>
                  <a:pt x="5042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Editable vector"/>
          <p:cNvSpPr/>
          <p:nvPr/>
        </p:nvSpPr>
        <p:spPr>
          <a:xfrm>
            <a:off x="9397158" y="5972770"/>
            <a:ext cx="101502" cy="32492"/>
          </a:xfrm>
          <a:custGeom>
            <a:avLst/>
            <a:gdLst/>
            <a:ahLst/>
            <a:cxnLst/>
            <a:rect l="0" t="0" r="r" b="b"/>
            <a:pathLst>
              <a:path w="101502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750" y="32493"/>
                </a:lnTo>
                <a:lnTo>
                  <a:pt x="10150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Editable vector"/>
          <p:cNvSpPr/>
          <p:nvPr/>
        </p:nvSpPr>
        <p:spPr>
          <a:xfrm>
            <a:off x="9024213" y="5790781"/>
            <a:ext cx="50751" cy="16246"/>
          </a:xfrm>
          <a:custGeom>
            <a:avLst/>
            <a:gdLst/>
            <a:ahLst/>
            <a:cxnLst/>
            <a:rect l="0" t="0" r="r" b="b"/>
            <a:pathLst>
              <a:path w="50752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540" y="16246"/>
                </a:lnTo>
                <a:lnTo>
                  <a:pt x="50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Editable vector"/>
          <p:cNvSpPr/>
          <p:nvPr/>
        </p:nvSpPr>
        <p:spPr>
          <a:xfrm>
            <a:off x="9024213" y="5980893"/>
            <a:ext cx="50751" cy="16246"/>
          </a:xfrm>
          <a:custGeom>
            <a:avLst/>
            <a:gdLst/>
            <a:ahLst/>
            <a:cxnLst/>
            <a:rect l="0" t="0" r="r" b="b"/>
            <a:pathLst>
              <a:path w="50752" h="16247" fill="norm" stroke="0" extrusionOk="0">
                <a:moveTo>
                  <a:pt x="0" y="0"/>
                </a:moveTo>
                <a:lnTo>
                  <a:pt x="0" y="16247"/>
                </a:lnTo>
                <a:lnTo>
                  <a:pt x="25540" y="16247"/>
                </a:lnTo>
                <a:lnTo>
                  <a:pt x="50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Editable vector"/>
          <p:cNvSpPr/>
          <p:nvPr/>
        </p:nvSpPr>
        <p:spPr>
          <a:xfrm>
            <a:off x="9422697" y="5790781"/>
            <a:ext cx="50423" cy="16246"/>
          </a:xfrm>
          <a:custGeom>
            <a:avLst/>
            <a:gdLst/>
            <a:ahLst/>
            <a:cxnLst/>
            <a:rect l="0" t="0" r="r" b="b"/>
            <a:pathLst>
              <a:path w="50423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211" y="16246"/>
                </a:lnTo>
                <a:lnTo>
                  <a:pt x="5042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Editable vector"/>
          <p:cNvSpPr/>
          <p:nvPr/>
        </p:nvSpPr>
        <p:spPr>
          <a:xfrm>
            <a:off x="9827074" y="5790781"/>
            <a:ext cx="50423" cy="16246"/>
          </a:xfrm>
          <a:custGeom>
            <a:avLst/>
            <a:gdLst/>
            <a:ahLst/>
            <a:cxnLst/>
            <a:rect l="0" t="0" r="r" b="b"/>
            <a:pathLst>
              <a:path w="50423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212" y="16246"/>
                </a:lnTo>
                <a:lnTo>
                  <a:pt x="5042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Editable vector"/>
          <p:cNvSpPr/>
          <p:nvPr/>
        </p:nvSpPr>
        <p:spPr>
          <a:xfrm>
            <a:off x="9827074" y="5980893"/>
            <a:ext cx="50423" cy="16246"/>
          </a:xfrm>
          <a:custGeom>
            <a:avLst/>
            <a:gdLst/>
            <a:ahLst/>
            <a:cxnLst/>
            <a:rect l="0" t="0" r="r" b="b"/>
            <a:pathLst>
              <a:path w="50423" h="16247" fill="norm" stroke="0" extrusionOk="0">
                <a:moveTo>
                  <a:pt x="0" y="0"/>
                </a:moveTo>
                <a:lnTo>
                  <a:pt x="0" y="16247"/>
                </a:lnTo>
                <a:lnTo>
                  <a:pt x="25212" y="16247"/>
                </a:lnTo>
                <a:lnTo>
                  <a:pt x="5042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Editable vector"/>
          <p:cNvSpPr/>
          <p:nvPr/>
        </p:nvSpPr>
        <p:spPr>
          <a:xfrm>
            <a:off x="2187848" y="4519518"/>
            <a:ext cx="101307" cy="32492"/>
          </a:xfrm>
          <a:custGeom>
            <a:avLst/>
            <a:gdLst/>
            <a:ahLst/>
            <a:cxnLst/>
            <a:rect l="0" t="0" r="r" b="b"/>
            <a:pathLst>
              <a:path w="101307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654" y="32493"/>
                </a:lnTo>
                <a:lnTo>
                  <a:pt x="101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Editable vector"/>
          <p:cNvSpPr/>
          <p:nvPr/>
        </p:nvSpPr>
        <p:spPr>
          <a:xfrm>
            <a:off x="2571564" y="4519518"/>
            <a:ext cx="101306" cy="32492"/>
          </a:xfrm>
          <a:custGeom>
            <a:avLst/>
            <a:gdLst/>
            <a:ahLst/>
            <a:cxnLst/>
            <a:rect l="0" t="0" r="r" b="b"/>
            <a:pathLst>
              <a:path w="101307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621" y="32493"/>
                </a:lnTo>
                <a:lnTo>
                  <a:pt x="101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Editable vector"/>
          <p:cNvSpPr/>
          <p:nvPr/>
        </p:nvSpPr>
        <p:spPr>
          <a:xfrm>
            <a:off x="2975810" y="4519518"/>
            <a:ext cx="101306" cy="32492"/>
          </a:xfrm>
          <a:custGeom>
            <a:avLst/>
            <a:gdLst/>
            <a:ahLst/>
            <a:cxnLst/>
            <a:rect l="0" t="0" r="r" b="b"/>
            <a:pathLst>
              <a:path w="101307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621" y="32493"/>
                </a:lnTo>
                <a:lnTo>
                  <a:pt x="101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Editable vector"/>
          <p:cNvSpPr/>
          <p:nvPr/>
        </p:nvSpPr>
        <p:spPr>
          <a:xfrm>
            <a:off x="2187848" y="4736856"/>
            <a:ext cx="101307" cy="32492"/>
          </a:xfrm>
          <a:custGeom>
            <a:avLst/>
            <a:gdLst/>
            <a:ahLst/>
            <a:cxnLst/>
            <a:rect l="0" t="0" r="r" b="b"/>
            <a:pathLst>
              <a:path w="101307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654" y="32493"/>
                </a:lnTo>
                <a:lnTo>
                  <a:pt x="101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Editable vector"/>
          <p:cNvSpPr/>
          <p:nvPr/>
        </p:nvSpPr>
        <p:spPr>
          <a:xfrm>
            <a:off x="2975810" y="4736856"/>
            <a:ext cx="101307" cy="32492"/>
          </a:xfrm>
          <a:custGeom>
            <a:avLst/>
            <a:gdLst/>
            <a:ahLst/>
            <a:cxnLst/>
            <a:rect l="0" t="0" r="r" b="b"/>
            <a:pathLst>
              <a:path w="101307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621" y="32493"/>
                </a:lnTo>
                <a:lnTo>
                  <a:pt x="101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Editable vector"/>
          <p:cNvSpPr/>
          <p:nvPr/>
        </p:nvSpPr>
        <p:spPr>
          <a:xfrm>
            <a:off x="2187848" y="4947679"/>
            <a:ext cx="101306" cy="32492"/>
          </a:xfrm>
          <a:custGeom>
            <a:avLst/>
            <a:gdLst/>
            <a:ahLst/>
            <a:cxnLst/>
            <a:rect l="0" t="0" r="r" b="b"/>
            <a:pathLst>
              <a:path w="101307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653" y="32493"/>
                </a:lnTo>
                <a:lnTo>
                  <a:pt x="101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Editable vector"/>
          <p:cNvSpPr/>
          <p:nvPr/>
        </p:nvSpPr>
        <p:spPr>
          <a:xfrm>
            <a:off x="2975810" y="4947679"/>
            <a:ext cx="101307" cy="32492"/>
          </a:xfrm>
          <a:custGeom>
            <a:avLst/>
            <a:gdLst/>
            <a:ahLst/>
            <a:cxnLst/>
            <a:rect l="0" t="0" r="r" b="b"/>
            <a:pathLst>
              <a:path w="101307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621" y="32493"/>
                </a:lnTo>
                <a:lnTo>
                  <a:pt x="101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Editable vector"/>
          <p:cNvSpPr/>
          <p:nvPr/>
        </p:nvSpPr>
        <p:spPr>
          <a:xfrm>
            <a:off x="2571564" y="4947679"/>
            <a:ext cx="101307" cy="32492"/>
          </a:xfrm>
          <a:custGeom>
            <a:avLst/>
            <a:gdLst/>
            <a:ahLst/>
            <a:cxnLst/>
            <a:rect l="0" t="0" r="r" b="b"/>
            <a:pathLst>
              <a:path w="101307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621" y="32493"/>
                </a:lnTo>
                <a:lnTo>
                  <a:pt x="101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Editable vector"/>
          <p:cNvSpPr/>
          <p:nvPr/>
        </p:nvSpPr>
        <p:spPr>
          <a:xfrm>
            <a:off x="2213191" y="5169448"/>
            <a:ext cx="50620" cy="16216"/>
          </a:xfrm>
          <a:custGeom>
            <a:avLst/>
            <a:gdLst/>
            <a:ahLst/>
            <a:cxnLst/>
            <a:rect l="0" t="0" r="r" b="b"/>
            <a:pathLst>
              <a:path w="50621" h="16217" fill="norm" stroke="0" extrusionOk="0">
                <a:moveTo>
                  <a:pt x="0" y="0"/>
                </a:moveTo>
                <a:lnTo>
                  <a:pt x="0" y="16217"/>
                </a:lnTo>
                <a:lnTo>
                  <a:pt x="25310" y="16217"/>
                </a:lnTo>
                <a:lnTo>
                  <a:pt x="50621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Editable vector"/>
          <p:cNvSpPr/>
          <p:nvPr/>
        </p:nvSpPr>
        <p:spPr>
          <a:xfrm>
            <a:off x="1805035" y="5169448"/>
            <a:ext cx="50633" cy="16216"/>
          </a:xfrm>
          <a:custGeom>
            <a:avLst/>
            <a:gdLst/>
            <a:ahLst/>
            <a:cxnLst/>
            <a:rect l="0" t="0" r="r" b="b"/>
            <a:pathLst>
              <a:path w="50634" h="16217" fill="norm" stroke="0" extrusionOk="0">
                <a:moveTo>
                  <a:pt x="0" y="0"/>
                </a:moveTo>
                <a:lnTo>
                  <a:pt x="0" y="16217"/>
                </a:lnTo>
                <a:lnTo>
                  <a:pt x="25337" y="16217"/>
                </a:lnTo>
                <a:lnTo>
                  <a:pt x="5063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Editable vector"/>
          <p:cNvSpPr/>
          <p:nvPr/>
        </p:nvSpPr>
        <p:spPr>
          <a:xfrm>
            <a:off x="1805035" y="4955802"/>
            <a:ext cx="50633" cy="16246"/>
          </a:xfrm>
          <a:custGeom>
            <a:avLst/>
            <a:gdLst/>
            <a:ahLst/>
            <a:cxnLst/>
            <a:rect l="0" t="0" r="r" b="b"/>
            <a:pathLst>
              <a:path w="50634" h="16247" fill="norm" stroke="0" extrusionOk="0">
                <a:moveTo>
                  <a:pt x="0" y="0"/>
                </a:moveTo>
                <a:lnTo>
                  <a:pt x="0" y="16247"/>
                </a:lnTo>
                <a:lnTo>
                  <a:pt x="25337" y="16247"/>
                </a:lnTo>
                <a:lnTo>
                  <a:pt x="5063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Editable vector"/>
          <p:cNvSpPr/>
          <p:nvPr/>
        </p:nvSpPr>
        <p:spPr>
          <a:xfrm>
            <a:off x="2596874" y="5169448"/>
            <a:ext cx="50653" cy="16216"/>
          </a:xfrm>
          <a:custGeom>
            <a:avLst/>
            <a:gdLst/>
            <a:ahLst/>
            <a:cxnLst/>
            <a:rect l="0" t="0" r="r" b="b"/>
            <a:pathLst>
              <a:path w="50654" h="16217" fill="norm" stroke="0" extrusionOk="0">
                <a:moveTo>
                  <a:pt x="0" y="0"/>
                </a:moveTo>
                <a:lnTo>
                  <a:pt x="0" y="16217"/>
                </a:lnTo>
                <a:lnTo>
                  <a:pt x="25310" y="16217"/>
                </a:lnTo>
                <a:lnTo>
                  <a:pt x="50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Editable vector"/>
          <p:cNvSpPr/>
          <p:nvPr/>
        </p:nvSpPr>
        <p:spPr>
          <a:xfrm>
            <a:off x="3001088" y="5169448"/>
            <a:ext cx="50686" cy="16216"/>
          </a:xfrm>
          <a:custGeom>
            <a:avLst/>
            <a:gdLst/>
            <a:ahLst/>
            <a:cxnLst/>
            <a:rect l="0" t="0" r="r" b="b"/>
            <a:pathLst>
              <a:path w="50686" h="16217" fill="norm" stroke="0" extrusionOk="0">
                <a:moveTo>
                  <a:pt x="0" y="0"/>
                </a:moveTo>
                <a:lnTo>
                  <a:pt x="0" y="16217"/>
                </a:lnTo>
                <a:lnTo>
                  <a:pt x="25343" y="16217"/>
                </a:lnTo>
                <a:lnTo>
                  <a:pt x="50686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Editable vector"/>
          <p:cNvSpPr/>
          <p:nvPr/>
        </p:nvSpPr>
        <p:spPr>
          <a:xfrm>
            <a:off x="1395828" y="4744980"/>
            <a:ext cx="50637" cy="16246"/>
          </a:xfrm>
          <a:custGeom>
            <a:avLst/>
            <a:gdLst/>
            <a:ahLst/>
            <a:cxnLst/>
            <a:rect l="0" t="0" r="r" b="b"/>
            <a:pathLst>
              <a:path w="50637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297" y="16246"/>
                </a:lnTo>
                <a:lnTo>
                  <a:pt x="50637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Editable vector"/>
          <p:cNvSpPr/>
          <p:nvPr/>
        </p:nvSpPr>
        <p:spPr>
          <a:xfrm>
            <a:off x="1805035" y="4744980"/>
            <a:ext cx="50633" cy="16246"/>
          </a:xfrm>
          <a:custGeom>
            <a:avLst/>
            <a:gdLst/>
            <a:ahLst/>
            <a:cxnLst/>
            <a:rect l="0" t="0" r="r" b="b"/>
            <a:pathLst>
              <a:path w="50634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337" y="16246"/>
                </a:lnTo>
                <a:lnTo>
                  <a:pt x="5063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Editable vector"/>
          <p:cNvSpPr/>
          <p:nvPr/>
        </p:nvSpPr>
        <p:spPr>
          <a:xfrm>
            <a:off x="2520878" y="4720610"/>
            <a:ext cx="202614" cy="64985"/>
          </a:xfrm>
          <a:custGeom>
            <a:avLst/>
            <a:gdLst/>
            <a:ahLst/>
            <a:cxnLst/>
            <a:rect l="0" t="0" r="r" b="b"/>
            <a:pathLst>
              <a:path w="202614" h="64986" fill="norm" stroke="0" extrusionOk="0">
                <a:moveTo>
                  <a:pt x="0" y="0"/>
                </a:moveTo>
                <a:lnTo>
                  <a:pt x="0" y="64986"/>
                </a:lnTo>
                <a:lnTo>
                  <a:pt x="101307" y="64986"/>
                </a:lnTo>
                <a:lnTo>
                  <a:pt x="20261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Editable vector"/>
          <p:cNvSpPr/>
          <p:nvPr/>
        </p:nvSpPr>
        <p:spPr>
          <a:xfrm>
            <a:off x="1779695" y="4519518"/>
            <a:ext cx="101310" cy="32492"/>
          </a:xfrm>
          <a:custGeom>
            <a:avLst/>
            <a:gdLst/>
            <a:ahLst/>
            <a:cxnLst/>
            <a:rect l="0" t="0" r="r" b="b"/>
            <a:pathLst>
              <a:path w="101310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676" y="32493"/>
                </a:lnTo>
                <a:lnTo>
                  <a:pt x="101310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Editable vector"/>
          <p:cNvSpPr/>
          <p:nvPr/>
        </p:nvSpPr>
        <p:spPr>
          <a:xfrm>
            <a:off x="1370491" y="4519518"/>
            <a:ext cx="101310" cy="32492"/>
          </a:xfrm>
          <a:custGeom>
            <a:avLst/>
            <a:gdLst/>
            <a:ahLst/>
            <a:cxnLst/>
            <a:rect l="0" t="0" r="r" b="b"/>
            <a:pathLst>
              <a:path w="101310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634" y="32493"/>
                </a:lnTo>
                <a:lnTo>
                  <a:pt x="101310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Editable vector"/>
          <p:cNvSpPr/>
          <p:nvPr/>
        </p:nvSpPr>
        <p:spPr>
          <a:xfrm>
            <a:off x="3415288" y="4527641"/>
            <a:ext cx="50653" cy="16246"/>
          </a:xfrm>
          <a:custGeom>
            <a:avLst/>
            <a:gdLst/>
            <a:ahLst/>
            <a:cxnLst/>
            <a:rect l="0" t="0" r="r" b="b"/>
            <a:pathLst>
              <a:path w="50653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310" y="16246"/>
                </a:lnTo>
                <a:lnTo>
                  <a:pt x="506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Editable vector"/>
          <p:cNvSpPr/>
          <p:nvPr/>
        </p:nvSpPr>
        <p:spPr>
          <a:xfrm>
            <a:off x="3415288" y="4744980"/>
            <a:ext cx="50653" cy="16246"/>
          </a:xfrm>
          <a:custGeom>
            <a:avLst/>
            <a:gdLst/>
            <a:ahLst/>
            <a:cxnLst/>
            <a:rect l="0" t="0" r="r" b="b"/>
            <a:pathLst>
              <a:path w="50653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310" y="16246"/>
                </a:lnTo>
                <a:lnTo>
                  <a:pt x="506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Editable vector"/>
          <p:cNvSpPr/>
          <p:nvPr/>
        </p:nvSpPr>
        <p:spPr>
          <a:xfrm>
            <a:off x="3415288" y="4955802"/>
            <a:ext cx="50653" cy="16246"/>
          </a:xfrm>
          <a:custGeom>
            <a:avLst/>
            <a:gdLst/>
            <a:ahLst/>
            <a:cxnLst/>
            <a:rect l="0" t="0" r="r" b="b"/>
            <a:pathLst>
              <a:path w="50653" h="16247" fill="norm" stroke="0" extrusionOk="0">
                <a:moveTo>
                  <a:pt x="0" y="0"/>
                </a:moveTo>
                <a:lnTo>
                  <a:pt x="0" y="16247"/>
                </a:lnTo>
                <a:lnTo>
                  <a:pt x="25311" y="16247"/>
                </a:lnTo>
                <a:lnTo>
                  <a:pt x="506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Editable vector"/>
          <p:cNvSpPr/>
          <p:nvPr/>
        </p:nvSpPr>
        <p:spPr>
          <a:xfrm>
            <a:off x="6633967" y="4744980"/>
            <a:ext cx="50424" cy="16246"/>
          </a:xfrm>
          <a:custGeom>
            <a:avLst/>
            <a:gdLst/>
            <a:ahLst/>
            <a:cxnLst/>
            <a:rect l="0" t="0" r="r" b="b"/>
            <a:pathLst>
              <a:path w="50425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212" y="16246"/>
                </a:lnTo>
                <a:lnTo>
                  <a:pt x="504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Editable vector"/>
          <p:cNvSpPr/>
          <p:nvPr/>
        </p:nvSpPr>
        <p:spPr>
          <a:xfrm>
            <a:off x="6633967" y="4527641"/>
            <a:ext cx="50424" cy="16246"/>
          </a:xfrm>
          <a:custGeom>
            <a:avLst/>
            <a:gdLst/>
            <a:ahLst/>
            <a:cxnLst/>
            <a:rect l="0" t="0" r="r" b="b"/>
            <a:pathLst>
              <a:path w="50425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212" y="16246"/>
                </a:lnTo>
                <a:lnTo>
                  <a:pt x="504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Editable vector"/>
          <p:cNvSpPr/>
          <p:nvPr/>
        </p:nvSpPr>
        <p:spPr>
          <a:xfrm>
            <a:off x="7405723" y="4527641"/>
            <a:ext cx="50750" cy="16246"/>
          </a:xfrm>
          <a:custGeom>
            <a:avLst/>
            <a:gdLst/>
            <a:ahLst/>
            <a:cxnLst/>
            <a:rect l="0" t="0" r="r" b="b"/>
            <a:pathLst>
              <a:path w="50750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540" y="16246"/>
                </a:lnTo>
                <a:lnTo>
                  <a:pt x="507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Editable vector"/>
          <p:cNvSpPr/>
          <p:nvPr/>
        </p:nvSpPr>
        <p:spPr>
          <a:xfrm>
            <a:off x="4208784" y="4955802"/>
            <a:ext cx="50653" cy="16246"/>
          </a:xfrm>
          <a:custGeom>
            <a:avLst/>
            <a:gdLst/>
            <a:ahLst/>
            <a:cxnLst/>
            <a:rect l="0" t="0" r="r" b="b"/>
            <a:pathLst>
              <a:path w="50653" h="16247" fill="norm" stroke="0" extrusionOk="0">
                <a:moveTo>
                  <a:pt x="0" y="0"/>
                </a:moveTo>
                <a:lnTo>
                  <a:pt x="0" y="16247"/>
                </a:lnTo>
                <a:lnTo>
                  <a:pt x="25343" y="16247"/>
                </a:lnTo>
                <a:lnTo>
                  <a:pt x="506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Editable vector"/>
          <p:cNvSpPr/>
          <p:nvPr/>
        </p:nvSpPr>
        <p:spPr>
          <a:xfrm>
            <a:off x="4208784" y="4744980"/>
            <a:ext cx="50653" cy="16246"/>
          </a:xfrm>
          <a:custGeom>
            <a:avLst/>
            <a:gdLst/>
            <a:ahLst/>
            <a:cxnLst/>
            <a:rect l="0" t="0" r="r" b="b"/>
            <a:pathLst>
              <a:path w="50654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343" y="16246"/>
                </a:lnTo>
                <a:lnTo>
                  <a:pt x="50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Editable vector"/>
          <p:cNvSpPr/>
          <p:nvPr/>
        </p:nvSpPr>
        <p:spPr>
          <a:xfrm>
            <a:off x="4208784" y="4527641"/>
            <a:ext cx="50653" cy="16246"/>
          </a:xfrm>
          <a:custGeom>
            <a:avLst/>
            <a:gdLst/>
            <a:ahLst/>
            <a:cxnLst/>
            <a:rect l="0" t="0" r="r" b="b"/>
            <a:pathLst>
              <a:path w="50654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343" y="16246"/>
                </a:lnTo>
                <a:lnTo>
                  <a:pt x="50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Editable vector"/>
          <p:cNvSpPr/>
          <p:nvPr/>
        </p:nvSpPr>
        <p:spPr>
          <a:xfrm>
            <a:off x="10633536" y="5984130"/>
            <a:ext cx="30450" cy="9752"/>
          </a:xfrm>
          <a:custGeom>
            <a:avLst/>
            <a:gdLst/>
            <a:ahLst/>
            <a:cxnLst/>
            <a:rect l="0" t="0" r="r" b="b"/>
            <a:pathLst>
              <a:path w="30451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388" y="9752"/>
                </a:lnTo>
                <a:lnTo>
                  <a:pt x="30451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Editable vector"/>
          <p:cNvSpPr/>
          <p:nvPr/>
        </p:nvSpPr>
        <p:spPr>
          <a:xfrm>
            <a:off x="10227194" y="5984130"/>
            <a:ext cx="30452" cy="9752"/>
          </a:xfrm>
          <a:custGeom>
            <a:avLst/>
            <a:gdLst/>
            <a:ahLst/>
            <a:cxnLst/>
            <a:rect l="0" t="0" r="r" b="b"/>
            <a:pathLst>
              <a:path w="30452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390" y="9752"/>
                </a:lnTo>
                <a:lnTo>
                  <a:pt x="304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Editable vector"/>
          <p:cNvSpPr/>
          <p:nvPr/>
        </p:nvSpPr>
        <p:spPr>
          <a:xfrm>
            <a:off x="11036276" y="5984130"/>
            <a:ext cx="30123" cy="9752"/>
          </a:xfrm>
          <a:custGeom>
            <a:avLst/>
            <a:gdLst/>
            <a:ahLst/>
            <a:cxnLst/>
            <a:rect l="0" t="0" r="r" b="b"/>
            <a:pathLst>
              <a:path w="30124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063" y="9752"/>
                </a:lnTo>
                <a:lnTo>
                  <a:pt x="301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Editable vector"/>
          <p:cNvSpPr/>
          <p:nvPr/>
        </p:nvSpPr>
        <p:spPr>
          <a:xfrm>
            <a:off x="10217044" y="5790781"/>
            <a:ext cx="50751" cy="16246"/>
          </a:xfrm>
          <a:custGeom>
            <a:avLst/>
            <a:gdLst/>
            <a:ahLst/>
            <a:cxnLst/>
            <a:rect l="0" t="0" r="r" b="b"/>
            <a:pathLst>
              <a:path w="50752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540" y="16246"/>
                </a:lnTo>
                <a:lnTo>
                  <a:pt x="50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Editable vector"/>
          <p:cNvSpPr/>
          <p:nvPr/>
        </p:nvSpPr>
        <p:spPr>
          <a:xfrm>
            <a:off x="10623385" y="5790781"/>
            <a:ext cx="50753" cy="16246"/>
          </a:xfrm>
          <a:custGeom>
            <a:avLst/>
            <a:gdLst/>
            <a:ahLst/>
            <a:cxnLst/>
            <a:rect l="0" t="0" r="r" b="b"/>
            <a:pathLst>
              <a:path w="50753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540" y="16246"/>
                </a:lnTo>
                <a:lnTo>
                  <a:pt x="507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Editable vector"/>
          <p:cNvSpPr/>
          <p:nvPr/>
        </p:nvSpPr>
        <p:spPr>
          <a:xfrm>
            <a:off x="10598174" y="5565404"/>
            <a:ext cx="101175" cy="32492"/>
          </a:xfrm>
          <a:custGeom>
            <a:avLst/>
            <a:gdLst/>
            <a:ahLst/>
            <a:cxnLst/>
            <a:rect l="0" t="0" r="r" b="b"/>
            <a:pathLst>
              <a:path w="101175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750" y="32493"/>
                </a:lnTo>
                <a:lnTo>
                  <a:pt x="101175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Editable vector"/>
          <p:cNvSpPr/>
          <p:nvPr/>
        </p:nvSpPr>
        <p:spPr>
          <a:xfrm>
            <a:off x="10598174" y="5360195"/>
            <a:ext cx="101175" cy="32486"/>
          </a:xfrm>
          <a:custGeom>
            <a:avLst/>
            <a:gdLst/>
            <a:ahLst/>
            <a:cxnLst/>
            <a:rect l="0" t="0" r="r" b="b"/>
            <a:pathLst>
              <a:path w="101175" h="32486" fill="norm" stroke="0" extrusionOk="0">
                <a:moveTo>
                  <a:pt x="0" y="0"/>
                </a:moveTo>
                <a:lnTo>
                  <a:pt x="0" y="32486"/>
                </a:lnTo>
                <a:lnTo>
                  <a:pt x="50750" y="32486"/>
                </a:lnTo>
                <a:lnTo>
                  <a:pt x="101175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Editable vector"/>
          <p:cNvSpPr/>
          <p:nvPr/>
        </p:nvSpPr>
        <p:spPr>
          <a:xfrm>
            <a:off x="10598174" y="5161326"/>
            <a:ext cx="101175" cy="32458"/>
          </a:xfrm>
          <a:custGeom>
            <a:avLst/>
            <a:gdLst/>
            <a:ahLst/>
            <a:cxnLst/>
            <a:rect l="0" t="0" r="r" b="b"/>
            <a:pathLst>
              <a:path w="101175" h="32459" fill="norm" stroke="0" extrusionOk="0">
                <a:moveTo>
                  <a:pt x="0" y="0"/>
                </a:moveTo>
                <a:lnTo>
                  <a:pt x="0" y="32459"/>
                </a:lnTo>
                <a:lnTo>
                  <a:pt x="50750" y="32459"/>
                </a:lnTo>
                <a:lnTo>
                  <a:pt x="101175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Editable vector"/>
          <p:cNvSpPr/>
          <p:nvPr/>
        </p:nvSpPr>
        <p:spPr>
          <a:xfrm>
            <a:off x="10598174" y="4947679"/>
            <a:ext cx="101175" cy="32492"/>
          </a:xfrm>
          <a:custGeom>
            <a:avLst/>
            <a:gdLst/>
            <a:ahLst/>
            <a:cxnLst/>
            <a:rect l="0" t="0" r="r" b="b"/>
            <a:pathLst>
              <a:path w="101175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750" y="32493"/>
                </a:lnTo>
                <a:lnTo>
                  <a:pt x="101175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Editable vector"/>
          <p:cNvSpPr/>
          <p:nvPr/>
        </p:nvSpPr>
        <p:spPr>
          <a:xfrm>
            <a:off x="10598174" y="4736856"/>
            <a:ext cx="101175" cy="32492"/>
          </a:xfrm>
          <a:custGeom>
            <a:avLst/>
            <a:gdLst/>
            <a:ahLst/>
            <a:cxnLst/>
            <a:rect l="0" t="0" r="r" b="b"/>
            <a:pathLst>
              <a:path w="101175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750" y="32493"/>
                </a:lnTo>
                <a:lnTo>
                  <a:pt x="101175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Editable vector"/>
          <p:cNvSpPr/>
          <p:nvPr/>
        </p:nvSpPr>
        <p:spPr>
          <a:xfrm>
            <a:off x="11026126" y="5790781"/>
            <a:ext cx="50423" cy="16246"/>
          </a:xfrm>
          <a:custGeom>
            <a:avLst/>
            <a:gdLst/>
            <a:ahLst/>
            <a:cxnLst/>
            <a:rect l="0" t="0" r="r" b="b"/>
            <a:pathLst>
              <a:path w="50423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212" y="16246"/>
                </a:lnTo>
                <a:lnTo>
                  <a:pt x="5042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Editable vector"/>
          <p:cNvSpPr/>
          <p:nvPr/>
        </p:nvSpPr>
        <p:spPr>
          <a:xfrm>
            <a:off x="11000587" y="5565404"/>
            <a:ext cx="101502" cy="32492"/>
          </a:xfrm>
          <a:custGeom>
            <a:avLst/>
            <a:gdLst/>
            <a:ahLst/>
            <a:cxnLst/>
            <a:rect l="0" t="0" r="r" b="b"/>
            <a:pathLst>
              <a:path w="101502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752" y="32493"/>
                </a:lnTo>
                <a:lnTo>
                  <a:pt x="10150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Editable vector"/>
          <p:cNvSpPr/>
          <p:nvPr/>
        </p:nvSpPr>
        <p:spPr>
          <a:xfrm>
            <a:off x="10950162" y="5343953"/>
            <a:ext cx="202351" cy="64970"/>
          </a:xfrm>
          <a:custGeom>
            <a:avLst/>
            <a:gdLst/>
            <a:ahLst/>
            <a:cxnLst/>
            <a:rect l="0" t="0" r="r" b="b"/>
            <a:pathLst>
              <a:path w="202352" h="64971" fill="norm" stroke="0" extrusionOk="0">
                <a:moveTo>
                  <a:pt x="0" y="0"/>
                </a:moveTo>
                <a:lnTo>
                  <a:pt x="0" y="64971"/>
                </a:lnTo>
                <a:lnTo>
                  <a:pt x="101177" y="64971"/>
                </a:lnTo>
                <a:lnTo>
                  <a:pt x="2023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Editable vector"/>
          <p:cNvSpPr/>
          <p:nvPr/>
        </p:nvSpPr>
        <p:spPr>
          <a:xfrm>
            <a:off x="10950162" y="5145082"/>
            <a:ext cx="202351" cy="64945"/>
          </a:xfrm>
          <a:custGeom>
            <a:avLst/>
            <a:gdLst/>
            <a:ahLst/>
            <a:cxnLst/>
            <a:rect l="0" t="0" r="r" b="b"/>
            <a:pathLst>
              <a:path w="202352" h="64946" fill="norm" stroke="0" extrusionOk="0">
                <a:moveTo>
                  <a:pt x="0" y="0"/>
                </a:moveTo>
                <a:lnTo>
                  <a:pt x="0" y="64946"/>
                </a:lnTo>
                <a:lnTo>
                  <a:pt x="101177" y="64946"/>
                </a:lnTo>
                <a:lnTo>
                  <a:pt x="2023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Editable vector"/>
          <p:cNvSpPr/>
          <p:nvPr/>
        </p:nvSpPr>
        <p:spPr>
          <a:xfrm>
            <a:off x="10950162" y="4931433"/>
            <a:ext cx="202351" cy="64964"/>
          </a:xfrm>
          <a:custGeom>
            <a:avLst/>
            <a:gdLst/>
            <a:ahLst/>
            <a:cxnLst/>
            <a:rect l="0" t="0" r="r" b="b"/>
            <a:pathLst>
              <a:path w="202352" h="64965" fill="norm" stroke="0" extrusionOk="0">
                <a:moveTo>
                  <a:pt x="0" y="0"/>
                </a:moveTo>
                <a:lnTo>
                  <a:pt x="0" y="64965"/>
                </a:lnTo>
                <a:lnTo>
                  <a:pt x="101177" y="64965"/>
                </a:lnTo>
                <a:lnTo>
                  <a:pt x="2023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Editable vector"/>
          <p:cNvSpPr/>
          <p:nvPr/>
        </p:nvSpPr>
        <p:spPr>
          <a:xfrm>
            <a:off x="11000587" y="4736856"/>
            <a:ext cx="101502" cy="32492"/>
          </a:xfrm>
          <a:custGeom>
            <a:avLst/>
            <a:gdLst/>
            <a:ahLst/>
            <a:cxnLst/>
            <a:rect l="0" t="0" r="r" b="b"/>
            <a:pathLst>
              <a:path w="101502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752" y="32493"/>
                </a:lnTo>
                <a:lnTo>
                  <a:pt x="10150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Editable vector"/>
          <p:cNvSpPr/>
          <p:nvPr/>
        </p:nvSpPr>
        <p:spPr>
          <a:xfrm>
            <a:off x="10217044" y="5573527"/>
            <a:ext cx="50751" cy="16246"/>
          </a:xfrm>
          <a:custGeom>
            <a:avLst/>
            <a:gdLst/>
            <a:ahLst/>
            <a:cxnLst/>
            <a:rect l="0" t="0" r="r" b="b"/>
            <a:pathLst>
              <a:path w="50752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540" y="16246"/>
                </a:lnTo>
                <a:lnTo>
                  <a:pt x="50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Editable vector"/>
          <p:cNvSpPr/>
          <p:nvPr/>
        </p:nvSpPr>
        <p:spPr>
          <a:xfrm>
            <a:off x="10217044" y="5368316"/>
            <a:ext cx="50751" cy="16242"/>
          </a:xfrm>
          <a:custGeom>
            <a:avLst/>
            <a:gdLst/>
            <a:ahLst/>
            <a:cxnLst/>
            <a:rect l="0" t="0" r="r" b="b"/>
            <a:pathLst>
              <a:path w="50752" h="16242" fill="norm" stroke="0" extrusionOk="0">
                <a:moveTo>
                  <a:pt x="0" y="0"/>
                </a:moveTo>
                <a:lnTo>
                  <a:pt x="0" y="16242"/>
                </a:lnTo>
                <a:lnTo>
                  <a:pt x="25540" y="16242"/>
                </a:lnTo>
                <a:lnTo>
                  <a:pt x="50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Editable vector"/>
          <p:cNvSpPr/>
          <p:nvPr/>
        </p:nvSpPr>
        <p:spPr>
          <a:xfrm>
            <a:off x="10217044" y="5169448"/>
            <a:ext cx="50751" cy="16216"/>
          </a:xfrm>
          <a:custGeom>
            <a:avLst/>
            <a:gdLst/>
            <a:ahLst/>
            <a:cxnLst/>
            <a:rect l="0" t="0" r="r" b="b"/>
            <a:pathLst>
              <a:path w="50752" h="16217" fill="norm" stroke="0" extrusionOk="0">
                <a:moveTo>
                  <a:pt x="0" y="0"/>
                </a:moveTo>
                <a:lnTo>
                  <a:pt x="0" y="16217"/>
                </a:lnTo>
                <a:lnTo>
                  <a:pt x="25540" y="16217"/>
                </a:lnTo>
                <a:lnTo>
                  <a:pt x="50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Editable vector"/>
          <p:cNvSpPr/>
          <p:nvPr/>
        </p:nvSpPr>
        <p:spPr>
          <a:xfrm>
            <a:off x="10217044" y="4955802"/>
            <a:ext cx="50751" cy="16246"/>
          </a:xfrm>
          <a:custGeom>
            <a:avLst/>
            <a:gdLst/>
            <a:ahLst/>
            <a:cxnLst/>
            <a:rect l="0" t="0" r="r" b="b"/>
            <a:pathLst>
              <a:path w="50752" h="16247" fill="norm" stroke="0" extrusionOk="0">
                <a:moveTo>
                  <a:pt x="0" y="0"/>
                </a:moveTo>
                <a:lnTo>
                  <a:pt x="0" y="16247"/>
                </a:lnTo>
                <a:lnTo>
                  <a:pt x="25540" y="16247"/>
                </a:lnTo>
                <a:lnTo>
                  <a:pt x="50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Editable vector"/>
          <p:cNvSpPr/>
          <p:nvPr/>
        </p:nvSpPr>
        <p:spPr>
          <a:xfrm>
            <a:off x="10217044" y="4744980"/>
            <a:ext cx="50751" cy="16246"/>
          </a:xfrm>
          <a:custGeom>
            <a:avLst/>
            <a:gdLst/>
            <a:ahLst/>
            <a:cxnLst/>
            <a:rect l="0" t="0" r="r" b="b"/>
            <a:pathLst>
              <a:path w="50752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540" y="16246"/>
                </a:lnTo>
                <a:lnTo>
                  <a:pt x="50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Editable vector"/>
          <p:cNvSpPr/>
          <p:nvPr/>
        </p:nvSpPr>
        <p:spPr>
          <a:xfrm>
            <a:off x="3415288" y="5169448"/>
            <a:ext cx="50653" cy="16216"/>
          </a:xfrm>
          <a:custGeom>
            <a:avLst/>
            <a:gdLst/>
            <a:ahLst/>
            <a:cxnLst/>
            <a:rect l="0" t="0" r="r" b="b"/>
            <a:pathLst>
              <a:path w="50653" h="16217" fill="norm" stroke="0" extrusionOk="0">
                <a:moveTo>
                  <a:pt x="0" y="0"/>
                </a:moveTo>
                <a:lnTo>
                  <a:pt x="0" y="16217"/>
                </a:lnTo>
                <a:lnTo>
                  <a:pt x="25311" y="16217"/>
                </a:lnTo>
                <a:lnTo>
                  <a:pt x="506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Editable vector"/>
          <p:cNvSpPr/>
          <p:nvPr/>
        </p:nvSpPr>
        <p:spPr>
          <a:xfrm>
            <a:off x="3415288" y="5368316"/>
            <a:ext cx="50653" cy="16242"/>
          </a:xfrm>
          <a:custGeom>
            <a:avLst/>
            <a:gdLst/>
            <a:ahLst/>
            <a:cxnLst/>
            <a:rect l="0" t="0" r="r" b="b"/>
            <a:pathLst>
              <a:path w="50653" h="16242" fill="norm" stroke="0" extrusionOk="0">
                <a:moveTo>
                  <a:pt x="0" y="0"/>
                </a:moveTo>
                <a:lnTo>
                  <a:pt x="0" y="16242"/>
                </a:lnTo>
                <a:lnTo>
                  <a:pt x="25311" y="16242"/>
                </a:lnTo>
                <a:lnTo>
                  <a:pt x="506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Editable vector"/>
          <p:cNvSpPr/>
          <p:nvPr/>
        </p:nvSpPr>
        <p:spPr>
          <a:xfrm>
            <a:off x="4208784" y="5368316"/>
            <a:ext cx="50653" cy="16242"/>
          </a:xfrm>
          <a:custGeom>
            <a:avLst/>
            <a:gdLst/>
            <a:ahLst/>
            <a:cxnLst/>
            <a:rect l="0" t="0" r="r" b="b"/>
            <a:pathLst>
              <a:path w="50653" h="16242" fill="norm" stroke="0" extrusionOk="0">
                <a:moveTo>
                  <a:pt x="0" y="0"/>
                </a:moveTo>
                <a:lnTo>
                  <a:pt x="0" y="16242"/>
                </a:lnTo>
                <a:lnTo>
                  <a:pt x="25343" y="16242"/>
                </a:lnTo>
                <a:lnTo>
                  <a:pt x="506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Editable vector"/>
          <p:cNvSpPr/>
          <p:nvPr/>
        </p:nvSpPr>
        <p:spPr>
          <a:xfrm>
            <a:off x="3001088" y="5368316"/>
            <a:ext cx="50686" cy="16242"/>
          </a:xfrm>
          <a:custGeom>
            <a:avLst/>
            <a:gdLst/>
            <a:ahLst/>
            <a:cxnLst/>
            <a:rect l="0" t="0" r="r" b="b"/>
            <a:pathLst>
              <a:path w="50686" h="16242" fill="norm" stroke="0" extrusionOk="0">
                <a:moveTo>
                  <a:pt x="0" y="0"/>
                </a:moveTo>
                <a:lnTo>
                  <a:pt x="0" y="16242"/>
                </a:lnTo>
                <a:lnTo>
                  <a:pt x="25343" y="16242"/>
                </a:lnTo>
                <a:lnTo>
                  <a:pt x="50686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Editable vector"/>
          <p:cNvSpPr/>
          <p:nvPr/>
        </p:nvSpPr>
        <p:spPr>
          <a:xfrm>
            <a:off x="3794617" y="5368316"/>
            <a:ext cx="50620" cy="16242"/>
          </a:xfrm>
          <a:custGeom>
            <a:avLst/>
            <a:gdLst/>
            <a:ahLst/>
            <a:cxnLst/>
            <a:rect l="0" t="0" r="r" b="b"/>
            <a:pathLst>
              <a:path w="50621" h="16242" fill="norm" stroke="0" extrusionOk="0">
                <a:moveTo>
                  <a:pt x="0" y="0"/>
                </a:moveTo>
                <a:lnTo>
                  <a:pt x="0" y="16242"/>
                </a:lnTo>
                <a:lnTo>
                  <a:pt x="25278" y="16242"/>
                </a:lnTo>
                <a:lnTo>
                  <a:pt x="50621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Editable vector"/>
          <p:cNvSpPr/>
          <p:nvPr/>
        </p:nvSpPr>
        <p:spPr>
          <a:xfrm>
            <a:off x="4608414" y="5368316"/>
            <a:ext cx="50653" cy="16242"/>
          </a:xfrm>
          <a:custGeom>
            <a:avLst/>
            <a:gdLst/>
            <a:ahLst/>
            <a:cxnLst/>
            <a:rect l="0" t="0" r="r" b="b"/>
            <a:pathLst>
              <a:path w="50654" h="16242" fill="norm" stroke="0" extrusionOk="0">
                <a:moveTo>
                  <a:pt x="0" y="0"/>
                </a:moveTo>
                <a:lnTo>
                  <a:pt x="0" y="16242"/>
                </a:lnTo>
                <a:lnTo>
                  <a:pt x="25343" y="16242"/>
                </a:lnTo>
                <a:lnTo>
                  <a:pt x="50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Editable vector"/>
          <p:cNvSpPr/>
          <p:nvPr/>
        </p:nvSpPr>
        <p:spPr>
          <a:xfrm>
            <a:off x="3415288" y="4955802"/>
            <a:ext cx="50653" cy="16246"/>
          </a:xfrm>
          <a:custGeom>
            <a:avLst/>
            <a:gdLst/>
            <a:ahLst/>
            <a:cxnLst/>
            <a:rect l="0" t="0" r="r" b="b"/>
            <a:pathLst>
              <a:path w="50653" h="16247" fill="norm" stroke="0" extrusionOk="0">
                <a:moveTo>
                  <a:pt x="0" y="0"/>
                </a:moveTo>
                <a:lnTo>
                  <a:pt x="0" y="16247"/>
                </a:lnTo>
                <a:lnTo>
                  <a:pt x="25311" y="16247"/>
                </a:lnTo>
                <a:lnTo>
                  <a:pt x="506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Editable vector"/>
          <p:cNvSpPr/>
          <p:nvPr/>
        </p:nvSpPr>
        <p:spPr>
          <a:xfrm>
            <a:off x="8646686" y="5576785"/>
            <a:ext cx="30450" cy="9730"/>
          </a:xfrm>
          <a:custGeom>
            <a:avLst/>
            <a:gdLst/>
            <a:ahLst/>
            <a:cxnLst/>
            <a:rect l="0" t="0" r="r" b="b"/>
            <a:pathLst>
              <a:path w="30451" h="9731" fill="norm" stroke="0" extrusionOk="0">
                <a:moveTo>
                  <a:pt x="0" y="0"/>
                </a:moveTo>
                <a:lnTo>
                  <a:pt x="0" y="9731"/>
                </a:lnTo>
                <a:lnTo>
                  <a:pt x="15388" y="9731"/>
                </a:lnTo>
                <a:lnTo>
                  <a:pt x="30451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Editable vector"/>
          <p:cNvSpPr/>
          <p:nvPr/>
        </p:nvSpPr>
        <p:spPr>
          <a:xfrm>
            <a:off x="8646686" y="5371565"/>
            <a:ext cx="30450" cy="9745"/>
          </a:xfrm>
          <a:custGeom>
            <a:avLst/>
            <a:gdLst/>
            <a:ahLst/>
            <a:cxnLst/>
            <a:rect l="0" t="0" r="r" b="b"/>
            <a:pathLst>
              <a:path w="30451" h="9746" fill="norm" stroke="0" extrusionOk="0">
                <a:moveTo>
                  <a:pt x="0" y="0"/>
                </a:moveTo>
                <a:lnTo>
                  <a:pt x="0" y="9746"/>
                </a:lnTo>
                <a:lnTo>
                  <a:pt x="15388" y="9746"/>
                </a:lnTo>
                <a:lnTo>
                  <a:pt x="30451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Editable vector"/>
          <p:cNvSpPr/>
          <p:nvPr/>
        </p:nvSpPr>
        <p:spPr>
          <a:xfrm>
            <a:off x="8646686" y="5172695"/>
            <a:ext cx="30450" cy="9720"/>
          </a:xfrm>
          <a:custGeom>
            <a:avLst/>
            <a:gdLst/>
            <a:ahLst/>
            <a:cxnLst/>
            <a:rect l="0" t="0" r="r" b="b"/>
            <a:pathLst>
              <a:path w="30451" h="9720" fill="norm" stroke="0" extrusionOk="0">
                <a:moveTo>
                  <a:pt x="0" y="0"/>
                </a:moveTo>
                <a:lnTo>
                  <a:pt x="0" y="9720"/>
                </a:lnTo>
                <a:lnTo>
                  <a:pt x="15388" y="9720"/>
                </a:lnTo>
                <a:lnTo>
                  <a:pt x="30451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Editable vector"/>
          <p:cNvSpPr/>
          <p:nvPr/>
        </p:nvSpPr>
        <p:spPr>
          <a:xfrm>
            <a:off x="8646686" y="4959060"/>
            <a:ext cx="30450" cy="9730"/>
          </a:xfrm>
          <a:custGeom>
            <a:avLst/>
            <a:gdLst/>
            <a:ahLst/>
            <a:cxnLst/>
            <a:rect l="0" t="0" r="r" b="b"/>
            <a:pathLst>
              <a:path w="30451" h="9731" fill="norm" stroke="0" extrusionOk="0">
                <a:moveTo>
                  <a:pt x="0" y="0"/>
                </a:moveTo>
                <a:lnTo>
                  <a:pt x="0" y="9731"/>
                </a:lnTo>
                <a:lnTo>
                  <a:pt x="15388" y="9731"/>
                </a:lnTo>
                <a:lnTo>
                  <a:pt x="30451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Editable vector"/>
          <p:cNvSpPr/>
          <p:nvPr/>
        </p:nvSpPr>
        <p:spPr>
          <a:xfrm>
            <a:off x="8646686" y="4748238"/>
            <a:ext cx="30450" cy="9730"/>
          </a:xfrm>
          <a:custGeom>
            <a:avLst/>
            <a:gdLst/>
            <a:ahLst/>
            <a:cxnLst/>
            <a:rect l="0" t="0" r="r" b="b"/>
            <a:pathLst>
              <a:path w="30451" h="9731" fill="norm" stroke="0" extrusionOk="0">
                <a:moveTo>
                  <a:pt x="0" y="0"/>
                </a:moveTo>
                <a:lnTo>
                  <a:pt x="0" y="9731"/>
                </a:lnTo>
                <a:lnTo>
                  <a:pt x="15388" y="9731"/>
                </a:lnTo>
                <a:lnTo>
                  <a:pt x="30451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Editable vector"/>
          <p:cNvSpPr/>
          <p:nvPr/>
        </p:nvSpPr>
        <p:spPr>
          <a:xfrm>
            <a:off x="9034363" y="5576785"/>
            <a:ext cx="30452" cy="9730"/>
          </a:xfrm>
          <a:custGeom>
            <a:avLst/>
            <a:gdLst/>
            <a:ahLst/>
            <a:cxnLst/>
            <a:rect l="0" t="0" r="r" b="b"/>
            <a:pathLst>
              <a:path w="30452" h="9731" fill="norm" stroke="0" extrusionOk="0">
                <a:moveTo>
                  <a:pt x="0" y="0"/>
                </a:moveTo>
                <a:lnTo>
                  <a:pt x="0" y="9731"/>
                </a:lnTo>
                <a:lnTo>
                  <a:pt x="15390" y="9731"/>
                </a:lnTo>
                <a:lnTo>
                  <a:pt x="304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Editable vector"/>
          <p:cNvSpPr/>
          <p:nvPr/>
        </p:nvSpPr>
        <p:spPr>
          <a:xfrm>
            <a:off x="9034363" y="5371565"/>
            <a:ext cx="30452" cy="9745"/>
          </a:xfrm>
          <a:custGeom>
            <a:avLst/>
            <a:gdLst/>
            <a:ahLst/>
            <a:cxnLst/>
            <a:rect l="0" t="0" r="r" b="b"/>
            <a:pathLst>
              <a:path w="30452" h="9746" fill="norm" stroke="0" extrusionOk="0">
                <a:moveTo>
                  <a:pt x="0" y="0"/>
                </a:moveTo>
                <a:lnTo>
                  <a:pt x="0" y="9746"/>
                </a:lnTo>
                <a:lnTo>
                  <a:pt x="15390" y="9746"/>
                </a:lnTo>
                <a:lnTo>
                  <a:pt x="304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Editable vector"/>
          <p:cNvSpPr/>
          <p:nvPr/>
        </p:nvSpPr>
        <p:spPr>
          <a:xfrm>
            <a:off x="9034363" y="5172695"/>
            <a:ext cx="30452" cy="9720"/>
          </a:xfrm>
          <a:custGeom>
            <a:avLst/>
            <a:gdLst/>
            <a:ahLst/>
            <a:cxnLst/>
            <a:rect l="0" t="0" r="r" b="b"/>
            <a:pathLst>
              <a:path w="30452" h="9720" fill="norm" stroke="0" extrusionOk="0">
                <a:moveTo>
                  <a:pt x="0" y="0"/>
                </a:moveTo>
                <a:lnTo>
                  <a:pt x="0" y="9720"/>
                </a:lnTo>
                <a:lnTo>
                  <a:pt x="15390" y="9720"/>
                </a:lnTo>
                <a:lnTo>
                  <a:pt x="304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Editable vector"/>
          <p:cNvSpPr/>
          <p:nvPr/>
        </p:nvSpPr>
        <p:spPr>
          <a:xfrm>
            <a:off x="9034363" y="4959060"/>
            <a:ext cx="30452" cy="9730"/>
          </a:xfrm>
          <a:custGeom>
            <a:avLst/>
            <a:gdLst/>
            <a:ahLst/>
            <a:cxnLst/>
            <a:rect l="0" t="0" r="r" b="b"/>
            <a:pathLst>
              <a:path w="30452" h="9731" fill="norm" stroke="0" extrusionOk="0">
                <a:moveTo>
                  <a:pt x="0" y="0"/>
                </a:moveTo>
                <a:lnTo>
                  <a:pt x="0" y="9731"/>
                </a:lnTo>
                <a:lnTo>
                  <a:pt x="15390" y="9731"/>
                </a:lnTo>
                <a:lnTo>
                  <a:pt x="304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Editable vector"/>
          <p:cNvSpPr/>
          <p:nvPr/>
        </p:nvSpPr>
        <p:spPr>
          <a:xfrm>
            <a:off x="9034363" y="4748238"/>
            <a:ext cx="30452" cy="9730"/>
          </a:xfrm>
          <a:custGeom>
            <a:avLst/>
            <a:gdLst/>
            <a:ahLst/>
            <a:cxnLst/>
            <a:rect l="0" t="0" r="r" b="b"/>
            <a:pathLst>
              <a:path w="30452" h="9731" fill="norm" stroke="0" extrusionOk="0">
                <a:moveTo>
                  <a:pt x="0" y="0"/>
                </a:moveTo>
                <a:lnTo>
                  <a:pt x="0" y="9731"/>
                </a:lnTo>
                <a:lnTo>
                  <a:pt x="15390" y="9731"/>
                </a:lnTo>
                <a:lnTo>
                  <a:pt x="304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Editable vector"/>
          <p:cNvSpPr/>
          <p:nvPr/>
        </p:nvSpPr>
        <p:spPr>
          <a:xfrm>
            <a:off x="9432847" y="5576785"/>
            <a:ext cx="30123" cy="9730"/>
          </a:xfrm>
          <a:custGeom>
            <a:avLst/>
            <a:gdLst/>
            <a:ahLst/>
            <a:cxnLst/>
            <a:rect l="0" t="0" r="r" b="b"/>
            <a:pathLst>
              <a:path w="30124" h="9731" fill="norm" stroke="0" extrusionOk="0">
                <a:moveTo>
                  <a:pt x="0" y="0"/>
                </a:moveTo>
                <a:lnTo>
                  <a:pt x="0" y="9731"/>
                </a:lnTo>
                <a:lnTo>
                  <a:pt x="15061" y="9731"/>
                </a:lnTo>
                <a:lnTo>
                  <a:pt x="301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Editable vector"/>
          <p:cNvSpPr/>
          <p:nvPr/>
        </p:nvSpPr>
        <p:spPr>
          <a:xfrm>
            <a:off x="9432847" y="5371565"/>
            <a:ext cx="30123" cy="9745"/>
          </a:xfrm>
          <a:custGeom>
            <a:avLst/>
            <a:gdLst/>
            <a:ahLst/>
            <a:cxnLst/>
            <a:rect l="0" t="0" r="r" b="b"/>
            <a:pathLst>
              <a:path w="30124" h="9746" fill="norm" stroke="0" extrusionOk="0">
                <a:moveTo>
                  <a:pt x="0" y="0"/>
                </a:moveTo>
                <a:lnTo>
                  <a:pt x="0" y="9746"/>
                </a:lnTo>
                <a:lnTo>
                  <a:pt x="15061" y="9746"/>
                </a:lnTo>
                <a:lnTo>
                  <a:pt x="301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Editable vector"/>
          <p:cNvSpPr/>
          <p:nvPr/>
        </p:nvSpPr>
        <p:spPr>
          <a:xfrm>
            <a:off x="9432847" y="5172695"/>
            <a:ext cx="30123" cy="9720"/>
          </a:xfrm>
          <a:custGeom>
            <a:avLst/>
            <a:gdLst/>
            <a:ahLst/>
            <a:cxnLst/>
            <a:rect l="0" t="0" r="r" b="b"/>
            <a:pathLst>
              <a:path w="30124" h="9720" fill="norm" stroke="0" extrusionOk="0">
                <a:moveTo>
                  <a:pt x="0" y="0"/>
                </a:moveTo>
                <a:lnTo>
                  <a:pt x="0" y="9720"/>
                </a:lnTo>
                <a:lnTo>
                  <a:pt x="15061" y="9720"/>
                </a:lnTo>
                <a:lnTo>
                  <a:pt x="301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Editable vector"/>
          <p:cNvSpPr/>
          <p:nvPr/>
        </p:nvSpPr>
        <p:spPr>
          <a:xfrm>
            <a:off x="9432847" y="4959060"/>
            <a:ext cx="30123" cy="9730"/>
          </a:xfrm>
          <a:custGeom>
            <a:avLst/>
            <a:gdLst/>
            <a:ahLst/>
            <a:cxnLst/>
            <a:rect l="0" t="0" r="r" b="b"/>
            <a:pathLst>
              <a:path w="30124" h="9731" fill="norm" stroke="0" extrusionOk="0">
                <a:moveTo>
                  <a:pt x="0" y="0"/>
                </a:moveTo>
                <a:lnTo>
                  <a:pt x="0" y="9731"/>
                </a:lnTo>
                <a:lnTo>
                  <a:pt x="15061" y="9731"/>
                </a:lnTo>
                <a:lnTo>
                  <a:pt x="301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Editable vector"/>
          <p:cNvSpPr/>
          <p:nvPr/>
        </p:nvSpPr>
        <p:spPr>
          <a:xfrm>
            <a:off x="9432847" y="4748238"/>
            <a:ext cx="30123" cy="9730"/>
          </a:xfrm>
          <a:custGeom>
            <a:avLst/>
            <a:gdLst/>
            <a:ahLst/>
            <a:cxnLst/>
            <a:rect l="0" t="0" r="r" b="b"/>
            <a:pathLst>
              <a:path w="30124" h="9731" fill="norm" stroke="0" extrusionOk="0">
                <a:moveTo>
                  <a:pt x="0" y="0"/>
                </a:moveTo>
                <a:lnTo>
                  <a:pt x="0" y="9731"/>
                </a:lnTo>
                <a:lnTo>
                  <a:pt x="15061" y="9731"/>
                </a:lnTo>
                <a:lnTo>
                  <a:pt x="301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Editable vector"/>
          <p:cNvSpPr/>
          <p:nvPr/>
        </p:nvSpPr>
        <p:spPr>
          <a:xfrm>
            <a:off x="9837224" y="5576785"/>
            <a:ext cx="30123" cy="9730"/>
          </a:xfrm>
          <a:custGeom>
            <a:avLst/>
            <a:gdLst/>
            <a:ahLst/>
            <a:cxnLst/>
            <a:rect l="0" t="0" r="r" b="b"/>
            <a:pathLst>
              <a:path w="30124" h="9731" fill="norm" stroke="0" extrusionOk="0">
                <a:moveTo>
                  <a:pt x="0" y="0"/>
                </a:moveTo>
                <a:lnTo>
                  <a:pt x="0" y="9731"/>
                </a:lnTo>
                <a:lnTo>
                  <a:pt x="15063" y="9731"/>
                </a:lnTo>
                <a:lnTo>
                  <a:pt x="301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Editable vector"/>
          <p:cNvSpPr/>
          <p:nvPr/>
        </p:nvSpPr>
        <p:spPr>
          <a:xfrm>
            <a:off x="9837224" y="5371565"/>
            <a:ext cx="30123" cy="9745"/>
          </a:xfrm>
          <a:custGeom>
            <a:avLst/>
            <a:gdLst/>
            <a:ahLst/>
            <a:cxnLst/>
            <a:rect l="0" t="0" r="r" b="b"/>
            <a:pathLst>
              <a:path w="30124" h="9746" fill="norm" stroke="0" extrusionOk="0">
                <a:moveTo>
                  <a:pt x="0" y="0"/>
                </a:moveTo>
                <a:lnTo>
                  <a:pt x="0" y="9746"/>
                </a:lnTo>
                <a:lnTo>
                  <a:pt x="15063" y="9746"/>
                </a:lnTo>
                <a:lnTo>
                  <a:pt x="301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Editable vector"/>
          <p:cNvSpPr/>
          <p:nvPr/>
        </p:nvSpPr>
        <p:spPr>
          <a:xfrm>
            <a:off x="9837224" y="5172695"/>
            <a:ext cx="30123" cy="9720"/>
          </a:xfrm>
          <a:custGeom>
            <a:avLst/>
            <a:gdLst/>
            <a:ahLst/>
            <a:cxnLst/>
            <a:rect l="0" t="0" r="r" b="b"/>
            <a:pathLst>
              <a:path w="30124" h="9720" fill="norm" stroke="0" extrusionOk="0">
                <a:moveTo>
                  <a:pt x="0" y="0"/>
                </a:moveTo>
                <a:lnTo>
                  <a:pt x="0" y="9720"/>
                </a:lnTo>
                <a:lnTo>
                  <a:pt x="15063" y="9720"/>
                </a:lnTo>
                <a:lnTo>
                  <a:pt x="301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Editable vector"/>
          <p:cNvSpPr/>
          <p:nvPr/>
        </p:nvSpPr>
        <p:spPr>
          <a:xfrm>
            <a:off x="9837224" y="4959060"/>
            <a:ext cx="30123" cy="9730"/>
          </a:xfrm>
          <a:custGeom>
            <a:avLst/>
            <a:gdLst/>
            <a:ahLst/>
            <a:cxnLst/>
            <a:rect l="0" t="0" r="r" b="b"/>
            <a:pathLst>
              <a:path w="30124" h="9731" fill="norm" stroke="0" extrusionOk="0">
                <a:moveTo>
                  <a:pt x="0" y="0"/>
                </a:moveTo>
                <a:lnTo>
                  <a:pt x="0" y="9731"/>
                </a:lnTo>
                <a:lnTo>
                  <a:pt x="15063" y="9731"/>
                </a:lnTo>
                <a:lnTo>
                  <a:pt x="301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Editable vector"/>
          <p:cNvSpPr/>
          <p:nvPr/>
        </p:nvSpPr>
        <p:spPr>
          <a:xfrm>
            <a:off x="9837224" y="4748238"/>
            <a:ext cx="30123" cy="9730"/>
          </a:xfrm>
          <a:custGeom>
            <a:avLst/>
            <a:gdLst/>
            <a:ahLst/>
            <a:cxnLst/>
            <a:rect l="0" t="0" r="r" b="b"/>
            <a:pathLst>
              <a:path w="30124" h="9731" fill="norm" stroke="0" extrusionOk="0">
                <a:moveTo>
                  <a:pt x="0" y="0"/>
                </a:moveTo>
                <a:lnTo>
                  <a:pt x="0" y="9731"/>
                </a:lnTo>
                <a:lnTo>
                  <a:pt x="15063" y="9731"/>
                </a:lnTo>
                <a:lnTo>
                  <a:pt x="301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Editable vector"/>
          <p:cNvSpPr/>
          <p:nvPr/>
        </p:nvSpPr>
        <p:spPr>
          <a:xfrm>
            <a:off x="3402010" y="3965482"/>
            <a:ext cx="101340" cy="32492"/>
          </a:xfrm>
          <a:custGeom>
            <a:avLst/>
            <a:gdLst/>
            <a:ahLst/>
            <a:cxnLst/>
            <a:rect l="0" t="0" r="r" b="b"/>
            <a:pathLst>
              <a:path w="101340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654" y="32493"/>
                </a:lnTo>
                <a:lnTo>
                  <a:pt x="101340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Editable vector"/>
          <p:cNvSpPr/>
          <p:nvPr/>
        </p:nvSpPr>
        <p:spPr>
          <a:xfrm>
            <a:off x="3781338" y="3965482"/>
            <a:ext cx="101307" cy="32492"/>
          </a:xfrm>
          <a:custGeom>
            <a:avLst/>
            <a:gdLst/>
            <a:ahLst/>
            <a:cxnLst/>
            <a:rect l="0" t="0" r="r" b="b"/>
            <a:pathLst>
              <a:path w="101307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621" y="32493"/>
                </a:lnTo>
                <a:lnTo>
                  <a:pt x="101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Editable vector"/>
          <p:cNvSpPr/>
          <p:nvPr/>
        </p:nvSpPr>
        <p:spPr>
          <a:xfrm>
            <a:off x="4195539" y="3965482"/>
            <a:ext cx="101307" cy="32492"/>
          </a:xfrm>
          <a:custGeom>
            <a:avLst/>
            <a:gdLst/>
            <a:ahLst/>
            <a:cxnLst/>
            <a:rect l="0" t="0" r="r" b="b"/>
            <a:pathLst>
              <a:path w="101307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653" y="32493"/>
                </a:lnTo>
                <a:lnTo>
                  <a:pt x="101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Editable vector"/>
          <p:cNvSpPr/>
          <p:nvPr/>
        </p:nvSpPr>
        <p:spPr>
          <a:xfrm>
            <a:off x="3816799" y="3572778"/>
            <a:ext cx="30385" cy="9730"/>
          </a:xfrm>
          <a:custGeom>
            <a:avLst/>
            <a:gdLst/>
            <a:ahLst/>
            <a:cxnLst/>
            <a:rect l="0" t="0" r="r" b="b"/>
            <a:pathLst>
              <a:path w="30386" h="9731" fill="norm" stroke="0" extrusionOk="0">
                <a:moveTo>
                  <a:pt x="0" y="0"/>
                </a:moveTo>
                <a:lnTo>
                  <a:pt x="0" y="9731"/>
                </a:lnTo>
                <a:lnTo>
                  <a:pt x="15160" y="9731"/>
                </a:lnTo>
                <a:lnTo>
                  <a:pt x="30386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Editable vector"/>
          <p:cNvSpPr/>
          <p:nvPr/>
        </p:nvSpPr>
        <p:spPr>
          <a:xfrm>
            <a:off x="5442723" y="3771648"/>
            <a:ext cx="30123" cy="9752"/>
          </a:xfrm>
          <a:custGeom>
            <a:avLst/>
            <a:gdLst/>
            <a:ahLst/>
            <a:cxnLst/>
            <a:rect l="0" t="0" r="r" b="b"/>
            <a:pathLst>
              <a:path w="30124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062" y="9752"/>
                </a:lnTo>
                <a:lnTo>
                  <a:pt x="301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Editable vector"/>
          <p:cNvSpPr/>
          <p:nvPr/>
        </p:nvSpPr>
        <p:spPr>
          <a:xfrm>
            <a:off x="5034417" y="3771648"/>
            <a:ext cx="30450" cy="9752"/>
          </a:xfrm>
          <a:custGeom>
            <a:avLst/>
            <a:gdLst/>
            <a:ahLst/>
            <a:cxnLst/>
            <a:rect l="0" t="0" r="r" b="b"/>
            <a:pathLst>
              <a:path w="30451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062" y="9752"/>
                </a:lnTo>
                <a:lnTo>
                  <a:pt x="30451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Editable vector"/>
          <p:cNvSpPr/>
          <p:nvPr/>
        </p:nvSpPr>
        <p:spPr>
          <a:xfrm>
            <a:off x="6253115" y="3771648"/>
            <a:ext cx="30451" cy="9752"/>
          </a:xfrm>
          <a:custGeom>
            <a:avLst/>
            <a:gdLst/>
            <a:ahLst/>
            <a:cxnLst/>
            <a:rect l="0" t="0" r="r" b="b"/>
            <a:pathLst>
              <a:path w="30452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062" y="9752"/>
                </a:lnTo>
                <a:lnTo>
                  <a:pt x="304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Editable vector"/>
          <p:cNvSpPr/>
          <p:nvPr/>
        </p:nvSpPr>
        <p:spPr>
          <a:xfrm>
            <a:off x="5846119" y="3771648"/>
            <a:ext cx="30450" cy="9752"/>
          </a:xfrm>
          <a:custGeom>
            <a:avLst/>
            <a:gdLst/>
            <a:ahLst/>
            <a:cxnLst/>
            <a:rect l="0" t="0" r="r" b="b"/>
            <a:pathLst>
              <a:path w="30451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061" y="9752"/>
                </a:lnTo>
                <a:lnTo>
                  <a:pt x="30451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Editable vector"/>
          <p:cNvSpPr/>
          <p:nvPr/>
        </p:nvSpPr>
        <p:spPr>
          <a:xfrm>
            <a:off x="7427938" y="4194094"/>
            <a:ext cx="30450" cy="9752"/>
          </a:xfrm>
          <a:custGeom>
            <a:avLst/>
            <a:gdLst/>
            <a:ahLst/>
            <a:cxnLst/>
            <a:rect l="0" t="0" r="r" b="b"/>
            <a:pathLst>
              <a:path w="30451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389" y="9752"/>
                </a:lnTo>
                <a:lnTo>
                  <a:pt x="30451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Editable vector"/>
          <p:cNvSpPr/>
          <p:nvPr/>
        </p:nvSpPr>
        <p:spPr>
          <a:xfrm>
            <a:off x="7043861" y="4194094"/>
            <a:ext cx="30123" cy="9752"/>
          </a:xfrm>
          <a:custGeom>
            <a:avLst/>
            <a:gdLst/>
            <a:ahLst/>
            <a:cxnLst/>
            <a:rect l="0" t="0" r="r" b="b"/>
            <a:pathLst>
              <a:path w="30124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062" y="9752"/>
                </a:lnTo>
                <a:lnTo>
                  <a:pt x="301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Editable vector"/>
          <p:cNvSpPr/>
          <p:nvPr/>
        </p:nvSpPr>
        <p:spPr>
          <a:xfrm>
            <a:off x="8246187" y="4194094"/>
            <a:ext cx="30451" cy="9752"/>
          </a:xfrm>
          <a:custGeom>
            <a:avLst/>
            <a:gdLst/>
            <a:ahLst/>
            <a:cxnLst/>
            <a:rect l="0" t="0" r="r" b="b"/>
            <a:pathLst>
              <a:path w="30452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389" y="9752"/>
                </a:lnTo>
                <a:lnTo>
                  <a:pt x="304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Editable vector"/>
          <p:cNvSpPr/>
          <p:nvPr/>
        </p:nvSpPr>
        <p:spPr>
          <a:xfrm>
            <a:off x="8658750" y="4194094"/>
            <a:ext cx="30451" cy="9752"/>
          </a:xfrm>
          <a:custGeom>
            <a:avLst/>
            <a:gdLst/>
            <a:ahLst/>
            <a:cxnLst/>
            <a:rect l="0" t="0" r="r" b="b"/>
            <a:pathLst>
              <a:path w="30452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389" y="9752"/>
                </a:lnTo>
                <a:lnTo>
                  <a:pt x="304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Editable vector"/>
          <p:cNvSpPr/>
          <p:nvPr/>
        </p:nvSpPr>
        <p:spPr>
          <a:xfrm>
            <a:off x="7839846" y="4194094"/>
            <a:ext cx="30450" cy="9752"/>
          </a:xfrm>
          <a:custGeom>
            <a:avLst/>
            <a:gdLst/>
            <a:ahLst/>
            <a:cxnLst/>
            <a:rect l="0" t="0" r="r" b="b"/>
            <a:pathLst>
              <a:path w="30451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389" y="9752"/>
                </a:lnTo>
                <a:lnTo>
                  <a:pt x="30451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Editable vector"/>
          <p:cNvSpPr/>
          <p:nvPr/>
        </p:nvSpPr>
        <p:spPr>
          <a:xfrm>
            <a:off x="7427938" y="4384216"/>
            <a:ext cx="30450" cy="9745"/>
          </a:xfrm>
          <a:custGeom>
            <a:avLst/>
            <a:gdLst/>
            <a:ahLst/>
            <a:cxnLst/>
            <a:rect l="0" t="0" r="r" b="b"/>
            <a:pathLst>
              <a:path w="30451" h="9746" fill="norm" stroke="0" extrusionOk="0">
                <a:moveTo>
                  <a:pt x="0" y="0"/>
                </a:moveTo>
                <a:lnTo>
                  <a:pt x="0" y="9746"/>
                </a:lnTo>
                <a:lnTo>
                  <a:pt x="15389" y="9746"/>
                </a:lnTo>
                <a:lnTo>
                  <a:pt x="30451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Editable vector"/>
          <p:cNvSpPr/>
          <p:nvPr/>
        </p:nvSpPr>
        <p:spPr>
          <a:xfrm>
            <a:off x="7043861" y="4384216"/>
            <a:ext cx="30123" cy="9745"/>
          </a:xfrm>
          <a:custGeom>
            <a:avLst/>
            <a:gdLst/>
            <a:ahLst/>
            <a:cxnLst/>
            <a:rect l="0" t="0" r="r" b="b"/>
            <a:pathLst>
              <a:path w="30124" h="9746" fill="norm" stroke="0" extrusionOk="0">
                <a:moveTo>
                  <a:pt x="0" y="0"/>
                </a:moveTo>
                <a:lnTo>
                  <a:pt x="0" y="9746"/>
                </a:lnTo>
                <a:lnTo>
                  <a:pt x="15062" y="9746"/>
                </a:lnTo>
                <a:lnTo>
                  <a:pt x="301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Editable vector"/>
          <p:cNvSpPr/>
          <p:nvPr/>
        </p:nvSpPr>
        <p:spPr>
          <a:xfrm>
            <a:off x="8246187" y="4384216"/>
            <a:ext cx="30451" cy="9745"/>
          </a:xfrm>
          <a:custGeom>
            <a:avLst/>
            <a:gdLst/>
            <a:ahLst/>
            <a:cxnLst/>
            <a:rect l="0" t="0" r="r" b="b"/>
            <a:pathLst>
              <a:path w="30452" h="9746" fill="norm" stroke="0" extrusionOk="0">
                <a:moveTo>
                  <a:pt x="0" y="0"/>
                </a:moveTo>
                <a:lnTo>
                  <a:pt x="0" y="9746"/>
                </a:lnTo>
                <a:lnTo>
                  <a:pt x="15389" y="9746"/>
                </a:lnTo>
                <a:lnTo>
                  <a:pt x="304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Editable vector"/>
          <p:cNvSpPr/>
          <p:nvPr/>
        </p:nvSpPr>
        <p:spPr>
          <a:xfrm>
            <a:off x="8658750" y="4384216"/>
            <a:ext cx="30451" cy="9745"/>
          </a:xfrm>
          <a:custGeom>
            <a:avLst/>
            <a:gdLst/>
            <a:ahLst/>
            <a:cxnLst/>
            <a:rect l="0" t="0" r="r" b="b"/>
            <a:pathLst>
              <a:path w="30452" h="9746" fill="norm" stroke="0" extrusionOk="0">
                <a:moveTo>
                  <a:pt x="0" y="0"/>
                </a:moveTo>
                <a:lnTo>
                  <a:pt x="0" y="9746"/>
                </a:lnTo>
                <a:lnTo>
                  <a:pt x="15389" y="9746"/>
                </a:lnTo>
                <a:lnTo>
                  <a:pt x="304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Editable vector"/>
          <p:cNvSpPr/>
          <p:nvPr/>
        </p:nvSpPr>
        <p:spPr>
          <a:xfrm>
            <a:off x="7839846" y="4384216"/>
            <a:ext cx="30450" cy="9745"/>
          </a:xfrm>
          <a:custGeom>
            <a:avLst/>
            <a:gdLst/>
            <a:ahLst/>
            <a:cxnLst/>
            <a:rect l="0" t="0" r="r" b="b"/>
            <a:pathLst>
              <a:path w="30451" h="9746" fill="norm" stroke="0" extrusionOk="0">
                <a:moveTo>
                  <a:pt x="0" y="0"/>
                </a:moveTo>
                <a:lnTo>
                  <a:pt x="0" y="9746"/>
                </a:lnTo>
                <a:lnTo>
                  <a:pt x="15389" y="9746"/>
                </a:lnTo>
                <a:lnTo>
                  <a:pt x="30451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Editable vector"/>
          <p:cNvSpPr/>
          <p:nvPr/>
        </p:nvSpPr>
        <p:spPr>
          <a:xfrm>
            <a:off x="10645601" y="2930964"/>
            <a:ext cx="30451" cy="9752"/>
          </a:xfrm>
          <a:custGeom>
            <a:avLst/>
            <a:gdLst/>
            <a:ahLst/>
            <a:cxnLst/>
            <a:rect l="0" t="0" r="r" b="b"/>
            <a:pathLst>
              <a:path w="30452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389" y="9752"/>
                </a:lnTo>
                <a:lnTo>
                  <a:pt x="304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Editable vector"/>
          <p:cNvSpPr/>
          <p:nvPr/>
        </p:nvSpPr>
        <p:spPr>
          <a:xfrm>
            <a:off x="10239259" y="2930964"/>
            <a:ext cx="30451" cy="9752"/>
          </a:xfrm>
          <a:custGeom>
            <a:avLst/>
            <a:gdLst/>
            <a:ahLst/>
            <a:cxnLst/>
            <a:rect l="0" t="0" r="r" b="b"/>
            <a:pathLst>
              <a:path w="30452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389" y="9752"/>
                </a:lnTo>
                <a:lnTo>
                  <a:pt x="304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Editable vector"/>
          <p:cNvSpPr/>
          <p:nvPr/>
        </p:nvSpPr>
        <p:spPr>
          <a:xfrm>
            <a:off x="11048341" y="2930964"/>
            <a:ext cx="30122" cy="9752"/>
          </a:xfrm>
          <a:custGeom>
            <a:avLst/>
            <a:gdLst/>
            <a:ahLst/>
            <a:cxnLst/>
            <a:rect l="0" t="0" r="r" b="b"/>
            <a:pathLst>
              <a:path w="30123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062" y="9752"/>
                </a:lnTo>
                <a:lnTo>
                  <a:pt x="3012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Editable vector"/>
          <p:cNvSpPr/>
          <p:nvPr/>
        </p:nvSpPr>
        <p:spPr>
          <a:xfrm>
            <a:off x="8246187" y="2930964"/>
            <a:ext cx="30451" cy="9751"/>
          </a:xfrm>
          <a:custGeom>
            <a:avLst/>
            <a:gdLst/>
            <a:ahLst/>
            <a:cxnLst/>
            <a:rect l="0" t="0" r="r" b="b"/>
            <a:pathLst>
              <a:path w="30452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389" y="9752"/>
                </a:lnTo>
                <a:lnTo>
                  <a:pt x="304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Editable vector"/>
          <p:cNvSpPr/>
          <p:nvPr/>
        </p:nvSpPr>
        <p:spPr>
          <a:xfrm>
            <a:off x="7839845" y="2930964"/>
            <a:ext cx="30450" cy="9751"/>
          </a:xfrm>
          <a:custGeom>
            <a:avLst/>
            <a:gdLst/>
            <a:ahLst/>
            <a:cxnLst/>
            <a:rect l="0" t="0" r="r" b="b"/>
            <a:pathLst>
              <a:path w="30451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390" y="9752"/>
                </a:lnTo>
                <a:lnTo>
                  <a:pt x="30451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Editable vector"/>
          <p:cNvSpPr/>
          <p:nvPr/>
        </p:nvSpPr>
        <p:spPr>
          <a:xfrm>
            <a:off x="8658750" y="2930964"/>
            <a:ext cx="30451" cy="9751"/>
          </a:xfrm>
          <a:custGeom>
            <a:avLst/>
            <a:gdLst/>
            <a:ahLst/>
            <a:cxnLst/>
            <a:rect l="0" t="0" r="r" b="b"/>
            <a:pathLst>
              <a:path w="30452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389" y="9752"/>
                </a:lnTo>
                <a:lnTo>
                  <a:pt x="304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Editable vector"/>
          <p:cNvSpPr/>
          <p:nvPr/>
        </p:nvSpPr>
        <p:spPr>
          <a:xfrm>
            <a:off x="5442723" y="4384216"/>
            <a:ext cx="30123" cy="9745"/>
          </a:xfrm>
          <a:custGeom>
            <a:avLst/>
            <a:gdLst/>
            <a:ahLst/>
            <a:cxnLst/>
            <a:rect l="0" t="0" r="r" b="b"/>
            <a:pathLst>
              <a:path w="30124" h="9746" fill="norm" stroke="0" extrusionOk="0">
                <a:moveTo>
                  <a:pt x="0" y="0"/>
                </a:moveTo>
                <a:lnTo>
                  <a:pt x="0" y="9746"/>
                </a:lnTo>
                <a:lnTo>
                  <a:pt x="15062" y="9746"/>
                </a:lnTo>
                <a:lnTo>
                  <a:pt x="301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Editable vector"/>
          <p:cNvSpPr/>
          <p:nvPr/>
        </p:nvSpPr>
        <p:spPr>
          <a:xfrm>
            <a:off x="5034417" y="4384216"/>
            <a:ext cx="30450" cy="9745"/>
          </a:xfrm>
          <a:custGeom>
            <a:avLst/>
            <a:gdLst/>
            <a:ahLst/>
            <a:cxnLst/>
            <a:rect l="0" t="0" r="r" b="b"/>
            <a:pathLst>
              <a:path w="30451" h="9746" fill="norm" stroke="0" extrusionOk="0">
                <a:moveTo>
                  <a:pt x="0" y="0"/>
                </a:moveTo>
                <a:lnTo>
                  <a:pt x="0" y="9746"/>
                </a:lnTo>
                <a:lnTo>
                  <a:pt x="15062" y="9746"/>
                </a:lnTo>
                <a:lnTo>
                  <a:pt x="30451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Editable vector"/>
          <p:cNvSpPr/>
          <p:nvPr/>
        </p:nvSpPr>
        <p:spPr>
          <a:xfrm>
            <a:off x="4220849" y="3569520"/>
            <a:ext cx="50653" cy="16225"/>
          </a:xfrm>
          <a:custGeom>
            <a:avLst/>
            <a:gdLst/>
            <a:ahLst/>
            <a:cxnLst/>
            <a:rect l="0" t="0" r="r" b="b"/>
            <a:pathLst>
              <a:path w="50654" h="16225" fill="norm" stroke="0" extrusionOk="0">
                <a:moveTo>
                  <a:pt x="0" y="0"/>
                </a:moveTo>
                <a:lnTo>
                  <a:pt x="0" y="16225"/>
                </a:lnTo>
                <a:lnTo>
                  <a:pt x="25343" y="16225"/>
                </a:lnTo>
                <a:lnTo>
                  <a:pt x="50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Editable vector"/>
          <p:cNvSpPr/>
          <p:nvPr/>
        </p:nvSpPr>
        <p:spPr>
          <a:xfrm>
            <a:off x="4620479" y="3569521"/>
            <a:ext cx="50653" cy="16224"/>
          </a:xfrm>
          <a:custGeom>
            <a:avLst/>
            <a:gdLst/>
            <a:ahLst/>
            <a:cxnLst/>
            <a:rect l="0" t="0" r="r" b="b"/>
            <a:pathLst>
              <a:path w="50653" h="16225" fill="norm" stroke="0" extrusionOk="0">
                <a:moveTo>
                  <a:pt x="0" y="0"/>
                </a:moveTo>
                <a:lnTo>
                  <a:pt x="0" y="16225"/>
                </a:lnTo>
                <a:lnTo>
                  <a:pt x="25343" y="16225"/>
                </a:lnTo>
                <a:lnTo>
                  <a:pt x="506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Editable vector"/>
          <p:cNvSpPr/>
          <p:nvPr/>
        </p:nvSpPr>
        <p:spPr>
          <a:xfrm>
            <a:off x="4595135" y="3347763"/>
            <a:ext cx="101306" cy="32492"/>
          </a:xfrm>
          <a:custGeom>
            <a:avLst/>
            <a:gdLst/>
            <a:ahLst/>
            <a:cxnLst/>
            <a:rect l="0" t="0" r="r" b="b"/>
            <a:pathLst>
              <a:path w="101307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686" y="32493"/>
                </a:lnTo>
                <a:lnTo>
                  <a:pt x="101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Editable vector"/>
          <p:cNvSpPr/>
          <p:nvPr/>
        </p:nvSpPr>
        <p:spPr>
          <a:xfrm>
            <a:off x="4595135" y="3136941"/>
            <a:ext cx="101306" cy="32492"/>
          </a:xfrm>
          <a:custGeom>
            <a:avLst/>
            <a:gdLst/>
            <a:ahLst/>
            <a:cxnLst/>
            <a:rect l="0" t="0" r="r" b="b"/>
            <a:pathLst>
              <a:path w="101307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686" y="32493"/>
                </a:lnTo>
                <a:lnTo>
                  <a:pt x="101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Editable vector"/>
          <p:cNvSpPr/>
          <p:nvPr/>
        </p:nvSpPr>
        <p:spPr>
          <a:xfrm>
            <a:off x="3402010" y="4182734"/>
            <a:ext cx="101340" cy="32492"/>
          </a:xfrm>
          <a:custGeom>
            <a:avLst/>
            <a:gdLst/>
            <a:ahLst/>
            <a:cxnLst/>
            <a:rect l="0" t="0" r="r" b="b"/>
            <a:pathLst>
              <a:path w="101340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654" y="32493"/>
                </a:lnTo>
                <a:lnTo>
                  <a:pt x="101340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Editable vector"/>
          <p:cNvSpPr/>
          <p:nvPr/>
        </p:nvSpPr>
        <p:spPr>
          <a:xfrm>
            <a:off x="4195539" y="4182734"/>
            <a:ext cx="101307" cy="32492"/>
          </a:xfrm>
          <a:custGeom>
            <a:avLst/>
            <a:gdLst/>
            <a:ahLst/>
            <a:cxnLst/>
            <a:rect l="0" t="0" r="r" b="b"/>
            <a:pathLst>
              <a:path w="101307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653" y="32493"/>
                </a:lnTo>
                <a:lnTo>
                  <a:pt x="101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Editable vector"/>
          <p:cNvSpPr/>
          <p:nvPr/>
        </p:nvSpPr>
        <p:spPr>
          <a:xfrm>
            <a:off x="3402010" y="4372846"/>
            <a:ext cx="101340" cy="32486"/>
          </a:xfrm>
          <a:custGeom>
            <a:avLst/>
            <a:gdLst/>
            <a:ahLst/>
            <a:cxnLst/>
            <a:rect l="0" t="0" r="r" b="b"/>
            <a:pathLst>
              <a:path w="101340" h="32486" fill="norm" stroke="0" extrusionOk="0">
                <a:moveTo>
                  <a:pt x="0" y="0"/>
                </a:moveTo>
                <a:lnTo>
                  <a:pt x="0" y="32486"/>
                </a:lnTo>
                <a:lnTo>
                  <a:pt x="50654" y="32486"/>
                </a:lnTo>
                <a:lnTo>
                  <a:pt x="101340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Editable vector"/>
          <p:cNvSpPr/>
          <p:nvPr/>
        </p:nvSpPr>
        <p:spPr>
          <a:xfrm>
            <a:off x="4195539" y="4372846"/>
            <a:ext cx="101307" cy="32486"/>
          </a:xfrm>
          <a:custGeom>
            <a:avLst/>
            <a:gdLst/>
            <a:ahLst/>
            <a:cxnLst/>
            <a:rect l="0" t="0" r="r" b="b"/>
            <a:pathLst>
              <a:path w="101307" h="32486" fill="norm" stroke="0" extrusionOk="0">
                <a:moveTo>
                  <a:pt x="0" y="0"/>
                </a:moveTo>
                <a:lnTo>
                  <a:pt x="0" y="32486"/>
                </a:lnTo>
                <a:lnTo>
                  <a:pt x="50653" y="32486"/>
                </a:lnTo>
                <a:lnTo>
                  <a:pt x="101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Editable vector"/>
          <p:cNvSpPr/>
          <p:nvPr/>
        </p:nvSpPr>
        <p:spPr>
          <a:xfrm>
            <a:off x="6217425" y="4372846"/>
            <a:ext cx="101503" cy="32486"/>
          </a:xfrm>
          <a:custGeom>
            <a:avLst/>
            <a:gdLst/>
            <a:ahLst/>
            <a:cxnLst/>
            <a:rect l="0" t="0" r="r" b="b"/>
            <a:pathLst>
              <a:path w="101503" h="32486" fill="norm" stroke="0" extrusionOk="0">
                <a:moveTo>
                  <a:pt x="0" y="0"/>
                </a:moveTo>
                <a:lnTo>
                  <a:pt x="0" y="32486"/>
                </a:lnTo>
                <a:lnTo>
                  <a:pt x="50751" y="32486"/>
                </a:lnTo>
                <a:lnTo>
                  <a:pt x="10150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Editable vector"/>
          <p:cNvSpPr/>
          <p:nvPr/>
        </p:nvSpPr>
        <p:spPr>
          <a:xfrm>
            <a:off x="3781338" y="4372846"/>
            <a:ext cx="101307" cy="32486"/>
          </a:xfrm>
          <a:custGeom>
            <a:avLst/>
            <a:gdLst/>
            <a:ahLst/>
            <a:cxnLst/>
            <a:rect l="0" t="0" r="r" b="b"/>
            <a:pathLst>
              <a:path w="101307" h="32486" fill="norm" stroke="0" extrusionOk="0">
                <a:moveTo>
                  <a:pt x="0" y="0"/>
                </a:moveTo>
                <a:lnTo>
                  <a:pt x="0" y="32486"/>
                </a:lnTo>
                <a:lnTo>
                  <a:pt x="50621" y="32486"/>
                </a:lnTo>
                <a:lnTo>
                  <a:pt x="101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Editable vector"/>
          <p:cNvSpPr/>
          <p:nvPr/>
        </p:nvSpPr>
        <p:spPr>
          <a:xfrm>
            <a:off x="3816799" y="3359143"/>
            <a:ext cx="30385" cy="9752"/>
          </a:xfrm>
          <a:custGeom>
            <a:avLst/>
            <a:gdLst/>
            <a:ahLst/>
            <a:cxnLst/>
            <a:rect l="0" t="0" r="r" b="b"/>
            <a:pathLst>
              <a:path w="30386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160" y="9752"/>
                </a:lnTo>
                <a:lnTo>
                  <a:pt x="30386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Editable vector"/>
          <p:cNvSpPr/>
          <p:nvPr/>
        </p:nvSpPr>
        <p:spPr>
          <a:xfrm>
            <a:off x="3816799" y="3148322"/>
            <a:ext cx="30385" cy="9752"/>
          </a:xfrm>
          <a:custGeom>
            <a:avLst/>
            <a:gdLst/>
            <a:ahLst/>
            <a:cxnLst/>
            <a:rect l="0" t="0" r="r" b="b"/>
            <a:pathLst>
              <a:path w="30386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160" y="9752"/>
                </a:lnTo>
                <a:lnTo>
                  <a:pt x="30386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Editable vector"/>
          <p:cNvSpPr/>
          <p:nvPr/>
        </p:nvSpPr>
        <p:spPr>
          <a:xfrm>
            <a:off x="3816799" y="2930964"/>
            <a:ext cx="30385" cy="9751"/>
          </a:xfrm>
          <a:custGeom>
            <a:avLst/>
            <a:gdLst/>
            <a:ahLst/>
            <a:cxnLst/>
            <a:rect l="0" t="0" r="r" b="b"/>
            <a:pathLst>
              <a:path w="30386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160" y="9752"/>
                </a:lnTo>
                <a:lnTo>
                  <a:pt x="30386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Editable vector"/>
          <p:cNvSpPr/>
          <p:nvPr/>
        </p:nvSpPr>
        <p:spPr>
          <a:xfrm>
            <a:off x="1417991" y="3572778"/>
            <a:ext cx="30401" cy="9730"/>
          </a:xfrm>
          <a:custGeom>
            <a:avLst/>
            <a:gdLst/>
            <a:ahLst/>
            <a:cxnLst/>
            <a:rect l="0" t="0" r="r" b="b"/>
            <a:pathLst>
              <a:path w="30402" h="9731" fill="norm" stroke="0" extrusionOk="0">
                <a:moveTo>
                  <a:pt x="0" y="0"/>
                </a:moveTo>
                <a:lnTo>
                  <a:pt x="0" y="9731"/>
                </a:lnTo>
                <a:lnTo>
                  <a:pt x="15199" y="9731"/>
                </a:lnTo>
                <a:lnTo>
                  <a:pt x="3040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Editable vector"/>
          <p:cNvSpPr/>
          <p:nvPr/>
        </p:nvSpPr>
        <p:spPr>
          <a:xfrm>
            <a:off x="1417991" y="3359143"/>
            <a:ext cx="30401" cy="9752"/>
          </a:xfrm>
          <a:custGeom>
            <a:avLst/>
            <a:gdLst/>
            <a:ahLst/>
            <a:cxnLst/>
            <a:rect l="0" t="0" r="r" b="b"/>
            <a:pathLst>
              <a:path w="30402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199" y="9752"/>
                </a:lnTo>
                <a:lnTo>
                  <a:pt x="3040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Editable vector"/>
          <p:cNvSpPr/>
          <p:nvPr/>
        </p:nvSpPr>
        <p:spPr>
          <a:xfrm>
            <a:off x="2235373" y="3771648"/>
            <a:ext cx="30352" cy="9752"/>
          </a:xfrm>
          <a:custGeom>
            <a:avLst/>
            <a:gdLst/>
            <a:ahLst/>
            <a:cxnLst/>
            <a:rect l="0" t="0" r="r" b="b"/>
            <a:pathLst>
              <a:path w="30353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193" y="9752"/>
                </a:lnTo>
                <a:lnTo>
                  <a:pt x="303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Editable vector"/>
          <p:cNvSpPr/>
          <p:nvPr/>
        </p:nvSpPr>
        <p:spPr>
          <a:xfrm>
            <a:off x="2619090" y="3771648"/>
            <a:ext cx="30352" cy="9752"/>
          </a:xfrm>
          <a:custGeom>
            <a:avLst/>
            <a:gdLst/>
            <a:ahLst/>
            <a:cxnLst/>
            <a:rect l="0" t="0" r="r" b="b"/>
            <a:pathLst>
              <a:path w="30353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160" y="9752"/>
                </a:lnTo>
                <a:lnTo>
                  <a:pt x="303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Editable vector"/>
          <p:cNvSpPr/>
          <p:nvPr/>
        </p:nvSpPr>
        <p:spPr>
          <a:xfrm>
            <a:off x="2235373" y="3976863"/>
            <a:ext cx="30352" cy="9752"/>
          </a:xfrm>
          <a:custGeom>
            <a:avLst/>
            <a:gdLst/>
            <a:ahLst/>
            <a:cxnLst/>
            <a:rect l="0" t="0" r="r" b="b"/>
            <a:pathLst>
              <a:path w="30353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193" y="9752"/>
                </a:lnTo>
                <a:lnTo>
                  <a:pt x="303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Editable vector"/>
          <p:cNvSpPr/>
          <p:nvPr/>
        </p:nvSpPr>
        <p:spPr>
          <a:xfrm>
            <a:off x="2619090" y="3976863"/>
            <a:ext cx="30352" cy="9752"/>
          </a:xfrm>
          <a:custGeom>
            <a:avLst/>
            <a:gdLst/>
            <a:ahLst/>
            <a:cxnLst/>
            <a:rect l="0" t="0" r="r" b="b"/>
            <a:pathLst>
              <a:path w="30353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160" y="9752"/>
                </a:lnTo>
                <a:lnTo>
                  <a:pt x="303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Editable vector"/>
          <p:cNvSpPr/>
          <p:nvPr/>
        </p:nvSpPr>
        <p:spPr>
          <a:xfrm>
            <a:off x="2235373" y="4194094"/>
            <a:ext cx="30352" cy="9752"/>
          </a:xfrm>
          <a:custGeom>
            <a:avLst/>
            <a:gdLst/>
            <a:ahLst/>
            <a:cxnLst/>
            <a:rect l="0" t="0" r="r" b="b"/>
            <a:pathLst>
              <a:path w="30353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193" y="9752"/>
                </a:lnTo>
                <a:lnTo>
                  <a:pt x="303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Editable vector"/>
          <p:cNvSpPr/>
          <p:nvPr/>
        </p:nvSpPr>
        <p:spPr>
          <a:xfrm>
            <a:off x="2619090" y="4194094"/>
            <a:ext cx="30352" cy="9752"/>
          </a:xfrm>
          <a:custGeom>
            <a:avLst/>
            <a:gdLst/>
            <a:ahLst/>
            <a:cxnLst/>
            <a:rect l="0" t="0" r="r" b="b"/>
            <a:pathLst>
              <a:path w="30353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160" y="9752"/>
                </a:lnTo>
                <a:lnTo>
                  <a:pt x="303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Editable vector"/>
          <p:cNvSpPr/>
          <p:nvPr/>
        </p:nvSpPr>
        <p:spPr>
          <a:xfrm>
            <a:off x="2235374" y="4384216"/>
            <a:ext cx="30352" cy="9745"/>
          </a:xfrm>
          <a:custGeom>
            <a:avLst/>
            <a:gdLst/>
            <a:ahLst/>
            <a:cxnLst/>
            <a:rect l="0" t="0" r="r" b="b"/>
            <a:pathLst>
              <a:path w="30353" h="9746" fill="norm" stroke="0" extrusionOk="0">
                <a:moveTo>
                  <a:pt x="0" y="0"/>
                </a:moveTo>
                <a:lnTo>
                  <a:pt x="0" y="9746"/>
                </a:lnTo>
                <a:lnTo>
                  <a:pt x="15193" y="9746"/>
                </a:lnTo>
                <a:lnTo>
                  <a:pt x="303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Editable vector"/>
          <p:cNvSpPr/>
          <p:nvPr/>
        </p:nvSpPr>
        <p:spPr>
          <a:xfrm>
            <a:off x="2619090" y="4384216"/>
            <a:ext cx="30352" cy="9745"/>
          </a:xfrm>
          <a:custGeom>
            <a:avLst/>
            <a:gdLst/>
            <a:ahLst/>
            <a:cxnLst/>
            <a:rect l="0" t="0" r="r" b="b"/>
            <a:pathLst>
              <a:path w="30353" h="9746" fill="norm" stroke="0" extrusionOk="0">
                <a:moveTo>
                  <a:pt x="0" y="0"/>
                </a:moveTo>
                <a:lnTo>
                  <a:pt x="0" y="9746"/>
                </a:lnTo>
                <a:lnTo>
                  <a:pt x="15160" y="9746"/>
                </a:lnTo>
                <a:lnTo>
                  <a:pt x="303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Editable vector"/>
          <p:cNvSpPr/>
          <p:nvPr/>
        </p:nvSpPr>
        <p:spPr>
          <a:xfrm>
            <a:off x="1417991" y="3771648"/>
            <a:ext cx="30402" cy="9752"/>
          </a:xfrm>
          <a:custGeom>
            <a:avLst/>
            <a:gdLst/>
            <a:ahLst/>
            <a:cxnLst/>
            <a:rect l="0" t="0" r="r" b="b"/>
            <a:pathLst>
              <a:path w="30402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199" y="9752"/>
                </a:lnTo>
                <a:lnTo>
                  <a:pt x="3040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Editable vector"/>
          <p:cNvSpPr/>
          <p:nvPr/>
        </p:nvSpPr>
        <p:spPr>
          <a:xfrm>
            <a:off x="1827234" y="3771648"/>
            <a:ext cx="30405" cy="9752"/>
          </a:xfrm>
          <a:custGeom>
            <a:avLst/>
            <a:gdLst/>
            <a:ahLst/>
            <a:cxnLst/>
            <a:rect l="0" t="0" r="r" b="b"/>
            <a:pathLst>
              <a:path w="30405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203" y="9752"/>
                </a:lnTo>
                <a:lnTo>
                  <a:pt x="30405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Editable vector"/>
          <p:cNvSpPr/>
          <p:nvPr/>
        </p:nvSpPr>
        <p:spPr>
          <a:xfrm>
            <a:off x="1417991" y="3976863"/>
            <a:ext cx="30402" cy="9752"/>
          </a:xfrm>
          <a:custGeom>
            <a:avLst/>
            <a:gdLst/>
            <a:ahLst/>
            <a:cxnLst/>
            <a:rect l="0" t="0" r="r" b="b"/>
            <a:pathLst>
              <a:path w="30402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199" y="9752"/>
                </a:lnTo>
                <a:lnTo>
                  <a:pt x="3040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Editable vector"/>
          <p:cNvSpPr/>
          <p:nvPr/>
        </p:nvSpPr>
        <p:spPr>
          <a:xfrm>
            <a:off x="1827234" y="3976863"/>
            <a:ext cx="30405" cy="9752"/>
          </a:xfrm>
          <a:custGeom>
            <a:avLst/>
            <a:gdLst/>
            <a:ahLst/>
            <a:cxnLst/>
            <a:rect l="0" t="0" r="r" b="b"/>
            <a:pathLst>
              <a:path w="30405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203" y="9752"/>
                </a:lnTo>
                <a:lnTo>
                  <a:pt x="30405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Editable vector"/>
          <p:cNvSpPr/>
          <p:nvPr/>
        </p:nvSpPr>
        <p:spPr>
          <a:xfrm>
            <a:off x="1417991" y="4194094"/>
            <a:ext cx="30402" cy="9752"/>
          </a:xfrm>
          <a:custGeom>
            <a:avLst/>
            <a:gdLst/>
            <a:ahLst/>
            <a:cxnLst/>
            <a:rect l="0" t="0" r="r" b="b"/>
            <a:pathLst>
              <a:path w="30402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199" y="9752"/>
                </a:lnTo>
                <a:lnTo>
                  <a:pt x="3040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Editable vector"/>
          <p:cNvSpPr/>
          <p:nvPr/>
        </p:nvSpPr>
        <p:spPr>
          <a:xfrm>
            <a:off x="1827234" y="4194094"/>
            <a:ext cx="30405" cy="9752"/>
          </a:xfrm>
          <a:custGeom>
            <a:avLst/>
            <a:gdLst/>
            <a:ahLst/>
            <a:cxnLst/>
            <a:rect l="0" t="0" r="r" b="b"/>
            <a:pathLst>
              <a:path w="30405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203" y="9752"/>
                </a:lnTo>
                <a:lnTo>
                  <a:pt x="30405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Editable vector"/>
          <p:cNvSpPr/>
          <p:nvPr/>
        </p:nvSpPr>
        <p:spPr>
          <a:xfrm>
            <a:off x="1417991" y="4384216"/>
            <a:ext cx="30401" cy="9745"/>
          </a:xfrm>
          <a:custGeom>
            <a:avLst/>
            <a:gdLst/>
            <a:ahLst/>
            <a:cxnLst/>
            <a:rect l="0" t="0" r="r" b="b"/>
            <a:pathLst>
              <a:path w="30402" h="9746" fill="norm" stroke="0" extrusionOk="0">
                <a:moveTo>
                  <a:pt x="0" y="0"/>
                </a:moveTo>
                <a:lnTo>
                  <a:pt x="0" y="9746"/>
                </a:lnTo>
                <a:lnTo>
                  <a:pt x="15199" y="9746"/>
                </a:lnTo>
                <a:lnTo>
                  <a:pt x="3040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Editable vector"/>
          <p:cNvSpPr/>
          <p:nvPr/>
        </p:nvSpPr>
        <p:spPr>
          <a:xfrm>
            <a:off x="1827234" y="4384216"/>
            <a:ext cx="30405" cy="9745"/>
          </a:xfrm>
          <a:custGeom>
            <a:avLst/>
            <a:gdLst/>
            <a:ahLst/>
            <a:cxnLst/>
            <a:rect l="0" t="0" r="r" b="b"/>
            <a:pathLst>
              <a:path w="30405" h="9746" fill="norm" stroke="0" extrusionOk="0">
                <a:moveTo>
                  <a:pt x="0" y="0"/>
                </a:moveTo>
                <a:lnTo>
                  <a:pt x="0" y="9746"/>
                </a:lnTo>
                <a:lnTo>
                  <a:pt x="15203" y="9746"/>
                </a:lnTo>
                <a:lnTo>
                  <a:pt x="30405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Editable vector"/>
          <p:cNvSpPr/>
          <p:nvPr/>
        </p:nvSpPr>
        <p:spPr>
          <a:xfrm>
            <a:off x="4595135" y="2919605"/>
            <a:ext cx="101306" cy="32492"/>
          </a:xfrm>
          <a:custGeom>
            <a:avLst/>
            <a:gdLst/>
            <a:ahLst/>
            <a:cxnLst/>
            <a:rect l="0" t="0" r="r" b="b"/>
            <a:pathLst>
              <a:path w="101307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686" y="32493"/>
                </a:lnTo>
                <a:lnTo>
                  <a:pt x="101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Editable vector"/>
          <p:cNvSpPr/>
          <p:nvPr/>
        </p:nvSpPr>
        <p:spPr>
          <a:xfrm>
            <a:off x="5024266" y="3569521"/>
            <a:ext cx="50751" cy="16224"/>
          </a:xfrm>
          <a:custGeom>
            <a:avLst/>
            <a:gdLst/>
            <a:ahLst/>
            <a:cxnLst/>
            <a:rect l="0" t="0" r="r" b="b"/>
            <a:pathLst>
              <a:path w="50752" h="16225" fill="norm" stroke="0" extrusionOk="0">
                <a:moveTo>
                  <a:pt x="0" y="0"/>
                </a:moveTo>
                <a:lnTo>
                  <a:pt x="0" y="16225"/>
                </a:lnTo>
                <a:lnTo>
                  <a:pt x="25212" y="16225"/>
                </a:lnTo>
                <a:lnTo>
                  <a:pt x="50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Editable vector"/>
          <p:cNvSpPr/>
          <p:nvPr/>
        </p:nvSpPr>
        <p:spPr>
          <a:xfrm>
            <a:off x="4999055" y="3347763"/>
            <a:ext cx="101175" cy="32492"/>
          </a:xfrm>
          <a:custGeom>
            <a:avLst/>
            <a:gdLst/>
            <a:ahLst/>
            <a:cxnLst/>
            <a:rect l="0" t="0" r="r" b="b"/>
            <a:pathLst>
              <a:path w="101176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424" y="32493"/>
                </a:lnTo>
                <a:lnTo>
                  <a:pt x="101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Editable vector"/>
          <p:cNvSpPr/>
          <p:nvPr/>
        </p:nvSpPr>
        <p:spPr>
          <a:xfrm>
            <a:off x="4948303" y="3120716"/>
            <a:ext cx="202679" cy="64963"/>
          </a:xfrm>
          <a:custGeom>
            <a:avLst/>
            <a:gdLst/>
            <a:ahLst/>
            <a:cxnLst/>
            <a:rect l="0" t="0" r="r" b="b"/>
            <a:pathLst>
              <a:path w="202680" h="64964" fill="norm" stroke="0" extrusionOk="0">
                <a:moveTo>
                  <a:pt x="0" y="0"/>
                </a:moveTo>
                <a:lnTo>
                  <a:pt x="0" y="64964"/>
                </a:lnTo>
                <a:lnTo>
                  <a:pt x="101176" y="64964"/>
                </a:lnTo>
                <a:lnTo>
                  <a:pt x="202680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Editable vector"/>
          <p:cNvSpPr/>
          <p:nvPr/>
        </p:nvSpPr>
        <p:spPr>
          <a:xfrm>
            <a:off x="5432573" y="3569521"/>
            <a:ext cx="50424" cy="16224"/>
          </a:xfrm>
          <a:custGeom>
            <a:avLst/>
            <a:gdLst/>
            <a:ahLst/>
            <a:cxnLst/>
            <a:rect l="0" t="0" r="r" b="b"/>
            <a:pathLst>
              <a:path w="50424" h="16225" fill="norm" stroke="0" extrusionOk="0">
                <a:moveTo>
                  <a:pt x="0" y="0"/>
                </a:moveTo>
                <a:lnTo>
                  <a:pt x="0" y="16225"/>
                </a:lnTo>
                <a:lnTo>
                  <a:pt x="25212" y="16225"/>
                </a:lnTo>
                <a:lnTo>
                  <a:pt x="504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0" name="Editable vector"/>
          <p:cNvSpPr/>
          <p:nvPr/>
        </p:nvSpPr>
        <p:spPr>
          <a:xfrm>
            <a:off x="5407034" y="3347763"/>
            <a:ext cx="101503" cy="32492"/>
          </a:xfrm>
          <a:custGeom>
            <a:avLst/>
            <a:gdLst/>
            <a:ahLst/>
            <a:cxnLst/>
            <a:rect l="0" t="0" r="r" b="b"/>
            <a:pathLst>
              <a:path w="101503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751" y="32493"/>
                </a:lnTo>
                <a:lnTo>
                  <a:pt x="10150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1" name="Editable vector"/>
          <p:cNvSpPr/>
          <p:nvPr/>
        </p:nvSpPr>
        <p:spPr>
          <a:xfrm>
            <a:off x="5356609" y="3120716"/>
            <a:ext cx="202352" cy="64963"/>
          </a:xfrm>
          <a:custGeom>
            <a:avLst/>
            <a:gdLst/>
            <a:ahLst/>
            <a:cxnLst/>
            <a:rect l="0" t="0" r="r" b="b"/>
            <a:pathLst>
              <a:path w="202353" h="64964" fill="norm" stroke="0" extrusionOk="0">
                <a:moveTo>
                  <a:pt x="0" y="0"/>
                </a:moveTo>
                <a:lnTo>
                  <a:pt x="0" y="64964"/>
                </a:lnTo>
                <a:lnTo>
                  <a:pt x="101176" y="64964"/>
                </a:lnTo>
                <a:lnTo>
                  <a:pt x="2023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2" name="Editable vector"/>
          <p:cNvSpPr/>
          <p:nvPr/>
        </p:nvSpPr>
        <p:spPr>
          <a:xfrm>
            <a:off x="5835968" y="3569521"/>
            <a:ext cx="50424" cy="16224"/>
          </a:xfrm>
          <a:custGeom>
            <a:avLst/>
            <a:gdLst/>
            <a:ahLst/>
            <a:cxnLst/>
            <a:rect l="0" t="0" r="r" b="b"/>
            <a:pathLst>
              <a:path w="50424" h="16225" fill="norm" stroke="0" extrusionOk="0">
                <a:moveTo>
                  <a:pt x="0" y="0"/>
                </a:moveTo>
                <a:lnTo>
                  <a:pt x="0" y="16225"/>
                </a:lnTo>
                <a:lnTo>
                  <a:pt x="25212" y="16225"/>
                </a:lnTo>
                <a:lnTo>
                  <a:pt x="504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Editable vector"/>
          <p:cNvSpPr/>
          <p:nvPr/>
        </p:nvSpPr>
        <p:spPr>
          <a:xfrm>
            <a:off x="7033710" y="3145065"/>
            <a:ext cx="50424" cy="16246"/>
          </a:xfrm>
          <a:custGeom>
            <a:avLst/>
            <a:gdLst/>
            <a:ahLst/>
            <a:cxnLst/>
            <a:rect l="0" t="0" r="r" b="b"/>
            <a:pathLst>
              <a:path w="50424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212" y="16246"/>
                </a:lnTo>
                <a:lnTo>
                  <a:pt x="504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Editable vector"/>
          <p:cNvSpPr/>
          <p:nvPr/>
        </p:nvSpPr>
        <p:spPr>
          <a:xfrm>
            <a:off x="7417787" y="3145065"/>
            <a:ext cx="50751" cy="16246"/>
          </a:xfrm>
          <a:custGeom>
            <a:avLst/>
            <a:gdLst/>
            <a:ahLst/>
            <a:cxnLst/>
            <a:rect l="0" t="0" r="r" b="b"/>
            <a:pathLst>
              <a:path w="50751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540" y="16246"/>
                </a:lnTo>
                <a:lnTo>
                  <a:pt x="50751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5" name="Editable vector"/>
          <p:cNvSpPr/>
          <p:nvPr/>
        </p:nvSpPr>
        <p:spPr>
          <a:xfrm>
            <a:off x="7829695" y="3145065"/>
            <a:ext cx="50751" cy="16246"/>
          </a:xfrm>
          <a:custGeom>
            <a:avLst/>
            <a:gdLst/>
            <a:ahLst/>
            <a:cxnLst/>
            <a:rect l="0" t="0" r="r" b="b"/>
            <a:pathLst>
              <a:path w="50751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540" y="16246"/>
                </a:lnTo>
                <a:lnTo>
                  <a:pt x="50751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Editable vector"/>
          <p:cNvSpPr/>
          <p:nvPr/>
        </p:nvSpPr>
        <p:spPr>
          <a:xfrm>
            <a:off x="8236036" y="3145065"/>
            <a:ext cx="50751" cy="16246"/>
          </a:xfrm>
          <a:custGeom>
            <a:avLst/>
            <a:gdLst/>
            <a:ahLst/>
            <a:cxnLst/>
            <a:rect l="0" t="0" r="r" b="b"/>
            <a:pathLst>
              <a:path w="50752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540" y="16246"/>
                </a:lnTo>
                <a:lnTo>
                  <a:pt x="50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Editable vector"/>
          <p:cNvSpPr/>
          <p:nvPr/>
        </p:nvSpPr>
        <p:spPr>
          <a:xfrm>
            <a:off x="5810429" y="3347763"/>
            <a:ext cx="101503" cy="32492"/>
          </a:xfrm>
          <a:custGeom>
            <a:avLst/>
            <a:gdLst/>
            <a:ahLst/>
            <a:cxnLst/>
            <a:rect l="0" t="0" r="r" b="b"/>
            <a:pathLst>
              <a:path w="101503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751" y="32493"/>
                </a:lnTo>
                <a:lnTo>
                  <a:pt x="10150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Editable vector"/>
          <p:cNvSpPr/>
          <p:nvPr/>
        </p:nvSpPr>
        <p:spPr>
          <a:xfrm>
            <a:off x="5760004" y="3120716"/>
            <a:ext cx="202679" cy="64963"/>
          </a:xfrm>
          <a:custGeom>
            <a:avLst/>
            <a:gdLst/>
            <a:ahLst/>
            <a:cxnLst/>
            <a:rect l="0" t="0" r="r" b="b"/>
            <a:pathLst>
              <a:path w="202680" h="64964" fill="norm" stroke="0" extrusionOk="0">
                <a:moveTo>
                  <a:pt x="0" y="0"/>
                </a:moveTo>
                <a:lnTo>
                  <a:pt x="0" y="64964"/>
                </a:lnTo>
                <a:lnTo>
                  <a:pt x="101176" y="64964"/>
                </a:lnTo>
                <a:lnTo>
                  <a:pt x="202680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Editable vector"/>
          <p:cNvSpPr/>
          <p:nvPr/>
        </p:nvSpPr>
        <p:spPr>
          <a:xfrm>
            <a:off x="6242965" y="3569521"/>
            <a:ext cx="50751" cy="16224"/>
          </a:xfrm>
          <a:custGeom>
            <a:avLst/>
            <a:gdLst/>
            <a:ahLst/>
            <a:cxnLst/>
            <a:rect l="0" t="0" r="r" b="b"/>
            <a:pathLst>
              <a:path w="50752" h="16225" fill="norm" stroke="0" extrusionOk="0">
                <a:moveTo>
                  <a:pt x="0" y="0"/>
                </a:moveTo>
                <a:lnTo>
                  <a:pt x="0" y="16225"/>
                </a:lnTo>
                <a:lnTo>
                  <a:pt x="25212" y="16225"/>
                </a:lnTo>
                <a:lnTo>
                  <a:pt x="50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Editable vector"/>
          <p:cNvSpPr/>
          <p:nvPr/>
        </p:nvSpPr>
        <p:spPr>
          <a:xfrm>
            <a:off x="6217425" y="3347763"/>
            <a:ext cx="101503" cy="32492"/>
          </a:xfrm>
          <a:custGeom>
            <a:avLst/>
            <a:gdLst/>
            <a:ahLst/>
            <a:cxnLst/>
            <a:rect l="0" t="0" r="r" b="b"/>
            <a:pathLst>
              <a:path w="101503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751" y="32493"/>
                </a:lnTo>
                <a:lnTo>
                  <a:pt x="10150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1" name="Editable vector"/>
          <p:cNvSpPr/>
          <p:nvPr/>
        </p:nvSpPr>
        <p:spPr>
          <a:xfrm>
            <a:off x="6217425" y="3136941"/>
            <a:ext cx="101503" cy="32492"/>
          </a:xfrm>
          <a:custGeom>
            <a:avLst/>
            <a:gdLst/>
            <a:ahLst/>
            <a:cxnLst/>
            <a:rect l="0" t="0" r="r" b="b"/>
            <a:pathLst>
              <a:path w="101503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751" y="32493"/>
                </a:lnTo>
                <a:lnTo>
                  <a:pt x="10150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Editable vector"/>
          <p:cNvSpPr/>
          <p:nvPr/>
        </p:nvSpPr>
        <p:spPr>
          <a:xfrm>
            <a:off x="4948302" y="2903379"/>
            <a:ext cx="202679" cy="64942"/>
          </a:xfrm>
          <a:custGeom>
            <a:avLst/>
            <a:gdLst/>
            <a:ahLst/>
            <a:cxnLst/>
            <a:rect l="0" t="0" r="r" b="b"/>
            <a:pathLst>
              <a:path w="202680" h="64943" fill="norm" stroke="0" extrusionOk="0">
                <a:moveTo>
                  <a:pt x="0" y="0"/>
                </a:moveTo>
                <a:lnTo>
                  <a:pt x="0" y="64943"/>
                </a:lnTo>
                <a:lnTo>
                  <a:pt x="101177" y="64943"/>
                </a:lnTo>
                <a:lnTo>
                  <a:pt x="202680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3" name="Editable vector"/>
          <p:cNvSpPr/>
          <p:nvPr/>
        </p:nvSpPr>
        <p:spPr>
          <a:xfrm>
            <a:off x="3730652" y="4166488"/>
            <a:ext cx="202613" cy="64964"/>
          </a:xfrm>
          <a:custGeom>
            <a:avLst/>
            <a:gdLst/>
            <a:ahLst/>
            <a:cxnLst/>
            <a:rect l="0" t="0" r="r" b="b"/>
            <a:pathLst>
              <a:path w="202614" h="64964" fill="norm" stroke="0" extrusionOk="0">
                <a:moveTo>
                  <a:pt x="0" y="0"/>
                </a:moveTo>
                <a:lnTo>
                  <a:pt x="0" y="64964"/>
                </a:lnTo>
                <a:lnTo>
                  <a:pt x="101307" y="64964"/>
                </a:lnTo>
                <a:lnTo>
                  <a:pt x="20261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4" name="Editable vector"/>
          <p:cNvSpPr/>
          <p:nvPr/>
        </p:nvSpPr>
        <p:spPr>
          <a:xfrm>
            <a:off x="5229893" y="2862785"/>
            <a:ext cx="455784" cy="146153"/>
          </a:xfrm>
          <a:custGeom>
            <a:avLst/>
            <a:gdLst/>
            <a:ahLst/>
            <a:cxnLst/>
            <a:rect l="0" t="0" r="r" b="b"/>
            <a:pathLst>
              <a:path w="455785" h="146153" fill="norm" stroke="0" extrusionOk="0">
                <a:moveTo>
                  <a:pt x="0" y="0"/>
                </a:moveTo>
                <a:lnTo>
                  <a:pt x="0" y="146153"/>
                </a:lnTo>
                <a:lnTo>
                  <a:pt x="227892" y="146153"/>
                </a:lnTo>
                <a:lnTo>
                  <a:pt x="455785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5" name="Editable vector"/>
          <p:cNvSpPr/>
          <p:nvPr/>
        </p:nvSpPr>
        <p:spPr>
          <a:xfrm>
            <a:off x="5760004" y="2903379"/>
            <a:ext cx="202679" cy="64942"/>
          </a:xfrm>
          <a:custGeom>
            <a:avLst/>
            <a:gdLst/>
            <a:ahLst/>
            <a:cxnLst/>
            <a:rect l="0" t="0" r="r" b="b"/>
            <a:pathLst>
              <a:path w="202680" h="64943" fill="norm" stroke="0" extrusionOk="0">
                <a:moveTo>
                  <a:pt x="0" y="0"/>
                </a:moveTo>
                <a:lnTo>
                  <a:pt x="0" y="64943"/>
                </a:lnTo>
                <a:lnTo>
                  <a:pt x="101176" y="64943"/>
                </a:lnTo>
                <a:lnTo>
                  <a:pt x="202680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Editable vector"/>
          <p:cNvSpPr/>
          <p:nvPr/>
        </p:nvSpPr>
        <p:spPr>
          <a:xfrm>
            <a:off x="6217425" y="2919605"/>
            <a:ext cx="101503" cy="32492"/>
          </a:xfrm>
          <a:custGeom>
            <a:avLst/>
            <a:gdLst/>
            <a:ahLst/>
            <a:cxnLst/>
            <a:rect l="0" t="0" r="r" b="b"/>
            <a:pathLst>
              <a:path w="101504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752" y="32493"/>
                </a:lnTo>
                <a:lnTo>
                  <a:pt x="10150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7" name="Editable vector"/>
          <p:cNvSpPr/>
          <p:nvPr/>
        </p:nvSpPr>
        <p:spPr>
          <a:xfrm>
            <a:off x="6646032" y="3569521"/>
            <a:ext cx="50424" cy="16224"/>
          </a:xfrm>
          <a:custGeom>
            <a:avLst/>
            <a:gdLst/>
            <a:ahLst/>
            <a:cxnLst/>
            <a:rect l="0" t="0" r="r" b="b"/>
            <a:pathLst>
              <a:path w="50425" h="16225" fill="norm" stroke="0" extrusionOk="0">
                <a:moveTo>
                  <a:pt x="0" y="0"/>
                </a:moveTo>
                <a:lnTo>
                  <a:pt x="0" y="16225"/>
                </a:lnTo>
                <a:lnTo>
                  <a:pt x="25212" y="16225"/>
                </a:lnTo>
                <a:lnTo>
                  <a:pt x="504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Editable vector"/>
          <p:cNvSpPr/>
          <p:nvPr/>
        </p:nvSpPr>
        <p:spPr>
          <a:xfrm>
            <a:off x="4620479" y="3973605"/>
            <a:ext cx="50653" cy="16246"/>
          </a:xfrm>
          <a:custGeom>
            <a:avLst/>
            <a:gdLst/>
            <a:ahLst/>
            <a:cxnLst/>
            <a:rect l="0" t="0" r="r" b="b"/>
            <a:pathLst>
              <a:path w="50653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343" y="16246"/>
                </a:lnTo>
                <a:lnTo>
                  <a:pt x="506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Editable vector"/>
          <p:cNvSpPr/>
          <p:nvPr/>
        </p:nvSpPr>
        <p:spPr>
          <a:xfrm>
            <a:off x="5024266" y="3973605"/>
            <a:ext cx="50751" cy="16246"/>
          </a:xfrm>
          <a:custGeom>
            <a:avLst/>
            <a:gdLst/>
            <a:ahLst/>
            <a:cxnLst/>
            <a:rect l="0" t="0" r="r" b="b"/>
            <a:pathLst>
              <a:path w="50752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212" y="16246"/>
                </a:lnTo>
                <a:lnTo>
                  <a:pt x="50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0" name="Editable vector"/>
          <p:cNvSpPr/>
          <p:nvPr/>
        </p:nvSpPr>
        <p:spPr>
          <a:xfrm>
            <a:off x="5432573" y="3973605"/>
            <a:ext cx="50424" cy="16246"/>
          </a:xfrm>
          <a:custGeom>
            <a:avLst/>
            <a:gdLst/>
            <a:ahLst/>
            <a:cxnLst/>
            <a:rect l="0" t="0" r="r" b="b"/>
            <a:pathLst>
              <a:path w="50424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212" y="16246"/>
                </a:lnTo>
                <a:lnTo>
                  <a:pt x="504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Editable vector"/>
          <p:cNvSpPr/>
          <p:nvPr/>
        </p:nvSpPr>
        <p:spPr>
          <a:xfrm>
            <a:off x="5835968" y="3973605"/>
            <a:ext cx="50424" cy="16246"/>
          </a:xfrm>
          <a:custGeom>
            <a:avLst/>
            <a:gdLst/>
            <a:ahLst/>
            <a:cxnLst/>
            <a:rect l="0" t="0" r="r" b="b"/>
            <a:pathLst>
              <a:path w="50424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212" y="16246"/>
                </a:lnTo>
                <a:lnTo>
                  <a:pt x="504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2" name="Editable vector"/>
          <p:cNvSpPr/>
          <p:nvPr/>
        </p:nvSpPr>
        <p:spPr>
          <a:xfrm>
            <a:off x="6242965" y="3973605"/>
            <a:ext cx="50751" cy="16246"/>
          </a:xfrm>
          <a:custGeom>
            <a:avLst/>
            <a:gdLst/>
            <a:ahLst/>
            <a:cxnLst/>
            <a:rect l="0" t="0" r="r" b="b"/>
            <a:pathLst>
              <a:path w="50752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212" y="16246"/>
                </a:lnTo>
                <a:lnTo>
                  <a:pt x="50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Editable vector"/>
          <p:cNvSpPr/>
          <p:nvPr/>
        </p:nvSpPr>
        <p:spPr>
          <a:xfrm>
            <a:off x="6646032" y="3973605"/>
            <a:ext cx="50424" cy="16246"/>
          </a:xfrm>
          <a:custGeom>
            <a:avLst/>
            <a:gdLst/>
            <a:ahLst/>
            <a:cxnLst/>
            <a:rect l="0" t="0" r="r" b="b"/>
            <a:pathLst>
              <a:path w="50425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212" y="16246"/>
                </a:lnTo>
                <a:lnTo>
                  <a:pt x="504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4" name="Editable vector"/>
          <p:cNvSpPr/>
          <p:nvPr/>
        </p:nvSpPr>
        <p:spPr>
          <a:xfrm>
            <a:off x="4620479" y="4190857"/>
            <a:ext cx="50653" cy="16246"/>
          </a:xfrm>
          <a:custGeom>
            <a:avLst/>
            <a:gdLst/>
            <a:ahLst/>
            <a:cxnLst/>
            <a:rect l="0" t="0" r="r" b="b"/>
            <a:pathLst>
              <a:path w="50653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343" y="16246"/>
                </a:lnTo>
                <a:lnTo>
                  <a:pt x="506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5" name="Editable vector"/>
          <p:cNvSpPr/>
          <p:nvPr/>
        </p:nvSpPr>
        <p:spPr>
          <a:xfrm>
            <a:off x="4620479" y="4380969"/>
            <a:ext cx="50653" cy="16242"/>
          </a:xfrm>
          <a:custGeom>
            <a:avLst/>
            <a:gdLst/>
            <a:ahLst/>
            <a:cxnLst/>
            <a:rect l="0" t="0" r="r" b="b"/>
            <a:pathLst>
              <a:path w="50653" h="16242" fill="norm" stroke="0" extrusionOk="0">
                <a:moveTo>
                  <a:pt x="0" y="0"/>
                </a:moveTo>
                <a:lnTo>
                  <a:pt x="0" y="16242"/>
                </a:lnTo>
                <a:lnTo>
                  <a:pt x="25343" y="16242"/>
                </a:lnTo>
                <a:lnTo>
                  <a:pt x="506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6" name="Editable vector"/>
          <p:cNvSpPr/>
          <p:nvPr/>
        </p:nvSpPr>
        <p:spPr>
          <a:xfrm>
            <a:off x="3013153" y="3973605"/>
            <a:ext cx="50686" cy="16246"/>
          </a:xfrm>
          <a:custGeom>
            <a:avLst/>
            <a:gdLst/>
            <a:ahLst/>
            <a:cxnLst/>
            <a:rect l="0" t="0" r="r" b="b"/>
            <a:pathLst>
              <a:path w="50686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343" y="16246"/>
                </a:lnTo>
                <a:lnTo>
                  <a:pt x="50686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Editable vector"/>
          <p:cNvSpPr/>
          <p:nvPr/>
        </p:nvSpPr>
        <p:spPr>
          <a:xfrm>
            <a:off x="3013153" y="4190857"/>
            <a:ext cx="50686" cy="16246"/>
          </a:xfrm>
          <a:custGeom>
            <a:avLst/>
            <a:gdLst/>
            <a:ahLst/>
            <a:cxnLst/>
            <a:rect l="0" t="0" r="r" b="b"/>
            <a:pathLst>
              <a:path w="50686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343" y="16246"/>
                </a:lnTo>
                <a:lnTo>
                  <a:pt x="50686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8" name="Editable vector"/>
          <p:cNvSpPr/>
          <p:nvPr/>
        </p:nvSpPr>
        <p:spPr>
          <a:xfrm>
            <a:off x="3013153" y="4380969"/>
            <a:ext cx="50686" cy="16242"/>
          </a:xfrm>
          <a:custGeom>
            <a:avLst/>
            <a:gdLst/>
            <a:ahLst/>
            <a:cxnLst/>
            <a:rect l="0" t="0" r="r" b="b"/>
            <a:pathLst>
              <a:path w="50686" h="16242" fill="norm" stroke="0" extrusionOk="0">
                <a:moveTo>
                  <a:pt x="0" y="0"/>
                </a:moveTo>
                <a:lnTo>
                  <a:pt x="0" y="16242"/>
                </a:lnTo>
                <a:lnTo>
                  <a:pt x="25343" y="16242"/>
                </a:lnTo>
                <a:lnTo>
                  <a:pt x="50686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Editable vector"/>
          <p:cNvSpPr/>
          <p:nvPr/>
        </p:nvSpPr>
        <p:spPr>
          <a:xfrm>
            <a:off x="7008171" y="3347763"/>
            <a:ext cx="101503" cy="32492"/>
          </a:xfrm>
          <a:custGeom>
            <a:avLst/>
            <a:gdLst/>
            <a:ahLst/>
            <a:cxnLst/>
            <a:rect l="0" t="0" r="r" b="b"/>
            <a:pathLst>
              <a:path w="101503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752" y="32493"/>
                </a:lnTo>
                <a:lnTo>
                  <a:pt x="10150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0" name="Editable vector"/>
          <p:cNvSpPr/>
          <p:nvPr/>
        </p:nvSpPr>
        <p:spPr>
          <a:xfrm>
            <a:off x="7008170" y="2919605"/>
            <a:ext cx="101503" cy="32492"/>
          </a:xfrm>
          <a:custGeom>
            <a:avLst/>
            <a:gdLst/>
            <a:ahLst/>
            <a:cxnLst/>
            <a:rect l="0" t="0" r="r" b="b"/>
            <a:pathLst>
              <a:path w="101504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752" y="32493"/>
                </a:lnTo>
                <a:lnTo>
                  <a:pt x="10150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Editable vector"/>
          <p:cNvSpPr/>
          <p:nvPr/>
        </p:nvSpPr>
        <p:spPr>
          <a:xfrm>
            <a:off x="7392575" y="3347763"/>
            <a:ext cx="101175" cy="32492"/>
          </a:xfrm>
          <a:custGeom>
            <a:avLst/>
            <a:gdLst/>
            <a:ahLst/>
            <a:cxnLst/>
            <a:rect l="0" t="0" r="r" b="b"/>
            <a:pathLst>
              <a:path w="101176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752" y="32493"/>
                </a:lnTo>
                <a:lnTo>
                  <a:pt x="101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2" name="Editable vector"/>
          <p:cNvSpPr/>
          <p:nvPr/>
        </p:nvSpPr>
        <p:spPr>
          <a:xfrm>
            <a:off x="7804483" y="3347763"/>
            <a:ext cx="101503" cy="32492"/>
          </a:xfrm>
          <a:custGeom>
            <a:avLst/>
            <a:gdLst/>
            <a:ahLst/>
            <a:cxnLst/>
            <a:rect l="0" t="0" r="r" b="b"/>
            <a:pathLst>
              <a:path w="101503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752" y="32493"/>
                </a:lnTo>
                <a:lnTo>
                  <a:pt x="10150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Editable vector"/>
          <p:cNvSpPr/>
          <p:nvPr/>
        </p:nvSpPr>
        <p:spPr>
          <a:xfrm>
            <a:off x="7008171" y="3561419"/>
            <a:ext cx="101503" cy="32450"/>
          </a:xfrm>
          <a:custGeom>
            <a:avLst/>
            <a:gdLst/>
            <a:ahLst/>
            <a:cxnLst/>
            <a:rect l="0" t="0" r="r" b="b"/>
            <a:pathLst>
              <a:path w="101503" h="32450" fill="norm" stroke="0" extrusionOk="0">
                <a:moveTo>
                  <a:pt x="0" y="0"/>
                </a:moveTo>
                <a:lnTo>
                  <a:pt x="0" y="32450"/>
                </a:lnTo>
                <a:lnTo>
                  <a:pt x="50752" y="32450"/>
                </a:lnTo>
                <a:lnTo>
                  <a:pt x="10150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4" name="Editable vector"/>
          <p:cNvSpPr/>
          <p:nvPr/>
        </p:nvSpPr>
        <p:spPr>
          <a:xfrm>
            <a:off x="7804483" y="3561419"/>
            <a:ext cx="101503" cy="32450"/>
          </a:xfrm>
          <a:custGeom>
            <a:avLst/>
            <a:gdLst/>
            <a:ahLst/>
            <a:cxnLst/>
            <a:rect l="0" t="0" r="r" b="b"/>
            <a:pathLst>
              <a:path w="101503" h="32450" fill="norm" stroke="0" extrusionOk="0">
                <a:moveTo>
                  <a:pt x="0" y="0"/>
                </a:moveTo>
                <a:lnTo>
                  <a:pt x="0" y="32450"/>
                </a:lnTo>
                <a:lnTo>
                  <a:pt x="50752" y="32450"/>
                </a:lnTo>
                <a:lnTo>
                  <a:pt x="10150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5" name="Editable vector"/>
          <p:cNvSpPr/>
          <p:nvPr/>
        </p:nvSpPr>
        <p:spPr>
          <a:xfrm>
            <a:off x="7008171" y="3760288"/>
            <a:ext cx="101503" cy="32471"/>
          </a:xfrm>
          <a:custGeom>
            <a:avLst/>
            <a:gdLst/>
            <a:ahLst/>
            <a:cxnLst/>
            <a:rect l="0" t="0" r="r" b="b"/>
            <a:pathLst>
              <a:path w="101503" h="32472" fill="norm" stroke="0" extrusionOk="0">
                <a:moveTo>
                  <a:pt x="0" y="0"/>
                </a:moveTo>
                <a:lnTo>
                  <a:pt x="0" y="32472"/>
                </a:lnTo>
                <a:lnTo>
                  <a:pt x="50752" y="32472"/>
                </a:lnTo>
                <a:lnTo>
                  <a:pt x="10150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6" name="Editable vector"/>
          <p:cNvSpPr/>
          <p:nvPr/>
        </p:nvSpPr>
        <p:spPr>
          <a:xfrm>
            <a:off x="7804483" y="3760288"/>
            <a:ext cx="101503" cy="32471"/>
          </a:xfrm>
          <a:custGeom>
            <a:avLst/>
            <a:gdLst/>
            <a:ahLst/>
            <a:cxnLst/>
            <a:rect l="0" t="0" r="r" b="b"/>
            <a:pathLst>
              <a:path w="101503" h="32472" fill="norm" stroke="0" extrusionOk="0">
                <a:moveTo>
                  <a:pt x="0" y="0"/>
                </a:moveTo>
                <a:lnTo>
                  <a:pt x="0" y="32472"/>
                </a:lnTo>
                <a:lnTo>
                  <a:pt x="50752" y="32472"/>
                </a:lnTo>
                <a:lnTo>
                  <a:pt x="10150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Editable vector"/>
          <p:cNvSpPr/>
          <p:nvPr/>
        </p:nvSpPr>
        <p:spPr>
          <a:xfrm>
            <a:off x="7392575" y="3760288"/>
            <a:ext cx="101175" cy="32471"/>
          </a:xfrm>
          <a:custGeom>
            <a:avLst/>
            <a:gdLst/>
            <a:ahLst/>
            <a:cxnLst/>
            <a:rect l="0" t="0" r="r" b="b"/>
            <a:pathLst>
              <a:path w="101176" h="32472" fill="norm" stroke="0" extrusionOk="0">
                <a:moveTo>
                  <a:pt x="0" y="0"/>
                </a:moveTo>
                <a:lnTo>
                  <a:pt x="0" y="32472"/>
                </a:lnTo>
                <a:lnTo>
                  <a:pt x="50752" y="32472"/>
                </a:lnTo>
                <a:lnTo>
                  <a:pt x="101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Editable vector"/>
          <p:cNvSpPr/>
          <p:nvPr/>
        </p:nvSpPr>
        <p:spPr>
          <a:xfrm>
            <a:off x="7033710" y="3973605"/>
            <a:ext cx="50424" cy="16246"/>
          </a:xfrm>
          <a:custGeom>
            <a:avLst/>
            <a:gdLst/>
            <a:ahLst/>
            <a:cxnLst/>
            <a:rect l="0" t="0" r="r" b="b"/>
            <a:pathLst>
              <a:path w="50424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212" y="16246"/>
                </a:lnTo>
                <a:lnTo>
                  <a:pt x="504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Editable vector"/>
          <p:cNvSpPr/>
          <p:nvPr/>
        </p:nvSpPr>
        <p:spPr>
          <a:xfrm>
            <a:off x="7417787" y="3973605"/>
            <a:ext cx="50751" cy="16246"/>
          </a:xfrm>
          <a:custGeom>
            <a:avLst/>
            <a:gdLst/>
            <a:ahLst/>
            <a:cxnLst/>
            <a:rect l="0" t="0" r="r" b="b"/>
            <a:pathLst>
              <a:path w="50751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540" y="16246"/>
                </a:lnTo>
                <a:lnTo>
                  <a:pt x="50751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Editable vector"/>
          <p:cNvSpPr/>
          <p:nvPr/>
        </p:nvSpPr>
        <p:spPr>
          <a:xfrm>
            <a:off x="7829695" y="3973605"/>
            <a:ext cx="50751" cy="16246"/>
          </a:xfrm>
          <a:custGeom>
            <a:avLst/>
            <a:gdLst/>
            <a:ahLst/>
            <a:cxnLst/>
            <a:rect l="0" t="0" r="r" b="b"/>
            <a:pathLst>
              <a:path w="50751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540" y="16246"/>
                </a:lnTo>
                <a:lnTo>
                  <a:pt x="50751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Editable vector"/>
          <p:cNvSpPr/>
          <p:nvPr/>
        </p:nvSpPr>
        <p:spPr>
          <a:xfrm>
            <a:off x="8236036" y="3973605"/>
            <a:ext cx="50751" cy="16246"/>
          </a:xfrm>
          <a:custGeom>
            <a:avLst/>
            <a:gdLst/>
            <a:ahLst/>
            <a:cxnLst/>
            <a:rect l="0" t="0" r="r" b="b"/>
            <a:pathLst>
              <a:path w="50752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540" y="16246"/>
                </a:lnTo>
                <a:lnTo>
                  <a:pt x="50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Editable vector"/>
          <p:cNvSpPr/>
          <p:nvPr/>
        </p:nvSpPr>
        <p:spPr>
          <a:xfrm>
            <a:off x="7341823" y="3545172"/>
            <a:ext cx="202679" cy="64942"/>
          </a:xfrm>
          <a:custGeom>
            <a:avLst/>
            <a:gdLst/>
            <a:ahLst/>
            <a:cxnLst/>
            <a:rect l="0" t="0" r="r" b="b"/>
            <a:pathLst>
              <a:path w="202680" h="64943" fill="norm" stroke="0" extrusionOk="0">
                <a:moveTo>
                  <a:pt x="0" y="0"/>
                </a:moveTo>
                <a:lnTo>
                  <a:pt x="0" y="64943"/>
                </a:lnTo>
                <a:lnTo>
                  <a:pt x="101504" y="64943"/>
                </a:lnTo>
                <a:lnTo>
                  <a:pt x="202680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3" name="Editable vector"/>
          <p:cNvSpPr/>
          <p:nvPr/>
        </p:nvSpPr>
        <p:spPr>
          <a:xfrm>
            <a:off x="8236036" y="3355886"/>
            <a:ext cx="50751" cy="16246"/>
          </a:xfrm>
          <a:custGeom>
            <a:avLst/>
            <a:gdLst/>
            <a:ahLst/>
            <a:cxnLst/>
            <a:rect l="0" t="0" r="r" b="b"/>
            <a:pathLst>
              <a:path w="50752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540" y="16246"/>
                </a:lnTo>
                <a:lnTo>
                  <a:pt x="50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Editable vector"/>
          <p:cNvSpPr/>
          <p:nvPr/>
        </p:nvSpPr>
        <p:spPr>
          <a:xfrm>
            <a:off x="8236036" y="3569521"/>
            <a:ext cx="50751" cy="16224"/>
          </a:xfrm>
          <a:custGeom>
            <a:avLst/>
            <a:gdLst/>
            <a:ahLst/>
            <a:cxnLst/>
            <a:rect l="0" t="0" r="r" b="b"/>
            <a:pathLst>
              <a:path w="50752" h="16225" fill="norm" stroke="0" extrusionOk="0">
                <a:moveTo>
                  <a:pt x="0" y="0"/>
                </a:moveTo>
                <a:lnTo>
                  <a:pt x="0" y="16225"/>
                </a:lnTo>
                <a:lnTo>
                  <a:pt x="25540" y="16225"/>
                </a:lnTo>
                <a:lnTo>
                  <a:pt x="50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5" name="Editable vector"/>
          <p:cNvSpPr/>
          <p:nvPr/>
        </p:nvSpPr>
        <p:spPr>
          <a:xfrm>
            <a:off x="8236036" y="3768390"/>
            <a:ext cx="50751" cy="16246"/>
          </a:xfrm>
          <a:custGeom>
            <a:avLst/>
            <a:gdLst/>
            <a:ahLst/>
            <a:cxnLst/>
            <a:rect l="0" t="0" r="r" b="b"/>
            <a:pathLst>
              <a:path w="50752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540" y="16246"/>
                </a:lnTo>
                <a:lnTo>
                  <a:pt x="50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Editable vector"/>
          <p:cNvSpPr/>
          <p:nvPr/>
        </p:nvSpPr>
        <p:spPr>
          <a:xfrm>
            <a:off x="6646032" y="3355886"/>
            <a:ext cx="50424" cy="16246"/>
          </a:xfrm>
          <a:custGeom>
            <a:avLst/>
            <a:gdLst/>
            <a:ahLst/>
            <a:cxnLst/>
            <a:rect l="0" t="0" r="r" b="b"/>
            <a:pathLst>
              <a:path w="50425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212" y="16246"/>
                </a:lnTo>
                <a:lnTo>
                  <a:pt x="504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7" name="Editable vector"/>
          <p:cNvSpPr/>
          <p:nvPr/>
        </p:nvSpPr>
        <p:spPr>
          <a:xfrm>
            <a:off x="6646032" y="3768390"/>
            <a:ext cx="50424" cy="16246"/>
          </a:xfrm>
          <a:custGeom>
            <a:avLst/>
            <a:gdLst/>
            <a:ahLst/>
            <a:cxnLst/>
            <a:rect l="0" t="0" r="r" b="b"/>
            <a:pathLst>
              <a:path w="50425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212" y="16246"/>
                </a:lnTo>
                <a:lnTo>
                  <a:pt x="504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8" name="Editable vector"/>
          <p:cNvSpPr/>
          <p:nvPr/>
        </p:nvSpPr>
        <p:spPr>
          <a:xfrm>
            <a:off x="5024266" y="4190857"/>
            <a:ext cx="50751" cy="16246"/>
          </a:xfrm>
          <a:custGeom>
            <a:avLst/>
            <a:gdLst/>
            <a:ahLst/>
            <a:cxnLst/>
            <a:rect l="0" t="0" r="r" b="b"/>
            <a:pathLst>
              <a:path w="50752" h="16247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212" y="16247"/>
                </a:lnTo>
                <a:lnTo>
                  <a:pt x="50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9" name="Editable vector"/>
          <p:cNvSpPr/>
          <p:nvPr/>
        </p:nvSpPr>
        <p:spPr>
          <a:xfrm>
            <a:off x="5432573" y="4190858"/>
            <a:ext cx="50424" cy="16246"/>
          </a:xfrm>
          <a:custGeom>
            <a:avLst/>
            <a:gdLst/>
            <a:ahLst/>
            <a:cxnLst/>
            <a:rect l="0" t="0" r="r" b="b"/>
            <a:pathLst>
              <a:path w="50424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212" y="16246"/>
                </a:lnTo>
                <a:lnTo>
                  <a:pt x="504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0" name="Editable vector"/>
          <p:cNvSpPr/>
          <p:nvPr/>
        </p:nvSpPr>
        <p:spPr>
          <a:xfrm>
            <a:off x="5835968" y="4190858"/>
            <a:ext cx="50424" cy="16246"/>
          </a:xfrm>
          <a:custGeom>
            <a:avLst/>
            <a:gdLst/>
            <a:ahLst/>
            <a:cxnLst/>
            <a:rect l="0" t="0" r="r" b="b"/>
            <a:pathLst>
              <a:path w="50424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212" y="16246"/>
                </a:lnTo>
                <a:lnTo>
                  <a:pt x="504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1" name="Editable vector"/>
          <p:cNvSpPr/>
          <p:nvPr/>
        </p:nvSpPr>
        <p:spPr>
          <a:xfrm>
            <a:off x="5835968" y="4380969"/>
            <a:ext cx="50424" cy="16242"/>
          </a:xfrm>
          <a:custGeom>
            <a:avLst/>
            <a:gdLst/>
            <a:ahLst/>
            <a:cxnLst/>
            <a:rect l="0" t="0" r="r" b="b"/>
            <a:pathLst>
              <a:path w="50424" h="16242" fill="norm" stroke="0" extrusionOk="0">
                <a:moveTo>
                  <a:pt x="0" y="0"/>
                </a:moveTo>
                <a:lnTo>
                  <a:pt x="0" y="16242"/>
                </a:lnTo>
                <a:lnTo>
                  <a:pt x="25212" y="16242"/>
                </a:lnTo>
                <a:lnTo>
                  <a:pt x="504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2" name="Editable vector"/>
          <p:cNvSpPr/>
          <p:nvPr/>
        </p:nvSpPr>
        <p:spPr>
          <a:xfrm>
            <a:off x="6242965" y="4190858"/>
            <a:ext cx="50751" cy="16246"/>
          </a:xfrm>
          <a:custGeom>
            <a:avLst/>
            <a:gdLst/>
            <a:ahLst/>
            <a:cxnLst/>
            <a:rect l="0" t="0" r="r" b="b"/>
            <a:pathLst>
              <a:path w="50752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212" y="16246"/>
                </a:lnTo>
                <a:lnTo>
                  <a:pt x="50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3" name="Editable vector"/>
          <p:cNvSpPr/>
          <p:nvPr/>
        </p:nvSpPr>
        <p:spPr>
          <a:xfrm>
            <a:off x="6646032" y="4190858"/>
            <a:ext cx="50424" cy="16246"/>
          </a:xfrm>
          <a:custGeom>
            <a:avLst/>
            <a:gdLst/>
            <a:ahLst/>
            <a:cxnLst/>
            <a:rect l="0" t="0" r="r" b="b"/>
            <a:pathLst>
              <a:path w="50425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212" y="16246"/>
                </a:lnTo>
                <a:lnTo>
                  <a:pt x="504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4" name="Editable vector"/>
          <p:cNvSpPr/>
          <p:nvPr/>
        </p:nvSpPr>
        <p:spPr>
          <a:xfrm>
            <a:off x="6646032" y="4380969"/>
            <a:ext cx="50424" cy="16242"/>
          </a:xfrm>
          <a:custGeom>
            <a:avLst/>
            <a:gdLst/>
            <a:ahLst/>
            <a:cxnLst/>
            <a:rect l="0" t="0" r="r" b="b"/>
            <a:pathLst>
              <a:path w="50425" h="16242" fill="norm" stroke="0" extrusionOk="0">
                <a:moveTo>
                  <a:pt x="0" y="0"/>
                </a:moveTo>
                <a:lnTo>
                  <a:pt x="0" y="16242"/>
                </a:lnTo>
                <a:lnTo>
                  <a:pt x="25212" y="16242"/>
                </a:lnTo>
                <a:lnTo>
                  <a:pt x="504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5" name="Editable vector"/>
          <p:cNvSpPr/>
          <p:nvPr/>
        </p:nvSpPr>
        <p:spPr>
          <a:xfrm>
            <a:off x="9036278" y="2927728"/>
            <a:ext cx="50751" cy="16246"/>
          </a:xfrm>
          <a:custGeom>
            <a:avLst/>
            <a:gdLst/>
            <a:ahLst/>
            <a:cxnLst/>
            <a:rect l="0" t="0" r="r" b="b"/>
            <a:pathLst>
              <a:path w="50752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540" y="16246"/>
                </a:lnTo>
                <a:lnTo>
                  <a:pt x="50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6" name="Editable vector"/>
          <p:cNvSpPr/>
          <p:nvPr/>
        </p:nvSpPr>
        <p:spPr>
          <a:xfrm>
            <a:off x="9839138" y="2927728"/>
            <a:ext cx="50424" cy="16246"/>
          </a:xfrm>
          <a:custGeom>
            <a:avLst/>
            <a:gdLst/>
            <a:ahLst/>
            <a:cxnLst/>
            <a:rect l="0" t="0" r="r" b="b"/>
            <a:pathLst>
              <a:path w="50424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212" y="16246"/>
                </a:lnTo>
                <a:lnTo>
                  <a:pt x="504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Editable vector"/>
          <p:cNvSpPr/>
          <p:nvPr/>
        </p:nvSpPr>
        <p:spPr>
          <a:xfrm>
            <a:off x="9434762" y="2927728"/>
            <a:ext cx="50424" cy="16246"/>
          </a:xfrm>
          <a:custGeom>
            <a:avLst/>
            <a:gdLst/>
            <a:ahLst/>
            <a:cxnLst/>
            <a:rect l="0" t="0" r="r" b="b"/>
            <a:pathLst>
              <a:path w="50424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212" y="16246"/>
                </a:lnTo>
                <a:lnTo>
                  <a:pt x="504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Editable vector"/>
          <p:cNvSpPr/>
          <p:nvPr/>
        </p:nvSpPr>
        <p:spPr>
          <a:xfrm>
            <a:off x="9409222" y="4372846"/>
            <a:ext cx="101503" cy="32486"/>
          </a:xfrm>
          <a:custGeom>
            <a:avLst/>
            <a:gdLst/>
            <a:ahLst/>
            <a:cxnLst/>
            <a:rect l="0" t="0" r="r" b="b"/>
            <a:pathLst>
              <a:path w="101503" h="32486" fill="norm" stroke="0" extrusionOk="0">
                <a:moveTo>
                  <a:pt x="0" y="0"/>
                </a:moveTo>
                <a:lnTo>
                  <a:pt x="0" y="32486"/>
                </a:lnTo>
                <a:lnTo>
                  <a:pt x="50751" y="32486"/>
                </a:lnTo>
                <a:lnTo>
                  <a:pt x="10150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9" name="Editable vector"/>
          <p:cNvSpPr/>
          <p:nvPr/>
        </p:nvSpPr>
        <p:spPr>
          <a:xfrm>
            <a:off x="9036278" y="4190858"/>
            <a:ext cx="50751" cy="16246"/>
          </a:xfrm>
          <a:custGeom>
            <a:avLst/>
            <a:gdLst/>
            <a:ahLst/>
            <a:cxnLst/>
            <a:rect l="0" t="0" r="r" b="b"/>
            <a:pathLst>
              <a:path w="50752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540" y="16246"/>
                </a:lnTo>
                <a:lnTo>
                  <a:pt x="50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0" name="Editable vector"/>
          <p:cNvSpPr/>
          <p:nvPr/>
        </p:nvSpPr>
        <p:spPr>
          <a:xfrm>
            <a:off x="9036278" y="4380969"/>
            <a:ext cx="50751" cy="16242"/>
          </a:xfrm>
          <a:custGeom>
            <a:avLst/>
            <a:gdLst/>
            <a:ahLst/>
            <a:cxnLst/>
            <a:rect l="0" t="0" r="r" b="b"/>
            <a:pathLst>
              <a:path w="50752" h="16242" fill="norm" stroke="0" extrusionOk="0">
                <a:moveTo>
                  <a:pt x="0" y="0"/>
                </a:moveTo>
                <a:lnTo>
                  <a:pt x="0" y="16242"/>
                </a:lnTo>
                <a:lnTo>
                  <a:pt x="25540" y="16242"/>
                </a:lnTo>
                <a:lnTo>
                  <a:pt x="50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1" name="Editable vector"/>
          <p:cNvSpPr/>
          <p:nvPr/>
        </p:nvSpPr>
        <p:spPr>
          <a:xfrm>
            <a:off x="9434762" y="4190858"/>
            <a:ext cx="50424" cy="16246"/>
          </a:xfrm>
          <a:custGeom>
            <a:avLst/>
            <a:gdLst/>
            <a:ahLst/>
            <a:cxnLst/>
            <a:rect l="0" t="0" r="r" b="b"/>
            <a:pathLst>
              <a:path w="50424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212" y="16246"/>
                </a:lnTo>
                <a:lnTo>
                  <a:pt x="504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Editable vector"/>
          <p:cNvSpPr/>
          <p:nvPr/>
        </p:nvSpPr>
        <p:spPr>
          <a:xfrm>
            <a:off x="9839138" y="4190858"/>
            <a:ext cx="50424" cy="16246"/>
          </a:xfrm>
          <a:custGeom>
            <a:avLst/>
            <a:gdLst/>
            <a:ahLst/>
            <a:cxnLst/>
            <a:rect l="0" t="0" r="r" b="b"/>
            <a:pathLst>
              <a:path w="50424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212" y="16246"/>
                </a:lnTo>
                <a:lnTo>
                  <a:pt x="504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3" name="Editable vector"/>
          <p:cNvSpPr/>
          <p:nvPr/>
        </p:nvSpPr>
        <p:spPr>
          <a:xfrm>
            <a:off x="9839138" y="4380969"/>
            <a:ext cx="50424" cy="16242"/>
          </a:xfrm>
          <a:custGeom>
            <a:avLst/>
            <a:gdLst/>
            <a:ahLst/>
            <a:cxnLst/>
            <a:rect l="0" t="0" r="r" b="b"/>
            <a:pathLst>
              <a:path w="50424" h="16242" fill="norm" stroke="0" extrusionOk="0">
                <a:moveTo>
                  <a:pt x="0" y="0"/>
                </a:moveTo>
                <a:lnTo>
                  <a:pt x="0" y="16242"/>
                </a:lnTo>
                <a:lnTo>
                  <a:pt x="25212" y="16242"/>
                </a:lnTo>
                <a:lnTo>
                  <a:pt x="504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Editable vector"/>
          <p:cNvSpPr/>
          <p:nvPr/>
        </p:nvSpPr>
        <p:spPr>
          <a:xfrm>
            <a:off x="2199913" y="2919604"/>
            <a:ext cx="101306" cy="32492"/>
          </a:xfrm>
          <a:custGeom>
            <a:avLst/>
            <a:gdLst/>
            <a:ahLst/>
            <a:cxnLst/>
            <a:rect l="0" t="0" r="r" b="b"/>
            <a:pathLst>
              <a:path w="101307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653" y="32493"/>
                </a:lnTo>
                <a:lnTo>
                  <a:pt x="101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5" name="Editable vector"/>
          <p:cNvSpPr/>
          <p:nvPr/>
        </p:nvSpPr>
        <p:spPr>
          <a:xfrm>
            <a:off x="2583629" y="2919604"/>
            <a:ext cx="101307" cy="32492"/>
          </a:xfrm>
          <a:custGeom>
            <a:avLst/>
            <a:gdLst/>
            <a:ahLst/>
            <a:cxnLst/>
            <a:rect l="0" t="0" r="r" b="b"/>
            <a:pathLst>
              <a:path w="101307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621" y="32493"/>
                </a:lnTo>
                <a:lnTo>
                  <a:pt x="101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6" name="Editable vector"/>
          <p:cNvSpPr/>
          <p:nvPr/>
        </p:nvSpPr>
        <p:spPr>
          <a:xfrm>
            <a:off x="2987875" y="2919604"/>
            <a:ext cx="101307" cy="32492"/>
          </a:xfrm>
          <a:custGeom>
            <a:avLst/>
            <a:gdLst/>
            <a:ahLst/>
            <a:cxnLst/>
            <a:rect l="0" t="0" r="r" b="b"/>
            <a:pathLst>
              <a:path w="101307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621" y="32493"/>
                </a:lnTo>
                <a:lnTo>
                  <a:pt x="101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7" name="Editable vector"/>
          <p:cNvSpPr/>
          <p:nvPr/>
        </p:nvSpPr>
        <p:spPr>
          <a:xfrm>
            <a:off x="2199913" y="3136941"/>
            <a:ext cx="101306" cy="32492"/>
          </a:xfrm>
          <a:custGeom>
            <a:avLst/>
            <a:gdLst/>
            <a:ahLst/>
            <a:cxnLst/>
            <a:rect l="0" t="0" r="r" b="b"/>
            <a:pathLst>
              <a:path w="101307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653" y="32493"/>
                </a:lnTo>
                <a:lnTo>
                  <a:pt x="101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8" name="Editable vector"/>
          <p:cNvSpPr/>
          <p:nvPr/>
        </p:nvSpPr>
        <p:spPr>
          <a:xfrm>
            <a:off x="2987875" y="3136941"/>
            <a:ext cx="101307" cy="32492"/>
          </a:xfrm>
          <a:custGeom>
            <a:avLst/>
            <a:gdLst/>
            <a:ahLst/>
            <a:cxnLst/>
            <a:rect l="0" t="0" r="r" b="b"/>
            <a:pathLst>
              <a:path w="101307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621" y="32493"/>
                </a:lnTo>
                <a:lnTo>
                  <a:pt x="101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9" name="Editable vector"/>
          <p:cNvSpPr/>
          <p:nvPr/>
        </p:nvSpPr>
        <p:spPr>
          <a:xfrm>
            <a:off x="2199913" y="3347763"/>
            <a:ext cx="101306" cy="32492"/>
          </a:xfrm>
          <a:custGeom>
            <a:avLst/>
            <a:gdLst/>
            <a:ahLst/>
            <a:cxnLst/>
            <a:rect l="0" t="0" r="r" b="b"/>
            <a:pathLst>
              <a:path w="101307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653" y="32493"/>
                </a:lnTo>
                <a:lnTo>
                  <a:pt x="101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0" name="Editable vector"/>
          <p:cNvSpPr/>
          <p:nvPr/>
        </p:nvSpPr>
        <p:spPr>
          <a:xfrm>
            <a:off x="2987875" y="3347763"/>
            <a:ext cx="101307" cy="32492"/>
          </a:xfrm>
          <a:custGeom>
            <a:avLst/>
            <a:gdLst/>
            <a:ahLst/>
            <a:cxnLst/>
            <a:rect l="0" t="0" r="r" b="b"/>
            <a:pathLst>
              <a:path w="101307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621" y="32493"/>
                </a:lnTo>
                <a:lnTo>
                  <a:pt x="101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1" name="Editable vector"/>
          <p:cNvSpPr/>
          <p:nvPr/>
        </p:nvSpPr>
        <p:spPr>
          <a:xfrm>
            <a:off x="2583629" y="3347763"/>
            <a:ext cx="101307" cy="32492"/>
          </a:xfrm>
          <a:custGeom>
            <a:avLst/>
            <a:gdLst/>
            <a:ahLst/>
            <a:cxnLst/>
            <a:rect l="0" t="0" r="r" b="b"/>
            <a:pathLst>
              <a:path w="101307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621" y="32493"/>
                </a:lnTo>
                <a:lnTo>
                  <a:pt x="101307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Editable vector"/>
          <p:cNvSpPr/>
          <p:nvPr/>
        </p:nvSpPr>
        <p:spPr>
          <a:xfrm>
            <a:off x="2225256" y="3569520"/>
            <a:ext cx="50620" cy="16225"/>
          </a:xfrm>
          <a:custGeom>
            <a:avLst/>
            <a:gdLst/>
            <a:ahLst/>
            <a:cxnLst/>
            <a:rect l="0" t="0" r="r" b="b"/>
            <a:pathLst>
              <a:path w="50621" h="16225" fill="norm" stroke="0" extrusionOk="0">
                <a:moveTo>
                  <a:pt x="0" y="0"/>
                </a:moveTo>
                <a:lnTo>
                  <a:pt x="0" y="16225"/>
                </a:lnTo>
                <a:lnTo>
                  <a:pt x="25310" y="16225"/>
                </a:lnTo>
                <a:lnTo>
                  <a:pt x="50621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3" name="Editable vector"/>
          <p:cNvSpPr/>
          <p:nvPr/>
        </p:nvSpPr>
        <p:spPr>
          <a:xfrm>
            <a:off x="1817100" y="3569520"/>
            <a:ext cx="50633" cy="16225"/>
          </a:xfrm>
          <a:custGeom>
            <a:avLst/>
            <a:gdLst/>
            <a:ahLst/>
            <a:cxnLst/>
            <a:rect l="0" t="0" r="r" b="b"/>
            <a:pathLst>
              <a:path w="50634" h="16225" fill="norm" stroke="0" extrusionOk="0">
                <a:moveTo>
                  <a:pt x="0" y="0"/>
                </a:moveTo>
                <a:lnTo>
                  <a:pt x="0" y="16225"/>
                </a:lnTo>
                <a:lnTo>
                  <a:pt x="25337" y="16225"/>
                </a:lnTo>
                <a:lnTo>
                  <a:pt x="5063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Editable vector"/>
          <p:cNvSpPr/>
          <p:nvPr/>
        </p:nvSpPr>
        <p:spPr>
          <a:xfrm>
            <a:off x="1817100" y="3355886"/>
            <a:ext cx="50633" cy="16246"/>
          </a:xfrm>
          <a:custGeom>
            <a:avLst/>
            <a:gdLst/>
            <a:ahLst/>
            <a:cxnLst/>
            <a:rect l="0" t="0" r="r" b="b"/>
            <a:pathLst>
              <a:path w="50634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337" y="16246"/>
                </a:lnTo>
                <a:lnTo>
                  <a:pt x="5063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5" name="Editable vector"/>
          <p:cNvSpPr/>
          <p:nvPr/>
        </p:nvSpPr>
        <p:spPr>
          <a:xfrm>
            <a:off x="2608939" y="3569520"/>
            <a:ext cx="50653" cy="16225"/>
          </a:xfrm>
          <a:custGeom>
            <a:avLst/>
            <a:gdLst/>
            <a:ahLst/>
            <a:cxnLst/>
            <a:rect l="0" t="0" r="r" b="b"/>
            <a:pathLst>
              <a:path w="50654" h="16225" fill="norm" stroke="0" extrusionOk="0">
                <a:moveTo>
                  <a:pt x="0" y="0"/>
                </a:moveTo>
                <a:lnTo>
                  <a:pt x="0" y="16225"/>
                </a:lnTo>
                <a:lnTo>
                  <a:pt x="25310" y="16225"/>
                </a:lnTo>
                <a:lnTo>
                  <a:pt x="50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Editable vector"/>
          <p:cNvSpPr/>
          <p:nvPr/>
        </p:nvSpPr>
        <p:spPr>
          <a:xfrm>
            <a:off x="3013153" y="3569520"/>
            <a:ext cx="50686" cy="16225"/>
          </a:xfrm>
          <a:custGeom>
            <a:avLst/>
            <a:gdLst/>
            <a:ahLst/>
            <a:cxnLst/>
            <a:rect l="0" t="0" r="r" b="b"/>
            <a:pathLst>
              <a:path w="50686" h="16225" fill="norm" stroke="0" extrusionOk="0">
                <a:moveTo>
                  <a:pt x="0" y="0"/>
                </a:moveTo>
                <a:lnTo>
                  <a:pt x="0" y="16225"/>
                </a:lnTo>
                <a:lnTo>
                  <a:pt x="25343" y="16225"/>
                </a:lnTo>
                <a:lnTo>
                  <a:pt x="50686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7" name="Editable vector"/>
          <p:cNvSpPr/>
          <p:nvPr/>
        </p:nvSpPr>
        <p:spPr>
          <a:xfrm>
            <a:off x="1407893" y="3145065"/>
            <a:ext cx="50637" cy="16246"/>
          </a:xfrm>
          <a:custGeom>
            <a:avLst/>
            <a:gdLst/>
            <a:ahLst/>
            <a:cxnLst/>
            <a:rect l="0" t="0" r="r" b="b"/>
            <a:pathLst>
              <a:path w="50637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297" y="16246"/>
                </a:lnTo>
                <a:lnTo>
                  <a:pt x="50637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Editable vector"/>
          <p:cNvSpPr/>
          <p:nvPr/>
        </p:nvSpPr>
        <p:spPr>
          <a:xfrm>
            <a:off x="1817100" y="3145065"/>
            <a:ext cx="50633" cy="16246"/>
          </a:xfrm>
          <a:custGeom>
            <a:avLst/>
            <a:gdLst/>
            <a:ahLst/>
            <a:cxnLst/>
            <a:rect l="0" t="0" r="r" b="b"/>
            <a:pathLst>
              <a:path w="50634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337" y="16246"/>
                </a:lnTo>
                <a:lnTo>
                  <a:pt x="5063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9" name="Editable vector"/>
          <p:cNvSpPr/>
          <p:nvPr/>
        </p:nvSpPr>
        <p:spPr>
          <a:xfrm>
            <a:off x="2532943" y="3120716"/>
            <a:ext cx="202614" cy="64964"/>
          </a:xfrm>
          <a:custGeom>
            <a:avLst/>
            <a:gdLst/>
            <a:ahLst/>
            <a:cxnLst/>
            <a:rect l="0" t="0" r="r" b="b"/>
            <a:pathLst>
              <a:path w="202614" h="64964" fill="norm" stroke="0" extrusionOk="0">
                <a:moveTo>
                  <a:pt x="0" y="0"/>
                </a:moveTo>
                <a:lnTo>
                  <a:pt x="0" y="64964"/>
                </a:lnTo>
                <a:lnTo>
                  <a:pt x="101307" y="64964"/>
                </a:lnTo>
                <a:lnTo>
                  <a:pt x="20261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Editable vector"/>
          <p:cNvSpPr/>
          <p:nvPr/>
        </p:nvSpPr>
        <p:spPr>
          <a:xfrm>
            <a:off x="1791760" y="2919604"/>
            <a:ext cx="101310" cy="32492"/>
          </a:xfrm>
          <a:custGeom>
            <a:avLst/>
            <a:gdLst/>
            <a:ahLst/>
            <a:cxnLst/>
            <a:rect l="0" t="0" r="r" b="b"/>
            <a:pathLst>
              <a:path w="101310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677" y="32493"/>
                </a:lnTo>
                <a:lnTo>
                  <a:pt x="101310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1" name="Editable vector"/>
          <p:cNvSpPr/>
          <p:nvPr/>
        </p:nvSpPr>
        <p:spPr>
          <a:xfrm>
            <a:off x="1382556" y="2919604"/>
            <a:ext cx="101310" cy="32492"/>
          </a:xfrm>
          <a:custGeom>
            <a:avLst/>
            <a:gdLst/>
            <a:ahLst/>
            <a:cxnLst/>
            <a:rect l="0" t="0" r="r" b="b"/>
            <a:pathLst>
              <a:path w="101310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634" y="32493"/>
                </a:lnTo>
                <a:lnTo>
                  <a:pt x="101310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2" name="Editable vector"/>
          <p:cNvSpPr/>
          <p:nvPr/>
        </p:nvSpPr>
        <p:spPr>
          <a:xfrm>
            <a:off x="3427353" y="2927728"/>
            <a:ext cx="50653" cy="16246"/>
          </a:xfrm>
          <a:custGeom>
            <a:avLst/>
            <a:gdLst/>
            <a:ahLst/>
            <a:cxnLst/>
            <a:rect l="0" t="0" r="r" b="b"/>
            <a:pathLst>
              <a:path w="50653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310" y="16246"/>
                </a:lnTo>
                <a:lnTo>
                  <a:pt x="506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3" name="Editable vector"/>
          <p:cNvSpPr/>
          <p:nvPr/>
        </p:nvSpPr>
        <p:spPr>
          <a:xfrm>
            <a:off x="3427353" y="3145065"/>
            <a:ext cx="50653" cy="16246"/>
          </a:xfrm>
          <a:custGeom>
            <a:avLst/>
            <a:gdLst/>
            <a:ahLst/>
            <a:cxnLst/>
            <a:rect l="0" t="0" r="r" b="b"/>
            <a:pathLst>
              <a:path w="50653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310" y="16246"/>
                </a:lnTo>
                <a:lnTo>
                  <a:pt x="506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Editable vector"/>
          <p:cNvSpPr/>
          <p:nvPr/>
        </p:nvSpPr>
        <p:spPr>
          <a:xfrm>
            <a:off x="3427353" y="3355886"/>
            <a:ext cx="50653" cy="16246"/>
          </a:xfrm>
          <a:custGeom>
            <a:avLst/>
            <a:gdLst/>
            <a:ahLst/>
            <a:cxnLst/>
            <a:rect l="0" t="0" r="r" b="b"/>
            <a:pathLst>
              <a:path w="50653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310" y="16246"/>
                </a:lnTo>
                <a:lnTo>
                  <a:pt x="506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Editable vector"/>
          <p:cNvSpPr/>
          <p:nvPr/>
        </p:nvSpPr>
        <p:spPr>
          <a:xfrm>
            <a:off x="6646032" y="3145065"/>
            <a:ext cx="50424" cy="16246"/>
          </a:xfrm>
          <a:custGeom>
            <a:avLst/>
            <a:gdLst/>
            <a:ahLst/>
            <a:cxnLst/>
            <a:rect l="0" t="0" r="r" b="b"/>
            <a:pathLst>
              <a:path w="50425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212" y="16246"/>
                </a:lnTo>
                <a:lnTo>
                  <a:pt x="504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Editable vector"/>
          <p:cNvSpPr/>
          <p:nvPr/>
        </p:nvSpPr>
        <p:spPr>
          <a:xfrm>
            <a:off x="6646032" y="2927728"/>
            <a:ext cx="50424" cy="16246"/>
          </a:xfrm>
          <a:custGeom>
            <a:avLst/>
            <a:gdLst/>
            <a:ahLst/>
            <a:cxnLst/>
            <a:rect l="0" t="0" r="r" b="b"/>
            <a:pathLst>
              <a:path w="50425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212" y="16246"/>
                </a:lnTo>
                <a:lnTo>
                  <a:pt x="504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Editable vector"/>
          <p:cNvSpPr/>
          <p:nvPr/>
        </p:nvSpPr>
        <p:spPr>
          <a:xfrm>
            <a:off x="7417787" y="2927728"/>
            <a:ext cx="50751" cy="16246"/>
          </a:xfrm>
          <a:custGeom>
            <a:avLst/>
            <a:gdLst/>
            <a:ahLst/>
            <a:cxnLst/>
            <a:rect l="0" t="0" r="r" b="b"/>
            <a:pathLst>
              <a:path w="50751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540" y="16246"/>
                </a:lnTo>
                <a:lnTo>
                  <a:pt x="50751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8" name="Editable vector"/>
          <p:cNvSpPr/>
          <p:nvPr/>
        </p:nvSpPr>
        <p:spPr>
          <a:xfrm>
            <a:off x="4220849" y="3355886"/>
            <a:ext cx="50653" cy="16246"/>
          </a:xfrm>
          <a:custGeom>
            <a:avLst/>
            <a:gdLst/>
            <a:ahLst/>
            <a:cxnLst/>
            <a:rect l="0" t="0" r="r" b="b"/>
            <a:pathLst>
              <a:path w="50654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343" y="16246"/>
                </a:lnTo>
                <a:lnTo>
                  <a:pt x="50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9" name="Editable vector"/>
          <p:cNvSpPr/>
          <p:nvPr/>
        </p:nvSpPr>
        <p:spPr>
          <a:xfrm>
            <a:off x="4220849" y="3145065"/>
            <a:ext cx="50653" cy="16246"/>
          </a:xfrm>
          <a:custGeom>
            <a:avLst/>
            <a:gdLst/>
            <a:ahLst/>
            <a:cxnLst/>
            <a:rect l="0" t="0" r="r" b="b"/>
            <a:pathLst>
              <a:path w="50654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343" y="16246"/>
                </a:lnTo>
                <a:lnTo>
                  <a:pt x="50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0" name="Editable vector"/>
          <p:cNvSpPr/>
          <p:nvPr/>
        </p:nvSpPr>
        <p:spPr>
          <a:xfrm>
            <a:off x="4220849" y="2927728"/>
            <a:ext cx="50653" cy="16246"/>
          </a:xfrm>
          <a:custGeom>
            <a:avLst/>
            <a:gdLst/>
            <a:ahLst/>
            <a:cxnLst/>
            <a:rect l="0" t="0" r="r" b="b"/>
            <a:pathLst>
              <a:path w="50654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343" y="16246"/>
                </a:lnTo>
                <a:lnTo>
                  <a:pt x="50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Editable vector"/>
          <p:cNvSpPr/>
          <p:nvPr/>
        </p:nvSpPr>
        <p:spPr>
          <a:xfrm>
            <a:off x="10645601" y="4384216"/>
            <a:ext cx="30451" cy="9745"/>
          </a:xfrm>
          <a:custGeom>
            <a:avLst/>
            <a:gdLst/>
            <a:ahLst/>
            <a:cxnLst/>
            <a:rect l="0" t="0" r="r" b="b"/>
            <a:pathLst>
              <a:path w="30452" h="9746" fill="norm" stroke="0" extrusionOk="0">
                <a:moveTo>
                  <a:pt x="0" y="0"/>
                </a:moveTo>
                <a:lnTo>
                  <a:pt x="0" y="9746"/>
                </a:lnTo>
                <a:lnTo>
                  <a:pt x="15389" y="9746"/>
                </a:lnTo>
                <a:lnTo>
                  <a:pt x="304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2" name="Editable vector"/>
          <p:cNvSpPr/>
          <p:nvPr/>
        </p:nvSpPr>
        <p:spPr>
          <a:xfrm>
            <a:off x="10239259" y="4384216"/>
            <a:ext cx="30451" cy="9745"/>
          </a:xfrm>
          <a:custGeom>
            <a:avLst/>
            <a:gdLst/>
            <a:ahLst/>
            <a:cxnLst/>
            <a:rect l="0" t="0" r="r" b="b"/>
            <a:pathLst>
              <a:path w="30452" h="9746" fill="norm" stroke="0" extrusionOk="0">
                <a:moveTo>
                  <a:pt x="0" y="0"/>
                </a:moveTo>
                <a:lnTo>
                  <a:pt x="0" y="9746"/>
                </a:lnTo>
                <a:lnTo>
                  <a:pt x="15389" y="9746"/>
                </a:lnTo>
                <a:lnTo>
                  <a:pt x="304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3" name="Editable vector"/>
          <p:cNvSpPr/>
          <p:nvPr/>
        </p:nvSpPr>
        <p:spPr>
          <a:xfrm>
            <a:off x="11048341" y="4384216"/>
            <a:ext cx="30122" cy="9745"/>
          </a:xfrm>
          <a:custGeom>
            <a:avLst/>
            <a:gdLst/>
            <a:ahLst/>
            <a:cxnLst/>
            <a:rect l="0" t="0" r="r" b="b"/>
            <a:pathLst>
              <a:path w="30123" h="9746" fill="norm" stroke="0" extrusionOk="0">
                <a:moveTo>
                  <a:pt x="0" y="0"/>
                </a:moveTo>
                <a:lnTo>
                  <a:pt x="0" y="9746"/>
                </a:lnTo>
                <a:lnTo>
                  <a:pt x="15062" y="9746"/>
                </a:lnTo>
                <a:lnTo>
                  <a:pt x="3012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4" name="Editable vector"/>
          <p:cNvSpPr/>
          <p:nvPr/>
        </p:nvSpPr>
        <p:spPr>
          <a:xfrm>
            <a:off x="10229108" y="4190858"/>
            <a:ext cx="50752" cy="16246"/>
          </a:xfrm>
          <a:custGeom>
            <a:avLst/>
            <a:gdLst/>
            <a:ahLst/>
            <a:cxnLst/>
            <a:rect l="0" t="0" r="r" b="b"/>
            <a:pathLst>
              <a:path w="50753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540" y="16246"/>
                </a:lnTo>
                <a:lnTo>
                  <a:pt x="507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5" name="Editable vector"/>
          <p:cNvSpPr/>
          <p:nvPr/>
        </p:nvSpPr>
        <p:spPr>
          <a:xfrm>
            <a:off x="10635450" y="4190858"/>
            <a:ext cx="50752" cy="16246"/>
          </a:xfrm>
          <a:custGeom>
            <a:avLst/>
            <a:gdLst/>
            <a:ahLst/>
            <a:cxnLst/>
            <a:rect l="0" t="0" r="r" b="b"/>
            <a:pathLst>
              <a:path w="50753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540" y="16246"/>
                </a:lnTo>
                <a:lnTo>
                  <a:pt x="507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6" name="Editable vector"/>
          <p:cNvSpPr/>
          <p:nvPr/>
        </p:nvSpPr>
        <p:spPr>
          <a:xfrm>
            <a:off x="10610239" y="3965482"/>
            <a:ext cx="101175" cy="32492"/>
          </a:xfrm>
          <a:custGeom>
            <a:avLst/>
            <a:gdLst/>
            <a:ahLst/>
            <a:cxnLst/>
            <a:rect l="0" t="0" r="r" b="b"/>
            <a:pathLst>
              <a:path w="101176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751" y="32493"/>
                </a:lnTo>
                <a:lnTo>
                  <a:pt x="101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7" name="Editable vector"/>
          <p:cNvSpPr/>
          <p:nvPr/>
        </p:nvSpPr>
        <p:spPr>
          <a:xfrm>
            <a:off x="10610239" y="3760288"/>
            <a:ext cx="101175" cy="32471"/>
          </a:xfrm>
          <a:custGeom>
            <a:avLst/>
            <a:gdLst/>
            <a:ahLst/>
            <a:cxnLst/>
            <a:rect l="0" t="0" r="r" b="b"/>
            <a:pathLst>
              <a:path w="101176" h="32472" fill="norm" stroke="0" extrusionOk="0">
                <a:moveTo>
                  <a:pt x="0" y="0"/>
                </a:moveTo>
                <a:lnTo>
                  <a:pt x="0" y="32472"/>
                </a:lnTo>
                <a:lnTo>
                  <a:pt x="50751" y="32472"/>
                </a:lnTo>
                <a:lnTo>
                  <a:pt x="101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8" name="Editable vector"/>
          <p:cNvSpPr/>
          <p:nvPr/>
        </p:nvSpPr>
        <p:spPr>
          <a:xfrm>
            <a:off x="10610239" y="3561419"/>
            <a:ext cx="101175" cy="32450"/>
          </a:xfrm>
          <a:custGeom>
            <a:avLst/>
            <a:gdLst/>
            <a:ahLst/>
            <a:cxnLst/>
            <a:rect l="0" t="0" r="r" b="b"/>
            <a:pathLst>
              <a:path w="101176" h="32451" fill="norm" stroke="0" extrusionOk="0">
                <a:moveTo>
                  <a:pt x="0" y="0"/>
                </a:moveTo>
                <a:lnTo>
                  <a:pt x="0" y="32451"/>
                </a:lnTo>
                <a:lnTo>
                  <a:pt x="50751" y="32451"/>
                </a:lnTo>
                <a:lnTo>
                  <a:pt x="101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9" name="Editable vector"/>
          <p:cNvSpPr/>
          <p:nvPr/>
        </p:nvSpPr>
        <p:spPr>
          <a:xfrm>
            <a:off x="10610239" y="3347763"/>
            <a:ext cx="101175" cy="32492"/>
          </a:xfrm>
          <a:custGeom>
            <a:avLst/>
            <a:gdLst/>
            <a:ahLst/>
            <a:cxnLst/>
            <a:rect l="0" t="0" r="r" b="b"/>
            <a:pathLst>
              <a:path w="101176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751" y="32493"/>
                </a:lnTo>
                <a:lnTo>
                  <a:pt x="101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0" name="Editable vector"/>
          <p:cNvSpPr/>
          <p:nvPr/>
        </p:nvSpPr>
        <p:spPr>
          <a:xfrm>
            <a:off x="10610239" y="3136941"/>
            <a:ext cx="101175" cy="32492"/>
          </a:xfrm>
          <a:custGeom>
            <a:avLst/>
            <a:gdLst/>
            <a:ahLst/>
            <a:cxnLst/>
            <a:rect l="0" t="0" r="r" b="b"/>
            <a:pathLst>
              <a:path w="101176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751" y="32493"/>
                </a:lnTo>
                <a:lnTo>
                  <a:pt x="101176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1" name="Editable vector"/>
          <p:cNvSpPr/>
          <p:nvPr/>
        </p:nvSpPr>
        <p:spPr>
          <a:xfrm>
            <a:off x="11038191" y="4190858"/>
            <a:ext cx="50424" cy="16246"/>
          </a:xfrm>
          <a:custGeom>
            <a:avLst/>
            <a:gdLst/>
            <a:ahLst/>
            <a:cxnLst/>
            <a:rect l="0" t="0" r="r" b="b"/>
            <a:pathLst>
              <a:path w="50424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212" y="16246"/>
                </a:lnTo>
                <a:lnTo>
                  <a:pt x="504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2" name="Editable vector"/>
          <p:cNvSpPr/>
          <p:nvPr/>
        </p:nvSpPr>
        <p:spPr>
          <a:xfrm>
            <a:off x="11012651" y="3965482"/>
            <a:ext cx="101503" cy="32492"/>
          </a:xfrm>
          <a:custGeom>
            <a:avLst/>
            <a:gdLst/>
            <a:ahLst/>
            <a:cxnLst/>
            <a:rect l="0" t="0" r="r" b="b"/>
            <a:pathLst>
              <a:path w="101503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752" y="32493"/>
                </a:lnTo>
                <a:lnTo>
                  <a:pt x="10150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3" name="Editable vector"/>
          <p:cNvSpPr/>
          <p:nvPr/>
        </p:nvSpPr>
        <p:spPr>
          <a:xfrm>
            <a:off x="10962227" y="3744042"/>
            <a:ext cx="202351" cy="64964"/>
          </a:xfrm>
          <a:custGeom>
            <a:avLst/>
            <a:gdLst/>
            <a:ahLst/>
            <a:cxnLst/>
            <a:rect l="0" t="0" r="r" b="b"/>
            <a:pathLst>
              <a:path w="202352" h="64964" fill="norm" stroke="0" extrusionOk="0">
                <a:moveTo>
                  <a:pt x="0" y="0"/>
                </a:moveTo>
                <a:lnTo>
                  <a:pt x="0" y="64964"/>
                </a:lnTo>
                <a:lnTo>
                  <a:pt x="101176" y="64964"/>
                </a:lnTo>
                <a:lnTo>
                  <a:pt x="2023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Editable vector"/>
          <p:cNvSpPr/>
          <p:nvPr/>
        </p:nvSpPr>
        <p:spPr>
          <a:xfrm>
            <a:off x="10962227" y="3545172"/>
            <a:ext cx="202351" cy="64942"/>
          </a:xfrm>
          <a:custGeom>
            <a:avLst/>
            <a:gdLst/>
            <a:ahLst/>
            <a:cxnLst/>
            <a:rect l="0" t="0" r="r" b="b"/>
            <a:pathLst>
              <a:path w="202352" h="64943" fill="norm" stroke="0" extrusionOk="0">
                <a:moveTo>
                  <a:pt x="0" y="0"/>
                </a:moveTo>
                <a:lnTo>
                  <a:pt x="0" y="64943"/>
                </a:lnTo>
                <a:lnTo>
                  <a:pt x="101176" y="64943"/>
                </a:lnTo>
                <a:lnTo>
                  <a:pt x="2023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5" name="Editable vector"/>
          <p:cNvSpPr/>
          <p:nvPr/>
        </p:nvSpPr>
        <p:spPr>
          <a:xfrm>
            <a:off x="10962227" y="3331538"/>
            <a:ext cx="202351" cy="64942"/>
          </a:xfrm>
          <a:custGeom>
            <a:avLst/>
            <a:gdLst/>
            <a:ahLst/>
            <a:cxnLst/>
            <a:rect l="0" t="0" r="r" b="b"/>
            <a:pathLst>
              <a:path w="202352" h="64943" fill="norm" stroke="0" extrusionOk="0">
                <a:moveTo>
                  <a:pt x="0" y="0"/>
                </a:moveTo>
                <a:lnTo>
                  <a:pt x="0" y="64943"/>
                </a:lnTo>
                <a:lnTo>
                  <a:pt x="101176" y="64943"/>
                </a:lnTo>
                <a:lnTo>
                  <a:pt x="2023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Editable vector"/>
          <p:cNvSpPr/>
          <p:nvPr/>
        </p:nvSpPr>
        <p:spPr>
          <a:xfrm>
            <a:off x="11012651" y="3136941"/>
            <a:ext cx="101503" cy="32492"/>
          </a:xfrm>
          <a:custGeom>
            <a:avLst/>
            <a:gdLst/>
            <a:ahLst/>
            <a:cxnLst/>
            <a:rect l="0" t="0" r="r" b="b"/>
            <a:pathLst>
              <a:path w="101503" h="32493" fill="norm" stroke="0" extrusionOk="0">
                <a:moveTo>
                  <a:pt x="0" y="0"/>
                </a:moveTo>
                <a:lnTo>
                  <a:pt x="0" y="32493"/>
                </a:lnTo>
                <a:lnTo>
                  <a:pt x="50752" y="32493"/>
                </a:lnTo>
                <a:lnTo>
                  <a:pt x="10150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Editable vector"/>
          <p:cNvSpPr/>
          <p:nvPr/>
        </p:nvSpPr>
        <p:spPr>
          <a:xfrm>
            <a:off x="10229108" y="3973605"/>
            <a:ext cx="50752" cy="16246"/>
          </a:xfrm>
          <a:custGeom>
            <a:avLst/>
            <a:gdLst/>
            <a:ahLst/>
            <a:cxnLst/>
            <a:rect l="0" t="0" r="r" b="b"/>
            <a:pathLst>
              <a:path w="50753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540" y="16246"/>
                </a:lnTo>
                <a:lnTo>
                  <a:pt x="507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Editable vector"/>
          <p:cNvSpPr/>
          <p:nvPr/>
        </p:nvSpPr>
        <p:spPr>
          <a:xfrm>
            <a:off x="10229108" y="3768390"/>
            <a:ext cx="50752" cy="16246"/>
          </a:xfrm>
          <a:custGeom>
            <a:avLst/>
            <a:gdLst/>
            <a:ahLst/>
            <a:cxnLst/>
            <a:rect l="0" t="0" r="r" b="b"/>
            <a:pathLst>
              <a:path w="50753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540" y="16246"/>
                </a:lnTo>
                <a:lnTo>
                  <a:pt x="507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9" name="Editable vector"/>
          <p:cNvSpPr/>
          <p:nvPr/>
        </p:nvSpPr>
        <p:spPr>
          <a:xfrm>
            <a:off x="10229108" y="3569521"/>
            <a:ext cx="50752" cy="16224"/>
          </a:xfrm>
          <a:custGeom>
            <a:avLst/>
            <a:gdLst/>
            <a:ahLst/>
            <a:cxnLst/>
            <a:rect l="0" t="0" r="r" b="b"/>
            <a:pathLst>
              <a:path w="50753" h="16225" fill="norm" stroke="0" extrusionOk="0">
                <a:moveTo>
                  <a:pt x="0" y="0"/>
                </a:moveTo>
                <a:lnTo>
                  <a:pt x="0" y="16225"/>
                </a:lnTo>
                <a:lnTo>
                  <a:pt x="25540" y="16225"/>
                </a:lnTo>
                <a:lnTo>
                  <a:pt x="507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0" name="Editable vector"/>
          <p:cNvSpPr/>
          <p:nvPr/>
        </p:nvSpPr>
        <p:spPr>
          <a:xfrm>
            <a:off x="10229108" y="3355886"/>
            <a:ext cx="50752" cy="16246"/>
          </a:xfrm>
          <a:custGeom>
            <a:avLst/>
            <a:gdLst/>
            <a:ahLst/>
            <a:cxnLst/>
            <a:rect l="0" t="0" r="r" b="b"/>
            <a:pathLst>
              <a:path w="50753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540" y="16246"/>
                </a:lnTo>
                <a:lnTo>
                  <a:pt x="507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1" name="Editable vector"/>
          <p:cNvSpPr/>
          <p:nvPr/>
        </p:nvSpPr>
        <p:spPr>
          <a:xfrm>
            <a:off x="10229108" y="3145065"/>
            <a:ext cx="50752" cy="16246"/>
          </a:xfrm>
          <a:custGeom>
            <a:avLst/>
            <a:gdLst/>
            <a:ahLst/>
            <a:cxnLst/>
            <a:rect l="0" t="0" r="r" b="b"/>
            <a:pathLst>
              <a:path w="50753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540" y="16246"/>
                </a:lnTo>
                <a:lnTo>
                  <a:pt x="507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2" name="Editable vector"/>
          <p:cNvSpPr/>
          <p:nvPr/>
        </p:nvSpPr>
        <p:spPr>
          <a:xfrm>
            <a:off x="3427353" y="3569520"/>
            <a:ext cx="50653" cy="16225"/>
          </a:xfrm>
          <a:custGeom>
            <a:avLst/>
            <a:gdLst/>
            <a:ahLst/>
            <a:cxnLst/>
            <a:rect l="0" t="0" r="r" b="b"/>
            <a:pathLst>
              <a:path w="50653" h="16225" fill="norm" stroke="0" extrusionOk="0">
                <a:moveTo>
                  <a:pt x="0" y="0"/>
                </a:moveTo>
                <a:lnTo>
                  <a:pt x="0" y="16225"/>
                </a:lnTo>
                <a:lnTo>
                  <a:pt x="25310" y="16225"/>
                </a:lnTo>
                <a:lnTo>
                  <a:pt x="506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3" name="Editable vector"/>
          <p:cNvSpPr/>
          <p:nvPr/>
        </p:nvSpPr>
        <p:spPr>
          <a:xfrm>
            <a:off x="3427353" y="3768390"/>
            <a:ext cx="50653" cy="16245"/>
          </a:xfrm>
          <a:custGeom>
            <a:avLst/>
            <a:gdLst/>
            <a:ahLst/>
            <a:cxnLst/>
            <a:rect l="0" t="0" r="r" b="b"/>
            <a:pathLst>
              <a:path w="50653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310" y="16246"/>
                </a:lnTo>
                <a:lnTo>
                  <a:pt x="506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4" name="Editable vector"/>
          <p:cNvSpPr/>
          <p:nvPr/>
        </p:nvSpPr>
        <p:spPr>
          <a:xfrm>
            <a:off x="4220849" y="3768390"/>
            <a:ext cx="50653" cy="16245"/>
          </a:xfrm>
          <a:custGeom>
            <a:avLst/>
            <a:gdLst/>
            <a:ahLst/>
            <a:cxnLst/>
            <a:rect l="0" t="0" r="r" b="b"/>
            <a:pathLst>
              <a:path w="50654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343" y="16246"/>
                </a:lnTo>
                <a:lnTo>
                  <a:pt x="50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5" name="Editable vector"/>
          <p:cNvSpPr/>
          <p:nvPr/>
        </p:nvSpPr>
        <p:spPr>
          <a:xfrm>
            <a:off x="3013153" y="3768390"/>
            <a:ext cx="50686" cy="16245"/>
          </a:xfrm>
          <a:custGeom>
            <a:avLst/>
            <a:gdLst/>
            <a:ahLst/>
            <a:cxnLst/>
            <a:rect l="0" t="0" r="r" b="b"/>
            <a:pathLst>
              <a:path w="50686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343" y="16246"/>
                </a:lnTo>
                <a:lnTo>
                  <a:pt x="50686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6" name="Editable vector"/>
          <p:cNvSpPr/>
          <p:nvPr/>
        </p:nvSpPr>
        <p:spPr>
          <a:xfrm>
            <a:off x="3806682" y="3768390"/>
            <a:ext cx="50620" cy="16245"/>
          </a:xfrm>
          <a:custGeom>
            <a:avLst/>
            <a:gdLst/>
            <a:ahLst/>
            <a:cxnLst/>
            <a:rect l="0" t="0" r="r" b="b"/>
            <a:pathLst>
              <a:path w="50621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278" y="16246"/>
                </a:lnTo>
                <a:lnTo>
                  <a:pt x="50621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7" name="Editable vector"/>
          <p:cNvSpPr/>
          <p:nvPr/>
        </p:nvSpPr>
        <p:spPr>
          <a:xfrm>
            <a:off x="4620479" y="3768390"/>
            <a:ext cx="50653" cy="16245"/>
          </a:xfrm>
          <a:custGeom>
            <a:avLst/>
            <a:gdLst/>
            <a:ahLst/>
            <a:cxnLst/>
            <a:rect l="0" t="0" r="r" b="b"/>
            <a:pathLst>
              <a:path w="50653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343" y="16246"/>
                </a:lnTo>
                <a:lnTo>
                  <a:pt x="506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8" name="Editable vector"/>
          <p:cNvSpPr/>
          <p:nvPr/>
        </p:nvSpPr>
        <p:spPr>
          <a:xfrm>
            <a:off x="3427353" y="3355886"/>
            <a:ext cx="50653" cy="16246"/>
          </a:xfrm>
          <a:custGeom>
            <a:avLst/>
            <a:gdLst/>
            <a:ahLst/>
            <a:cxnLst/>
            <a:rect l="0" t="0" r="r" b="b"/>
            <a:pathLst>
              <a:path w="50653" h="16246" fill="norm" stroke="0" extrusionOk="0">
                <a:moveTo>
                  <a:pt x="0" y="0"/>
                </a:moveTo>
                <a:lnTo>
                  <a:pt x="0" y="16246"/>
                </a:lnTo>
                <a:lnTo>
                  <a:pt x="25310" y="16246"/>
                </a:lnTo>
                <a:lnTo>
                  <a:pt x="506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9" name="Editable vector"/>
          <p:cNvSpPr/>
          <p:nvPr/>
        </p:nvSpPr>
        <p:spPr>
          <a:xfrm>
            <a:off x="8658750" y="3976863"/>
            <a:ext cx="30451" cy="9752"/>
          </a:xfrm>
          <a:custGeom>
            <a:avLst/>
            <a:gdLst/>
            <a:ahLst/>
            <a:cxnLst/>
            <a:rect l="0" t="0" r="r" b="b"/>
            <a:pathLst>
              <a:path w="30452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389" y="9752"/>
                </a:lnTo>
                <a:lnTo>
                  <a:pt x="304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0" name="Editable vector"/>
          <p:cNvSpPr/>
          <p:nvPr/>
        </p:nvSpPr>
        <p:spPr>
          <a:xfrm>
            <a:off x="8658750" y="3771648"/>
            <a:ext cx="30451" cy="9752"/>
          </a:xfrm>
          <a:custGeom>
            <a:avLst/>
            <a:gdLst/>
            <a:ahLst/>
            <a:cxnLst/>
            <a:rect l="0" t="0" r="r" b="b"/>
            <a:pathLst>
              <a:path w="30452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389" y="9752"/>
                </a:lnTo>
                <a:lnTo>
                  <a:pt x="304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1" name="Editable vector"/>
          <p:cNvSpPr/>
          <p:nvPr/>
        </p:nvSpPr>
        <p:spPr>
          <a:xfrm>
            <a:off x="8658750" y="3572778"/>
            <a:ext cx="30451" cy="9730"/>
          </a:xfrm>
          <a:custGeom>
            <a:avLst/>
            <a:gdLst/>
            <a:ahLst/>
            <a:cxnLst/>
            <a:rect l="0" t="0" r="r" b="b"/>
            <a:pathLst>
              <a:path w="30452" h="9731" fill="norm" stroke="0" extrusionOk="0">
                <a:moveTo>
                  <a:pt x="0" y="0"/>
                </a:moveTo>
                <a:lnTo>
                  <a:pt x="0" y="9731"/>
                </a:lnTo>
                <a:lnTo>
                  <a:pt x="15389" y="9731"/>
                </a:lnTo>
                <a:lnTo>
                  <a:pt x="304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2" name="Editable vector"/>
          <p:cNvSpPr/>
          <p:nvPr/>
        </p:nvSpPr>
        <p:spPr>
          <a:xfrm>
            <a:off x="8658750" y="3359144"/>
            <a:ext cx="30451" cy="9751"/>
          </a:xfrm>
          <a:custGeom>
            <a:avLst/>
            <a:gdLst/>
            <a:ahLst/>
            <a:cxnLst/>
            <a:rect l="0" t="0" r="r" b="b"/>
            <a:pathLst>
              <a:path w="30452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389" y="9752"/>
                </a:lnTo>
                <a:lnTo>
                  <a:pt x="304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3" name="Editable vector"/>
          <p:cNvSpPr/>
          <p:nvPr/>
        </p:nvSpPr>
        <p:spPr>
          <a:xfrm>
            <a:off x="8658750" y="3148322"/>
            <a:ext cx="30451" cy="9751"/>
          </a:xfrm>
          <a:custGeom>
            <a:avLst/>
            <a:gdLst/>
            <a:ahLst/>
            <a:cxnLst/>
            <a:rect l="0" t="0" r="r" b="b"/>
            <a:pathLst>
              <a:path w="30452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389" y="9752"/>
                </a:lnTo>
                <a:lnTo>
                  <a:pt x="304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4" name="Editable vector"/>
          <p:cNvSpPr/>
          <p:nvPr/>
        </p:nvSpPr>
        <p:spPr>
          <a:xfrm>
            <a:off x="9046428" y="3976863"/>
            <a:ext cx="30451" cy="9752"/>
          </a:xfrm>
          <a:custGeom>
            <a:avLst/>
            <a:gdLst/>
            <a:ahLst/>
            <a:cxnLst/>
            <a:rect l="0" t="0" r="r" b="b"/>
            <a:pathLst>
              <a:path w="30452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390" y="9752"/>
                </a:lnTo>
                <a:lnTo>
                  <a:pt x="304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5" name="Editable vector"/>
          <p:cNvSpPr/>
          <p:nvPr/>
        </p:nvSpPr>
        <p:spPr>
          <a:xfrm>
            <a:off x="9046428" y="3771648"/>
            <a:ext cx="30451" cy="9752"/>
          </a:xfrm>
          <a:custGeom>
            <a:avLst/>
            <a:gdLst/>
            <a:ahLst/>
            <a:cxnLst/>
            <a:rect l="0" t="0" r="r" b="b"/>
            <a:pathLst>
              <a:path w="30452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390" y="9752"/>
                </a:lnTo>
                <a:lnTo>
                  <a:pt x="304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6" name="Editable vector"/>
          <p:cNvSpPr/>
          <p:nvPr/>
        </p:nvSpPr>
        <p:spPr>
          <a:xfrm>
            <a:off x="9046428" y="3572778"/>
            <a:ext cx="30451" cy="9730"/>
          </a:xfrm>
          <a:custGeom>
            <a:avLst/>
            <a:gdLst/>
            <a:ahLst/>
            <a:cxnLst/>
            <a:rect l="0" t="0" r="r" b="b"/>
            <a:pathLst>
              <a:path w="30452" h="9731" fill="norm" stroke="0" extrusionOk="0">
                <a:moveTo>
                  <a:pt x="0" y="0"/>
                </a:moveTo>
                <a:lnTo>
                  <a:pt x="0" y="9731"/>
                </a:lnTo>
                <a:lnTo>
                  <a:pt x="15390" y="9731"/>
                </a:lnTo>
                <a:lnTo>
                  <a:pt x="304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7" name="Editable vector"/>
          <p:cNvSpPr/>
          <p:nvPr/>
        </p:nvSpPr>
        <p:spPr>
          <a:xfrm>
            <a:off x="9046428" y="3359144"/>
            <a:ext cx="30451" cy="9751"/>
          </a:xfrm>
          <a:custGeom>
            <a:avLst/>
            <a:gdLst/>
            <a:ahLst/>
            <a:cxnLst/>
            <a:rect l="0" t="0" r="r" b="b"/>
            <a:pathLst>
              <a:path w="30452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390" y="9752"/>
                </a:lnTo>
                <a:lnTo>
                  <a:pt x="304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8" name="Editable vector"/>
          <p:cNvSpPr/>
          <p:nvPr/>
        </p:nvSpPr>
        <p:spPr>
          <a:xfrm>
            <a:off x="9046428" y="3148322"/>
            <a:ext cx="30451" cy="9751"/>
          </a:xfrm>
          <a:custGeom>
            <a:avLst/>
            <a:gdLst/>
            <a:ahLst/>
            <a:cxnLst/>
            <a:rect l="0" t="0" r="r" b="b"/>
            <a:pathLst>
              <a:path w="30452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390" y="9752"/>
                </a:lnTo>
                <a:lnTo>
                  <a:pt x="304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9" name="Editable vector"/>
          <p:cNvSpPr/>
          <p:nvPr/>
        </p:nvSpPr>
        <p:spPr>
          <a:xfrm>
            <a:off x="9444911" y="3976863"/>
            <a:ext cx="30124" cy="9752"/>
          </a:xfrm>
          <a:custGeom>
            <a:avLst/>
            <a:gdLst/>
            <a:ahLst/>
            <a:cxnLst/>
            <a:rect l="0" t="0" r="r" b="b"/>
            <a:pathLst>
              <a:path w="30125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062" y="9752"/>
                </a:lnTo>
                <a:lnTo>
                  <a:pt x="301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0" name="Editable vector"/>
          <p:cNvSpPr/>
          <p:nvPr/>
        </p:nvSpPr>
        <p:spPr>
          <a:xfrm>
            <a:off x="9444911" y="3771648"/>
            <a:ext cx="30124" cy="9752"/>
          </a:xfrm>
          <a:custGeom>
            <a:avLst/>
            <a:gdLst/>
            <a:ahLst/>
            <a:cxnLst/>
            <a:rect l="0" t="0" r="r" b="b"/>
            <a:pathLst>
              <a:path w="30125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062" y="9752"/>
                </a:lnTo>
                <a:lnTo>
                  <a:pt x="301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1" name="Editable vector"/>
          <p:cNvSpPr/>
          <p:nvPr/>
        </p:nvSpPr>
        <p:spPr>
          <a:xfrm>
            <a:off x="9444911" y="3572778"/>
            <a:ext cx="30124" cy="9730"/>
          </a:xfrm>
          <a:custGeom>
            <a:avLst/>
            <a:gdLst/>
            <a:ahLst/>
            <a:cxnLst/>
            <a:rect l="0" t="0" r="r" b="b"/>
            <a:pathLst>
              <a:path w="30125" h="9731" fill="norm" stroke="0" extrusionOk="0">
                <a:moveTo>
                  <a:pt x="0" y="0"/>
                </a:moveTo>
                <a:lnTo>
                  <a:pt x="0" y="9731"/>
                </a:lnTo>
                <a:lnTo>
                  <a:pt x="15062" y="9731"/>
                </a:lnTo>
                <a:lnTo>
                  <a:pt x="301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2" name="Editable vector"/>
          <p:cNvSpPr/>
          <p:nvPr/>
        </p:nvSpPr>
        <p:spPr>
          <a:xfrm>
            <a:off x="9444911" y="3359144"/>
            <a:ext cx="30124" cy="9751"/>
          </a:xfrm>
          <a:custGeom>
            <a:avLst/>
            <a:gdLst/>
            <a:ahLst/>
            <a:cxnLst/>
            <a:rect l="0" t="0" r="r" b="b"/>
            <a:pathLst>
              <a:path w="30125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062" y="9752"/>
                </a:lnTo>
                <a:lnTo>
                  <a:pt x="301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3" name="Editable vector"/>
          <p:cNvSpPr/>
          <p:nvPr/>
        </p:nvSpPr>
        <p:spPr>
          <a:xfrm>
            <a:off x="9444911" y="3148322"/>
            <a:ext cx="30124" cy="9751"/>
          </a:xfrm>
          <a:custGeom>
            <a:avLst/>
            <a:gdLst/>
            <a:ahLst/>
            <a:cxnLst/>
            <a:rect l="0" t="0" r="r" b="b"/>
            <a:pathLst>
              <a:path w="30125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062" y="9752"/>
                </a:lnTo>
                <a:lnTo>
                  <a:pt x="301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4" name="Editable vector"/>
          <p:cNvSpPr/>
          <p:nvPr/>
        </p:nvSpPr>
        <p:spPr>
          <a:xfrm>
            <a:off x="9849289" y="3976863"/>
            <a:ext cx="30123" cy="9752"/>
          </a:xfrm>
          <a:custGeom>
            <a:avLst/>
            <a:gdLst/>
            <a:ahLst/>
            <a:cxnLst/>
            <a:rect l="0" t="0" r="r" b="b"/>
            <a:pathLst>
              <a:path w="30124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062" y="9752"/>
                </a:lnTo>
                <a:lnTo>
                  <a:pt x="301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5" name="Editable vector"/>
          <p:cNvSpPr/>
          <p:nvPr/>
        </p:nvSpPr>
        <p:spPr>
          <a:xfrm>
            <a:off x="9849289" y="3771648"/>
            <a:ext cx="30123" cy="9752"/>
          </a:xfrm>
          <a:custGeom>
            <a:avLst/>
            <a:gdLst/>
            <a:ahLst/>
            <a:cxnLst/>
            <a:rect l="0" t="0" r="r" b="b"/>
            <a:pathLst>
              <a:path w="30124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062" y="9752"/>
                </a:lnTo>
                <a:lnTo>
                  <a:pt x="301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6" name="Editable vector"/>
          <p:cNvSpPr/>
          <p:nvPr/>
        </p:nvSpPr>
        <p:spPr>
          <a:xfrm>
            <a:off x="9849289" y="3572778"/>
            <a:ext cx="30123" cy="9731"/>
          </a:xfrm>
          <a:custGeom>
            <a:avLst/>
            <a:gdLst/>
            <a:ahLst/>
            <a:cxnLst/>
            <a:rect l="0" t="0" r="r" b="b"/>
            <a:pathLst>
              <a:path w="30124" h="9731" fill="norm" stroke="0" extrusionOk="0">
                <a:moveTo>
                  <a:pt x="0" y="0"/>
                </a:moveTo>
                <a:lnTo>
                  <a:pt x="0" y="9731"/>
                </a:lnTo>
                <a:lnTo>
                  <a:pt x="15062" y="9731"/>
                </a:lnTo>
                <a:lnTo>
                  <a:pt x="301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7" name="Editable vector"/>
          <p:cNvSpPr/>
          <p:nvPr/>
        </p:nvSpPr>
        <p:spPr>
          <a:xfrm>
            <a:off x="9849289" y="3359144"/>
            <a:ext cx="30123" cy="9751"/>
          </a:xfrm>
          <a:custGeom>
            <a:avLst/>
            <a:gdLst/>
            <a:ahLst/>
            <a:cxnLst/>
            <a:rect l="0" t="0" r="r" b="b"/>
            <a:pathLst>
              <a:path w="30124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062" y="9752"/>
                </a:lnTo>
                <a:lnTo>
                  <a:pt x="301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8" name="Editable vector"/>
          <p:cNvSpPr/>
          <p:nvPr/>
        </p:nvSpPr>
        <p:spPr>
          <a:xfrm>
            <a:off x="9849289" y="3148322"/>
            <a:ext cx="30123" cy="9751"/>
          </a:xfrm>
          <a:custGeom>
            <a:avLst/>
            <a:gdLst/>
            <a:ahLst/>
            <a:cxnLst/>
            <a:rect l="0" t="0" r="r" b="b"/>
            <a:pathLst>
              <a:path w="30124" h="9752" fill="norm" stroke="0" extrusionOk="0">
                <a:moveTo>
                  <a:pt x="0" y="0"/>
                </a:moveTo>
                <a:lnTo>
                  <a:pt x="0" y="9752"/>
                </a:lnTo>
                <a:lnTo>
                  <a:pt x="15062" y="9752"/>
                </a:lnTo>
                <a:lnTo>
                  <a:pt x="301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2D8FF">
              <a:alpha val="47843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19" name="Picture 4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4514" y="3542792"/>
            <a:ext cx="1656333" cy="1558797"/>
          </a:xfrm>
          <a:prstGeom prst="rect">
            <a:avLst/>
          </a:prstGeom>
        </p:spPr>
      </p:pic>
      <p:sp>
        <p:nvSpPr>
          <p:cNvPr id="420" name="Editable vector"/>
          <p:cNvSpPr/>
          <p:nvPr/>
        </p:nvSpPr>
        <p:spPr>
          <a:xfrm>
            <a:off x="3463163" y="3968622"/>
            <a:ext cx="274320" cy="175006"/>
          </a:xfrm>
          <a:custGeom>
            <a:avLst/>
            <a:gdLst/>
            <a:ahLst/>
            <a:cxnLst/>
            <a:rect l="0" t="0" r="r" b="b"/>
            <a:pathLst>
              <a:path w="274320" h="175006" fill="norm" stroke="0" extrusionOk="0">
                <a:moveTo>
                  <a:pt x="0" y="73152"/>
                </a:moveTo>
                <a:lnTo>
                  <a:pt x="0" y="101727"/>
                </a:lnTo>
                <a:lnTo>
                  <a:pt x="251968" y="101727"/>
                </a:lnTo>
                <a:lnTo>
                  <a:pt x="251968" y="73152"/>
                </a:lnTo>
                <a:close/>
                <a:moveTo>
                  <a:pt x="175387" y="5080"/>
                </a:moveTo>
                <a:lnTo>
                  <a:pt x="274320" y="87503"/>
                </a:lnTo>
                <a:lnTo>
                  <a:pt x="175387" y="169926"/>
                </a:lnTo>
                <a:cubicBezTo>
                  <a:pt x="169418" y="175006"/>
                  <a:pt x="160401" y="174117"/>
                  <a:pt x="155321" y="168021"/>
                </a:cubicBezTo>
                <a:cubicBezTo>
                  <a:pt x="150241" y="162052"/>
                  <a:pt x="151130" y="153035"/>
                  <a:pt x="157099" y="147955"/>
                </a:cubicBezTo>
                <a:lnTo>
                  <a:pt x="242824" y="76581"/>
                </a:lnTo>
                <a:lnTo>
                  <a:pt x="242824" y="98425"/>
                </a:lnTo>
                <a:lnTo>
                  <a:pt x="157099" y="27051"/>
                </a:lnTo>
                <a:cubicBezTo>
                  <a:pt x="151130" y="21971"/>
                  <a:pt x="150241" y="12954"/>
                  <a:pt x="155321" y="6858"/>
                </a:cubicBezTo>
                <a:cubicBezTo>
                  <a:pt x="160401" y="889"/>
                  <a:pt x="169418" y="0"/>
                  <a:pt x="175387" y="5080"/>
                </a:cubicBezTo>
                <a:close/>
              </a:path>
            </a:pathLst>
          </a:custGeom>
          <a:solidFill>
            <a:srgbClr val="F31D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24" name="Picture 4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2365" y="3542792"/>
            <a:ext cx="1656333" cy="1558797"/>
          </a:xfrm>
          <a:prstGeom prst="rect">
            <a:avLst/>
          </a:prstGeom>
        </p:spPr>
      </p:pic>
      <p:sp>
        <p:nvSpPr>
          <p:cNvPr id="425" name="Editable vector"/>
          <p:cNvSpPr/>
          <p:nvPr/>
        </p:nvSpPr>
        <p:spPr>
          <a:xfrm>
            <a:off x="5311521" y="3968622"/>
            <a:ext cx="274319" cy="175006"/>
          </a:xfrm>
          <a:custGeom>
            <a:avLst/>
            <a:gdLst/>
            <a:ahLst/>
            <a:cxnLst/>
            <a:rect l="0" t="0" r="r" b="b"/>
            <a:pathLst>
              <a:path w="274320" h="175006" fill="norm" stroke="0" extrusionOk="0">
                <a:moveTo>
                  <a:pt x="0" y="73152"/>
                </a:moveTo>
                <a:lnTo>
                  <a:pt x="0" y="101727"/>
                </a:lnTo>
                <a:lnTo>
                  <a:pt x="252095" y="101727"/>
                </a:lnTo>
                <a:lnTo>
                  <a:pt x="252095" y="73152"/>
                </a:lnTo>
                <a:close/>
                <a:moveTo>
                  <a:pt x="175514" y="5080"/>
                </a:moveTo>
                <a:lnTo>
                  <a:pt x="274320" y="87503"/>
                </a:lnTo>
                <a:lnTo>
                  <a:pt x="175514" y="169926"/>
                </a:lnTo>
                <a:cubicBezTo>
                  <a:pt x="169418" y="175006"/>
                  <a:pt x="160401" y="174117"/>
                  <a:pt x="155321" y="168021"/>
                </a:cubicBezTo>
                <a:cubicBezTo>
                  <a:pt x="150368" y="162052"/>
                  <a:pt x="151130" y="153035"/>
                  <a:pt x="157226" y="147955"/>
                </a:cubicBezTo>
                <a:lnTo>
                  <a:pt x="242951" y="76454"/>
                </a:lnTo>
                <a:lnTo>
                  <a:pt x="242951" y="98425"/>
                </a:lnTo>
                <a:lnTo>
                  <a:pt x="157226" y="27051"/>
                </a:lnTo>
                <a:cubicBezTo>
                  <a:pt x="151130" y="21971"/>
                  <a:pt x="150368" y="12954"/>
                  <a:pt x="155321" y="6858"/>
                </a:cubicBezTo>
                <a:cubicBezTo>
                  <a:pt x="160401" y="889"/>
                  <a:pt x="169418" y="0"/>
                  <a:pt x="175514" y="5080"/>
                </a:cubicBezTo>
                <a:close/>
              </a:path>
            </a:pathLst>
          </a:custGeom>
          <a:solidFill>
            <a:srgbClr val="F31D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28" name="Picture 4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0341" y="3542792"/>
            <a:ext cx="1656334" cy="1558797"/>
          </a:xfrm>
          <a:prstGeom prst="rect">
            <a:avLst/>
          </a:prstGeom>
        </p:spPr>
      </p:pic>
      <p:sp>
        <p:nvSpPr>
          <p:cNvPr id="429" name="Editable vector"/>
          <p:cNvSpPr/>
          <p:nvPr/>
        </p:nvSpPr>
        <p:spPr>
          <a:xfrm>
            <a:off x="7156068" y="3968622"/>
            <a:ext cx="274320" cy="175006"/>
          </a:xfrm>
          <a:custGeom>
            <a:avLst/>
            <a:gdLst/>
            <a:ahLst/>
            <a:cxnLst/>
            <a:rect l="0" t="0" r="r" b="b"/>
            <a:pathLst>
              <a:path w="274320" h="175006" fill="norm" stroke="0" extrusionOk="0">
                <a:moveTo>
                  <a:pt x="0" y="73152"/>
                </a:moveTo>
                <a:lnTo>
                  <a:pt x="0" y="101727"/>
                </a:lnTo>
                <a:lnTo>
                  <a:pt x="252095" y="101727"/>
                </a:lnTo>
                <a:lnTo>
                  <a:pt x="252095" y="73152"/>
                </a:lnTo>
                <a:close/>
                <a:moveTo>
                  <a:pt x="175514" y="5080"/>
                </a:moveTo>
                <a:lnTo>
                  <a:pt x="274320" y="87503"/>
                </a:lnTo>
                <a:lnTo>
                  <a:pt x="175514" y="169926"/>
                </a:lnTo>
                <a:cubicBezTo>
                  <a:pt x="169418" y="175006"/>
                  <a:pt x="160401" y="174117"/>
                  <a:pt x="155322" y="168021"/>
                </a:cubicBezTo>
                <a:cubicBezTo>
                  <a:pt x="150368" y="162052"/>
                  <a:pt x="151130" y="153035"/>
                  <a:pt x="157226" y="147955"/>
                </a:cubicBezTo>
                <a:lnTo>
                  <a:pt x="242951" y="76454"/>
                </a:lnTo>
                <a:lnTo>
                  <a:pt x="242951" y="98425"/>
                </a:lnTo>
                <a:lnTo>
                  <a:pt x="157226" y="27051"/>
                </a:lnTo>
                <a:cubicBezTo>
                  <a:pt x="151130" y="21971"/>
                  <a:pt x="150368" y="12954"/>
                  <a:pt x="155322" y="6858"/>
                </a:cubicBezTo>
                <a:cubicBezTo>
                  <a:pt x="160401" y="889"/>
                  <a:pt x="169418" y="0"/>
                  <a:pt x="175514" y="5080"/>
                </a:cubicBezTo>
                <a:close/>
              </a:path>
            </a:pathLst>
          </a:custGeom>
          <a:solidFill>
            <a:srgbClr val="F31D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4" name="Picture 43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8318" y="3542792"/>
            <a:ext cx="1656333" cy="1558797"/>
          </a:xfrm>
          <a:prstGeom prst="rect">
            <a:avLst/>
          </a:prstGeom>
        </p:spPr>
      </p:pic>
      <p:sp>
        <p:nvSpPr>
          <p:cNvPr id="435" name="Editable vector"/>
          <p:cNvSpPr/>
          <p:nvPr/>
        </p:nvSpPr>
        <p:spPr>
          <a:xfrm>
            <a:off x="9000617" y="3968622"/>
            <a:ext cx="274446" cy="175006"/>
          </a:xfrm>
          <a:custGeom>
            <a:avLst/>
            <a:gdLst/>
            <a:ahLst/>
            <a:cxnLst/>
            <a:rect l="0" t="0" r="r" b="b"/>
            <a:pathLst>
              <a:path w="274447" h="175006" fill="norm" stroke="0" extrusionOk="0">
                <a:moveTo>
                  <a:pt x="0" y="73152"/>
                </a:moveTo>
                <a:lnTo>
                  <a:pt x="0" y="101727"/>
                </a:lnTo>
                <a:lnTo>
                  <a:pt x="252095" y="101727"/>
                </a:lnTo>
                <a:lnTo>
                  <a:pt x="252095" y="73152"/>
                </a:lnTo>
                <a:close/>
                <a:moveTo>
                  <a:pt x="175514" y="5080"/>
                </a:moveTo>
                <a:lnTo>
                  <a:pt x="274447" y="87503"/>
                </a:lnTo>
                <a:lnTo>
                  <a:pt x="175514" y="169926"/>
                </a:lnTo>
                <a:cubicBezTo>
                  <a:pt x="169418" y="175006"/>
                  <a:pt x="160401" y="174117"/>
                  <a:pt x="155448" y="168021"/>
                </a:cubicBezTo>
                <a:cubicBezTo>
                  <a:pt x="150368" y="162052"/>
                  <a:pt x="151130" y="153035"/>
                  <a:pt x="157226" y="147955"/>
                </a:cubicBezTo>
                <a:lnTo>
                  <a:pt x="242951" y="76581"/>
                </a:lnTo>
                <a:lnTo>
                  <a:pt x="242951" y="98425"/>
                </a:lnTo>
                <a:lnTo>
                  <a:pt x="157226" y="27051"/>
                </a:lnTo>
                <a:cubicBezTo>
                  <a:pt x="151130" y="21971"/>
                  <a:pt x="150368" y="12954"/>
                  <a:pt x="155448" y="6858"/>
                </a:cubicBezTo>
                <a:cubicBezTo>
                  <a:pt x="160401" y="889"/>
                  <a:pt x="169418" y="0"/>
                  <a:pt x="175514" y="5080"/>
                </a:cubicBezTo>
                <a:close/>
              </a:path>
            </a:pathLst>
          </a:custGeom>
          <a:solidFill>
            <a:srgbClr val="F31DE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8" name="Picture 43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6295" y="3542792"/>
            <a:ext cx="1656333" cy="1558797"/>
          </a:xfrm>
          <a:prstGeom prst="rect">
            <a:avLst/>
          </a:prstGeom>
        </p:spPr>
      </p:pic>
      <p:sp>
        <p:nvSpPr>
          <p:cNvPr id="449" name="Editable vector"/>
          <p:cNvSpPr/>
          <p:nvPr/>
        </p:nvSpPr>
        <p:spPr>
          <a:xfrm>
            <a:off x="910551" y="5910236"/>
            <a:ext cx="10202837" cy="12"/>
          </a:xfrm>
          <a:custGeom>
            <a:avLst/>
            <a:gdLst/>
            <a:ahLst/>
            <a:cxnLst/>
            <a:rect l="0" t="0" r="r" b="b"/>
            <a:pathLst>
              <a:path w="10202837" h="13" fill="none" stroke="1" extrusionOk="0">
                <a:moveTo>
                  <a:pt x="0" y="0"/>
                </a:moveTo>
                <a:lnTo>
                  <a:pt x="10202837" y="0"/>
                </a:lnTo>
              </a:path>
            </a:pathLst>
          </a:custGeom>
          <a:noFill/>
          <a:ln w="15875" cap="flat">
            <a:solidFill>
              <a:srgbClr val="7F7F7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54" name="Picture 45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0579" y="156959"/>
            <a:ext cx="368820" cy="368820"/>
          </a:xfrm>
          <a:prstGeom prst="rect">
            <a:avLst/>
          </a:prstGeom>
        </p:spPr>
      </p:pic>
      <p:pic>
        <p:nvPicPr>
          <p:cNvPr id="455" name="Picture 45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91811" y="106705"/>
            <a:ext cx="463283" cy="528802"/>
          </a:xfrm>
          <a:prstGeom prst="rect">
            <a:avLst/>
          </a:prstGeom>
        </p:spPr>
      </p:pic>
      <p:sp>
        <p:nvSpPr>
          <p:cNvPr id="456" name="Editable vector"/>
          <p:cNvSpPr/>
          <p:nvPr/>
        </p:nvSpPr>
        <p:spPr>
          <a:xfrm>
            <a:off x="4698365" y="215265"/>
            <a:ext cx="257175" cy="256285"/>
          </a:xfrm>
          <a:custGeom>
            <a:avLst/>
            <a:gdLst/>
            <a:ahLst/>
            <a:cxnLst/>
            <a:rect l="0" t="0" r="r" b="b"/>
            <a:pathLst>
              <a:path w="257175" h="256286" fill="norm" stroke="1" extrusionOk="0">
                <a:moveTo>
                  <a:pt x="0" y="42672"/>
                </a:moveTo>
                <a:cubicBezTo>
                  <a:pt x="0" y="19177"/>
                  <a:pt x="19050" y="0"/>
                  <a:pt x="42672" y="0"/>
                </a:cubicBezTo>
                <a:lnTo>
                  <a:pt x="214503" y="0"/>
                </a:lnTo>
                <a:cubicBezTo>
                  <a:pt x="238125" y="0"/>
                  <a:pt x="257175" y="19177"/>
                  <a:pt x="257175" y="42672"/>
                </a:cubicBezTo>
                <a:lnTo>
                  <a:pt x="257175" y="213487"/>
                </a:lnTo>
                <a:cubicBezTo>
                  <a:pt x="257175" y="237109"/>
                  <a:pt x="238125" y="256286"/>
                  <a:pt x="214503" y="256286"/>
                </a:cubicBezTo>
                <a:lnTo>
                  <a:pt x="42672" y="256286"/>
                </a:lnTo>
                <a:cubicBezTo>
                  <a:pt x="19050" y="256286"/>
                  <a:pt x="0" y="237109"/>
                  <a:pt x="0" y="213487"/>
                </a:cubicBezTo>
                <a:lnTo>
                  <a:pt x="0" y="42672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Editable text — 18"/>
          <p:cNvSpPr txBox="1"/>
          <p:nvPr/>
        </p:nvSpPr>
        <p:spPr>
          <a:xfrm>
            <a:off x="11500739" y="6546075"/>
            <a:ext cx="191058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3">
                <a:solidFill>
                  <a:srgbClr val="000000"/>
                </a:solidFill>
                <a:latin typeface="Arial"/>
              </a:rPr>
              <a:t>18</a:t>
            </a:r>
          </a:p>
        </p:txBody>
      </p:sp>
      <p:sp>
        <p:nvSpPr>
          <p:cNvPr id="4" name="Editable text — 18"/>
          <p:cNvSpPr txBox="1"/>
          <p:nvPr/>
        </p:nvSpPr>
        <p:spPr>
          <a:xfrm>
            <a:off x="11500739" y="6546075"/>
            <a:ext cx="191058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3">
                <a:solidFill>
                  <a:srgbClr val="000000"/>
                </a:solidFill>
                <a:latin typeface="Arial"/>
              </a:rPr>
              <a:t>18</a:t>
            </a:r>
          </a:p>
        </p:txBody>
      </p:sp>
      <p:sp>
        <p:nvSpPr>
          <p:cNvPr id="6" name="Editable text — PUBLIC"/>
          <p:cNvSpPr txBox="1"/>
          <p:nvPr/>
        </p:nvSpPr>
        <p:spPr>
          <a:xfrm>
            <a:off x="578815" y="6567449"/>
            <a:ext cx="318846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00" b="0" i="0" spc="-31">
                <a:solidFill>
                  <a:srgbClr val="000000"/>
                </a:solidFill>
                <a:latin typeface="Arial"/>
              </a:rPr>
              <a:t>PUBLIC</a:t>
            </a:r>
          </a:p>
        </p:txBody>
      </p:sp>
      <p:sp>
        <p:nvSpPr>
          <p:cNvPr id="7" name="Editable text — PUBLIC"/>
          <p:cNvSpPr txBox="1"/>
          <p:nvPr/>
        </p:nvSpPr>
        <p:spPr>
          <a:xfrm>
            <a:off x="578815" y="6567449"/>
            <a:ext cx="318846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00" b="0" i="0" spc="-31">
                <a:solidFill>
                  <a:srgbClr val="000000"/>
                </a:solidFill>
                <a:latin typeface="Arial"/>
              </a:rPr>
              <a:t>PUBLIC</a:t>
            </a:r>
          </a:p>
        </p:txBody>
      </p:sp>
      <p:sp>
        <p:nvSpPr>
          <p:cNvPr id="13" name="Editable text — The Partner Agent Build Journey"/>
          <p:cNvSpPr txBox="1"/>
          <p:nvPr/>
        </p:nvSpPr>
        <p:spPr>
          <a:xfrm>
            <a:off x="3439921" y="674067"/>
            <a:ext cx="5375323" cy="57073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795" b="1" i="0" spc="-61">
                <a:solidFill>
                  <a:srgbClr val="002A86"/>
                </a:solidFill>
                <a:latin typeface="Arial"/>
              </a:rPr>
              <a:t>The Partner Agent Build Journey</a:t>
            </a:r>
          </a:p>
        </p:txBody>
      </p:sp>
      <p:sp>
        <p:nvSpPr>
          <p:cNvPr id="14" name="Editable text — Joule Studio 1.0"/>
          <p:cNvSpPr txBox="1"/>
          <p:nvPr/>
        </p:nvSpPr>
        <p:spPr>
          <a:xfrm>
            <a:off x="2121154" y="5532943"/>
            <a:ext cx="1086176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1" i="0" spc="-28">
                <a:solidFill>
                  <a:srgbClr val="000000"/>
                </a:solidFill>
                <a:latin typeface="Arial"/>
              </a:rPr>
              <a:t>Joule Studio 1.0</a:t>
            </a:r>
          </a:p>
        </p:txBody>
      </p:sp>
      <p:sp>
        <p:nvSpPr>
          <p:cNvPr id="15" name="Editable text — AI Foundation"/>
          <p:cNvSpPr txBox="1"/>
          <p:nvPr/>
        </p:nvSpPr>
        <p:spPr>
          <a:xfrm>
            <a:off x="2214117" y="5700583"/>
            <a:ext cx="959569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1" i="0" spc="-30">
                <a:solidFill>
                  <a:srgbClr val="000000"/>
                </a:solidFill>
                <a:latin typeface="Arial"/>
              </a:rPr>
              <a:t>AI Foundation</a:t>
            </a:r>
          </a:p>
        </p:txBody>
      </p:sp>
      <p:sp>
        <p:nvSpPr>
          <p:cNvPr id="16" name="Editable text — Joule Studio 2.0"/>
          <p:cNvSpPr txBox="1"/>
          <p:nvPr/>
        </p:nvSpPr>
        <p:spPr>
          <a:xfrm>
            <a:off x="2150110" y="6035587"/>
            <a:ext cx="1086012" cy="24886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6" b="1" i="0" spc="-29">
                <a:solidFill>
                  <a:srgbClr val="000000"/>
                </a:solidFill>
                <a:latin typeface="Arial"/>
              </a:rPr>
              <a:t>Joule Studio 2.0</a:t>
            </a:r>
          </a:p>
        </p:txBody>
      </p:sp>
      <p:sp>
        <p:nvSpPr>
          <p:cNvPr id="421" name="Editable text — Design, develop, test "/>
          <p:cNvSpPr txBox="1"/>
          <p:nvPr/>
        </p:nvSpPr>
        <p:spPr>
          <a:xfrm>
            <a:off x="1944877" y="3961383"/>
            <a:ext cx="1525015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0" spc="-2">
                <a:solidFill>
                  <a:srgbClr val="FFFFFF"/>
                </a:solidFill>
                <a:latin typeface="Arial"/>
              </a:rPr>
              <a:t>Design, develop, test </a:t>
            </a:r>
          </a:p>
        </p:txBody>
      </p:sp>
      <p:sp>
        <p:nvSpPr>
          <p:cNvPr id="422" name="Editable text — agents using"/>
          <p:cNvSpPr txBox="1"/>
          <p:nvPr/>
        </p:nvSpPr>
        <p:spPr>
          <a:xfrm>
            <a:off x="2223770" y="4144263"/>
            <a:ext cx="926083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0" spc="-1">
                <a:solidFill>
                  <a:srgbClr val="FFFFFF"/>
                </a:solidFill>
                <a:latin typeface="Arial"/>
              </a:rPr>
              <a:t>agents using</a:t>
            </a:r>
          </a:p>
        </p:txBody>
      </p:sp>
      <p:sp>
        <p:nvSpPr>
          <p:cNvPr id="423" name="Editable text — Joule Studio"/>
          <p:cNvSpPr txBox="1"/>
          <p:nvPr/>
        </p:nvSpPr>
        <p:spPr>
          <a:xfrm>
            <a:off x="2234438" y="4327398"/>
            <a:ext cx="902156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0" spc="0">
                <a:solidFill>
                  <a:srgbClr val="FFFFFF"/>
                </a:solidFill>
                <a:latin typeface="Arial"/>
              </a:rPr>
              <a:t>Joule Studio</a:t>
            </a:r>
          </a:p>
        </p:txBody>
      </p:sp>
      <p:sp>
        <p:nvSpPr>
          <p:cNvPr id="426" name="Editable text — Publish Agents on "/>
          <p:cNvSpPr txBox="1"/>
          <p:nvPr/>
        </p:nvSpPr>
        <p:spPr>
          <a:xfrm>
            <a:off x="3910584" y="3934841"/>
            <a:ext cx="1331316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0" spc="-1">
                <a:solidFill>
                  <a:srgbClr val="FFFFFF"/>
                </a:solidFill>
                <a:latin typeface="Arial"/>
              </a:rPr>
              <a:t>Publish Agents on </a:t>
            </a:r>
          </a:p>
        </p:txBody>
      </p:sp>
      <p:sp>
        <p:nvSpPr>
          <p:cNvPr id="427" name="Editable text — SAP Store"/>
          <p:cNvSpPr txBox="1"/>
          <p:nvPr/>
        </p:nvSpPr>
        <p:spPr>
          <a:xfrm>
            <a:off x="4166615" y="4099432"/>
            <a:ext cx="775816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0" spc="1">
                <a:solidFill>
                  <a:srgbClr val="FFFFFF"/>
                </a:solidFill>
                <a:latin typeface="Arial"/>
              </a:rPr>
              <a:t>SAP Store</a:t>
            </a:r>
          </a:p>
        </p:txBody>
      </p:sp>
      <p:sp>
        <p:nvSpPr>
          <p:cNvPr id="430" name="Editable text — Register, Discover "/>
          <p:cNvSpPr txBox="1"/>
          <p:nvPr/>
        </p:nvSpPr>
        <p:spPr>
          <a:xfrm>
            <a:off x="5758560" y="3918435"/>
            <a:ext cx="1348206" cy="26715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2" b="0" i="0" spc="-2">
                <a:solidFill>
                  <a:srgbClr val="FFFFFF"/>
                </a:solidFill>
                <a:latin typeface="Arial"/>
              </a:rPr>
              <a:t>Register, Discover </a:t>
            </a:r>
          </a:p>
        </p:txBody>
      </p:sp>
      <p:sp>
        <p:nvSpPr>
          <p:cNvPr id="431" name="Editable text — and Validate  "/>
          <p:cNvSpPr txBox="1"/>
          <p:nvPr/>
        </p:nvSpPr>
        <p:spPr>
          <a:xfrm>
            <a:off x="5956680" y="4083557"/>
            <a:ext cx="990245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0" spc="-3">
                <a:solidFill>
                  <a:srgbClr val="FFFFFF"/>
                </a:solidFill>
                <a:latin typeface="Arial"/>
              </a:rPr>
              <a:t>and Validate  </a:t>
            </a:r>
          </a:p>
        </p:txBody>
      </p:sp>
      <p:sp>
        <p:nvSpPr>
          <p:cNvPr id="432" name="Editable text — Agents on SAP "/>
          <p:cNvSpPr txBox="1"/>
          <p:nvPr/>
        </p:nvSpPr>
        <p:spPr>
          <a:xfrm>
            <a:off x="5863716" y="4248149"/>
            <a:ext cx="1137920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0" spc="-1">
                <a:solidFill>
                  <a:srgbClr val="FFFFFF"/>
                </a:solidFill>
                <a:latin typeface="Arial"/>
              </a:rPr>
              <a:t>Agents on SAP </a:t>
            </a:r>
          </a:p>
        </p:txBody>
      </p:sp>
      <p:sp>
        <p:nvSpPr>
          <p:cNvPr id="433" name="Editable text — Agent Hub"/>
          <p:cNvSpPr txBox="1"/>
          <p:nvPr/>
        </p:nvSpPr>
        <p:spPr>
          <a:xfrm>
            <a:off x="6019165" y="4412742"/>
            <a:ext cx="782980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0" spc="-1">
                <a:solidFill>
                  <a:srgbClr val="FFFFFF"/>
                </a:solidFill>
                <a:latin typeface="Arial"/>
              </a:rPr>
              <a:t>Agent Hub</a:t>
            </a:r>
          </a:p>
        </p:txBody>
      </p:sp>
      <p:sp>
        <p:nvSpPr>
          <p:cNvPr id="436" name="Editable text — Buy Agents on "/>
          <p:cNvSpPr txBox="1"/>
          <p:nvPr/>
        </p:nvSpPr>
        <p:spPr>
          <a:xfrm>
            <a:off x="7717790" y="3936723"/>
            <a:ext cx="1097618" cy="26715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2" b="0" i="0" spc="-1">
                <a:solidFill>
                  <a:srgbClr val="FFFFFF"/>
                </a:solidFill>
                <a:latin typeface="Arial"/>
              </a:rPr>
              <a:t>Buy Agents on </a:t>
            </a:r>
          </a:p>
        </p:txBody>
      </p:sp>
      <p:sp>
        <p:nvSpPr>
          <p:cNvPr id="437" name="Editable text — SAP Store"/>
          <p:cNvSpPr txBox="1"/>
          <p:nvPr/>
        </p:nvSpPr>
        <p:spPr>
          <a:xfrm>
            <a:off x="7857997" y="4120133"/>
            <a:ext cx="775817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0" spc="1">
                <a:solidFill>
                  <a:srgbClr val="FFFFFF"/>
                </a:solidFill>
                <a:latin typeface="Arial"/>
              </a:rPr>
              <a:t>SAP Store</a:t>
            </a:r>
          </a:p>
        </p:txBody>
      </p:sp>
      <p:sp>
        <p:nvSpPr>
          <p:cNvPr id="439" name="Editable text — Agent "/>
          <p:cNvSpPr txBox="1"/>
          <p:nvPr/>
        </p:nvSpPr>
        <p:spPr>
          <a:xfrm>
            <a:off x="9847833" y="3939667"/>
            <a:ext cx="504393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0" spc="0">
                <a:solidFill>
                  <a:srgbClr val="FFFFFF"/>
                </a:solidFill>
                <a:latin typeface="Arial"/>
              </a:rPr>
              <a:t>Agent </a:t>
            </a:r>
          </a:p>
        </p:txBody>
      </p:sp>
      <p:sp>
        <p:nvSpPr>
          <p:cNvPr id="440" name="Editable text — Provisioning"/>
          <p:cNvSpPr txBox="1"/>
          <p:nvPr/>
        </p:nvSpPr>
        <p:spPr>
          <a:xfrm>
            <a:off x="9632950" y="4122547"/>
            <a:ext cx="89270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0" spc="-1">
                <a:solidFill>
                  <a:srgbClr val="FFFFFF"/>
                </a:solidFill>
                <a:latin typeface="Arial"/>
              </a:rPr>
              <a:t>Provisioning</a:t>
            </a:r>
          </a:p>
        </p:txBody>
      </p:sp>
      <p:sp>
        <p:nvSpPr>
          <p:cNvPr id="441" name="Editable text — ✓"/>
          <p:cNvSpPr txBox="1"/>
          <p:nvPr/>
        </p:nvSpPr>
        <p:spPr>
          <a:xfrm>
            <a:off x="4271771" y="5529476"/>
            <a:ext cx="263543" cy="4198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004" b="0" i="0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442" name="Editable text — N/A"/>
          <p:cNvSpPr txBox="1"/>
          <p:nvPr/>
        </p:nvSpPr>
        <p:spPr>
          <a:xfrm>
            <a:off x="6261861" y="5521665"/>
            <a:ext cx="317136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1" i="0" spc="48">
                <a:solidFill>
                  <a:srgbClr val="000000"/>
                </a:solidFill>
                <a:latin typeface="Arial"/>
              </a:rPr>
              <a:t>N/A</a:t>
            </a:r>
          </a:p>
        </p:txBody>
      </p:sp>
      <p:sp>
        <p:nvSpPr>
          <p:cNvPr id="443" name="Editable text — SAP Agent Hub &amp;"/>
          <p:cNvSpPr txBox="1"/>
          <p:nvPr/>
        </p:nvSpPr>
        <p:spPr>
          <a:xfrm>
            <a:off x="5873241" y="6024585"/>
            <a:ext cx="1148710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1" i="0" spc="-51">
                <a:solidFill>
                  <a:srgbClr val="000000"/>
                </a:solidFill>
                <a:latin typeface="Arial"/>
              </a:rPr>
              <a:t>SAP Agent Hub &amp;</a:t>
            </a:r>
          </a:p>
        </p:txBody>
      </p:sp>
      <p:sp>
        <p:nvSpPr>
          <p:cNvPr id="444" name="Editable text — SAP Store Integration"/>
          <p:cNvSpPr txBox="1"/>
          <p:nvPr/>
        </p:nvSpPr>
        <p:spPr>
          <a:xfrm>
            <a:off x="5734558" y="6192225"/>
            <a:ext cx="1428985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1" i="0" spc="-33">
                <a:solidFill>
                  <a:srgbClr val="000000"/>
                </a:solidFill>
                <a:latin typeface="Arial"/>
              </a:rPr>
              <a:t>SAP Store Integration</a:t>
            </a:r>
          </a:p>
        </p:txBody>
      </p:sp>
      <p:sp>
        <p:nvSpPr>
          <p:cNvPr id="445" name="Editable text — Deployed to Customer "/>
          <p:cNvSpPr txBox="1"/>
          <p:nvPr/>
        </p:nvSpPr>
        <p:spPr>
          <a:xfrm>
            <a:off x="9379331" y="5521665"/>
            <a:ext cx="1532320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1" i="0" spc="-26">
                <a:solidFill>
                  <a:srgbClr val="000000"/>
                </a:solidFill>
                <a:latin typeface="Arial"/>
              </a:rPr>
              <a:t>Deployed to Customer </a:t>
            </a:r>
          </a:p>
        </p:txBody>
      </p:sp>
      <p:sp>
        <p:nvSpPr>
          <p:cNvPr id="446" name="Editable text — Account"/>
          <p:cNvSpPr txBox="1"/>
          <p:nvPr/>
        </p:nvSpPr>
        <p:spPr>
          <a:xfrm>
            <a:off x="9860915" y="5689305"/>
            <a:ext cx="596429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1" i="0" spc="-37">
                <a:solidFill>
                  <a:srgbClr val="000000"/>
                </a:solidFill>
                <a:latin typeface="Arial"/>
              </a:rPr>
              <a:t>Account</a:t>
            </a:r>
          </a:p>
        </p:txBody>
      </p:sp>
      <p:sp>
        <p:nvSpPr>
          <p:cNvPr id="447" name="Editable text — ISV/SaaS based Agents"/>
          <p:cNvSpPr txBox="1"/>
          <p:nvPr/>
        </p:nvSpPr>
        <p:spPr>
          <a:xfrm>
            <a:off x="9347327" y="6024585"/>
            <a:ext cx="1623593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1" i="0" spc="-2">
                <a:solidFill>
                  <a:srgbClr val="000000"/>
                </a:solidFill>
                <a:latin typeface="Arial"/>
              </a:rPr>
              <a:t>ISV/SaaS based Agents</a:t>
            </a:r>
          </a:p>
        </p:txBody>
      </p:sp>
      <p:sp>
        <p:nvSpPr>
          <p:cNvPr id="448" name="Editable text — A2A Integration"/>
          <p:cNvSpPr txBox="1"/>
          <p:nvPr/>
        </p:nvSpPr>
        <p:spPr>
          <a:xfrm>
            <a:off x="9598786" y="6192225"/>
            <a:ext cx="1121230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1" i="0" spc="8">
                <a:solidFill>
                  <a:srgbClr val="000000"/>
                </a:solidFill>
                <a:latin typeface="Arial"/>
              </a:rPr>
              <a:t>A2A Integration</a:t>
            </a:r>
          </a:p>
        </p:txBody>
      </p:sp>
      <p:sp>
        <p:nvSpPr>
          <p:cNvPr id="450" name="Editable text — ✓"/>
          <p:cNvSpPr txBox="1"/>
          <p:nvPr/>
        </p:nvSpPr>
        <p:spPr>
          <a:xfrm>
            <a:off x="8015351" y="5529476"/>
            <a:ext cx="263543" cy="4198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004" b="0" i="0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451" name="Editable text — Available"/>
          <p:cNvSpPr txBox="1"/>
          <p:nvPr/>
        </p:nvSpPr>
        <p:spPr>
          <a:xfrm>
            <a:off x="996696" y="5521665"/>
            <a:ext cx="660645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1" i="0" spc="-18">
                <a:solidFill>
                  <a:srgbClr val="000000"/>
                </a:solidFill>
                <a:latin typeface="Arial"/>
              </a:rPr>
              <a:t>Available</a:t>
            </a:r>
          </a:p>
        </p:txBody>
      </p:sp>
      <p:sp>
        <p:nvSpPr>
          <p:cNvPr id="452" name="Editable text — Roadmap"/>
          <p:cNvSpPr txBox="1"/>
          <p:nvPr/>
        </p:nvSpPr>
        <p:spPr>
          <a:xfrm>
            <a:off x="970788" y="6024585"/>
            <a:ext cx="685883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1" i="0" spc="-22">
                <a:solidFill>
                  <a:srgbClr val="000000"/>
                </a:solidFill>
                <a:latin typeface="Arial"/>
              </a:rPr>
              <a:t>Roadmap</a:t>
            </a:r>
          </a:p>
        </p:txBody>
      </p:sp>
      <p:sp>
        <p:nvSpPr>
          <p:cNvPr id="453" name="Editable text — SAP Business AI Platform "/>
          <p:cNvSpPr txBox="1"/>
          <p:nvPr/>
        </p:nvSpPr>
        <p:spPr>
          <a:xfrm>
            <a:off x="5087111" y="232340"/>
            <a:ext cx="2446884" cy="3425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8" b="1" i="0" spc="-62">
                <a:solidFill>
                  <a:srgbClr val="002986"/>
                </a:solidFill>
                <a:latin typeface="Arial"/>
              </a:rPr>
              <a:t>SAP Business AI Platform </a:t>
            </a:r>
          </a:p>
        </p:txBody>
      </p:sp>
      <p:sp>
        <p:nvSpPr>
          <p:cNvPr id="457" name="Editable text — 4"/>
          <p:cNvSpPr txBox="1"/>
          <p:nvPr/>
        </p:nvSpPr>
        <p:spPr>
          <a:xfrm>
            <a:off x="4767960" y="236298"/>
            <a:ext cx="180047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1" i="0">
                <a:solidFill>
                  <a:srgbClr val="002986"/>
                </a:solidFill>
                <a:latin typeface="Arial"/>
              </a:rPr>
              <a:t>4</a:t>
            </a:r>
          </a:p>
        </p:txBody>
      </p:sp>
      <p:sp>
        <p:nvSpPr>
          <p:cNvPr id="458" name="Editable text — SAP Business AI Platform as partner’s platform of choice to"/>
          <p:cNvSpPr txBox="1"/>
          <p:nvPr/>
        </p:nvSpPr>
        <p:spPr>
          <a:xfrm>
            <a:off x="3200400" y="1522857"/>
            <a:ext cx="559158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0" i="0" spc="-67">
                <a:solidFill>
                  <a:srgbClr val="2100AC"/>
                </a:solidFill>
                <a:latin typeface="Arial"/>
              </a:rPr>
              <a:t>SAP Business AI Platform as partner’s platform of choice to</a:t>
            </a:r>
          </a:p>
        </p:txBody>
      </p:sp>
      <p:sp>
        <p:nvSpPr>
          <p:cNvPr id="459" name="Editable text — •"/>
          <p:cNvSpPr txBox="1"/>
          <p:nvPr/>
        </p:nvSpPr>
        <p:spPr>
          <a:xfrm>
            <a:off x="3200400" y="1899079"/>
            <a:ext cx="125907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460" name="Editable text — Extend SAP Agents and Assistants"/>
          <p:cNvSpPr txBox="1"/>
          <p:nvPr/>
        </p:nvSpPr>
        <p:spPr>
          <a:xfrm>
            <a:off x="3486911" y="1899079"/>
            <a:ext cx="2561235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70">
                <a:solidFill>
                  <a:srgbClr val="2100AC"/>
                </a:solidFill>
                <a:latin typeface="Arial"/>
              </a:rPr>
              <a:t>Extend SAP Agents and Assistants</a:t>
            </a:r>
          </a:p>
        </p:txBody>
      </p:sp>
      <p:sp>
        <p:nvSpPr>
          <p:cNvPr id="461" name="Editable text — •"/>
          <p:cNvSpPr txBox="1"/>
          <p:nvPr/>
        </p:nvSpPr>
        <p:spPr>
          <a:xfrm>
            <a:off x="3200400" y="2219373"/>
            <a:ext cx="125907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462" name="Editable text — Complement SAP’s Industry and Domain Assistants/Agents and f"/>
          <p:cNvSpPr txBox="1"/>
          <p:nvPr/>
        </p:nvSpPr>
        <p:spPr>
          <a:xfrm>
            <a:off x="3486911" y="2219373"/>
            <a:ext cx="5857794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50">
                <a:solidFill>
                  <a:srgbClr val="2100AC"/>
                </a:solidFill>
                <a:latin typeface="Arial"/>
              </a:rPr>
              <a:t>Complement SAP’s Industry and Domain Assistants/Agents and fill white space</a:t>
            </a:r>
          </a:p>
        </p:txBody>
      </p:sp>
      <p:sp>
        <p:nvSpPr>
          <p:cNvPr id="463" name="Editable text — •"/>
          <p:cNvSpPr txBox="1"/>
          <p:nvPr/>
        </p:nvSpPr>
        <p:spPr>
          <a:xfrm>
            <a:off x="3200400" y="2539413"/>
            <a:ext cx="125907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464" name="Editable text — Innovate and build high value agents across domains "/>
          <p:cNvSpPr txBox="1"/>
          <p:nvPr/>
        </p:nvSpPr>
        <p:spPr>
          <a:xfrm>
            <a:off x="3486911" y="2539413"/>
            <a:ext cx="3981638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52">
                <a:solidFill>
                  <a:srgbClr val="2100AC"/>
                </a:solidFill>
                <a:latin typeface="Arial"/>
              </a:rPr>
              <a:t>Innovate and build high value agents across domains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5175" cy="6858000"/>
          </a:xfrm>
          <a:prstGeom prst="rect">
            <a:avLst/>
          </a:prstGeom>
        </p:spPr>
      </p:pic>
      <p:sp>
        <p:nvSpPr>
          <p:cNvPr id="5" name="Editable vector"/>
          <p:cNvSpPr/>
          <p:nvPr/>
        </p:nvSpPr>
        <p:spPr>
          <a:xfrm>
            <a:off x="506628" y="6582778"/>
            <a:ext cx="1186535" cy="71856"/>
          </a:xfrm>
          <a:custGeom>
            <a:avLst/>
            <a:gdLst/>
            <a:ahLst/>
            <a:cxnLst/>
            <a:rect l="0" t="0" r="r" b="b"/>
            <a:pathLst>
              <a:path w="1186536" h="71857" fill="norm" stroke="0" extrusionOk="0">
                <a:moveTo>
                  <a:pt x="0" y="2832"/>
                </a:moveTo>
                <a:lnTo>
                  <a:pt x="0" y="55258"/>
                </a:lnTo>
                <a:lnTo>
                  <a:pt x="7074" y="55258"/>
                </a:lnTo>
                <a:lnTo>
                  <a:pt x="7074" y="2832"/>
                </a:lnTo>
                <a:close/>
                <a:moveTo>
                  <a:pt x="19812" y="2832"/>
                </a:moveTo>
                <a:lnTo>
                  <a:pt x="28181" y="2832"/>
                </a:lnTo>
                <a:lnTo>
                  <a:pt x="54712" y="47410"/>
                </a:lnTo>
                <a:cubicBezTo>
                  <a:pt x="54661" y="46266"/>
                  <a:pt x="54610" y="44717"/>
                  <a:pt x="54572" y="42761"/>
                </a:cubicBezTo>
                <a:cubicBezTo>
                  <a:pt x="54521" y="40793"/>
                  <a:pt x="54496" y="38862"/>
                  <a:pt x="54496" y="36957"/>
                </a:cubicBezTo>
                <a:lnTo>
                  <a:pt x="54496" y="2832"/>
                </a:lnTo>
                <a:lnTo>
                  <a:pt x="60820" y="2832"/>
                </a:lnTo>
                <a:lnTo>
                  <a:pt x="60820" y="55258"/>
                </a:lnTo>
                <a:lnTo>
                  <a:pt x="52108" y="55258"/>
                </a:lnTo>
                <a:lnTo>
                  <a:pt x="25921" y="11202"/>
                </a:lnTo>
                <a:cubicBezTo>
                  <a:pt x="25972" y="12345"/>
                  <a:pt x="26010" y="13894"/>
                  <a:pt x="26060" y="15837"/>
                </a:cubicBezTo>
                <a:cubicBezTo>
                  <a:pt x="26111" y="17780"/>
                  <a:pt x="26137" y="19724"/>
                  <a:pt x="26137" y="21654"/>
                </a:cubicBezTo>
                <a:lnTo>
                  <a:pt x="26137" y="55258"/>
                </a:lnTo>
                <a:lnTo>
                  <a:pt x="19812" y="55258"/>
                </a:lnTo>
                <a:lnTo>
                  <a:pt x="19812" y="2832"/>
                </a:lnTo>
                <a:close/>
                <a:moveTo>
                  <a:pt x="84125" y="9385"/>
                </a:moveTo>
                <a:lnTo>
                  <a:pt x="67653" y="9385"/>
                </a:lnTo>
                <a:lnTo>
                  <a:pt x="67653" y="2832"/>
                </a:lnTo>
                <a:lnTo>
                  <a:pt x="107683" y="2832"/>
                </a:lnTo>
                <a:lnTo>
                  <a:pt x="107683" y="9385"/>
                </a:lnTo>
                <a:lnTo>
                  <a:pt x="91199" y="9385"/>
                </a:lnTo>
                <a:lnTo>
                  <a:pt x="91199" y="55258"/>
                </a:lnTo>
                <a:lnTo>
                  <a:pt x="84125" y="55258"/>
                </a:lnTo>
                <a:lnTo>
                  <a:pt x="84125" y="9385"/>
                </a:lnTo>
                <a:close/>
                <a:moveTo>
                  <a:pt x="114300" y="2832"/>
                </a:moveTo>
                <a:lnTo>
                  <a:pt x="147980" y="2832"/>
                </a:lnTo>
                <a:lnTo>
                  <a:pt x="147980" y="9385"/>
                </a:lnTo>
                <a:lnTo>
                  <a:pt x="121374" y="9385"/>
                </a:lnTo>
                <a:lnTo>
                  <a:pt x="121374" y="25083"/>
                </a:lnTo>
                <a:lnTo>
                  <a:pt x="145783" y="25083"/>
                </a:lnTo>
                <a:lnTo>
                  <a:pt x="145783" y="31483"/>
                </a:lnTo>
                <a:lnTo>
                  <a:pt x="121374" y="31483"/>
                </a:lnTo>
                <a:lnTo>
                  <a:pt x="121374" y="48705"/>
                </a:lnTo>
                <a:lnTo>
                  <a:pt x="149504" y="48705"/>
                </a:lnTo>
                <a:lnTo>
                  <a:pt x="149504" y="55258"/>
                </a:lnTo>
                <a:lnTo>
                  <a:pt x="114300" y="55258"/>
                </a:lnTo>
                <a:lnTo>
                  <a:pt x="114300" y="2832"/>
                </a:lnTo>
                <a:close/>
                <a:moveTo>
                  <a:pt x="158496" y="2832"/>
                </a:moveTo>
                <a:lnTo>
                  <a:pt x="178626" y="2832"/>
                </a:lnTo>
                <a:cubicBezTo>
                  <a:pt x="182550" y="2832"/>
                  <a:pt x="185877" y="3442"/>
                  <a:pt x="188633" y="4674"/>
                </a:cubicBezTo>
                <a:cubicBezTo>
                  <a:pt x="191389" y="5906"/>
                  <a:pt x="193485" y="7671"/>
                  <a:pt x="194907" y="9996"/>
                </a:cubicBezTo>
                <a:cubicBezTo>
                  <a:pt x="196329" y="12319"/>
                  <a:pt x="197041" y="15088"/>
                  <a:pt x="197041" y="18314"/>
                </a:cubicBezTo>
                <a:cubicBezTo>
                  <a:pt x="197041" y="20613"/>
                  <a:pt x="196596" y="22797"/>
                  <a:pt x="195707" y="24854"/>
                </a:cubicBezTo>
                <a:cubicBezTo>
                  <a:pt x="194818" y="26912"/>
                  <a:pt x="193408" y="28702"/>
                  <a:pt x="191478" y="30214"/>
                </a:cubicBezTo>
                <a:cubicBezTo>
                  <a:pt x="189560" y="31725"/>
                  <a:pt x="187122" y="32766"/>
                  <a:pt x="184175" y="33338"/>
                </a:cubicBezTo>
                <a:lnTo>
                  <a:pt x="199200" y="55258"/>
                </a:lnTo>
                <a:lnTo>
                  <a:pt x="190944" y="55258"/>
                </a:lnTo>
                <a:lnTo>
                  <a:pt x="177254" y="34240"/>
                </a:lnTo>
                <a:lnTo>
                  <a:pt x="165570" y="34240"/>
                </a:lnTo>
                <a:lnTo>
                  <a:pt x="165570" y="55258"/>
                </a:lnTo>
                <a:lnTo>
                  <a:pt x="158496" y="55258"/>
                </a:lnTo>
                <a:lnTo>
                  <a:pt x="158496" y="2832"/>
                </a:lnTo>
                <a:close/>
                <a:moveTo>
                  <a:pt x="178143" y="27915"/>
                </a:moveTo>
                <a:cubicBezTo>
                  <a:pt x="180797" y="27915"/>
                  <a:pt x="183007" y="27496"/>
                  <a:pt x="184785" y="26657"/>
                </a:cubicBezTo>
                <a:cubicBezTo>
                  <a:pt x="186563" y="25832"/>
                  <a:pt x="187871" y="24702"/>
                  <a:pt x="188709" y="23279"/>
                </a:cubicBezTo>
                <a:cubicBezTo>
                  <a:pt x="189548" y="21857"/>
                  <a:pt x="189979" y="20219"/>
                  <a:pt x="189979" y="18390"/>
                </a:cubicBezTo>
                <a:cubicBezTo>
                  <a:pt x="189979" y="15380"/>
                  <a:pt x="188925" y="13119"/>
                  <a:pt x="186817" y="11595"/>
                </a:cubicBezTo>
                <a:cubicBezTo>
                  <a:pt x="184709" y="10071"/>
                  <a:pt x="181712" y="9310"/>
                  <a:pt x="177851" y="9310"/>
                </a:cubicBezTo>
                <a:lnTo>
                  <a:pt x="165570" y="9310"/>
                </a:lnTo>
                <a:lnTo>
                  <a:pt x="165570" y="27915"/>
                </a:lnTo>
                <a:lnTo>
                  <a:pt x="178143" y="27915"/>
                </a:lnTo>
                <a:close/>
                <a:moveTo>
                  <a:pt x="207264" y="2832"/>
                </a:moveTo>
                <a:lnTo>
                  <a:pt x="215633" y="2832"/>
                </a:lnTo>
                <a:lnTo>
                  <a:pt x="242164" y="47410"/>
                </a:lnTo>
                <a:cubicBezTo>
                  <a:pt x="242113" y="46266"/>
                  <a:pt x="242062" y="44717"/>
                  <a:pt x="242024" y="42761"/>
                </a:cubicBezTo>
                <a:cubicBezTo>
                  <a:pt x="241973" y="40793"/>
                  <a:pt x="241948" y="38862"/>
                  <a:pt x="241948" y="36957"/>
                </a:cubicBezTo>
                <a:lnTo>
                  <a:pt x="241948" y="2832"/>
                </a:lnTo>
                <a:lnTo>
                  <a:pt x="248272" y="2832"/>
                </a:lnTo>
                <a:lnTo>
                  <a:pt x="248272" y="55258"/>
                </a:lnTo>
                <a:lnTo>
                  <a:pt x="239560" y="55258"/>
                </a:lnTo>
                <a:lnTo>
                  <a:pt x="213373" y="11202"/>
                </a:lnTo>
                <a:cubicBezTo>
                  <a:pt x="213424" y="12345"/>
                  <a:pt x="213462" y="13894"/>
                  <a:pt x="213512" y="15837"/>
                </a:cubicBezTo>
                <a:cubicBezTo>
                  <a:pt x="213563" y="17780"/>
                  <a:pt x="213589" y="19724"/>
                  <a:pt x="213589" y="21654"/>
                </a:cubicBezTo>
                <a:lnTo>
                  <a:pt x="213589" y="55258"/>
                </a:lnTo>
                <a:lnTo>
                  <a:pt x="207264" y="55258"/>
                </a:lnTo>
                <a:lnTo>
                  <a:pt x="207264" y="2832"/>
                </a:lnTo>
                <a:close/>
                <a:moveTo>
                  <a:pt x="274079" y="2832"/>
                </a:moveTo>
                <a:lnTo>
                  <a:pt x="282181" y="2832"/>
                </a:lnTo>
                <a:lnTo>
                  <a:pt x="301904" y="55258"/>
                </a:lnTo>
                <a:lnTo>
                  <a:pt x="294500" y="55258"/>
                </a:lnTo>
                <a:lnTo>
                  <a:pt x="289547" y="41085"/>
                </a:lnTo>
                <a:lnTo>
                  <a:pt x="266560" y="41085"/>
                </a:lnTo>
                <a:lnTo>
                  <a:pt x="261607" y="55258"/>
                </a:lnTo>
                <a:lnTo>
                  <a:pt x="254356" y="55258"/>
                </a:lnTo>
                <a:lnTo>
                  <a:pt x="274079" y="2832"/>
                </a:lnTo>
                <a:close/>
                <a:moveTo>
                  <a:pt x="287401" y="34900"/>
                </a:moveTo>
                <a:lnTo>
                  <a:pt x="281178" y="17158"/>
                </a:lnTo>
                <a:cubicBezTo>
                  <a:pt x="280607" y="15545"/>
                  <a:pt x="280048" y="13932"/>
                  <a:pt x="279489" y="12319"/>
                </a:cubicBezTo>
                <a:cubicBezTo>
                  <a:pt x="278930" y="10706"/>
                  <a:pt x="278448" y="9322"/>
                  <a:pt x="278054" y="8154"/>
                </a:cubicBezTo>
                <a:cubicBezTo>
                  <a:pt x="277660" y="9322"/>
                  <a:pt x="277178" y="10706"/>
                  <a:pt x="276619" y="12319"/>
                </a:cubicBezTo>
                <a:cubicBezTo>
                  <a:pt x="276060" y="13932"/>
                  <a:pt x="275501" y="15545"/>
                  <a:pt x="274930" y="17158"/>
                </a:cubicBezTo>
                <a:lnTo>
                  <a:pt x="268719" y="34900"/>
                </a:lnTo>
                <a:lnTo>
                  <a:pt x="287401" y="34900"/>
                </a:lnTo>
                <a:close/>
                <a:moveTo>
                  <a:pt x="307848" y="2832"/>
                </a:moveTo>
                <a:lnTo>
                  <a:pt x="314922" y="2832"/>
                </a:lnTo>
                <a:lnTo>
                  <a:pt x="314922" y="48705"/>
                </a:lnTo>
                <a:lnTo>
                  <a:pt x="339179" y="48705"/>
                </a:lnTo>
                <a:lnTo>
                  <a:pt x="339179" y="55258"/>
                </a:lnTo>
                <a:lnTo>
                  <a:pt x="307848" y="55258"/>
                </a:lnTo>
                <a:lnTo>
                  <a:pt x="307848" y="2832"/>
                </a:lnTo>
                <a:close/>
                <a:moveTo>
                  <a:pt x="362268" y="32410"/>
                </a:moveTo>
                <a:lnTo>
                  <a:pt x="362268" y="37580"/>
                </a:lnTo>
                <a:lnTo>
                  <a:pt x="404609" y="37580"/>
                </a:lnTo>
                <a:lnTo>
                  <a:pt x="404609" y="32410"/>
                </a:lnTo>
                <a:close/>
                <a:moveTo>
                  <a:pt x="446773" y="56007"/>
                </a:moveTo>
                <a:cubicBezTo>
                  <a:pt x="442481" y="56007"/>
                  <a:pt x="438696" y="55309"/>
                  <a:pt x="435407" y="53911"/>
                </a:cubicBezTo>
                <a:cubicBezTo>
                  <a:pt x="432118" y="52528"/>
                  <a:pt x="429387" y="50432"/>
                  <a:pt x="427203" y="47625"/>
                </a:cubicBezTo>
                <a:lnTo>
                  <a:pt x="432041" y="42787"/>
                </a:lnTo>
                <a:cubicBezTo>
                  <a:pt x="433210" y="44260"/>
                  <a:pt x="434429" y="45492"/>
                  <a:pt x="435724" y="46495"/>
                </a:cubicBezTo>
                <a:cubicBezTo>
                  <a:pt x="437007" y="47498"/>
                  <a:pt x="438556" y="48299"/>
                  <a:pt x="440373" y="48895"/>
                </a:cubicBezTo>
                <a:cubicBezTo>
                  <a:pt x="442189" y="49492"/>
                  <a:pt x="444322" y="49785"/>
                  <a:pt x="446773" y="49785"/>
                </a:cubicBezTo>
                <a:cubicBezTo>
                  <a:pt x="449199" y="49785"/>
                  <a:pt x="451371" y="49479"/>
                  <a:pt x="453288" y="48870"/>
                </a:cubicBezTo>
                <a:cubicBezTo>
                  <a:pt x="455193" y="48273"/>
                  <a:pt x="456705" y="47320"/>
                  <a:pt x="457822" y="46025"/>
                </a:cubicBezTo>
                <a:cubicBezTo>
                  <a:pt x="458940" y="44742"/>
                  <a:pt x="459499" y="43117"/>
                  <a:pt x="459499" y="41161"/>
                </a:cubicBezTo>
                <a:cubicBezTo>
                  <a:pt x="459499" y="39192"/>
                  <a:pt x="458915" y="37605"/>
                  <a:pt x="457746" y="36399"/>
                </a:cubicBezTo>
                <a:cubicBezTo>
                  <a:pt x="456578" y="35179"/>
                  <a:pt x="455104" y="34227"/>
                  <a:pt x="453326" y="33541"/>
                </a:cubicBezTo>
                <a:cubicBezTo>
                  <a:pt x="451536" y="32868"/>
                  <a:pt x="449161" y="32157"/>
                  <a:pt x="446215" y="31407"/>
                </a:cubicBezTo>
                <a:cubicBezTo>
                  <a:pt x="442646" y="30518"/>
                  <a:pt x="439712" y="29579"/>
                  <a:pt x="437439" y="28601"/>
                </a:cubicBezTo>
                <a:cubicBezTo>
                  <a:pt x="435153" y="27623"/>
                  <a:pt x="433222" y="26124"/>
                  <a:pt x="431635" y="24118"/>
                </a:cubicBezTo>
                <a:cubicBezTo>
                  <a:pt x="430047" y="22111"/>
                  <a:pt x="429247" y="19431"/>
                  <a:pt x="429247" y="16078"/>
                </a:cubicBezTo>
                <a:cubicBezTo>
                  <a:pt x="429247" y="12878"/>
                  <a:pt x="430060" y="10237"/>
                  <a:pt x="431660" y="8128"/>
                </a:cubicBezTo>
                <a:cubicBezTo>
                  <a:pt x="433273" y="6033"/>
                  <a:pt x="435458" y="4496"/>
                  <a:pt x="438201" y="3518"/>
                </a:cubicBezTo>
                <a:cubicBezTo>
                  <a:pt x="440931" y="2540"/>
                  <a:pt x="444017" y="2045"/>
                  <a:pt x="447446" y="2045"/>
                </a:cubicBezTo>
                <a:cubicBezTo>
                  <a:pt x="451561" y="2045"/>
                  <a:pt x="455054" y="2718"/>
                  <a:pt x="457937" y="4039"/>
                </a:cubicBezTo>
                <a:cubicBezTo>
                  <a:pt x="460807" y="5373"/>
                  <a:pt x="463220" y="7201"/>
                  <a:pt x="465150" y="9525"/>
                </a:cubicBezTo>
                <a:lnTo>
                  <a:pt x="460426" y="14212"/>
                </a:lnTo>
                <a:cubicBezTo>
                  <a:pt x="458762" y="12306"/>
                  <a:pt x="456870" y="10833"/>
                  <a:pt x="454736" y="9792"/>
                </a:cubicBezTo>
                <a:cubicBezTo>
                  <a:pt x="452603" y="8751"/>
                  <a:pt x="450050" y="8230"/>
                  <a:pt x="447065" y="8230"/>
                </a:cubicBezTo>
                <a:cubicBezTo>
                  <a:pt x="444665" y="8230"/>
                  <a:pt x="442646" y="8560"/>
                  <a:pt x="441007" y="9208"/>
                </a:cubicBezTo>
                <a:cubicBezTo>
                  <a:pt x="439369" y="9868"/>
                  <a:pt x="438150" y="10770"/>
                  <a:pt x="437363" y="11913"/>
                </a:cubicBezTo>
                <a:cubicBezTo>
                  <a:pt x="436562" y="13056"/>
                  <a:pt x="436169" y="14364"/>
                  <a:pt x="436169" y="15850"/>
                </a:cubicBezTo>
                <a:cubicBezTo>
                  <a:pt x="436169" y="17666"/>
                  <a:pt x="436715" y="19139"/>
                  <a:pt x="437820" y="20269"/>
                </a:cubicBezTo>
                <a:cubicBezTo>
                  <a:pt x="438925" y="21387"/>
                  <a:pt x="440309" y="22276"/>
                  <a:pt x="441960" y="22911"/>
                </a:cubicBezTo>
                <a:cubicBezTo>
                  <a:pt x="443598" y="23533"/>
                  <a:pt x="445872" y="24244"/>
                  <a:pt x="448742" y="25006"/>
                </a:cubicBezTo>
                <a:cubicBezTo>
                  <a:pt x="452514" y="25946"/>
                  <a:pt x="455587" y="26912"/>
                  <a:pt x="457949" y="27915"/>
                </a:cubicBezTo>
                <a:cubicBezTo>
                  <a:pt x="460324" y="28905"/>
                  <a:pt x="462343" y="30429"/>
                  <a:pt x="463995" y="32487"/>
                </a:cubicBezTo>
                <a:cubicBezTo>
                  <a:pt x="465658" y="34544"/>
                  <a:pt x="466496" y="37313"/>
                  <a:pt x="466496" y="40780"/>
                </a:cubicBezTo>
                <a:cubicBezTo>
                  <a:pt x="466496" y="43765"/>
                  <a:pt x="465734" y="46393"/>
                  <a:pt x="464223" y="48692"/>
                </a:cubicBezTo>
                <a:cubicBezTo>
                  <a:pt x="462712" y="50991"/>
                  <a:pt x="460477" y="52781"/>
                  <a:pt x="457505" y="54064"/>
                </a:cubicBezTo>
                <a:cubicBezTo>
                  <a:pt x="454546" y="55359"/>
                  <a:pt x="450964" y="56007"/>
                  <a:pt x="446773" y="56007"/>
                </a:cubicBezTo>
                <a:close/>
                <a:moveTo>
                  <a:pt x="488963" y="2832"/>
                </a:moveTo>
                <a:lnTo>
                  <a:pt x="497065" y="2832"/>
                </a:lnTo>
                <a:lnTo>
                  <a:pt x="516788" y="55258"/>
                </a:lnTo>
                <a:lnTo>
                  <a:pt x="509384" y="55258"/>
                </a:lnTo>
                <a:lnTo>
                  <a:pt x="504431" y="41085"/>
                </a:lnTo>
                <a:lnTo>
                  <a:pt x="481444" y="41085"/>
                </a:lnTo>
                <a:lnTo>
                  <a:pt x="476491" y="55258"/>
                </a:lnTo>
                <a:lnTo>
                  <a:pt x="469240" y="55258"/>
                </a:lnTo>
                <a:lnTo>
                  <a:pt x="488963" y="2832"/>
                </a:lnTo>
                <a:close/>
                <a:moveTo>
                  <a:pt x="502285" y="34900"/>
                </a:moveTo>
                <a:lnTo>
                  <a:pt x="496062" y="17158"/>
                </a:lnTo>
                <a:cubicBezTo>
                  <a:pt x="495490" y="15545"/>
                  <a:pt x="494932" y="13932"/>
                  <a:pt x="494373" y="12319"/>
                </a:cubicBezTo>
                <a:cubicBezTo>
                  <a:pt x="493814" y="10706"/>
                  <a:pt x="493332" y="9322"/>
                  <a:pt x="492938" y="8154"/>
                </a:cubicBezTo>
                <a:cubicBezTo>
                  <a:pt x="492544" y="9322"/>
                  <a:pt x="492062" y="10706"/>
                  <a:pt x="491503" y="12319"/>
                </a:cubicBezTo>
                <a:cubicBezTo>
                  <a:pt x="490944" y="13932"/>
                  <a:pt x="490385" y="15545"/>
                  <a:pt x="489814" y="17158"/>
                </a:cubicBezTo>
                <a:lnTo>
                  <a:pt x="483603" y="34900"/>
                </a:lnTo>
                <a:lnTo>
                  <a:pt x="502285" y="34900"/>
                </a:lnTo>
                <a:close/>
                <a:moveTo>
                  <a:pt x="522732" y="2832"/>
                </a:moveTo>
                <a:lnTo>
                  <a:pt x="542531" y="2832"/>
                </a:lnTo>
                <a:cubicBezTo>
                  <a:pt x="546570" y="2832"/>
                  <a:pt x="549974" y="3493"/>
                  <a:pt x="552729" y="4801"/>
                </a:cubicBezTo>
                <a:cubicBezTo>
                  <a:pt x="555473" y="6121"/>
                  <a:pt x="557543" y="7963"/>
                  <a:pt x="558914" y="10351"/>
                </a:cubicBezTo>
                <a:cubicBezTo>
                  <a:pt x="560299" y="12726"/>
                  <a:pt x="560984" y="15532"/>
                  <a:pt x="560984" y="18759"/>
                </a:cubicBezTo>
                <a:cubicBezTo>
                  <a:pt x="560984" y="21908"/>
                  <a:pt x="560299" y="24727"/>
                  <a:pt x="558940" y="27204"/>
                </a:cubicBezTo>
                <a:cubicBezTo>
                  <a:pt x="557568" y="29680"/>
                  <a:pt x="555536" y="31636"/>
                  <a:pt x="552831" y="33058"/>
                </a:cubicBezTo>
                <a:cubicBezTo>
                  <a:pt x="550126" y="34493"/>
                  <a:pt x="546837" y="35205"/>
                  <a:pt x="542938" y="35205"/>
                </a:cubicBezTo>
                <a:lnTo>
                  <a:pt x="529806" y="35205"/>
                </a:lnTo>
                <a:lnTo>
                  <a:pt x="529806" y="55258"/>
                </a:lnTo>
                <a:lnTo>
                  <a:pt x="522732" y="55258"/>
                </a:lnTo>
                <a:lnTo>
                  <a:pt x="522732" y="2832"/>
                </a:lnTo>
                <a:close/>
                <a:moveTo>
                  <a:pt x="541934" y="28804"/>
                </a:moveTo>
                <a:cubicBezTo>
                  <a:pt x="545948" y="28804"/>
                  <a:pt x="548957" y="27953"/>
                  <a:pt x="550939" y="26251"/>
                </a:cubicBezTo>
                <a:cubicBezTo>
                  <a:pt x="552920" y="24550"/>
                  <a:pt x="553911" y="22085"/>
                  <a:pt x="553911" y="18835"/>
                </a:cubicBezTo>
                <a:cubicBezTo>
                  <a:pt x="553911" y="15710"/>
                  <a:pt x="552882" y="13336"/>
                  <a:pt x="550812" y="11723"/>
                </a:cubicBezTo>
                <a:cubicBezTo>
                  <a:pt x="548742" y="10109"/>
                  <a:pt x="545681" y="9310"/>
                  <a:pt x="541630" y="9310"/>
                </a:cubicBezTo>
                <a:lnTo>
                  <a:pt x="529806" y="9310"/>
                </a:lnTo>
                <a:lnTo>
                  <a:pt x="529806" y="28804"/>
                </a:lnTo>
                <a:lnTo>
                  <a:pt x="541934" y="28804"/>
                </a:lnTo>
                <a:close/>
                <a:moveTo>
                  <a:pt x="595973" y="56007"/>
                </a:moveTo>
                <a:cubicBezTo>
                  <a:pt x="593585" y="56007"/>
                  <a:pt x="591464" y="55538"/>
                  <a:pt x="589610" y="54623"/>
                </a:cubicBezTo>
                <a:cubicBezTo>
                  <a:pt x="587743" y="53708"/>
                  <a:pt x="586296" y="52363"/>
                  <a:pt x="585254" y="50610"/>
                </a:cubicBezTo>
                <a:cubicBezTo>
                  <a:pt x="584213" y="48844"/>
                  <a:pt x="583692" y="46736"/>
                  <a:pt x="583692" y="44285"/>
                </a:cubicBezTo>
                <a:cubicBezTo>
                  <a:pt x="583692" y="41275"/>
                  <a:pt x="584479" y="38812"/>
                  <a:pt x="586054" y="36881"/>
                </a:cubicBezTo>
                <a:cubicBezTo>
                  <a:pt x="587629" y="34938"/>
                  <a:pt x="589775" y="33528"/>
                  <a:pt x="592506" y="32652"/>
                </a:cubicBezTo>
                <a:cubicBezTo>
                  <a:pt x="595236" y="31776"/>
                  <a:pt x="598399" y="31331"/>
                  <a:pt x="601993" y="31331"/>
                </a:cubicBezTo>
                <a:lnTo>
                  <a:pt x="609143" y="31331"/>
                </a:lnTo>
                <a:lnTo>
                  <a:pt x="609143" y="28575"/>
                </a:lnTo>
                <a:cubicBezTo>
                  <a:pt x="609143" y="25756"/>
                  <a:pt x="608470" y="23597"/>
                  <a:pt x="607111" y="22123"/>
                </a:cubicBezTo>
                <a:cubicBezTo>
                  <a:pt x="605765" y="20651"/>
                  <a:pt x="603720" y="19914"/>
                  <a:pt x="600989" y="19914"/>
                </a:cubicBezTo>
                <a:cubicBezTo>
                  <a:pt x="598513" y="19914"/>
                  <a:pt x="596354" y="20409"/>
                  <a:pt x="594500" y="21413"/>
                </a:cubicBezTo>
                <a:cubicBezTo>
                  <a:pt x="592658" y="22416"/>
                  <a:pt x="591020" y="23876"/>
                  <a:pt x="589610" y="25794"/>
                </a:cubicBezTo>
                <a:lnTo>
                  <a:pt x="585292" y="21476"/>
                </a:lnTo>
                <a:cubicBezTo>
                  <a:pt x="589305" y="16663"/>
                  <a:pt x="594690" y="14250"/>
                  <a:pt x="601434" y="14250"/>
                </a:cubicBezTo>
                <a:cubicBezTo>
                  <a:pt x="604545" y="14250"/>
                  <a:pt x="607174" y="14846"/>
                  <a:pt x="609333" y="16040"/>
                </a:cubicBezTo>
                <a:cubicBezTo>
                  <a:pt x="611480" y="17234"/>
                  <a:pt x="613105" y="18898"/>
                  <a:pt x="614197" y="21044"/>
                </a:cubicBezTo>
                <a:cubicBezTo>
                  <a:pt x="615290" y="23191"/>
                  <a:pt x="615836" y="25705"/>
                  <a:pt x="615836" y="28575"/>
                </a:cubicBezTo>
                <a:lnTo>
                  <a:pt x="615836" y="55258"/>
                </a:lnTo>
                <a:lnTo>
                  <a:pt x="609435" y="55258"/>
                </a:lnTo>
                <a:lnTo>
                  <a:pt x="609435" y="47778"/>
                </a:lnTo>
                <a:lnTo>
                  <a:pt x="609295" y="47778"/>
                </a:lnTo>
                <a:cubicBezTo>
                  <a:pt x="607949" y="50635"/>
                  <a:pt x="606209" y="52718"/>
                  <a:pt x="604076" y="54026"/>
                </a:cubicBezTo>
                <a:cubicBezTo>
                  <a:pt x="601942" y="55347"/>
                  <a:pt x="599250" y="56007"/>
                  <a:pt x="595973" y="56007"/>
                </a:cubicBezTo>
                <a:close/>
                <a:moveTo>
                  <a:pt x="590614" y="44133"/>
                </a:moveTo>
                <a:cubicBezTo>
                  <a:pt x="590614" y="45403"/>
                  <a:pt x="590893" y="46495"/>
                  <a:pt x="591464" y="47447"/>
                </a:cubicBezTo>
                <a:cubicBezTo>
                  <a:pt x="592036" y="48387"/>
                  <a:pt x="592861" y="49111"/>
                  <a:pt x="593941" y="49619"/>
                </a:cubicBezTo>
                <a:cubicBezTo>
                  <a:pt x="595020" y="50127"/>
                  <a:pt x="596303" y="50381"/>
                  <a:pt x="597789" y="50381"/>
                </a:cubicBezTo>
                <a:cubicBezTo>
                  <a:pt x="600151" y="50381"/>
                  <a:pt x="602183" y="49911"/>
                  <a:pt x="603898" y="48946"/>
                </a:cubicBezTo>
                <a:cubicBezTo>
                  <a:pt x="605612" y="47993"/>
                  <a:pt x="606908" y="46749"/>
                  <a:pt x="607797" y="45187"/>
                </a:cubicBezTo>
                <a:cubicBezTo>
                  <a:pt x="608698" y="43638"/>
                  <a:pt x="609143" y="41999"/>
                  <a:pt x="609143" y="40260"/>
                </a:cubicBezTo>
                <a:lnTo>
                  <a:pt x="609143" y="36361"/>
                </a:lnTo>
                <a:lnTo>
                  <a:pt x="602894" y="36361"/>
                </a:lnTo>
                <a:cubicBezTo>
                  <a:pt x="599199" y="36361"/>
                  <a:pt x="596227" y="36919"/>
                  <a:pt x="593979" y="38050"/>
                </a:cubicBezTo>
                <a:cubicBezTo>
                  <a:pt x="591731" y="39180"/>
                  <a:pt x="590614" y="41199"/>
                  <a:pt x="590614" y="44133"/>
                </a:cubicBezTo>
                <a:close/>
                <a:moveTo>
                  <a:pt x="625285" y="15037"/>
                </a:moveTo>
                <a:lnTo>
                  <a:pt x="631685" y="15037"/>
                </a:lnTo>
                <a:lnTo>
                  <a:pt x="631685" y="23406"/>
                </a:lnTo>
                <a:lnTo>
                  <a:pt x="631838" y="23406"/>
                </a:lnTo>
                <a:cubicBezTo>
                  <a:pt x="632828" y="20803"/>
                  <a:pt x="634340" y="18631"/>
                  <a:pt x="636372" y="16879"/>
                </a:cubicBezTo>
                <a:cubicBezTo>
                  <a:pt x="638404" y="15126"/>
                  <a:pt x="641248" y="14250"/>
                  <a:pt x="644893" y="14250"/>
                </a:cubicBezTo>
                <a:cubicBezTo>
                  <a:pt x="647675" y="14250"/>
                  <a:pt x="649999" y="14834"/>
                  <a:pt x="651866" y="16002"/>
                </a:cubicBezTo>
                <a:cubicBezTo>
                  <a:pt x="653745" y="17171"/>
                  <a:pt x="655142" y="18821"/>
                  <a:pt x="656082" y="20955"/>
                </a:cubicBezTo>
                <a:cubicBezTo>
                  <a:pt x="657009" y="23089"/>
                  <a:pt x="657466" y="25578"/>
                  <a:pt x="657466" y="28435"/>
                </a:cubicBezTo>
                <a:lnTo>
                  <a:pt x="657466" y="55258"/>
                </a:lnTo>
                <a:lnTo>
                  <a:pt x="650735" y="55258"/>
                </a:lnTo>
                <a:lnTo>
                  <a:pt x="650735" y="29731"/>
                </a:lnTo>
                <a:cubicBezTo>
                  <a:pt x="650735" y="26632"/>
                  <a:pt x="650088" y="24270"/>
                  <a:pt x="648805" y="22644"/>
                </a:cubicBezTo>
                <a:cubicBezTo>
                  <a:pt x="647510" y="21019"/>
                  <a:pt x="645389" y="20206"/>
                  <a:pt x="642442" y="20206"/>
                </a:cubicBezTo>
                <a:cubicBezTo>
                  <a:pt x="640334" y="20206"/>
                  <a:pt x="638493" y="20663"/>
                  <a:pt x="636918" y="21590"/>
                </a:cubicBezTo>
                <a:cubicBezTo>
                  <a:pt x="635343" y="22505"/>
                  <a:pt x="634124" y="23838"/>
                  <a:pt x="633273" y="25603"/>
                </a:cubicBezTo>
                <a:cubicBezTo>
                  <a:pt x="632409" y="27369"/>
                  <a:pt x="631990" y="29477"/>
                  <a:pt x="631990" y="31928"/>
                </a:cubicBezTo>
                <a:lnTo>
                  <a:pt x="631990" y="55258"/>
                </a:lnTo>
                <a:lnTo>
                  <a:pt x="625285" y="55258"/>
                </a:lnTo>
                <a:lnTo>
                  <a:pt x="625285" y="15037"/>
                </a:lnTo>
                <a:close/>
                <a:moveTo>
                  <a:pt x="683209" y="56007"/>
                </a:moveTo>
                <a:cubicBezTo>
                  <a:pt x="679691" y="56007"/>
                  <a:pt x="676593" y="55118"/>
                  <a:pt x="673926" y="53366"/>
                </a:cubicBezTo>
                <a:cubicBezTo>
                  <a:pt x="671259" y="51601"/>
                  <a:pt x="669201" y="49137"/>
                  <a:pt x="667741" y="45987"/>
                </a:cubicBezTo>
                <a:cubicBezTo>
                  <a:pt x="666267" y="42838"/>
                  <a:pt x="665543" y="39218"/>
                  <a:pt x="665543" y="35128"/>
                </a:cubicBezTo>
                <a:cubicBezTo>
                  <a:pt x="665543" y="31039"/>
                  <a:pt x="666255" y="27419"/>
                  <a:pt x="667677" y="24270"/>
                </a:cubicBezTo>
                <a:cubicBezTo>
                  <a:pt x="669112" y="21108"/>
                  <a:pt x="671144" y="18656"/>
                  <a:pt x="673786" y="16891"/>
                </a:cubicBezTo>
                <a:cubicBezTo>
                  <a:pt x="676427" y="15139"/>
                  <a:pt x="679488" y="14250"/>
                  <a:pt x="682993" y="14250"/>
                </a:cubicBezTo>
                <a:cubicBezTo>
                  <a:pt x="685571" y="14250"/>
                  <a:pt x="687857" y="14656"/>
                  <a:pt x="689839" y="15443"/>
                </a:cubicBezTo>
                <a:cubicBezTo>
                  <a:pt x="691820" y="16243"/>
                  <a:pt x="693471" y="17297"/>
                  <a:pt x="694792" y="18631"/>
                </a:cubicBezTo>
                <a:cubicBezTo>
                  <a:pt x="696100" y="19952"/>
                  <a:pt x="697116" y="21451"/>
                  <a:pt x="697840" y="23114"/>
                </a:cubicBezTo>
                <a:lnTo>
                  <a:pt x="697979" y="23114"/>
                </a:lnTo>
                <a:lnTo>
                  <a:pt x="697979" y="0"/>
                </a:lnTo>
                <a:lnTo>
                  <a:pt x="704685" y="0"/>
                </a:lnTo>
                <a:lnTo>
                  <a:pt x="704685" y="55258"/>
                </a:lnTo>
                <a:lnTo>
                  <a:pt x="698284" y="55258"/>
                </a:lnTo>
                <a:lnTo>
                  <a:pt x="698284" y="46736"/>
                </a:lnTo>
                <a:lnTo>
                  <a:pt x="698208" y="46736"/>
                </a:lnTo>
                <a:cubicBezTo>
                  <a:pt x="697090" y="49492"/>
                  <a:pt x="695363" y="51727"/>
                  <a:pt x="693014" y="53429"/>
                </a:cubicBezTo>
                <a:cubicBezTo>
                  <a:pt x="690677" y="55144"/>
                  <a:pt x="687400" y="56007"/>
                  <a:pt x="683209" y="56007"/>
                </a:cubicBezTo>
                <a:close/>
                <a:moveTo>
                  <a:pt x="672541" y="35128"/>
                </a:moveTo>
                <a:cubicBezTo>
                  <a:pt x="672541" y="38380"/>
                  <a:pt x="673087" y="41148"/>
                  <a:pt x="674192" y="43421"/>
                </a:cubicBezTo>
                <a:cubicBezTo>
                  <a:pt x="675297" y="45707"/>
                  <a:pt x="676808" y="47422"/>
                  <a:pt x="678726" y="48578"/>
                </a:cubicBezTo>
                <a:cubicBezTo>
                  <a:pt x="680657" y="49733"/>
                  <a:pt x="682828" y="50305"/>
                  <a:pt x="685267" y="50305"/>
                </a:cubicBezTo>
                <a:cubicBezTo>
                  <a:pt x="687692" y="50305"/>
                  <a:pt x="689864" y="49733"/>
                  <a:pt x="691794" y="48578"/>
                </a:cubicBezTo>
                <a:cubicBezTo>
                  <a:pt x="693712" y="47422"/>
                  <a:pt x="695223" y="45707"/>
                  <a:pt x="696328" y="43447"/>
                </a:cubicBezTo>
                <a:cubicBezTo>
                  <a:pt x="697433" y="41173"/>
                  <a:pt x="697979" y="38405"/>
                  <a:pt x="697979" y="35128"/>
                </a:cubicBezTo>
                <a:cubicBezTo>
                  <a:pt x="697979" y="31877"/>
                  <a:pt x="697433" y="29121"/>
                  <a:pt x="696328" y="26848"/>
                </a:cubicBezTo>
                <a:cubicBezTo>
                  <a:pt x="695223" y="24574"/>
                  <a:pt x="693712" y="22873"/>
                  <a:pt x="691794" y="21717"/>
                </a:cubicBezTo>
                <a:cubicBezTo>
                  <a:pt x="689864" y="20562"/>
                  <a:pt x="687692" y="19990"/>
                  <a:pt x="685267" y="19990"/>
                </a:cubicBezTo>
                <a:cubicBezTo>
                  <a:pt x="682828" y="19990"/>
                  <a:pt x="680657" y="20562"/>
                  <a:pt x="678726" y="21717"/>
                </a:cubicBezTo>
                <a:cubicBezTo>
                  <a:pt x="676808" y="22873"/>
                  <a:pt x="675297" y="24574"/>
                  <a:pt x="674192" y="26848"/>
                </a:cubicBezTo>
                <a:cubicBezTo>
                  <a:pt x="673087" y="29121"/>
                  <a:pt x="672541" y="31877"/>
                  <a:pt x="672541" y="35128"/>
                </a:cubicBezTo>
                <a:close/>
                <a:moveTo>
                  <a:pt x="734568" y="2832"/>
                </a:moveTo>
                <a:lnTo>
                  <a:pt x="754367" y="2832"/>
                </a:lnTo>
                <a:cubicBezTo>
                  <a:pt x="758406" y="2832"/>
                  <a:pt x="761810" y="3493"/>
                  <a:pt x="764515" y="4801"/>
                </a:cubicBezTo>
                <a:cubicBezTo>
                  <a:pt x="767309" y="6121"/>
                  <a:pt x="769341" y="7963"/>
                  <a:pt x="770738" y="10351"/>
                </a:cubicBezTo>
                <a:cubicBezTo>
                  <a:pt x="772135" y="12726"/>
                  <a:pt x="772770" y="15532"/>
                  <a:pt x="772770" y="18759"/>
                </a:cubicBezTo>
                <a:cubicBezTo>
                  <a:pt x="772770" y="21908"/>
                  <a:pt x="772135" y="24727"/>
                  <a:pt x="770738" y="27204"/>
                </a:cubicBezTo>
                <a:cubicBezTo>
                  <a:pt x="769468" y="29680"/>
                  <a:pt x="767436" y="31636"/>
                  <a:pt x="764642" y="33058"/>
                </a:cubicBezTo>
                <a:cubicBezTo>
                  <a:pt x="761962" y="34493"/>
                  <a:pt x="758673" y="35205"/>
                  <a:pt x="754774" y="35205"/>
                </a:cubicBezTo>
                <a:lnTo>
                  <a:pt x="741642" y="35205"/>
                </a:lnTo>
                <a:lnTo>
                  <a:pt x="741642" y="55258"/>
                </a:lnTo>
                <a:lnTo>
                  <a:pt x="734568" y="55258"/>
                </a:lnTo>
                <a:lnTo>
                  <a:pt x="734568" y="2832"/>
                </a:lnTo>
                <a:close/>
                <a:moveTo>
                  <a:pt x="753770" y="28804"/>
                </a:moveTo>
                <a:cubicBezTo>
                  <a:pt x="757784" y="28804"/>
                  <a:pt x="760793" y="27953"/>
                  <a:pt x="762775" y="26251"/>
                </a:cubicBezTo>
                <a:cubicBezTo>
                  <a:pt x="764769" y="24550"/>
                  <a:pt x="765785" y="22085"/>
                  <a:pt x="765785" y="18835"/>
                </a:cubicBezTo>
                <a:cubicBezTo>
                  <a:pt x="765785" y="15710"/>
                  <a:pt x="764769" y="13336"/>
                  <a:pt x="762648" y="11723"/>
                </a:cubicBezTo>
                <a:cubicBezTo>
                  <a:pt x="760578" y="10109"/>
                  <a:pt x="757517" y="9310"/>
                  <a:pt x="753466" y="9310"/>
                </a:cubicBezTo>
                <a:lnTo>
                  <a:pt x="741642" y="9310"/>
                </a:lnTo>
                <a:lnTo>
                  <a:pt x="741642" y="28804"/>
                </a:lnTo>
                <a:lnTo>
                  <a:pt x="753770" y="28804"/>
                </a:lnTo>
                <a:close/>
                <a:moveTo>
                  <a:pt x="789534" y="56007"/>
                </a:moveTo>
                <a:cubicBezTo>
                  <a:pt x="787121" y="56007"/>
                  <a:pt x="784962" y="55538"/>
                  <a:pt x="783184" y="54623"/>
                </a:cubicBezTo>
                <a:cubicBezTo>
                  <a:pt x="781279" y="53708"/>
                  <a:pt x="779882" y="52363"/>
                  <a:pt x="778739" y="50610"/>
                </a:cubicBezTo>
                <a:cubicBezTo>
                  <a:pt x="777723" y="48844"/>
                  <a:pt x="777215" y="46736"/>
                  <a:pt x="777215" y="44285"/>
                </a:cubicBezTo>
                <a:cubicBezTo>
                  <a:pt x="777215" y="41275"/>
                  <a:pt x="777977" y="38812"/>
                  <a:pt x="779628" y="36881"/>
                </a:cubicBezTo>
                <a:cubicBezTo>
                  <a:pt x="781152" y="34938"/>
                  <a:pt x="783311" y="33528"/>
                  <a:pt x="786105" y="32652"/>
                </a:cubicBezTo>
                <a:cubicBezTo>
                  <a:pt x="788772" y="31776"/>
                  <a:pt x="791947" y="31331"/>
                  <a:pt x="795503" y="31331"/>
                </a:cubicBezTo>
                <a:lnTo>
                  <a:pt x="802742" y="31331"/>
                </a:lnTo>
                <a:lnTo>
                  <a:pt x="802742" y="28575"/>
                </a:lnTo>
                <a:cubicBezTo>
                  <a:pt x="802742" y="25756"/>
                  <a:pt x="801980" y="23597"/>
                  <a:pt x="800710" y="22123"/>
                </a:cubicBezTo>
                <a:cubicBezTo>
                  <a:pt x="799313" y="20651"/>
                  <a:pt x="797281" y="19914"/>
                  <a:pt x="794487" y="19914"/>
                </a:cubicBezTo>
                <a:cubicBezTo>
                  <a:pt x="792074" y="19914"/>
                  <a:pt x="789915" y="20409"/>
                  <a:pt x="788010" y="21413"/>
                </a:cubicBezTo>
                <a:cubicBezTo>
                  <a:pt x="786232" y="22416"/>
                  <a:pt x="784581" y="23876"/>
                  <a:pt x="783184" y="25794"/>
                </a:cubicBezTo>
                <a:lnTo>
                  <a:pt x="778866" y="21476"/>
                </a:lnTo>
                <a:cubicBezTo>
                  <a:pt x="782803" y="16663"/>
                  <a:pt x="788264" y="14250"/>
                  <a:pt x="794995" y="14250"/>
                </a:cubicBezTo>
                <a:cubicBezTo>
                  <a:pt x="798043" y="14250"/>
                  <a:pt x="800710" y="14846"/>
                  <a:pt x="802869" y="16040"/>
                </a:cubicBezTo>
                <a:cubicBezTo>
                  <a:pt x="805028" y="17234"/>
                  <a:pt x="806679" y="18898"/>
                  <a:pt x="807695" y="21044"/>
                </a:cubicBezTo>
                <a:cubicBezTo>
                  <a:pt x="808838" y="23191"/>
                  <a:pt x="809346" y="25705"/>
                  <a:pt x="809346" y="28575"/>
                </a:cubicBezTo>
                <a:lnTo>
                  <a:pt x="809346" y="55258"/>
                </a:lnTo>
                <a:lnTo>
                  <a:pt x="802996" y="55258"/>
                </a:lnTo>
                <a:lnTo>
                  <a:pt x="802996" y="47778"/>
                </a:lnTo>
                <a:lnTo>
                  <a:pt x="802869" y="47778"/>
                </a:lnTo>
                <a:cubicBezTo>
                  <a:pt x="801472" y="50635"/>
                  <a:pt x="799821" y="52718"/>
                  <a:pt x="797662" y="54026"/>
                </a:cubicBezTo>
                <a:cubicBezTo>
                  <a:pt x="795503" y="55347"/>
                  <a:pt x="792836" y="56007"/>
                  <a:pt x="789534" y="56007"/>
                </a:cubicBezTo>
                <a:close/>
                <a:moveTo>
                  <a:pt x="784200" y="44133"/>
                </a:moveTo>
                <a:cubicBezTo>
                  <a:pt x="784200" y="45403"/>
                  <a:pt x="784454" y="46495"/>
                  <a:pt x="784962" y="47447"/>
                </a:cubicBezTo>
                <a:cubicBezTo>
                  <a:pt x="785597" y="48387"/>
                  <a:pt x="786359" y="49111"/>
                  <a:pt x="787502" y="49619"/>
                </a:cubicBezTo>
                <a:cubicBezTo>
                  <a:pt x="788518" y="50127"/>
                  <a:pt x="789915" y="50381"/>
                  <a:pt x="791312" y="50381"/>
                </a:cubicBezTo>
                <a:cubicBezTo>
                  <a:pt x="793725" y="50381"/>
                  <a:pt x="795757" y="49911"/>
                  <a:pt x="797408" y="48946"/>
                </a:cubicBezTo>
                <a:cubicBezTo>
                  <a:pt x="799186" y="47993"/>
                  <a:pt x="800456" y="46749"/>
                  <a:pt x="801345" y="45187"/>
                </a:cubicBezTo>
                <a:cubicBezTo>
                  <a:pt x="802234" y="43638"/>
                  <a:pt x="802742" y="41999"/>
                  <a:pt x="802742" y="40260"/>
                </a:cubicBezTo>
                <a:lnTo>
                  <a:pt x="802742" y="36361"/>
                </a:lnTo>
                <a:lnTo>
                  <a:pt x="796392" y="36361"/>
                </a:lnTo>
                <a:cubicBezTo>
                  <a:pt x="792709" y="36361"/>
                  <a:pt x="789788" y="36919"/>
                  <a:pt x="787502" y="38050"/>
                </a:cubicBezTo>
                <a:cubicBezTo>
                  <a:pt x="785343" y="39180"/>
                  <a:pt x="784200" y="41199"/>
                  <a:pt x="784200" y="44133"/>
                </a:cubicBezTo>
                <a:close/>
                <a:moveTo>
                  <a:pt x="818871" y="15037"/>
                </a:moveTo>
                <a:lnTo>
                  <a:pt x="825221" y="15037"/>
                </a:lnTo>
                <a:lnTo>
                  <a:pt x="825221" y="23635"/>
                </a:lnTo>
                <a:lnTo>
                  <a:pt x="825348" y="23635"/>
                </a:lnTo>
                <a:cubicBezTo>
                  <a:pt x="826110" y="20333"/>
                  <a:pt x="827253" y="17945"/>
                  <a:pt x="828904" y="16472"/>
                </a:cubicBezTo>
                <a:cubicBezTo>
                  <a:pt x="830428" y="14999"/>
                  <a:pt x="832460" y="14250"/>
                  <a:pt x="834873" y="14250"/>
                </a:cubicBezTo>
                <a:cubicBezTo>
                  <a:pt x="835508" y="14250"/>
                  <a:pt x="836016" y="14288"/>
                  <a:pt x="836651" y="14364"/>
                </a:cubicBezTo>
                <a:cubicBezTo>
                  <a:pt x="837159" y="14440"/>
                  <a:pt x="837667" y="14529"/>
                  <a:pt x="838048" y="14631"/>
                </a:cubicBezTo>
                <a:lnTo>
                  <a:pt x="838048" y="21210"/>
                </a:lnTo>
                <a:cubicBezTo>
                  <a:pt x="837667" y="21095"/>
                  <a:pt x="837159" y="20993"/>
                  <a:pt x="836524" y="20917"/>
                </a:cubicBezTo>
                <a:cubicBezTo>
                  <a:pt x="835889" y="20841"/>
                  <a:pt x="835254" y="20803"/>
                  <a:pt x="834746" y="20803"/>
                </a:cubicBezTo>
                <a:cubicBezTo>
                  <a:pt x="831444" y="20803"/>
                  <a:pt x="829031" y="21946"/>
                  <a:pt x="827634" y="24244"/>
                </a:cubicBezTo>
                <a:cubicBezTo>
                  <a:pt x="826237" y="26543"/>
                  <a:pt x="825475" y="29896"/>
                  <a:pt x="825475" y="34316"/>
                </a:cubicBezTo>
                <a:lnTo>
                  <a:pt x="825475" y="55258"/>
                </a:lnTo>
                <a:lnTo>
                  <a:pt x="818871" y="55258"/>
                </a:lnTo>
                <a:lnTo>
                  <a:pt x="818871" y="15037"/>
                </a:lnTo>
                <a:close/>
                <a:moveTo>
                  <a:pt x="855701" y="55855"/>
                </a:moveTo>
                <a:cubicBezTo>
                  <a:pt x="853288" y="55855"/>
                  <a:pt x="851383" y="55525"/>
                  <a:pt x="849859" y="54890"/>
                </a:cubicBezTo>
                <a:cubicBezTo>
                  <a:pt x="848462" y="54242"/>
                  <a:pt x="847319" y="53239"/>
                  <a:pt x="846557" y="51867"/>
                </a:cubicBezTo>
                <a:cubicBezTo>
                  <a:pt x="845922" y="50509"/>
                  <a:pt x="845541" y="48743"/>
                  <a:pt x="845541" y="46584"/>
                </a:cubicBezTo>
                <a:lnTo>
                  <a:pt x="845541" y="20651"/>
                </a:lnTo>
                <a:lnTo>
                  <a:pt x="839572" y="20651"/>
                </a:lnTo>
                <a:lnTo>
                  <a:pt x="839572" y="17158"/>
                </a:lnTo>
                <a:lnTo>
                  <a:pt x="851383" y="5283"/>
                </a:lnTo>
                <a:lnTo>
                  <a:pt x="852272" y="5283"/>
                </a:lnTo>
                <a:lnTo>
                  <a:pt x="852272" y="15037"/>
                </a:lnTo>
                <a:lnTo>
                  <a:pt x="861289" y="15037"/>
                </a:lnTo>
                <a:lnTo>
                  <a:pt x="861289" y="20651"/>
                </a:lnTo>
                <a:lnTo>
                  <a:pt x="852272" y="20651"/>
                </a:lnTo>
                <a:lnTo>
                  <a:pt x="852272" y="45212"/>
                </a:lnTo>
                <a:cubicBezTo>
                  <a:pt x="852272" y="46406"/>
                  <a:pt x="852399" y="47320"/>
                  <a:pt x="852653" y="47981"/>
                </a:cubicBezTo>
                <a:cubicBezTo>
                  <a:pt x="852907" y="48641"/>
                  <a:pt x="853415" y="49111"/>
                  <a:pt x="854050" y="49378"/>
                </a:cubicBezTo>
                <a:cubicBezTo>
                  <a:pt x="854685" y="49657"/>
                  <a:pt x="855574" y="49785"/>
                  <a:pt x="856590" y="49785"/>
                </a:cubicBezTo>
                <a:cubicBezTo>
                  <a:pt x="858114" y="49785"/>
                  <a:pt x="859638" y="49581"/>
                  <a:pt x="861289" y="49149"/>
                </a:cubicBezTo>
                <a:lnTo>
                  <a:pt x="861289" y="55258"/>
                </a:lnTo>
                <a:cubicBezTo>
                  <a:pt x="860527" y="55435"/>
                  <a:pt x="859638" y="55576"/>
                  <a:pt x="858622" y="55690"/>
                </a:cubicBezTo>
                <a:cubicBezTo>
                  <a:pt x="857606" y="55791"/>
                  <a:pt x="856590" y="55855"/>
                  <a:pt x="855701" y="55855"/>
                </a:cubicBezTo>
                <a:close/>
                <a:moveTo>
                  <a:pt x="869163" y="15037"/>
                </a:moveTo>
                <a:lnTo>
                  <a:pt x="875513" y="15037"/>
                </a:lnTo>
                <a:lnTo>
                  <a:pt x="875513" y="23406"/>
                </a:lnTo>
                <a:lnTo>
                  <a:pt x="875640" y="23406"/>
                </a:lnTo>
                <a:cubicBezTo>
                  <a:pt x="876656" y="20803"/>
                  <a:pt x="878180" y="18631"/>
                  <a:pt x="880212" y="16879"/>
                </a:cubicBezTo>
                <a:cubicBezTo>
                  <a:pt x="882244" y="15126"/>
                  <a:pt x="885038" y="14250"/>
                  <a:pt x="888721" y="14250"/>
                </a:cubicBezTo>
                <a:cubicBezTo>
                  <a:pt x="891515" y="14250"/>
                  <a:pt x="893801" y="14834"/>
                  <a:pt x="895706" y="16002"/>
                </a:cubicBezTo>
                <a:cubicBezTo>
                  <a:pt x="897611" y="17171"/>
                  <a:pt x="899008" y="18821"/>
                  <a:pt x="899897" y="20955"/>
                </a:cubicBezTo>
                <a:cubicBezTo>
                  <a:pt x="900786" y="23089"/>
                  <a:pt x="901294" y="25578"/>
                  <a:pt x="901294" y="28435"/>
                </a:cubicBezTo>
                <a:lnTo>
                  <a:pt x="901294" y="55258"/>
                </a:lnTo>
                <a:lnTo>
                  <a:pt x="894563" y="55258"/>
                </a:lnTo>
                <a:lnTo>
                  <a:pt x="894563" y="29731"/>
                </a:lnTo>
                <a:cubicBezTo>
                  <a:pt x="894563" y="26632"/>
                  <a:pt x="893928" y="24270"/>
                  <a:pt x="892658" y="22644"/>
                </a:cubicBezTo>
                <a:cubicBezTo>
                  <a:pt x="891388" y="21019"/>
                  <a:pt x="889229" y="20206"/>
                  <a:pt x="886308" y="20206"/>
                </a:cubicBezTo>
                <a:cubicBezTo>
                  <a:pt x="884149" y="20206"/>
                  <a:pt x="882371" y="20663"/>
                  <a:pt x="880720" y="21590"/>
                </a:cubicBezTo>
                <a:cubicBezTo>
                  <a:pt x="879196" y="22505"/>
                  <a:pt x="877926" y="23838"/>
                  <a:pt x="877164" y="25603"/>
                </a:cubicBezTo>
                <a:cubicBezTo>
                  <a:pt x="876275" y="27369"/>
                  <a:pt x="875767" y="29477"/>
                  <a:pt x="875767" y="31928"/>
                </a:cubicBezTo>
                <a:lnTo>
                  <a:pt x="875767" y="55258"/>
                </a:lnTo>
                <a:lnTo>
                  <a:pt x="869163" y="55258"/>
                </a:lnTo>
                <a:lnTo>
                  <a:pt x="869163" y="15037"/>
                </a:lnTo>
                <a:close/>
                <a:moveTo>
                  <a:pt x="929615" y="56007"/>
                </a:moveTo>
                <a:cubicBezTo>
                  <a:pt x="925551" y="56007"/>
                  <a:pt x="921995" y="55207"/>
                  <a:pt x="918947" y="53607"/>
                </a:cubicBezTo>
                <a:cubicBezTo>
                  <a:pt x="915899" y="52007"/>
                  <a:pt x="913486" y="49632"/>
                  <a:pt x="911835" y="46495"/>
                </a:cubicBezTo>
                <a:cubicBezTo>
                  <a:pt x="910184" y="43358"/>
                  <a:pt x="909422" y="39574"/>
                  <a:pt x="909422" y="35128"/>
                </a:cubicBezTo>
                <a:cubicBezTo>
                  <a:pt x="909422" y="30633"/>
                  <a:pt x="910311" y="26822"/>
                  <a:pt x="911962" y="23685"/>
                </a:cubicBezTo>
                <a:cubicBezTo>
                  <a:pt x="913740" y="20549"/>
                  <a:pt x="916153" y="18186"/>
                  <a:pt x="919074" y="16612"/>
                </a:cubicBezTo>
                <a:cubicBezTo>
                  <a:pt x="921995" y="15037"/>
                  <a:pt x="925297" y="14250"/>
                  <a:pt x="928853" y="14250"/>
                </a:cubicBezTo>
                <a:cubicBezTo>
                  <a:pt x="932917" y="14250"/>
                  <a:pt x="936346" y="15202"/>
                  <a:pt x="938886" y="17107"/>
                </a:cubicBezTo>
                <a:cubicBezTo>
                  <a:pt x="941553" y="19000"/>
                  <a:pt x="943458" y="21425"/>
                  <a:pt x="944601" y="24371"/>
                </a:cubicBezTo>
                <a:cubicBezTo>
                  <a:pt x="945871" y="27331"/>
                  <a:pt x="946379" y="30429"/>
                  <a:pt x="946379" y="33681"/>
                </a:cubicBezTo>
                <a:cubicBezTo>
                  <a:pt x="946379" y="34798"/>
                  <a:pt x="946379" y="35840"/>
                  <a:pt x="946252" y="36805"/>
                </a:cubicBezTo>
                <a:lnTo>
                  <a:pt x="916407" y="36805"/>
                </a:lnTo>
                <a:cubicBezTo>
                  <a:pt x="916661" y="41199"/>
                  <a:pt x="917931" y="44539"/>
                  <a:pt x="920090" y="46851"/>
                </a:cubicBezTo>
                <a:cubicBezTo>
                  <a:pt x="922376" y="49149"/>
                  <a:pt x="925551" y="50305"/>
                  <a:pt x="929615" y="50305"/>
                </a:cubicBezTo>
                <a:cubicBezTo>
                  <a:pt x="932155" y="50305"/>
                  <a:pt x="934187" y="49936"/>
                  <a:pt x="935965" y="49188"/>
                </a:cubicBezTo>
                <a:cubicBezTo>
                  <a:pt x="937743" y="48451"/>
                  <a:pt x="939394" y="47219"/>
                  <a:pt x="940791" y="45504"/>
                </a:cubicBezTo>
                <a:lnTo>
                  <a:pt x="944982" y="49670"/>
                </a:lnTo>
                <a:cubicBezTo>
                  <a:pt x="943712" y="51168"/>
                  <a:pt x="942315" y="52375"/>
                  <a:pt x="940791" y="53302"/>
                </a:cubicBezTo>
                <a:cubicBezTo>
                  <a:pt x="939267" y="54229"/>
                  <a:pt x="937743" y="54915"/>
                  <a:pt x="935838" y="55347"/>
                </a:cubicBezTo>
                <a:cubicBezTo>
                  <a:pt x="934060" y="55779"/>
                  <a:pt x="932028" y="56007"/>
                  <a:pt x="929615" y="56007"/>
                </a:cubicBezTo>
                <a:close/>
                <a:moveTo>
                  <a:pt x="939648" y="31636"/>
                </a:moveTo>
                <a:cubicBezTo>
                  <a:pt x="939267" y="27763"/>
                  <a:pt x="938124" y="24854"/>
                  <a:pt x="936219" y="22911"/>
                </a:cubicBezTo>
                <a:cubicBezTo>
                  <a:pt x="934314" y="20955"/>
                  <a:pt x="931774" y="19990"/>
                  <a:pt x="928599" y="19990"/>
                </a:cubicBezTo>
                <a:cubicBezTo>
                  <a:pt x="926440" y="19990"/>
                  <a:pt x="924662" y="20422"/>
                  <a:pt x="922884" y="21286"/>
                </a:cubicBezTo>
                <a:cubicBezTo>
                  <a:pt x="921233" y="22149"/>
                  <a:pt x="919836" y="23457"/>
                  <a:pt x="918820" y="25197"/>
                </a:cubicBezTo>
                <a:cubicBezTo>
                  <a:pt x="917677" y="26924"/>
                  <a:pt x="916915" y="29070"/>
                  <a:pt x="916661" y="31636"/>
                </a:cubicBezTo>
                <a:lnTo>
                  <a:pt x="939648" y="31636"/>
                </a:lnTo>
                <a:close/>
                <a:moveTo>
                  <a:pt x="954507" y="15037"/>
                </a:moveTo>
                <a:lnTo>
                  <a:pt x="960857" y="15037"/>
                </a:lnTo>
                <a:lnTo>
                  <a:pt x="960857" y="23635"/>
                </a:lnTo>
                <a:lnTo>
                  <a:pt x="960984" y="23635"/>
                </a:lnTo>
                <a:cubicBezTo>
                  <a:pt x="961746" y="20333"/>
                  <a:pt x="962889" y="17945"/>
                  <a:pt x="964540" y="16472"/>
                </a:cubicBezTo>
                <a:cubicBezTo>
                  <a:pt x="966064" y="14999"/>
                  <a:pt x="968096" y="14250"/>
                  <a:pt x="970509" y="14250"/>
                </a:cubicBezTo>
                <a:cubicBezTo>
                  <a:pt x="971144" y="14250"/>
                  <a:pt x="971652" y="14288"/>
                  <a:pt x="972287" y="14364"/>
                </a:cubicBezTo>
                <a:cubicBezTo>
                  <a:pt x="972795" y="14440"/>
                  <a:pt x="973303" y="14529"/>
                  <a:pt x="973684" y="14631"/>
                </a:cubicBezTo>
                <a:lnTo>
                  <a:pt x="973684" y="21210"/>
                </a:lnTo>
                <a:cubicBezTo>
                  <a:pt x="973303" y="21095"/>
                  <a:pt x="972795" y="20993"/>
                  <a:pt x="972160" y="20917"/>
                </a:cubicBezTo>
                <a:cubicBezTo>
                  <a:pt x="971525" y="20841"/>
                  <a:pt x="970890" y="20803"/>
                  <a:pt x="970382" y="20803"/>
                </a:cubicBezTo>
                <a:cubicBezTo>
                  <a:pt x="967080" y="20803"/>
                  <a:pt x="964667" y="21946"/>
                  <a:pt x="963270" y="24244"/>
                </a:cubicBezTo>
                <a:cubicBezTo>
                  <a:pt x="961873" y="26543"/>
                  <a:pt x="961111" y="29896"/>
                  <a:pt x="961111" y="34316"/>
                </a:cubicBezTo>
                <a:lnTo>
                  <a:pt x="961111" y="55258"/>
                </a:lnTo>
                <a:lnTo>
                  <a:pt x="954507" y="55258"/>
                </a:lnTo>
                <a:lnTo>
                  <a:pt x="954507" y="15037"/>
                </a:lnTo>
                <a:close/>
                <a:moveTo>
                  <a:pt x="992988" y="56007"/>
                </a:moveTo>
                <a:cubicBezTo>
                  <a:pt x="986130" y="56007"/>
                  <a:pt x="980669" y="53899"/>
                  <a:pt x="976859" y="49670"/>
                </a:cubicBezTo>
                <a:lnTo>
                  <a:pt x="981177" y="45403"/>
                </a:lnTo>
                <a:cubicBezTo>
                  <a:pt x="982955" y="47257"/>
                  <a:pt x="984733" y="48565"/>
                  <a:pt x="986638" y="49327"/>
                </a:cubicBezTo>
                <a:cubicBezTo>
                  <a:pt x="988416" y="50076"/>
                  <a:pt x="990575" y="50457"/>
                  <a:pt x="992988" y="50457"/>
                </a:cubicBezTo>
                <a:cubicBezTo>
                  <a:pt x="995401" y="50457"/>
                  <a:pt x="997433" y="50000"/>
                  <a:pt x="999084" y="49099"/>
                </a:cubicBezTo>
                <a:cubicBezTo>
                  <a:pt x="1000735" y="48197"/>
                  <a:pt x="1001624" y="46711"/>
                  <a:pt x="1001624" y="44653"/>
                </a:cubicBezTo>
                <a:cubicBezTo>
                  <a:pt x="1001624" y="43193"/>
                  <a:pt x="1001243" y="41999"/>
                  <a:pt x="1000354" y="41097"/>
                </a:cubicBezTo>
                <a:cubicBezTo>
                  <a:pt x="999592" y="40196"/>
                  <a:pt x="998449" y="39484"/>
                  <a:pt x="997179" y="38964"/>
                </a:cubicBezTo>
                <a:cubicBezTo>
                  <a:pt x="995909" y="38443"/>
                  <a:pt x="993877" y="37833"/>
                  <a:pt x="991464" y="37135"/>
                </a:cubicBezTo>
                <a:cubicBezTo>
                  <a:pt x="988924" y="36424"/>
                  <a:pt x="986765" y="35649"/>
                  <a:pt x="984987" y="34837"/>
                </a:cubicBezTo>
                <a:cubicBezTo>
                  <a:pt x="983209" y="34011"/>
                  <a:pt x="981685" y="32842"/>
                  <a:pt x="980542" y="31318"/>
                </a:cubicBezTo>
                <a:cubicBezTo>
                  <a:pt x="979272" y="29794"/>
                  <a:pt x="978764" y="27839"/>
                  <a:pt x="978764" y="25451"/>
                </a:cubicBezTo>
                <a:cubicBezTo>
                  <a:pt x="978764" y="23076"/>
                  <a:pt x="979272" y="21044"/>
                  <a:pt x="980415" y="19355"/>
                </a:cubicBezTo>
                <a:cubicBezTo>
                  <a:pt x="981685" y="17666"/>
                  <a:pt x="983336" y="16396"/>
                  <a:pt x="985495" y="15532"/>
                </a:cubicBezTo>
                <a:cubicBezTo>
                  <a:pt x="987527" y="14681"/>
                  <a:pt x="990067" y="14250"/>
                  <a:pt x="992861" y="14250"/>
                </a:cubicBezTo>
                <a:cubicBezTo>
                  <a:pt x="995655" y="14250"/>
                  <a:pt x="998195" y="14707"/>
                  <a:pt x="1000735" y="15608"/>
                </a:cubicBezTo>
                <a:cubicBezTo>
                  <a:pt x="1003275" y="16523"/>
                  <a:pt x="1005307" y="17844"/>
                  <a:pt x="1006958" y="19571"/>
                </a:cubicBezTo>
                <a:lnTo>
                  <a:pt x="1002767" y="23851"/>
                </a:lnTo>
                <a:cubicBezTo>
                  <a:pt x="1000100" y="21222"/>
                  <a:pt x="996798" y="19914"/>
                  <a:pt x="992861" y="19914"/>
                </a:cubicBezTo>
                <a:cubicBezTo>
                  <a:pt x="990448" y="19914"/>
                  <a:pt x="988670" y="20346"/>
                  <a:pt x="987273" y="21210"/>
                </a:cubicBezTo>
                <a:cubicBezTo>
                  <a:pt x="985876" y="22085"/>
                  <a:pt x="985241" y="23394"/>
                  <a:pt x="985241" y="25159"/>
                </a:cubicBezTo>
                <a:cubicBezTo>
                  <a:pt x="985241" y="26327"/>
                  <a:pt x="985622" y="27293"/>
                  <a:pt x="986384" y="28055"/>
                </a:cubicBezTo>
                <a:cubicBezTo>
                  <a:pt x="987273" y="28829"/>
                  <a:pt x="988289" y="29464"/>
                  <a:pt x="989686" y="29973"/>
                </a:cubicBezTo>
                <a:cubicBezTo>
                  <a:pt x="990956" y="30480"/>
                  <a:pt x="992861" y="31090"/>
                  <a:pt x="995401" y="31776"/>
                </a:cubicBezTo>
                <a:cubicBezTo>
                  <a:pt x="997941" y="32500"/>
                  <a:pt x="1000100" y="33262"/>
                  <a:pt x="1001878" y="34049"/>
                </a:cubicBezTo>
                <a:cubicBezTo>
                  <a:pt x="1003529" y="34849"/>
                  <a:pt x="1005053" y="36055"/>
                  <a:pt x="1006323" y="37681"/>
                </a:cubicBezTo>
                <a:cubicBezTo>
                  <a:pt x="1007466" y="39307"/>
                  <a:pt x="1008101" y="41453"/>
                  <a:pt x="1008101" y="44133"/>
                </a:cubicBezTo>
                <a:cubicBezTo>
                  <a:pt x="1008101" y="46610"/>
                  <a:pt x="1007466" y="48743"/>
                  <a:pt x="1006196" y="50533"/>
                </a:cubicBezTo>
                <a:cubicBezTo>
                  <a:pt x="1004926" y="52312"/>
                  <a:pt x="1003148" y="53670"/>
                  <a:pt x="1000862" y="54611"/>
                </a:cubicBezTo>
                <a:cubicBezTo>
                  <a:pt x="998576" y="55538"/>
                  <a:pt x="995909" y="56007"/>
                  <a:pt x="992988" y="56007"/>
                </a:cubicBezTo>
                <a:close/>
                <a:moveTo>
                  <a:pt x="1057250" y="56007"/>
                </a:moveTo>
                <a:cubicBezTo>
                  <a:pt x="1052170" y="56007"/>
                  <a:pt x="1047725" y="54902"/>
                  <a:pt x="1043915" y="52693"/>
                </a:cubicBezTo>
                <a:cubicBezTo>
                  <a:pt x="1039978" y="50483"/>
                  <a:pt x="1037057" y="47334"/>
                  <a:pt x="1034898" y="43256"/>
                </a:cubicBezTo>
                <a:cubicBezTo>
                  <a:pt x="1032739" y="39180"/>
                  <a:pt x="1031596" y="34430"/>
                  <a:pt x="1031596" y="29032"/>
                </a:cubicBezTo>
                <a:cubicBezTo>
                  <a:pt x="1031596" y="23623"/>
                  <a:pt x="1032739" y="18885"/>
                  <a:pt x="1034898" y="14808"/>
                </a:cubicBezTo>
                <a:cubicBezTo>
                  <a:pt x="1037057" y="10744"/>
                  <a:pt x="1039978" y="7595"/>
                  <a:pt x="1043915" y="5385"/>
                </a:cubicBezTo>
                <a:cubicBezTo>
                  <a:pt x="1047725" y="3163"/>
                  <a:pt x="1052170" y="2045"/>
                  <a:pt x="1057250" y="2045"/>
                </a:cubicBezTo>
                <a:cubicBezTo>
                  <a:pt x="1062203" y="2045"/>
                  <a:pt x="1066648" y="3163"/>
                  <a:pt x="1070458" y="5385"/>
                </a:cubicBezTo>
                <a:cubicBezTo>
                  <a:pt x="1074395" y="7595"/>
                  <a:pt x="1077443" y="10744"/>
                  <a:pt x="1079602" y="14808"/>
                </a:cubicBezTo>
                <a:cubicBezTo>
                  <a:pt x="1081761" y="18885"/>
                  <a:pt x="1082777" y="23623"/>
                  <a:pt x="1082777" y="29032"/>
                </a:cubicBezTo>
                <a:cubicBezTo>
                  <a:pt x="1082777" y="34430"/>
                  <a:pt x="1081761" y="39180"/>
                  <a:pt x="1079602" y="43256"/>
                </a:cubicBezTo>
                <a:cubicBezTo>
                  <a:pt x="1077443" y="47334"/>
                  <a:pt x="1074395" y="50483"/>
                  <a:pt x="1070458" y="52693"/>
                </a:cubicBezTo>
                <a:cubicBezTo>
                  <a:pt x="1066648" y="54902"/>
                  <a:pt x="1062203" y="56007"/>
                  <a:pt x="1057250" y="56007"/>
                </a:cubicBezTo>
                <a:close/>
                <a:moveTo>
                  <a:pt x="1038835" y="29032"/>
                </a:moveTo>
                <a:cubicBezTo>
                  <a:pt x="1038835" y="33198"/>
                  <a:pt x="1039597" y="36818"/>
                  <a:pt x="1040994" y="39891"/>
                </a:cubicBezTo>
                <a:cubicBezTo>
                  <a:pt x="1042518" y="42964"/>
                  <a:pt x="1044677" y="45327"/>
                  <a:pt x="1047471" y="46978"/>
                </a:cubicBezTo>
                <a:cubicBezTo>
                  <a:pt x="1050138" y="48629"/>
                  <a:pt x="1053440" y="49454"/>
                  <a:pt x="1057250" y="49454"/>
                </a:cubicBezTo>
                <a:cubicBezTo>
                  <a:pt x="1060933" y="49454"/>
                  <a:pt x="1064235" y="48629"/>
                  <a:pt x="1066902" y="46978"/>
                </a:cubicBezTo>
                <a:cubicBezTo>
                  <a:pt x="1069696" y="45327"/>
                  <a:pt x="1071855" y="42964"/>
                  <a:pt x="1073379" y="39891"/>
                </a:cubicBezTo>
                <a:cubicBezTo>
                  <a:pt x="1074776" y="36818"/>
                  <a:pt x="1075538" y="33198"/>
                  <a:pt x="1075538" y="29032"/>
                </a:cubicBezTo>
                <a:cubicBezTo>
                  <a:pt x="1075538" y="24854"/>
                  <a:pt x="1074776" y="21248"/>
                  <a:pt x="1073379" y="18174"/>
                </a:cubicBezTo>
                <a:cubicBezTo>
                  <a:pt x="1071855" y="15113"/>
                  <a:pt x="1069696" y="12764"/>
                  <a:pt x="1066902" y="11112"/>
                </a:cubicBezTo>
                <a:cubicBezTo>
                  <a:pt x="1064235" y="9461"/>
                  <a:pt x="1060933" y="8636"/>
                  <a:pt x="1057250" y="8636"/>
                </a:cubicBezTo>
                <a:cubicBezTo>
                  <a:pt x="1053440" y="8636"/>
                  <a:pt x="1050138" y="9461"/>
                  <a:pt x="1047471" y="11112"/>
                </a:cubicBezTo>
                <a:cubicBezTo>
                  <a:pt x="1044677" y="12764"/>
                  <a:pt x="1042518" y="15113"/>
                  <a:pt x="1040994" y="18174"/>
                </a:cubicBezTo>
                <a:cubicBezTo>
                  <a:pt x="1039597" y="21248"/>
                  <a:pt x="1038835" y="24854"/>
                  <a:pt x="1038835" y="29032"/>
                </a:cubicBezTo>
                <a:close/>
                <a:moveTo>
                  <a:pt x="1091667" y="15037"/>
                </a:moveTo>
                <a:lnTo>
                  <a:pt x="1098017" y="15037"/>
                </a:lnTo>
                <a:lnTo>
                  <a:pt x="1098017" y="23406"/>
                </a:lnTo>
                <a:lnTo>
                  <a:pt x="1098144" y="23406"/>
                </a:lnTo>
                <a:cubicBezTo>
                  <a:pt x="1099160" y="20803"/>
                  <a:pt x="1100684" y="18631"/>
                  <a:pt x="1102716" y="16879"/>
                </a:cubicBezTo>
                <a:cubicBezTo>
                  <a:pt x="1104748" y="15126"/>
                  <a:pt x="1107542" y="14250"/>
                  <a:pt x="1111225" y="14250"/>
                </a:cubicBezTo>
                <a:cubicBezTo>
                  <a:pt x="1114019" y="14250"/>
                  <a:pt x="1116305" y="14834"/>
                  <a:pt x="1118210" y="16002"/>
                </a:cubicBezTo>
                <a:cubicBezTo>
                  <a:pt x="1120115" y="17171"/>
                  <a:pt x="1121512" y="18821"/>
                  <a:pt x="1122401" y="20955"/>
                </a:cubicBezTo>
                <a:cubicBezTo>
                  <a:pt x="1123290" y="23089"/>
                  <a:pt x="1123798" y="25578"/>
                  <a:pt x="1123798" y="28435"/>
                </a:cubicBezTo>
                <a:lnTo>
                  <a:pt x="1123798" y="55258"/>
                </a:lnTo>
                <a:lnTo>
                  <a:pt x="1117067" y="55258"/>
                </a:lnTo>
                <a:lnTo>
                  <a:pt x="1117067" y="29731"/>
                </a:lnTo>
                <a:cubicBezTo>
                  <a:pt x="1117067" y="26632"/>
                  <a:pt x="1116432" y="24270"/>
                  <a:pt x="1115162" y="22644"/>
                </a:cubicBezTo>
                <a:cubicBezTo>
                  <a:pt x="1113892" y="21019"/>
                  <a:pt x="1111733" y="20206"/>
                  <a:pt x="1108812" y="20206"/>
                </a:cubicBezTo>
                <a:cubicBezTo>
                  <a:pt x="1106653" y="20206"/>
                  <a:pt x="1104875" y="20663"/>
                  <a:pt x="1103224" y="21590"/>
                </a:cubicBezTo>
                <a:cubicBezTo>
                  <a:pt x="1101700" y="22505"/>
                  <a:pt x="1100430" y="23838"/>
                  <a:pt x="1099668" y="25603"/>
                </a:cubicBezTo>
                <a:cubicBezTo>
                  <a:pt x="1098779" y="27369"/>
                  <a:pt x="1098271" y="29477"/>
                  <a:pt x="1098271" y="31928"/>
                </a:cubicBezTo>
                <a:lnTo>
                  <a:pt x="1098271" y="55258"/>
                </a:lnTo>
                <a:lnTo>
                  <a:pt x="1091667" y="55258"/>
                </a:lnTo>
                <a:lnTo>
                  <a:pt x="1091667" y="15037"/>
                </a:lnTo>
                <a:close/>
                <a:moveTo>
                  <a:pt x="1143229" y="55855"/>
                </a:moveTo>
                <a:cubicBezTo>
                  <a:pt x="1141070" y="55855"/>
                  <a:pt x="1139292" y="55487"/>
                  <a:pt x="1137895" y="54776"/>
                </a:cubicBezTo>
                <a:cubicBezTo>
                  <a:pt x="1136498" y="54052"/>
                  <a:pt x="1135609" y="52984"/>
                  <a:pt x="1134974" y="51550"/>
                </a:cubicBezTo>
                <a:cubicBezTo>
                  <a:pt x="1134339" y="50127"/>
                  <a:pt x="1133958" y="48311"/>
                  <a:pt x="1133958" y="46101"/>
                </a:cubicBezTo>
                <a:lnTo>
                  <a:pt x="1133958" y="0"/>
                </a:lnTo>
                <a:lnTo>
                  <a:pt x="1140689" y="0"/>
                </a:lnTo>
                <a:lnTo>
                  <a:pt x="1140689" y="45060"/>
                </a:lnTo>
                <a:cubicBezTo>
                  <a:pt x="1140689" y="46304"/>
                  <a:pt x="1140816" y="47257"/>
                  <a:pt x="1141070" y="47930"/>
                </a:cubicBezTo>
                <a:cubicBezTo>
                  <a:pt x="1141324" y="48603"/>
                  <a:pt x="1141705" y="49073"/>
                  <a:pt x="1142213" y="49365"/>
                </a:cubicBezTo>
                <a:cubicBezTo>
                  <a:pt x="1142721" y="49644"/>
                  <a:pt x="1143483" y="49785"/>
                  <a:pt x="1144499" y="49785"/>
                </a:cubicBezTo>
                <a:cubicBezTo>
                  <a:pt x="1145134" y="49785"/>
                  <a:pt x="1145769" y="49733"/>
                  <a:pt x="1146404" y="49644"/>
                </a:cubicBezTo>
                <a:cubicBezTo>
                  <a:pt x="1147039" y="49543"/>
                  <a:pt x="1147547" y="49429"/>
                  <a:pt x="1148055" y="49302"/>
                </a:cubicBezTo>
                <a:lnTo>
                  <a:pt x="1148055" y="55258"/>
                </a:lnTo>
                <a:cubicBezTo>
                  <a:pt x="1147420" y="55461"/>
                  <a:pt x="1146658" y="55601"/>
                  <a:pt x="1145896" y="55703"/>
                </a:cubicBezTo>
                <a:cubicBezTo>
                  <a:pt x="1145007" y="55804"/>
                  <a:pt x="1144118" y="55855"/>
                  <a:pt x="1143229" y="55855"/>
                </a:cubicBezTo>
                <a:close/>
                <a:moveTo>
                  <a:pt x="1155294" y="71857"/>
                </a:moveTo>
                <a:cubicBezTo>
                  <a:pt x="1153897" y="71857"/>
                  <a:pt x="1152373" y="71755"/>
                  <a:pt x="1150976" y="71552"/>
                </a:cubicBezTo>
                <a:lnTo>
                  <a:pt x="1150976" y="65786"/>
                </a:lnTo>
                <a:cubicBezTo>
                  <a:pt x="1151992" y="66078"/>
                  <a:pt x="1153135" y="66231"/>
                  <a:pt x="1154786" y="66231"/>
                </a:cubicBezTo>
                <a:cubicBezTo>
                  <a:pt x="1156310" y="66231"/>
                  <a:pt x="1157580" y="66040"/>
                  <a:pt x="1158469" y="65660"/>
                </a:cubicBezTo>
                <a:cubicBezTo>
                  <a:pt x="1159485" y="65278"/>
                  <a:pt x="1160374" y="64694"/>
                  <a:pt x="1160882" y="63932"/>
                </a:cubicBezTo>
                <a:cubicBezTo>
                  <a:pt x="1161517" y="63157"/>
                  <a:pt x="1162152" y="62129"/>
                  <a:pt x="1162660" y="60833"/>
                </a:cubicBezTo>
                <a:lnTo>
                  <a:pt x="1164819" y="55144"/>
                </a:lnTo>
                <a:lnTo>
                  <a:pt x="1148690" y="15037"/>
                </a:lnTo>
                <a:lnTo>
                  <a:pt x="1155802" y="15037"/>
                </a:lnTo>
                <a:lnTo>
                  <a:pt x="1164438" y="37288"/>
                </a:lnTo>
                <a:cubicBezTo>
                  <a:pt x="1165073" y="39142"/>
                  <a:pt x="1165835" y="41237"/>
                  <a:pt x="1166597" y="43574"/>
                </a:cubicBezTo>
                <a:cubicBezTo>
                  <a:pt x="1167359" y="45910"/>
                  <a:pt x="1167867" y="47282"/>
                  <a:pt x="1167994" y="47702"/>
                </a:cubicBezTo>
                <a:cubicBezTo>
                  <a:pt x="1168121" y="47358"/>
                  <a:pt x="1168629" y="46038"/>
                  <a:pt x="1169391" y="43765"/>
                </a:cubicBezTo>
                <a:cubicBezTo>
                  <a:pt x="1170534" y="40932"/>
                  <a:pt x="1171169" y="39002"/>
                  <a:pt x="1171550" y="37960"/>
                </a:cubicBezTo>
                <a:lnTo>
                  <a:pt x="1179424" y="15037"/>
                </a:lnTo>
                <a:lnTo>
                  <a:pt x="1186536" y="15037"/>
                </a:lnTo>
                <a:lnTo>
                  <a:pt x="1167994" y="63030"/>
                </a:lnTo>
                <a:cubicBezTo>
                  <a:pt x="1167232" y="65088"/>
                  <a:pt x="1166343" y="66752"/>
                  <a:pt x="1165327" y="67996"/>
                </a:cubicBezTo>
                <a:cubicBezTo>
                  <a:pt x="1164438" y="69253"/>
                  <a:pt x="1163041" y="70206"/>
                  <a:pt x="1161517" y="70866"/>
                </a:cubicBezTo>
                <a:cubicBezTo>
                  <a:pt x="1159866" y="71527"/>
                  <a:pt x="1157834" y="71857"/>
                  <a:pt x="1155294" y="71857"/>
                </a:cubicBezTo>
                <a:close/>
              </a:path>
            </a:pathLst>
          </a:custGeom>
          <a:solidFill>
            <a:srgbClr val="000000">
              <a:alpha val="50196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5175" cy="6858000"/>
          </a:xfrm>
          <a:prstGeom prst="rect">
            <a:avLst/>
          </a:prstGeom>
        </p:spPr>
      </p:pic>
      <p:sp>
        <p:nvSpPr>
          <p:cNvPr id="10" name="Editable vector"/>
          <p:cNvSpPr/>
          <p:nvPr/>
        </p:nvSpPr>
        <p:spPr>
          <a:xfrm>
            <a:off x="4378959" y="1916557"/>
            <a:ext cx="3416046" cy="3762527"/>
          </a:xfrm>
          <a:custGeom>
            <a:avLst/>
            <a:gdLst/>
            <a:ahLst/>
            <a:cxnLst/>
            <a:rect l="0" t="0" r="r" b="b"/>
            <a:pathLst>
              <a:path w="3416047" h="3762527" fill="norm" stroke="0" extrusionOk="0">
                <a:moveTo>
                  <a:pt x="0" y="146304"/>
                </a:moveTo>
                <a:cubicBezTo>
                  <a:pt x="0" y="65532"/>
                  <a:pt x="65405" y="0"/>
                  <a:pt x="146177" y="0"/>
                </a:cubicBezTo>
                <a:lnTo>
                  <a:pt x="3269869" y="0"/>
                </a:lnTo>
                <a:cubicBezTo>
                  <a:pt x="3350641" y="0"/>
                  <a:pt x="3416047" y="65532"/>
                  <a:pt x="3416047" y="146304"/>
                </a:cubicBezTo>
                <a:lnTo>
                  <a:pt x="3416047" y="3616325"/>
                </a:lnTo>
                <a:cubicBezTo>
                  <a:pt x="3416047" y="3697046"/>
                  <a:pt x="3350641" y="3762527"/>
                  <a:pt x="3269869" y="3762527"/>
                </a:cubicBezTo>
                <a:lnTo>
                  <a:pt x="146177" y="3762527"/>
                </a:lnTo>
                <a:cubicBezTo>
                  <a:pt x="65405" y="3762527"/>
                  <a:pt x="0" y="3697046"/>
                  <a:pt x="0" y="3616325"/>
                </a:cubicBezTo>
                <a:lnTo>
                  <a:pt x="0" y="146304"/>
                </a:lnTo>
                <a:close/>
              </a:path>
            </a:pathLst>
          </a:custGeom>
          <a:solidFill>
            <a:srgbClr val="D1EFFF">
              <a:alpha val="50196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Editable vector"/>
          <p:cNvSpPr/>
          <p:nvPr/>
        </p:nvSpPr>
        <p:spPr>
          <a:xfrm>
            <a:off x="765492" y="1916557"/>
            <a:ext cx="3416109" cy="3762527"/>
          </a:xfrm>
          <a:custGeom>
            <a:avLst/>
            <a:gdLst/>
            <a:ahLst/>
            <a:cxnLst/>
            <a:rect l="0" t="0" r="r" b="b"/>
            <a:pathLst>
              <a:path w="3416110" h="3762527" fill="norm" stroke="0" extrusionOk="0">
                <a:moveTo>
                  <a:pt x="0" y="146304"/>
                </a:moveTo>
                <a:cubicBezTo>
                  <a:pt x="0" y="65532"/>
                  <a:pt x="65481" y="0"/>
                  <a:pt x="146253" y="0"/>
                </a:cubicBezTo>
                <a:lnTo>
                  <a:pt x="3269805" y="0"/>
                </a:lnTo>
                <a:cubicBezTo>
                  <a:pt x="3350578" y="0"/>
                  <a:pt x="3416110" y="65532"/>
                  <a:pt x="3416110" y="146304"/>
                </a:cubicBezTo>
                <a:lnTo>
                  <a:pt x="3416110" y="3616325"/>
                </a:lnTo>
                <a:cubicBezTo>
                  <a:pt x="3416110" y="3697046"/>
                  <a:pt x="3350578" y="3762527"/>
                  <a:pt x="3269805" y="3762527"/>
                </a:cubicBezTo>
                <a:lnTo>
                  <a:pt x="146253" y="3762527"/>
                </a:lnTo>
                <a:cubicBezTo>
                  <a:pt x="65481" y="3762527"/>
                  <a:pt x="0" y="3697046"/>
                  <a:pt x="0" y="3616325"/>
                </a:cubicBezTo>
                <a:lnTo>
                  <a:pt x="0" y="146304"/>
                </a:lnTo>
                <a:close/>
              </a:path>
            </a:pathLst>
          </a:custGeom>
          <a:solidFill>
            <a:srgbClr val="D1EFFF">
              <a:alpha val="50196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Editable vector"/>
          <p:cNvSpPr/>
          <p:nvPr/>
        </p:nvSpPr>
        <p:spPr>
          <a:xfrm>
            <a:off x="8013572" y="1907540"/>
            <a:ext cx="3416045" cy="3762488"/>
          </a:xfrm>
          <a:custGeom>
            <a:avLst/>
            <a:gdLst/>
            <a:ahLst/>
            <a:cxnLst/>
            <a:rect l="0" t="0" r="r" b="b"/>
            <a:pathLst>
              <a:path w="3416046" h="3762489" fill="norm" stroke="0" extrusionOk="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3269869" y="0"/>
                </a:lnTo>
                <a:cubicBezTo>
                  <a:pt x="3350641" y="0"/>
                  <a:pt x="3416046" y="65532"/>
                  <a:pt x="3416046" y="146304"/>
                </a:cubicBezTo>
                <a:lnTo>
                  <a:pt x="3416046" y="3616198"/>
                </a:lnTo>
                <a:cubicBezTo>
                  <a:pt x="3416046" y="3697008"/>
                  <a:pt x="3350641" y="3762489"/>
                  <a:pt x="3269869" y="3762489"/>
                </a:cubicBezTo>
                <a:lnTo>
                  <a:pt x="146304" y="3762489"/>
                </a:lnTo>
                <a:cubicBezTo>
                  <a:pt x="65532" y="3762489"/>
                  <a:pt x="0" y="3697008"/>
                  <a:pt x="0" y="3616198"/>
                </a:cubicBezTo>
                <a:lnTo>
                  <a:pt x="0" y="146304"/>
                </a:lnTo>
                <a:close/>
              </a:path>
            </a:pathLst>
          </a:custGeom>
          <a:solidFill>
            <a:srgbClr val="DFD7FF">
              <a:alpha val="29020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Editable vector"/>
          <p:cNvSpPr/>
          <p:nvPr/>
        </p:nvSpPr>
        <p:spPr>
          <a:xfrm>
            <a:off x="765492" y="1714627"/>
            <a:ext cx="3416109" cy="353313"/>
          </a:xfrm>
          <a:custGeom>
            <a:avLst/>
            <a:gdLst/>
            <a:ahLst/>
            <a:cxnLst/>
            <a:rect l="0" t="0" r="r" b="b"/>
            <a:pathLst>
              <a:path w="3416110" h="353314" fill="norm" stroke="0" extrusionOk="0">
                <a:moveTo>
                  <a:pt x="29477" y="0"/>
                </a:moveTo>
                <a:lnTo>
                  <a:pt x="3386646" y="0"/>
                </a:lnTo>
                <a:cubicBezTo>
                  <a:pt x="3402901" y="0"/>
                  <a:pt x="3416110" y="13208"/>
                  <a:pt x="3416110" y="29464"/>
                </a:cubicBezTo>
                <a:lnTo>
                  <a:pt x="3416110" y="353314"/>
                </a:lnTo>
                <a:lnTo>
                  <a:pt x="0" y="353314"/>
                </a:lnTo>
                <a:lnTo>
                  <a:pt x="0" y="29464"/>
                </a:lnTo>
                <a:cubicBezTo>
                  <a:pt x="0" y="13208"/>
                  <a:pt x="13195" y="0"/>
                  <a:pt x="29477" y="0"/>
                </a:cubicBez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Editable vector"/>
          <p:cNvSpPr/>
          <p:nvPr/>
        </p:nvSpPr>
        <p:spPr>
          <a:xfrm>
            <a:off x="4378959" y="1714627"/>
            <a:ext cx="3416046" cy="353313"/>
          </a:xfrm>
          <a:custGeom>
            <a:avLst/>
            <a:gdLst/>
            <a:ahLst/>
            <a:cxnLst/>
            <a:rect l="0" t="0" r="r" b="b"/>
            <a:pathLst>
              <a:path w="3416047" h="353314" fill="norm" stroke="0" extrusionOk="0">
                <a:moveTo>
                  <a:pt x="29464" y="0"/>
                </a:moveTo>
                <a:lnTo>
                  <a:pt x="3386582" y="0"/>
                </a:lnTo>
                <a:cubicBezTo>
                  <a:pt x="3402838" y="0"/>
                  <a:pt x="3416047" y="13208"/>
                  <a:pt x="3416047" y="29464"/>
                </a:cubicBezTo>
                <a:lnTo>
                  <a:pt x="3416047" y="353314"/>
                </a:lnTo>
                <a:lnTo>
                  <a:pt x="0" y="353314"/>
                </a:lnTo>
                <a:lnTo>
                  <a:pt x="0" y="29464"/>
                </a:lnTo>
                <a:cubicBezTo>
                  <a:pt x="0" y="13208"/>
                  <a:pt x="13208" y="0"/>
                  <a:pt x="29464" y="0"/>
                </a:cubicBez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Editable vector"/>
          <p:cNvSpPr/>
          <p:nvPr/>
        </p:nvSpPr>
        <p:spPr>
          <a:xfrm>
            <a:off x="8013572" y="1714627"/>
            <a:ext cx="3416045" cy="353313"/>
          </a:xfrm>
          <a:custGeom>
            <a:avLst/>
            <a:gdLst/>
            <a:ahLst/>
            <a:cxnLst/>
            <a:rect l="0" t="0" r="r" b="b"/>
            <a:pathLst>
              <a:path w="3416046" h="353314" fill="norm" stroke="0" extrusionOk="0">
                <a:moveTo>
                  <a:pt x="29464" y="0"/>
                </a:moveTo>
                <a:lnTo>
                  <a:pt x="3386582" y="0"/>
                </a:lnTo>
                <a:cubicBezTo>
                  <a:pt x="3402965" y="0"/>
                  <a:pt x="3416046" y="13208"/>
                  <a:pt x="3416046" y="29464"/>
                </a:cubicBezTo>
                <a:lnTo>
                  <a:pt x="3416046" y="353314"/>
                </a:lnTo>
                <a:lnTo>
                  <a:pt x="0" y="353314"/>
                </a:lnTo>
                <a:lnTo>
                  <a:pt x="0" y="29464"/>
                </a:lnTo>
                <a:cubicBezTo>
                  <a:pt x="0" y="13208"/>
                  <a:pt x="13208" y="0"/>
                  <a:pt x="29464" y="0"/>
                </a:cubicBezTo>
                <a:close/>
              </a:path>
            </a:pathLst>
          </a:custGeom>
          <a:solidFill>
            <a:srgbClr val="5D36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2184" y="5055146"/>
            <a:ext cx="1604772" cy="382485"/>
          </a:xfrm>
          <a:prstGeom prst="rect">
            <a:avLst/>
          </a:prstGeom>
        </p:spPr>
      </p:pic>
      <p:sp>
        <p:nvSpPr>
          <p:cNvPr id="40" name="Editable vector"/>
          <p:cNvSpPr/>
          <p:nvPr/>
        </p:nvSpPr>
        <p:spPr>
          <a:xfrm>
            <a:off x="5336285" y="5109082"/>
            <a:ext cx="1501394" cy="280543"/>
          </a:xfrm>
          <a:custGeom>
            <a:avLst/>
            <a:gdLst/>
            <a:ahLst/>
            <a:cxnLst/>
            <a:rect l="0" t="0" r="r" b="b"/>
            <a:pathLst>
              <a:path w="1501394" h="280543" fill="norm" stroke="0" extrusionOk="0">
                <a:moveTo>
                  <a:pt x="0" y="140208"/>
                </a:moveTo>
                <a:cubicBezTo>
                  <a:pt x="0" y="62738"/>
                  <a:pt x="62738" y="0"/>
                  <a:pt x="140208" y="0"/>
                </a:cubicBezTo>
                <a:lnTo>
                  <a:pt x="1361186" y="0"/>
                </a:lnTo>
                <a:cubicBezTo>
                  <a:pt x="1438656" y="0"/>
                  <a:pt x="1501394" y="62738"/>
                  <a:pt x="1501394" y="140208"/>
                </a:cubicBezTo>
                <a:cubicBezTo>
                  <a:pt x="1501394" y="217678"/>
                  <a:pt x="1438656" y="280543"/>
                  <a:pt x="1361186" y="280543"/>
                </a:cubicBezTo>
                <a:lnTo>
                  <a:pt x="140208" y="280543"/>
                </a:lnTo>
                <a:cubicBezTo>
                  <a:pt x="62738" y="280543"/>
                  <a:pt x="0" y="217678"/>
                  <a:pt x="0" y="140208"/>
                </a:cubicBez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8779" y="5055146"/>
            <a:ext cx="1604772" cy="382485"/>
          </a:xfrm>
          <a:prstGeom prst="rect">
            <a:avLst/>
          </a:prstGeom>
        </p:spPr>
      </p:pic>
      <p:sp>
        <p:nvSpPr>
          <p:cNvPr id="43" name="Editable vector"/>
          <p:cNvSpPr/>
          <p:nvPr/>
        </p:nvSpPr>
        <p:spPr>
          <a:xfrm>
            <a:off x="1722882" y="5109082"/>
            <a:ext cx="1501394" cy="280543"/>
          </a:xfrm>
          <a:custGeom>
            <a:avLst/>
            <a:gdLst/>
            <a:ahLst/>
            <a:cxnLst/>
            <a:rect l="0" t="0" r="r" b="b"/>
            <a:pathLst>
              <a:path w="1501394" h="280543" fill="norm" stroke="0" extrusionOk="0">
                <a:moveTo>
                  <a:pt x="0" y="140208"/>
                </a:moveTo>
                <a:cubicBezTo>
                  <a:pt x="0" y="62738"/>
                  <a:pt x="62738" y="0"/>
                  <a:pt x="140208" y="0"/>
                </a:cubicBezTo>
                <a:lnTo>
                  <a:pt x="1361059" y="0"/>
                </a:lnTo>
                <a:cubicBezTo>
                  <a:pt x="1438529" y="0"/>
                  <a:pt x="1501394" y="62738"/>
                  <a:pt x="1501394" y="140208"/>
                </a:cubicBezTo>
                <a:cubicBezTo>
                  <a:pt x="1501394" y="217678"/>
                  <a:pt x="1438529" y="280543"/>
                  <a:pt x="1361059" y="280543"/>
                </a:cubicBezTo>
                <a:lnTo>
                  <a:pt x="140208" y="280543"/>
                </a:lnTo>
                <a:cubicBezTo>
                  <a:pt x="62738" y="280543"/>
                  <a:pt x="0" y="217678"/>
                  <a:pt x="0" y="140208"/>
                </a:cubicBez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Editable vector"/>
          <p:cNvSpPr/>
          <p:nvPr/>
        </p:nvSpPr>
        <p:spPr>
          <a:xfrm>
            <a:off x="8970898" y="5108955"/>
            <a:ext cx="1501394" cy="280542"/>
          </a:xfrm>
          <a:custGeom>
            <a:avLst/>
            <a:gdLst/>
            <a:ahLst/>
            <a:cxnLst/>
            <a:rect l="0" t="0" r="r" b="b"/>
            <a:pathLst>
              <a:path w="1501394" h="280543" fill="norm" stroke="0" extrusionOk="0">
                <a:moveTo>
                  <a:pt x="0" y="140335"/>
                </a:moveTo>
                <a:cubicBezTo>
                  <a:pt x="0" y="62865"/>
                  <a:pt x="62865" y="0"/>
                  <a:pt x="140335" y="0"/>
                </a:cubicBezTo>
                <a:lnTo>
                  <a:pt x="1361186" y="0"/>
                </a:lnTo>
                <a:cubicBezTo>
                  <a:pt x="1438656" y="0"/>
                  <a:pt x="1501394" y="62865"/>
                  <a:pt x="1501394" y="140335"/>
                </a:cubicBezTo>
                <a:cubicBezTo>
                  <a:pt x="1501394" y="217805"/>
                  <a:pt x="1438656" y="280543"/>
                  <a:pt x="1361186" y="280543"/>
                </a:cubicBezTo>
                <a:lnTo>
                  <a:pt x="140335" y="280543"/>
                </a:lnTo>
                <a:cubicBezTo>
                  <a:pt x="62865" y="280543"/>
                  <a:pt x="0" y="217805"/>
                  <a:pt x="0" y="140335"/>
                </a:cubicBezTo>
                <a:close/>
              </a:path>
            </a:pathLst>
          </a:custGeom>
          <a:solidFill>
            <a:srgbClr val="5D36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5859" y="4509516"/>
            <a:ext cx="1868423" cy="77723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34600" y="139700"/>
            <a:ext cx="1295400" cy="1295400"/>
          </a:xfrm>
          <a:prstGeom prst="rect">
            <a:avLst/>
          </a:prstGeom>
        </p:spPr>
      </p:pic>
      <p:sp>
        <p:nvSpPr>
          <p:cNvPr id="51" name="Editable vector"/>
          <p:cNvSpPr/>
          <p:nvPr/>
        </p:nvSpPr>
        <p:spPr>
          <a:xfrm>
            <a:off x="8825230" y="4520692"/>
            <a:ext cx="1792731" cy="12"/>
          </a:xfrm>
          <a:custGeom>
            <a:avLst/>
            <a:gdLst/>
            <a:ahLst/>
            <a:cxnLst/>
            <a:rect l="0" t="0" r="r" b="b"/>
            <a:pathLst>
              <a:path w="1792732" h="13" fill="none" stroke="1" extrusionOk="0">
                <a:moveTo>
                  <a:pt x="0" y="0"/>
                </a:moveTo>
                <a:lnTo>
                  <a:pt x="1792732" y="0"/>
                </a:lnTo>
              </a:path>
            </a:pathLst>
          </a:custGeom>
          <a:noFill/>
          <a:ln w="3175" cap="flat">
            <a:solidFill>
              <a:srgbClr val="B894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7716" y="4500371"/>
            <a:ext cx="1868424" cy="77723"/>
          </a:xfrm>
          <a:prstGeom prst="rect">
            <a:avLst/>
          </a:prstGeom>
        </p:spPr>
      </p:pic>
      <p:sp>
        <p:nvSpPr>
          <p:cNvPr id="53" name="Editable vector"/>
          <p:cNvSpPr/>
          <p:nvPr/>
        </p:nvSpPr>
        <p:spPr>
          <a:xfrm>
            <a:off x="1577213" y="4512055"/>
            <a:ext cx="1792732" cy="12"/>
          </a:xfrm>
          <a:custGeom>
            <a:avLst/>
            <a:gdLst/>
            <a:ahLst/>
            <a:cxnLst/>
            <a:rect l="0" t="0" r="r" b="b"/>
            <a:pathLst>
              <a:path w="1792732" h="13" fill="none" stroke="1" extrusionOk="0">
                <a:moveTo>
                  <a:pt x="0" y="0"/>
                </a:moveTo>
                <a:lnTo>
                  <a:pt x="1792732" y="0"/>
                </a:lnTo>
              </a:path>
            </a:pathLst>
          </a:custGeom>
          <a:noFill/>
          <a:ln w="3175" cap="flat">
            <a:solidFill>
              <a:srgbClr val="1B90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51120" y="4500371"/>
            <a:ext cx="1868423" cy="77723"/>
          </a:xfrm>
          <a:prstGeom prst="rect">
            <a:avLst/>
          </a:prstGeom>
        </p:spPr>
      </p:pic>
      <p:sp>
        <p:nvSpPr>
          <p:cNvPr id="58" name="Editable vector"/>
          <p:cNvSpPr/>
          <p:nvPr/>
        </p:nvSpPr>
        <p:spPr>
          <a:xfrm>
            <a:off x="5190616" y="4512055"/>
            <a:ext cx="1792732" cy="12"/>
          </a:xfrm>
          <a:custGeom>
            <a:avLst/>
            <a:gdLst/>
            <a:ahLst/>
            <a:cxnLst/>
            <a:rect l="0" t="0" r="r" b="b"/>
            <a:pathLst>
              <a:path w="1792732" h="13" fill="none" stroke="1" extrusionOk="0">
                <a:moveTo>
                  <a:pt x="0" y="0"/>
                </a:moveTo>
                <a:lnTo>
                  <a:pt x="1792732" y="0"/>
                </a:lnTo>
              </a:path>
            </a:pathLst>
          </a:custGeom>
          <a:noFill/>
          <a:ln w="3175" cap="flat">
            <a:solidFill>
              <a:srgbClr val="1B90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0579" y="156959"/>
            <a:ext cx="368820" cy="368820"/>
          </a:xfrm>
          <a:prstGeom prst="rect">
            <a:avLst/>
          </a:prstGeom>
        </p:spPr>
      </p:pic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29300" y="1892300"/>
            <a:ext cx="63500" cy="25400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91811" y="106705"/>
            <a:ext cx="463283" cy="528802"/>
          </a:xfrm>
          <a:prstGeom prst="rect">
            <a:avLst/>
          </a:prstGeom>
        </p:spPr>
      </p:pic>
      <p:sp>
        <p:nvSpPr>
          <p:cNvPr id="70" name="Editable vector"/>
          <p:cNvSpPr/>
          <p:nvPr/>
        </p:nvSpPr>
        <p:spPr>
          <a:xfrm>
            <a:off x="4698365" y="215265"/>
            <a:ext cx="257175" cy="256285"/>
          </a:xfrm>
          <a:custGeom>
            <a:avLst/>
            <a:gdLst/>
            <a:ahLst/>
            <a:cxnLst/>
            <a:rect l="0" t="0" r="r" b="b"/>
            <a:pathLst>
              <a:path w="257175" h="256286" fill="norm" stroke="1" extrusionOk="0">
                <a:moveTo>
                  <a:pt x="0" y="42672"/>
                </a:moveTo>
                <a:cubicBezTo>
                  <a:pt x="0" y="19177"/>
                  <a:pt x="19050" y="0"/>
                  <a:pt x="42672" y="0"/>
                </a:cubicBezTo>
                <a:lnTo>
                  <a:pt x="214503" y="0"/>
                </a:lnTo>
                <a:cubicBezTo>
                  <a:pt x="238125" y="0"/>
                  <a:pt x="257175" y="19177"/>
                  <a:pt x="257175" y="42672"/>
                </a:cubicBezTo>
                <a:lnTo>
                  <a:pt x="257175" y="213487"/>
                </a:lnTo>
                <a:cubicBezTo>
                  <a:pt x="257175" y="237109"/>
                  <a:pt x="238125" y="256286"/>
                  <a:pt x="214503" y="256286"/>
                </a:cubicBezTo>
                <a:lnTo>
                  <a:pt x="42672" y="256286"/>
                </a:lnTo>
                <a:cubicBezTo>
                  <a:pt x="19050" y="256286"/>
                  <a:pt x="0" y="237109"/>
                  <a:pt x="0" y="213487"/>
                </a:cubicBezTo>
                <a:lnTo>
                  <a:pt x="0" y="42672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Editable vector"/>
          <p:cNvSpPr/>
          <p:nvPr/>
        </p:nvSpPr>
        <p:spPr>
          <a:xfrm>
            <a:off x="3352291" y="6711505"/>
            <a:ext cx="5416296" cy="16763"/>
          </a:xfrm>
          <a:custGeom>
            <a:avLst/>
            <a:gdLst/>
            <a:ahLst/>
            <a:cxnLst/>
            <a:rect l="0" t="0" r="r" b="b"/>
            <a:pathLst>
              <a:path w="5416296" h="16763" fill="norm" stroke="0" extrusionOk="0">
                <a:moveTo>
                  <a:pt x="0" y="0"/>
                </a:moveTo>
                <a:lnTo>
                  <a:pt x="1354074" y="0"/>
                </a:lnTo>
                <a:lnTo>
                  <a:pt x="2708148" y="0"/>
                </a:lnTo>
                <a:lnTo>
                  <a:pt x="4062222" y="0"/>
                </a:lnTo>
                <a:lnTo>
                  <a:pt x="5416296" y="0"/>
                </a:lnTo>
                <a:lnTo>
                  <a:pt x="5416296" y="16763"/>
                </a:lnTo>
                <a:lnTo>
                  <a:pt x="4062222" y="16763"/>
                </a:lnTo>
                <a:lnTo>
                  <a:pt x="2708148" y="16763"/>
                </a:lnTo>
                <a:lnTo>
                  <a:pt x="1354074" y="16763"/>
                </a:lnTo>
                <a:lnTo>
                  <a:pt x="0" y="16763"/>
                </a:lnTo>
                <a:lnTo>
                  <a:pt x="0" y="0"/>
                </a:lnTo>
                <a:close/>
              </a:path>
            </a:pathLst>
          </a:custGeom>
          <a:solidFill>
            <a:srgbClr val="467886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Editable text — 19"/>
          <p:cNvSpPr txBox="1"/>
          <p:nvPr/>
        </p:nvSpPr>
        <p:spPr>
          <a:xfrm>
            <a:off x="11568938" y="6546075"/>
            <a:ext cx="185839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38">
                <a:solidFill>
                  <a:srgbClr val="000000"/>
                </a:solidFill>
                <a:latin typeface="Arial"/>
              </a:rPr>
              <a:t>19</a:t>
            </a:r>
          </a:p>
        </p:txBody>
      </p:sp>
      <p:sp>
        <p:nvSpPr>
          <p:cNvPr id="4" name="Editable text — INTERNAL – SAP and Partners Only"/>
          <p:cNvSpPr txBox="1"/>
          <p:nvPr/>
        </p:nvSpPr>
        <p:spPr>
          <a:xfrm>
            <a:off x="224942" y="6544223"/>
            <a:ext cx="1516838" cy="170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6" b="0" i="0" spc="1">
                <a:solidFill>
                  <a:srgbClr val="000000"/>
                </a:solidFill>
                <a:latin typeface="Arial"/>
              </a:rPr>
              <a:t>INTERNAL – SAP and Partners Only</a:t>
            </a:r>
          </a:p>
        </p:txBody>
      </p:sp>
      <p:sp>
        <p:nvSpPr>
          <p:cNvPr id="7" name="Editable text — 19"/>
          <p:cNvSpPr txBox="1"/>
          <p:nvPr/>
        </p:nvSpPr>
        <p:spPr>
          <a:xfrm>
            <a:off x="11562842" y="6546075"/>
            <a:ext cx="191058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3">
                <a:solidFill>
                  <a:srgbClr val="000000"/>
                </a:solidFill>
                <a:latin typeface="Arial"/>
              </a:rPr>
              <a:t>19</a:t>
            </a:r>
          </a:p>
        </p:txBody>
      </p:sp>
      <p:sp>
        <p:nvSpPr>
          <p:cNvPr id="8" name="Editable text — SAP Business AI commercial model — custom-built AI"/>
          <p:cNvSpPr txBox="1"/>
          <p:nvPr/>
        </p:nvSpPr>
        <p:spPr>
          <a:xfrm>
            <a:off x="827836" y="610059"/>
            <a:ext cx="8847289" cy="57073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795" b="1" i="0" spc="-69">
                <a:solidFill>
                  <a:srgbClr val="002A86"/>
                </a:solidFill>
                <a:latin typeface="Arial"/>
              </a:rPr>
              <a:t>SAP Business AI commercial model — custom-built AI</a:t>
            </a:r>
          </a:p>
        </p:txBody>
      </p:sp>
      <p:sp>
        <p:nvSpPr>
          <p:cNvPr id="9" name="Editable text — How customer-built AI is enabled at design time and paid for"/>
          <p:cNvSpPr txBox="1"/>
          <p:nvPr/>
        </p:nvSpPr>
        <p:spPr>
          <a:xfrm>
            <a:off x="1707133" y="1113155"/>
            <a:ext cx="7085025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0" i="0" spc="-18">
                <a:solidFill>
                  <a:srgbClr val="002A86"/>
                </a:solidFill>
                <a:latin typeface="Arial"/>
              </a:rPr>
              <a:t>How customer-built AI is enabled at design time and paid for at runtime</a:t>
            </a:r>
          </a:p>
        </p:txBody>
      </p:sp>
      <p:sp>
        <p:nvSpPr>
          <p:cNvPr id="16" name="Editable text — Joule Work"/>
          <p:cNvSpPr txBox="1"/>
          <p:nvPr/>
        </p:nvSpPr>
        <p:spPr>
          <a:xfrm>
            <a:off x="2005838" y="1794558"/>
            <a:ext cx="996942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24">
                <a:solidFill>
                  <a:srgbClr val="FFFFFF"/>
                </a:solidFill>
                <a:latin typeface="Arial"/>
              </a:rPr>
              <a:t>Joule Work</a:t>
            </a:r>
          </a:p>
        </p:txBody>
      </p:sp>
      <p:sp>
        <p:nvSpPr>
          <p:cNvPr id="17" name="Editable text — Design"/>
          <p:cNvSpPr txBox="1"/>
          <p:nvPr/>
        </p:nvSpPr>
        <p:spPr>
          <a:xfrm>
            <a:off x="5267833" y="1794558"/>
            <a:ext cx="623565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54">
                <a:solidFill>
                  <a:srgbClr val="FFFFFF"/>
                </a:solidFill>
                <a:latin typeface="Arial"/>
              </a:rPr>
              <a:t>Design</a:t>
            </a:r>
          </a:p>
        </p:txBody>
      </p:sp>
      <p:sp>
        <p:nvSpPr>
          <p:cNvPr id="18" name="Editable text — -"/>
          <p:cNvSpPr txBox="1"/>
          <p:nvPr/>
        </p:nvSpPr>
        <p:spPr>
          <a:xfrm>
            <a:off x="5828665" y="1794558"/>
            <a:ext cx="122876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>
                <a:solidFill>
                  <a:srgbClr val="000000">
                    <a:alpha val="0"/>
                  </a:srgbClr>
                </a:solidFill>
                <a:latin typeface="Arial"/>
              </a:rPr>
              <a:t>-</a:t>
            </a:r>
          </a:p>
        </p:txBody>
      </p:sp>
      <p:sp>
        <p:nvSpPr>
          <p:cNvPr id="19" name="Editable text — Time tooling"/>
          <p:cNvSpPr txBox="1"/>
          <p:nvPr/>
        </p:nvSpPr>
        <p:spPr>
          <a:xfrm>
            <a:off x="5888101" y="1794558"/>
            <a:ext cx="1082172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29">
                <a:solidFill>
                  <a:srgbClr val="FFFFFF"/>
                </a:solidFill>
                <a:latin typeface="Arial"/>
              </a:rPr>
              <a:t>Time tooling</a:t>
            </a:r>
          </a:p>
        </p:txBody>
      </p:sp>
      <p:sp>
        <p:nvSpPr>
          <p:cNvPr id="20" name="Editable text — Joule Studio runtime"/>
          <p:cNvSpPr txBox="1"/>
          <p:nvPr/>
        </p:nvSpPr>
        <p:spPr>
          <a:xfrm>
            <a:off x="8861170" y="1794558"/>
            <a:ext cx="1784883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21">
                <a:solidFill>
                  <a:srgbClr val="FFFFFF"/>
                </a:solidFill>
                <a:latin typeface="Arial"/>
              </a:rPr>
              <a:t>Joule Studio runtime</a:t>
            </a:r>
          </a:p>
        </p:txBody>
      </p:sp>
      <p:sp>
        <p:nvSpPr>
          <p:cNvPr id="21" name="Editable text — For shared experiences, "/>
          <p:cNvSpPr txBox="1"/>
          <p:nvPr/>
        </p:nvSpPr>
        <p:spPr>
          <a:xfrm>
            <a:off x="1555369" y="3223435"/>
            <a:ext cx="1938764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33">
                <a:solidFill>
                  <a:srgbClr val="000000"/>
                </a:solidFill>
                <a:latin typeface="Arial"/>
              </a:rPr>
              <a:t>For shared experiences, </a:t>
            </a:r>
          </a:p>
        </p:txBody>
      </p:sp>
      <p:sp>
        <p:nvSpPr>
          <p:cNvPr id="22" name="Editable text — approvals, dev spaces, Agent "/>
          <p:cNvSpPr txBox="1"/>
          <p:nvPr/>
        </p:nvSpPr>
        <p:spPr>
          <a:xfrm>
            <a:off x="1358772" y="3436795"/>
            <a:ext cx="2332647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34">
                <a:solidFill>
                  <a:srgbClr val="000000"/>
                </a:solidFill>
                <a:latin typeface="Arial"/>
              </a:rPr>
              <a:t>approvals, dev spaces, Agent </a:t>
            </a:r>
          </a:p>
        </p:txBody>
      </p:sp>
      <p:sp>
        <p:nvSpPr>
          <p:cNvPr id="23" name="Editable text — Hub, MCP builder, and BTP-"/>
          <p:cNvSpPr txBox="1"/>
          <p:nvPr/>
        </p:nvSpPr>
        <p:spPr>
          <a:xfrm>
            <a:off x="1407541" y="3650409"/>
            <a:ext cx="2196368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40">
                <a:solidFill>
                  <a:srgbClr val="000000"/>
                </a:solidFill>
                <a:latin typeface="Arial"/>
              </a:rPr>
              <a:t>Hub, MCP builder, and BTP-</a:t>
            </a:r>
          </a:p>
        </p:txBody>
      </p:sp>
      <p:sp>
        <p:nvSpPr>
          <p:cNvPr id="24" name="Editable text — hosted apps/extensions"/>
          <p:cNvSpPr txBox="1"/>
          <p:nvPr/>
        </p:nvSpPr>
        <p:spPr>
          <a:xfrm>
            <a:off x="1546225" y="3863769"/>
            <a:ext cx="1916119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8">
                <a:solidFill>
                  <a:srgbClr val="000000"/>
                </a:solidFill>
                <a:latin typeface="Arial"/>
              </a:rPr>
              <a:t>hosted apps/extensions</a:t>
            </a:r>
          </a:p>
        </p:txBody>
      </p:sp>
      <p:sp>
        <p:nvSpPr>
          <p:cNvPr id="25" name="Editable text — Tooling for building and testing "/>
          <p:cNvSpPr txBox="1"/>
          <p:nvPr/>
        </p:nvSpPr>
        <p:spPr>
          <a:xfrm>
            <a:off x="4913121" y="3222165"/>
            <a:ext cx="2450688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22">
                <a:solidFill>
                  <a:srgbClr val="000000"/>
                </a:solidFill>
                <a:latin typeface="Arial"/>
              </a:rPr>
              <a:t>Tooling for building and testing </a:t>
            </a:r>
          </a:p>
        </p:txBody>
      </p:sp>
      <p:sp>
        <p:nvSpPr>
          <p:cNvPr id="26" name="Editable text — agents, apps, and workflows, with "/>
          <p:cNvSpPr txBox="1"/>
          <p:nvPr/>
        </p:nvSpPr>
        <p:spPr>
          <a:xfrm>
            <a:off x="4817109" y="3435525"/>
            <a:ext cx="2643439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32">
                <a:solidFill>
                  <a:srgbClr val="000000"/>
                </a:solidFill>
                <a:latin typeface="Arial"/>
              </a:rPr>
              <a:t>agents, apps, and workflows, with </a:t>
            </a:r>
          </a:p>
        </p:txBody>
      </p:sp>
      <p:sp>
        <p:nvSpPr>
          <p:cNvPr id="27" name="Editable text — AI-assisted development under "/>
          <p:cNvSpPr txBox="1"/>
          <p:nvPr/>
        </p:nvSpPr>
        <p:spPr>
          <a:xfrm>
            <a:off x="4879594" y="3648885"/>
            <a:ext cx="2524479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13">
                <a:solidFill>
                  <a:srgbClr val="000000"/>
                </a:solidFill>
                <a:latin typeface="Arial"/>
              </a:rPr>
              <a:t>AI-assisted development under </a:t>
            </a:r>
          </a:p>
        </p:txBody>
      </p:sp>
      <p:sp>
        <p:nvSpPr>
          <p:cNvPr id="28" name="Editable text — fair-use limits"/>
          <p:cNvSpPr txBox="1"/>
          <p:nvPr/>
        </p:nvSpPr>
        <p:spPr>
          <a:xfrm>
            <a:off x="5582411" y="3862245"/>
            <a:ext cx="1072452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23">
                <a:solidFill>
                  <a:srgbClr val="000000"/>
                </a:solidFill>
                <a:latin typeface="Arial"/>
              </a:rPr>
              <a:t>fair-use limits</a:t>
            </a:r>
          </a:p>
        </p:txBody>
      </p:sp>
      <p:sp>
        <p:nvSpPr>
          <p:cNvPr id="29" name="Editable text — Productive runtime for custom-built "/>
          <p:cNvSpPr txBox="1"/>
          <p:nvPr/>
        </p:nvSpPr>
        <p:spPr>
          <a:xfrm>
            <a:off x="8363457" y="3114955"/>
            <a:ext cx="2822616" cy="3060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6" b="0" i="0" spc="-11">
                <a:solidFill>
                  <a:srgbClr val="000000"/>
                </a:solidFill>
                <a:latin typeface="Arial"/>
              </a:rPr>
              <a:t>Productive runtime for custom-built </a:t>
            </a:r>
          </a:p>
        </p:txBody>
      </p:sp>
      <p:sp>
        <p:nvSpPr>
          <p:cNvPr id="30" name="Editable text — agents, apps, workflows, and "/>
          <p:cNvSpPr txBox="1"/>
          <p:nvPr/>
        </p:nvSpPr>
        <p:spPr>
          <a:xfrm>
            <a:off x="8631681" y="3328845"/>
            <a:ext cx="2286820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35">
                <a:solidFill>
                  <a:srgbClr val="000000"/>
                </a:solidFill>
                <a:latin typeface="Arial"/>
              </a:rPr>
              <a:t>agents, apps, workflows, and </a:t>
            </a:r>
          </a:p>
        </p:txBody>
      </p:sp>
      <p:sp>
        <p:nvSpPr>
          <p:cNvPr id="31" name="Editable text — extensions, billed on resource "/>
          <p:cNvSpPr txBox="1"/>
          <p:nvPr/>
        </p:nvSpPr>
        <p:spPr>
          <a:xfrm>
            <a:off x="8578342" y="3542205"/>
            <a:ext cx="2390775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21">
                <a:solidFill>
                  <a:srgbClr val="000000"/>
                </a:solidFill>
                <a:latin typeface="Arial"/>
              </a:rPr>
              <a:t>extensions, billed on resource </a:t>
            </a:r>
          </a:p>
        </p:txBody>
      </p:sp>
      <p:sp>
        <p:nvSpPr>
          <p:cNvPr id="32" name="Editable text — consumption across Compute, "/>
          <p:cNvSpPr txBox="1"/>
          <p:nvPr/>
        </p:nvSpPr>
        <p:spPr>
          <a:xfrm>
            <a:off x="8549385" y="3755565"/>
            <a:ext cx="2450151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21">
                <a:solidFill>
                  <a:srgbClr val="000000"/>
                </a:solidFill>
                <a:latin typeface="Arial"/>
              </a:rPr>
              <a:t>consumption across Compute, </a:t>
            </a:r>
          </a:p>
        </p:txBody>
      </p:sp>
      <p:sp>
        <p:nvSpPr>
          <p:cNvPr id="33" name="Editable text — Storage, Transactions, and AI Tokens"/>
          <p:cNvSpPr txBox="1"/>
          <p:nvPr/>
        </p:nvSpPr>
        <p:spPr>
          <a:xfrm>
            <a:off x="8339073" y="3968925"/>
            <a:ext cx="2828698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51">
                <a:solidFill>
                  <a:srgbClr val="000000"/>
                </a:solidFill>
                <a:latin typeface="Arial"/>
              </a:rPr>
              <a:t>Storage, Transactions, and AI Tokens</a:t>
            </a:r>
          </a:p>
        </p:txBody>
      </p:sp>
      <p:sp>
        <p:nvSpPr>
          <p:cNvPr id="34" name="Editable text — Access layer"/>
          <p:cNvSpPr txBox="1"/>
          <p:nvPr/>
        </p:nvSpPr>
        <p:spPr>
          <a:xfrm>
            <a:off x="1964689" y="2533952"/>
            <a:ext cx="1080211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53">
                <a:solidFill>
                  <a:srgbClr val="000000"/>
                </a:solidFill>
                <a:latin typeface="Arial"/>
              </a:rPr>
              <a:t>Access layer</a:t>
            </a:r>
          </a:p>
        </p:txBody>
      </p:sp>
      <p:sp>
        <p:nvSpPr>
          <p:cNvPr id="35" name="Editable text — Full authoring environment"/>
          <p:cNvSpPr txBox="1"/>
          <p:nvPr/>
        </p:nvSpPr>
        <p:spPr>
          <a:xfrm>
            <a:off x="4974971" y="2533952"/>
            <a:ext cx="2291100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25">
                <a:solidFill>
                  <a:srgbClr val="000000"/>
                </a:solidFill>
                <a:latin typeface="Arial"/>
              </a:rPr>
              <a:t>Full authoring environment</a:t>
            </a:r>
          </a:p>
        </p:txBody>
      </p:sp>
      <p:sp>
        <p:nvSpPr>
          <p:cNvPr id="36" name="Editable text — Productive runtime where custom-"/>
          <p:cNvSpPr txBox="1"/>
          <p:nvPr/>
        </p:nvSpPr>
        <p:spPr>
          <a:xfrm>
            <a:off x="8307069" y="2320592"/>
            <a:ext cx="2893762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26">
                <a:solidFill>
                  <a:srgbClr val="000000"/>
                </a:solidFill>
                <a:latin typeface="Arial"/>
              </a:rPr>
              <a:t>Productive runtime where custom-</a:t>
            </a:r>
          </a:p>
        </p:txBody>
      </p:sp>
      <p:sp>
        <p:nvSpPr>
          <p:cNvPr id="37" name="Editable text — built agents, apps, "/>
          <p:cNvSpPr txBox="1"/>
          <p:nvPr/>
        </p:nvSpPr>
        <p:spPr>
          <a:xfrm>
            <a:off x="8982202" y="2533952"/>
            <a:ext cx="1585180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39">
                <a:solidFill>
                  <a:srgbClr val="000000"/>
                </a:solidFill>
                <a:latin typeface="Arial"/>
              </a:rPr>
              <a:t>built agents, apps, </a:t>
            </a:r>
          </a:p>
        </p:txBody>
      </p:sp>
      <p:sp>
        <p:nvSpPr>
          <p:cNvPr id="38" name="Editable text — and workflows actually run"/>
          <p:cNvSpPr txBox="1"/>
          <p:nvPr/>
        </p:nvSpPr>
        <p:spPr>
          <a:xfrm>
            <a:off x="8617966" y="2747312"/>
            <a:ext cx="2270593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26">
                <a:solidFill>
                  <a:srgbClr val="000000"/>
                </a:solidFill>
                <a:latin typeface="Arial"/>
              </a:rPr>
              <a:t>and workflows actually run</a:t>
            </a:r>
          </a:p>
        </p:txBody>
      </p:sp>
      <p:sp>
        <p:nvSpPr>
          <p:cNvPr id="41" name="Editable text — Free"/>
          <p:cNvSpPr txBox="1"/>
          <p:nvPr/>
        </p:nvSpPr>
        <p:spPr>
          <a:xfrm>
            <a:off x="5928359" y="5168899"/>
            <a:ext cx="380644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-13">
                <a:solidFill>
                  <a:srgbClr val="FFFFFF"/>
                </a:solidFill>
                <a:latin typeface="Arial"/>
              </a:rPr>
              <a:t>Free</a:t>
            </a:r>
          </a:p>
        </p:txBody>
      </p:sp>
      <p:sp>
        <p:nvSpPr>
          <p:cNvPr id="44" name="Editable text — Free"/>
          <p:cNvSpPr txBox="1"/>
          <p:nvPr/>
        </p:nvSpPr>
        <p:spPr>
          <a:xfrm>
            <a:off x="2314320" y="5168899"/>
            <a:ext cx="380644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-13">
                <a:solidFill>
                  <a:srgbClr val="FFFFFF"/>
                </a:solidFill>
                <a:latin typeface="Arial"/>
              </a:rPr>
              <a:t>Free</a:t>
            </a:r>
          </a:p>
        </p:txBody>
      </p:sp>
      <p:sp>
        <p:nvSpPr>
          <p:cNvPr id="46" name="Editable text — Paid"/>
          <p:cNvSpPr txBox="1"/>
          <p:nvPr/>
        </p:nvSpPr>
        <p:spPr>
          <a:xfrm>
            <a:off x="9565513" y="5168899"/>
            <a:ext cx="378052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-19">
                <a:solidFill>
                  <a:srgbClr val="FFFFFF"/>
                </a:solidFill>
                <a:latin typeface="Arial"/>
              </a:rPr>
              <a:t>Paid</a:t>
            </a:r>
          </a:p>
        </p:txBody>
      </p:sp>
      <p:sp>
        <p:nvSpPr>
          <p:cNvPr id="47" name="Editable text — BTPEA, CPEA (pending "/>
          <p:cNvSpPr txBox="1"/>
          <p:nvPr/>
        </p:nvSpPr>
        <p:spPr>
          <a:xfrm>
            <a:off x="9126346" y="4605083"/>
            <a:ext cx="1282166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1" i="0" spc="-38">
                <a:solidFill>
                  <a:srgbClr val="5D36FF"/>
                </a:solidFill>
                <a:latin typeface="Arial"/>
              </a:rPr>
              <a:t>BTPEA, CPEA (pending </a:t>
            </a:r>
          </a:p>
        </p:txBody>
      </p:sp>
      <p:sp>
        <p:nvSpPr>
          <p:cNvPr id="48" name="Editable text — approval), or PAYG "/>
          <p:cNvSpPr txBox="1"/>
          <p:nvPr/>
        </p:nvSpPr>
        <p:spPr>
          <a:xfrm>
            <a:off x="9217786" y="4742243"/>
            <a:ext cx="109791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1" i="0" spc="-20">
                <a:solidFill>
                  <a:srgbClr val="5D36FF"/>
                </a:solidFill>
                <a:latin typeface="Arial"/>
              </a:rPr>
              <a:t>approval), or PAYG </a:t>
            </a:r>
          </a:p>
        </p:txBody>
      </p:sp>
      <p:sp>
        <p:nvSpPr>
          <p:cNvPr id="54" name="Editable text — Usage of AI capabilities for intent-based "/>
          <p:cNvSpPr txBox="1"/>
          <p:nvPr/>
        </p:nvSpPr>
        <p:spPr>
          <a:xfrm>
            <a:off x="5044185" y="4629213"/>
            <a:ext cx="2198434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1" i="0" spc="-14">
                <a:solidFill>
                  <a:srgbClr val="0070F2"/>
                </a:solidFill>
                <a:latin typeface="Arial"/>
              </a:rPr>
              <a:t>Usage of AI capabilities for intent-based </a:t>
            </a:r>
          </a:p>
        </p:txBody>
      </p:sp>
      <p:sp>
        <p:nvSpPr>
          <p:cNvPr id="55" name="Editable text — development is subject to fair-use limits; "/>
          <p:cNvSpPr txBox="1"/>
          <p:nvPr/>
        </p:nvSpPr>
        <p:spPr>
          <a:xfrm>
            <a:off x="5033517" y="4766373"/>
            <a:ext cx="2219807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1" i="0" spc="-17">
                <a:solidFill>
                  <a:srgbClr val="0070F2"/>
                </a:solidFill>
                <a:latin typeface="Arial"/>
              </a:rPr>
              <a:t>development is subject to fair-use limits; </a:t>
            </a:r>
          </a:p>
        </p:txBody>
      </p:sp>
      <p:sp>
        <p:nvSpPr>
          <p:cNvPr id="56" name="Editable text — beyond these limits, additional pricing applies"/>
          <p:cNvSpPr txBox="1"/>
          <p:nvPr/>
        </p:nvSpPr>
        <p:spPr>
          <a:xfrm>
            <a:off x="4882260" y="4903787"/>
            <a:ext cx="2495232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1" i="0" spc="-13">
                <a:solidFill>
                  <a:srgbClr val="0070F2"/>
                </a:solidFill>
                <a:latin typeface="Arial"/>
              </a:rPr>
              <a:t>beyond these limits, additional pricing applies</a:t>
            </a:r>
          </a:p>
        </p:txBody>
      </p:sp>
      <p:sp>
        <p:nvSpPr>
          <p:cNvPr id="59" name="Editable text — Under a time-bound promotion, running custom agents will rem"/>
          <p:cNvSpPr txBox="1"/>
          <p:nvPr/>
        </p:nvSpPr>
        <p:spPr>
          <a:xfrm>
            <a:off x="863803" y="6079106"/>
            <a:ext cx="10528689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29">
                <a:solidFill>
                  <a:srgbClr val="5D36FF"/>
                </a:solidFill>
                <a:latin typeface="Arial"/>
              </a:rPr>
              <a:t>Under a time-bound promotion, running custom agents will remain free through 2026 across both BAF and Joule Studio runtime.</a:t>
            </a:r>
          </a:p>
        </p:txBody>
      </p:sp>
      <p:sp>
        <p:nvSpPr>
          <p:cNvPr id="60" name="Editable text — Premium spaces / experiences "/>
          <p:cNvSpPr txBox="1"/>
          <p:nvPr/>
        </p:nvSpPr>
        <p:spPr>
          <a:xfrm>
            <a:off x="1712341" y="4629213"/>
            <a:ext cx="1707477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1" i="0" spc="-15">
                <a:solidFill>
                  <a:srgbClr val="0070F2"/>
                </a:solidFill>
                <a:latin typeface="Arial"/>
              </a:rPr>
              <a:t>Premium spaces / experiences </a:t>
            </a:r>
          </a:p>
        </p:txBody>
      </p:sp>
      <p:sp>
        <p:nvSpPr>
          <p:cNvPr id="61" name="Editable text — may be priced in the future."/>
          <p:cNvSpPr txBox="1"/>
          <p:nvPr/>
        </p:nvSpPr>
        <p:spPr>
          <a:xfrm>
            <a:off x="1799208" y="4766373"/>
            <a:ext cx="150688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1" i="0" spc="-14">
                <a:solidFill>
                  <a:srgbClr val="0070F2"/>
                </a:solidFill>
                <a:latin typeface="Arial"/>
              </a:rPr>
              <a:t>may be priced in the future.</a:t>
            </a:r>
          </a:p>
        </p:txBody>
      </p:sp>
      <p:sp>
        <p:nvSpPr>
          <p:cNvPr id="62" name="Editable text — Free "/>
          <p:cNvSpPr txBox="1"/>
          <p:nvPr/>
        </p:nvSpPr>
        <p:spPr>
          <a:xfrm>
            <a:off x="10602214" y="355013"/>
            <a:ext cx="474678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30">
                <a:solidFill>
                  <a:srgbClr val="FFFFFF"/>
                </a:solidFill>
                <a:latin typeface="Arial"/>
              </a:rPr>
              <a:t>Free </a:t>
            </a:r>
          </a:p>
        </p:txBody>
      </p:sp>
      <p:sp>
        <p:nvSpPr>
          <p:cNvPr id="63" name="Editable text — Promotion "/>
          <p:cNvSpPr txBox="1"/>
          <p:nvPr/>
        </p:nvSpPr>
        <p:spPr>
          <a:xfrm>
            <a:off x="10350754" y="568373"/>
            <a:ext cx="977862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23">
                <a:solidFill>
                  <a:srgbClr val="FFFFFF"/>
                </a:solidFill>
                <a:latin typeface="Arial"/>
              </a:rPr>
              <a:t>Promotion </a:t>
            </a:r>
          </a:p>
        </p:txBody>
      </p:sp>
      <p:sp>
        <p:nvSpPr>
          <p:cNvPr id="64" name="Editable text — Until end of "/>
          <p:cNvSpPr txBox="1"/>
          <p:nvPr/>
        </p:nvSpPr>
        <p:spPr>
          <a:xfrm>
            <a:off x="10404093" y="872489"/>
            <a:ext cx="86542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0" spc="-7">
                <a:solidFill>
                  <a:srgbClr val="FFFFFF"/>
                </a:solidFill>
                <a:latin typeface="Arial"/>
              </a:rPr>
              <a:t>Until end of </a:t>
            </a:r>
          </a:p>
        </p:txBody>
      </p:sp>
      <p:sp>
        <p:nvSpPr>
          <p:cNvPr id="65" name="Editable text — 2026"/>
          <p:cNvSpPr txBox="1"/>
          <p:nvPr/>
        </p:nvSpPr>
        <p:spPr>
          <a:xfrm>
            <a:off x="10623550" y="1055369"/>
            <a:ext cx="392225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0" spc="-27">
                <a:solidFill>
                  <a:srgbClr val="FFFFFF"/>
                </a:solidFill>
                <a:latin typeface="Arial"/>
              </a:rPr>
              <a:t>2026</a:t>
            </a:r>
          </a:p>
        </p:txBody>
      </p:sp>
      <p:sp>
        <p:nvSpPr>
          <p:cNvPr id="66" name="Editable text — SAP Business AI Platform "/>
          <p:cNvSpPr txBox="1"/>
          <p:nvPr/>
        </p:nvSpPr>
        <p:spPr>
          <a:xfrm>
            <a:off x="5087111" y="232340"/>
            <a:ext cx="2446884" cy="3425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8" b="1" i="0" spc="-62">
                <a:solidFill>
                  <a:srgbClr val="002986"/>
                </a:solidFill>
                <a:latin typeface="Arial"/>
              </a:rPr>
              <a:t>SAP Business AI Platform </a:t>
            </a:r>
          </a:p>
        </p:txBody>
      </p:sp>
      <p:sp>
        <p:nvSpPr>
          <p:cNvPr id="71" name="Editable text — 4"/>
          <p:cNvSpPr txBox="1"/>
          <p:nvPr/>
        </p:nvSpPr>
        <p:spPr>
          <a:xfrm>
            <a:off x="4767960" y="236298"/>
            <a:ext cx="180047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1" i="0">
                <a:solidFill>
                  <a:srgbClr val="002986"/>
                </a:solidFill>
                <a:latin typeface="Arial"/>
              </a:rPr>
              <a:t>4</a:t>
            </a:r>
          </a:p>
        </p:txBody>
      </p:sp>
      <p:sp>
        <p:nvSpPr>
          <p:cNvPr id="73" name="Editable text — SAP Business AI Commercial Model - Deck for Partner"/>
          <p:cNvSpPr txBox="1"/>
          <p:nvPr/>
        </p:nvSpPr>
        <p:spPr>
          <a:xfrm>
            <a:off x="3352800" y="6481372"/>
            <a:ext cx="5483310" cy="38145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2" b="0" i="0" spc="-24">
                <a:solidFill>
                  <a:srgbClr val="467886"/>
                </a:solidFill>
                <a:latin typeface="Arial"/>
                <a:hlinkClick r:id="rId13"/>
              </a:rPr>
              <a:t>SAP Business AI Commercial Model - Deck for Partner</a:t>
            </a:r>
          </a:p>
        </p:txBody>
      </p:sp>
      <p:sp>
        <p:nvSpPr>
          <p:cNvPr id="74" name="Editable text — PUBLIC"/>
          <p:cNvSpPr txBox="1"/>
          <p:nvPr/>
        </p:nvSpPr>
        <p:spPr>
          <a:xfrm>
            <a:off x="281940" y="6590857"/>
            <a:ext cx="381711" cy="170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6" b="0" i="0" spc="-2">
                <a:solidFill>
                  <a:srgbClr val="000000"/>
                </a:solidFill>
                <a:latin typeface="Arial"/>
              </a:rPr>
              <a:t>PUBLIC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"/>
          <p:cNvSpPr/>
          <p:nvPr/>
        </p:nvSpPr>
        <p:spPr>
          <a:xfrm>
            <a:off x="0" y="0"/>
            <a:ext cx="12195175" cy="6858000"/>
          </a:xfrm>
          <a:custGeom>
            <a:avLst/>
            <a:gdLst/>
            <a:ahLst/>
            <a:cxnLst/>
            <a:rect l="0" t="0" r="r" b="b"/>
            <a:pathLst>
              <a:path w="12195175" h="6858000" fill="norm" stroke="0" extrusionOk="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BF9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Editable vector"/>
          <p:cNvSpPr/>
          <p:nvPr/>
        </p:nvSpPr>
        <p:spPr>
          <a:xfrm>
            <a:off x="531876" y="6537959"/>
            <a:ext cx="348995" cy="161544"/>
          </a:xfrm>
          <a:custGeom>
            <a:avLst/>
            <a:gdLst/>
            <a:ahLst/>
            <a:cxnLst/>
            <a:rect l="0" t="0" r="r" b="b"/>
            <a:pathLst>
              <a:path w="348996" h="161544" fill="none" stroke="1" extrusionOk="0">
                <a:moveTo>
                  <a:pt x="0" y="0"/>
                </a:moveTo>
                <a:lnTo>
                  <a:pt x="348996" y="0"/>
                </a:lnTo>
                <a:lnTo>
                  <a:pt x="348996" y="161544"/>
                </a:lnTo>
                <a:lnTo>
                  <a:pt x="0" y="161544"/>
                </a:lnTo>
                <a:close/>
              </a:path>
            </a:pathLst>
          </a:custGeom>
          <a:noFill/>
          <a:ln w="1778" cap="flat">
            <a:solidFill>
              <a:srgbClr val="000000">
                <a:alpha val="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Editable vector"/>
          <p:cNvSpPr/>
          <p:nvPr/>
        </p:nvSpPr>
        <p:spPr>
          <a:xfrm>
            <a:off x="506628" y="6582778"/>
            <a:ext cx="1186535" cy="71856"/>
          </a:xfrm>
          <a:custGeom>
            <a:avLst/>
            <a:gdLst/>
            <a:ahLst/>
            <a:cxnLst/>
            <a:rect l="0" t="0" r="r" b="b"/>
            <a:pathLst>
              <a:path w="1186536" h="71857" fill="norm" stroke="0" extrusionOk="0">
                <a:moveTo>
                  <a:pt x="0" y="2832"/>
                </a:moveTo>
                <a:lnTo>
                  <a:pt x="0" y="55258"/>
                </a:lnTo>
                <a:lnTo>
                  <a:pt x="7074" y="55258"/>
                </a:lnTo>
                <a:lnTo>
                  <a:pt x="7074" y="2832"/>
                </a:lnTo>
                <a:close/>
                <a:moveTo>
                  <a:pt x="19812" y="2832"/>
                </a:moveTo>
                <a:lnTo>
                  <a:pt x="28181" y="2832"/>
                </a:lnTo>
                <a:lnTo>
                  <a:pt x="54712" y="47410"/>
                </a:lnTo>
                <a:cubicBezTo>
                  <a:pt x="54661" y="46266"/>
                  <a:pt x="54610" y="44717"/>
                  <a:pt x="54572" y="42761"/>
                </a:cubicBezTo>
                <a:cubicBezTo>
                  <a:pt x="54521" y="40793"/>
                  <a:pt x="54496" y="38862"/>
                  <a:pt x="54496" y="36957"/>
                </a:cubicBezTo>
                <a:lnTo>
                  <a:pt x="54496" y="2832"/>
                </a:lnTo>
                <a:lnTo>
                  <a:pt x="60820" y="2832"/>
                </a:lnTo>
                <a:lnTo>
                  <a:pt x="60820" y="55258"/>
                </a:lnTo>
                <a:lnTo>
                  <a:pt x="52108" y="55258"/>
                </a:lnTo>
                <a:lnTo>
                  <a:pt x="25921" y="11202"/>
                </a:lnTo>
                <a:cubicBezTo>
                  <a:pt x="25972" y="12345"/>
                  <a:pt x="26010" y="13894"/>
                  <a:pt x="26060" y="15837"/>
                </a:cubicBezTo>
                <a:cubicBezTo>
                  <a:pt x="26111" y="17780"/>
                  <a:pt x="26137" y="19724"/>
                  <a:pt x="26137" y="21654"/>
                </a:cubicBezTo>
                <a:lnTo>
                  <a:pt x="26137" y="55258"/>
                </a:lnTo>
                <a:lnTo>
                  <a:pt x="19812" y="55258"/>
                </a:lnTo>
                <a:lnTo>
                  <a:pt x="19812" y="2832"/>
                </a:lnTo>
                <a:close/>
                <a:moveTo>
                  <a:pt x="84125" y="9385"/>
                </a:moveTo>
                <a:lnTo>
                  <a:pt x="67653" y="9385"/>
                </a:lnTo>
                <a:lnTo>
                  <a:pt x="67653" y="2832"/>
                </a:lnTo>
                <a:lnTo>
                  <a:pt x="107683" y="2832"/>
                </a:lnTo>
                <a:lnTo>
                  <a:pt x="107683" y="9385"/>
                </a:lnTo>
                <a:lnTo>
                  <a:pt x="91199" y="9385"/>
                </a:lnTo>
                <a:lnTo>
                  <a:pt x="91199" y="55258"/>
                </a:lnTo>
                <a:lnTo>
                  <a:pt x="84125" y="55258"/>
                </a:lnTo>
                <a:lnTo>
                  <a:pt x="84125" y="9385"/>
                </a:lnTo>
                <a:close/>
                <a:moveTo>
                  <a:pt x="114300" y="2832"/>
                </a:moveTo>
                <a:lnTo>
                  <a:pt x="147980" y="2832"/>
                </a:lnTo>
                <a:lnTo>
                  <a:pt x="147980" y="9385"/>
                </a:lnTo>
                <a:lnTo>
                  <a:pt x="121374" y="9385"/>
                </a:lnTo>
                <a:lnTo>
                  <a:pt x="121374" y="25083"/>
                </a:lnTo>
                <a:lnTo>
                  <a:pt x="145783" y="25083"/>
                </a:lnTo>
                <a:lnTo>
                  <a:pt x="145783" y="31483"/>
                </a:lnTo>
                <a:lnTo>
                  <a:pt x="121374" y="31483"/>
                </a:lnTo>
                <a:lnTo>
                  <a:pt x="121374" y="48705"/>
                </a:lnTo>
                <a:lnTo>
                  <a:pt x="149504" y="48705"/>
                </a:lnTo>
                <a:lnTo>
                  <a:pt x="149504" y="55258"/>
                </a:lnTo>
                <a:lnTo>
                  <a:pt x="114300" y="55258"/>
                </a:lnTo>
                <a:lnTo>
                  <a:pt x="114300" y="2832"/>
                </a:lnTo>
                <a:close/>
                <a:moveTo>
                  <a:pt x="158496" y="2832"/>
                </a:moveTo>
                <a:lnTo>
                  <a:pt x="178626" y="2832"/>
                </a:lnTo>
                <a:cubicBezTo>
                  <a:pt x="182550" y="2832"/>
                  <a:pt x="185877" y="3442"/>
                  <a:pt x="188633" y="4674"/>
                </a:cubicBezTo>
                <a:cubicBezTo>
                  <a:pt x="191389" y="5906"/>
                  <a:pt x="193485" y="7671"/>
                  <a:pt x="194907" y="9996"/>
                </a:cubicBezTo>
                <a:cubicBezTo>
                  <a:pt x="196329" y="12319"/>
                  <a:pt x="197041" y="15088"/>
                  <a:pt x="197041" y="18314"/>
                </a:cubicBezTo>
                <a:cubicBezTo>
                  <a:pt x="197041" y="20613"/>
                  <a:pt x="196596" y="22797"/>
                  <a:pt x="195707" y="24854"/>
                </a:cubicBezTo>
                <a:cubicBezTo>
                  <a:pt x="194818" y="26912"/>
                  <a:pt x="193408" y="28702"/>
                  <a:pt x="191478" y="30214"/>
                </a:cubicBezTo>
                <a:cubicBezTo>
                  <a:pt x="189560" y="31725"/>
                  <a:pt x="187122" y="32766"/>
                  <a:pt x="184175" y="33338"/>
                </a:cubicBezTo>
                <a:lnTo>
                  <a:pt x="199200" y="55258"/>
                </a:lnTo>
                <a:lnTo>
                  <a:pt x="190944" y="55258"/>
                </a:lnTo>
                <a:lnTo>
                  <a:pt x="177254" y="34240"/>
                </a:lnTo>
                <a:lnTo>
                  <a:pt x="165570" y="34240"/>
                </a:lnTo>
                <a:lnTo>
                  <a:pt x="165570" y="55258"/>
                </a:lnTo>
                <a:lnTo>
                  <a:pt x="158496" y="55258"/>
                </a:lnTo>
                <a:lnTo>
                  <a:pt x="158496" y="2832"/>
                </a:lnTo>
                <a:close/>
                <a:moveTo>
                  <a:pt x="178143" y="27915"/>
                </a:moveTo>
                <a:cubicBezTo>
                  <a:pt x="180797" y="27915"/>
                  <a:pt x="183007" y="27496"/>
                  <a:pt x="184785" y="26657"/>
                </a:cubicBezTo>
                <a:cubicBezTo>
                  <a:pt x="186563" y="25832"/>
                  <a:pt x="187871" y="24702"/>
                  <a:pt x="188709" y="23279"/>
                </a:cubicBezTo>
                <a:cubicBezTo>
                  <a:pt x="189548" y="21857"/>
                  <a:pt x="189979" y="20219"/>
                  <a:pt x="189979" y="18390"/>
                </a:cubicBezTo>
                <a:cubicBezTo>
                  <a:pt x="189979" y="15380"/>
                  <a:pt x="188925" y="13119"/>
                  <a:pt x="186817" y="11595"/>
                </a:cubicBezTo>
                <a:cubicBezTo>
                  <a:pt x="184709" y="10071"/>
                  <a:pt x="181712" y="9310"/>
                  <a:pt x="177851" y="9310"/>
                </a:cubicBezTo>
                <a:lnTo>
                  <a:pt x="165570" y="9310"/>
                </a:lnTo>
                <a:lnTo>
                  <a:pt x="165570" y="27915"/>
                </a:lnTo>
                <a:lnTo>
                  <a:pt x="178143" y="27915"/>
                </a:lnTo>
                <a:close/>
                <a:moveTo>
                  <a:pt x="207264" y="2832"/>
                </a:moveTo>
                <a:lnTo>
                  <a:pt x="215633" y="2832"/>
                </a:lnTo>
                <a:lnTo>
                  <a:pt x="242164" y="47410"/>
                </a:lnTo>
                <a:cubicBezTo>
                  <a:pt x="242113" y="46266"/>
                  <a:pt x="242062" y="44717"/>
                  <a:pt x="242024" y="42761"/>
                </a:cubicBezTo>
                <a:cubicBezTo>
                  <a:pt x="241973" y="40793"/>
                  <a:pt x="241948" y="38862"/>
                  <a:pt x="241948" y="36957"/>
                </a:cubicBezTo>
                <a:lnTo>
                  <a:pt x="241948" y="2832"/>
                </a:lnTo>
                <a:lnTo>
                  <a:pt x="248272" y="2832"/>
                </a:lnTo>
                <a:lnTo>
                  <a:pt x="248272" y="55258"/>
                </a:lnTo>
                <a:lnTo>
                  <a:pt x="239560" y="55258"/>
                </a:lnTo>
                <a:lnTo>
                  <a:pt x="213373" y="11202"/>
                </a:lnTo>
                <a:cubicBezTo>
                  <a:pt x="213424" y="12345"/>
                  <a:pt x="213462" y="13894"/>
                  <a:pt x="213512" y="15837"/>
                </a:cubicBezTo>
                <a:cubicBezTo>
                  <a:pt x="213563" y="17780"/>
                  <a:pt x="213589" y="19724"/>
                  <a:pt x="213589" y="21654"/>
                </a:cubicBezTo>
                <a:lnTo>
                  <a:pt x="213589" y="55258"/>
                </a:lnTo>
                <a:lnTo>
                  <a:pt x="207264" y="55258"/>
                </a:lnTo>
                <a:lnTo>
                  <a:pt x="207264" y="2832"/>
                </a:lnTo>
                <a:close/>
                <a:moveTo>
                  <a:pt x="274079" y="2832"/>
                </a:moveTo>
                <a:lnTo>
                  <a:pt x="282181" y="2832"/>
                </a:lnTo>
                <a:lnTo>
                  <a:pt x="301904" y="55258"/>
                </a:lnTo>
                <a:lnTo>
                  <a:pt x="294500" y="55258"/>
                </a:lnTo>
                <a:lnTo>
                  <a:pt x="289547" y="41085"/>
                </a:lnTo>
                <a:lnTo>
                  <a:pt x="266560" y="41085"/>
                </a:lnTo>
                <a:lnTo>
                  <a:pt x="261607" y="55258"/>
                </a:lnTo>
                <a:lnTo>
                  <a:pt x="254356" y="55258"/>
                </a:lnTo>
                <a:lnTo>
                  <a:pt x="274079" y="2832"/>
                </a:lnTo>
                <a:close/>
                <a:moveTo>
                  <a:pt x="287401" y="34900"/>
                </a:moveTo>
                <a:lnTo>
                  <a:pt x="281178" y="17158"/>
                </a:lnTo>
                <a:cubicBezTo>
                  <a:pt x="280607" y="15545"/>
                  <a:pt x="280048" y="13932"/>
                  <a:pt x="279489" y="12319"/>
                </a:cubicBezTo>
                <a:cubicBezTo>
                  <a:pt x="278930" y="10706"/>
                  <a:pt x="278448" y="9322"/>
                  <a:pt x="278054" y="8154"/>
                </a:cubicBezTo>
                <a:cubicBezTo>
                  <a:pt x="277660" y="9322"/>
                  <a:pt x="277178" y="10706"/>
                  <a:pt x="276619" y="12319"/>
                </a:cubicBezTo>
                <a:cubicBezTo>
                  <a:pt x="276060" y="13932"/>
                  <a:pt x="275501" y="15545"/>
                  <a:pt x="274930" y="17158"/>
                </a:cubicBezTo>
                <a:lnTo>
                  <a:pt x="268719" y="34900"/>
                </a:lnTo>
                <a:lnTo>
                  <a:pt x="287401" y="34900"/>
                </a:lnTo>
                <a:close/>
                <a:moveTo>
                  <a:pt x="307848" y="2832"/>
                </a:moveTo>
                <a:lnTo>
                  <a:pt x="314922" y="2832"/>
                </a:lnTo>
                <a:lnTo>
                  <a:pt x="314922" y="48705"/>
                </a:lnTo>
                <a:lnTo>
                  <a:pt x="339179" y="48705"/>
                </a:lnTo>
                <a:lnTo>
                  <a:pt x="339179" y="55258"/>
                </a:lnTo>
                <a:lnTo>
                  <a:pt x="307848" y="55258"/>
                </a:lnTo>
                <a:lnTo>
                  <a:pt x="307848" y="2832"/>
                </a:lnTo>
                <a:close/>
                <a:moveTo>
                  <a:pt x="362268" y="32410"/>
                </a:moveTo>
                <a:lnTo>
                  <a:pt x="362268" y="37580"/>
                </a:lnTo>
                <a:lnTo>
                  <a:pt x="404609" y="37580"/>
                </a:lnTo>
                <a:lnTo>
                  <a:pt x="404609" y="32410"/>
                </a:lnTo>
                <a:close/>
                <a:moveTo>
                  <a:pt x="446773" y="56007"/>
                </a:moveTo>
                <a:cubicBezTo>
                  <a:pt x="442481" y="56007"/>
                  <a:pt x="438696" y="55309"/>
                  <a:pt x="435407" y="53911"/>
                </a:cubicBezTo>
                <a:cubicBezTo>
                  <a:pt x="432118" y="52528"/>
                  <a:pt x="429387" y="50432"/>
                  <a:pt x="427203" y="47625"/>
                </a:cubicBezTo>
                <a:lnTo>
                  <a:pt x="432041" y="42787"/>
                </a:lnTo>
                <a:cubicBezTo>
                  <a:pt x="433210" y="44260"/>
                  <a:pt x="434429" y="45492"/>
                  <a:pt x="435724" y="46495"/>
                </a:cubicBezTo>
                <a:cubicBezTo>
                  <a:pt x="437007" y="47498"/>
                  <a:pt x="438556" y="48299"/>
                  <a:pt x="440373" y="48895"/>
                </a:cubicBezTo>
                <a:cubicBezTo>
                  <a:pt x="442189" y="49492"/>
                  <a:pt x="444322" y="49785"/>
                  <a:pt x="446773" y="49785"/>
                </a:cubicBezTo>
                <a:cubicBezTo>
                  <a:pt x="449199" y="49785"/>
                  <a:pt x="451371" y="49479"/>
                  <a:pt x="453288" y="48870"/>
                </a:cubicBezTo>
                <a:cubicBezTo>
                  <a:pt x="455193" y="48273"/>
                  <a:pt x="456705" y="47320"/>
                  <a:pt x="457822" y="46025"/>
                </a:cubicBezTo>
                <a:cubicBezTo>
                  <a:pt x="458940" y="44742"/>
                  <a:pt x="459499" y="43117"/>
                  <a:pt x="459499" y="41161"/>
                </a:cubicBezTo>
                <a:cubicBezTo>
                  <a:pt x="459499" y="39192"/>
                  <a:pt x="458915" y="37605"/>
                  <a:pt x="457746" y="36399"/>
                </a:cubicBezTo>
                <a:cubicBezTo>
                  <a:pt x="456578" y="35179"/>
                  <a:pt x="455104" y="34227"/>
                  <a:pt x="453326" y="33541"/>
                </a:cubicBezTo>
                <a:cubicBezTo>
                  <a:pt x="451536" y="32868"/>
                  <a:pt x="449161" y="32157"/>
                  <a:pt x="446215" y="31407"/>
                </a:cubicBezTo>
                <a:cubicBezTo>
                  <a:pt x="442646" y="30518"/>
                  <a:pt x="439712" y="29579"/>
                  <a:pt x="437439" y="28601"/>
                </a:cubicBezTo>
                <a:cubicBezTo>
                  <a:pt x="435153" y="27623"/>
                  <a:pt x="433222" y="26124"/>
                  <a:pt x="431635" y="24118"/>
                </a:cubicBezTo>
                <a:cubicBezTo>
                  <a:pt x="430047" y="22111"/>
                  <a:pt x="429247" y="19431"/>
                  <a:pt x="429247" y="16078"/>
                </a:cubicBezTo>
                <a:cubicBezTo>
                  <a:pt x="429247" y="12878"/>
                  <a:pt x="430060" y="10237"/>
                  <a:pt x="431660" y="8128"/>
                </a:cubicBezTo>
                <a:cubicBezTo>
                  <a:pt x="433273" y="6033"/>
                  <a:pt x="435458" y="4496"/>
                  <a:pt x="438201" y="3518"/>
                </a:cubicBezTo>
                <a:cubicBezTo>
                  <a:pt x="440931" y="2540"/>
                  <a:pt x="444017" y="2045"/>
                  <a:pt x="447446" y="2045"/>
                </a:cubicBezTo>
                <a:cubicBezTo>
                  <a:pt x="451561" y="2045"/>
                  <a:pt x="455054" y="2718"/>
                  <a:pt x="457937" y="4039"/>
                </a:cubicBezTo>
                <a:cubicBezTo>
                  <a:pt x="460807" y="5373"/>
                  <a:pt x="463220" y="7201"/>
                  <a:pt x="465150" y="9525"/>
                </a:cubicBezTo>
                <a:lnTo>
                  <a:pt x="460426" y="14212"/>
                </a:lnTo>
                <a:cubicBezTo>
                  <a:pt x="458762" y="12306"/>
                  <a:pt x="456870" y="10833"/>
                  <a:pt x="454736" y="9792"/>
                </a:cubicBezTo>
                <a:cubicBezTo>
                  <a:pt x="452603" y="8751"/>
                  <a:pt x="450050" y="8230"/>
                  <a:pt x="447065" y="8230"/>
                </a:cubicBezTo>
                <a:cubicBezTo>
                  <a:pt x="444665" y="8230"/>
                  <a:pt x="442646" y="8560"/>
                  <a:pt x="441007" y="9208"/>
                </a:cubicBezTo>
                <a:cubicBezTo>
                  <a:pt x="439369" y="9868"/>
                  <a:pt x="438150" y="10770"/>
                  <a:pt x="437363" y="11913"/>
                </a:cubicBezTo>
                <a:cubicBezTo>
                  <a:pt x="436562" y="13056"/>
                  <a:pt x="436169" y="14364"/>
                  <a:pt x="436169" y="15850"/>
                </a:cubicBezTo>
                <a:cubicBezTo>
                  <a:pt x="436169" y="17666"/>
                  <a:pt x="436715" y="19139"/>
                  <a:pt x="437820" y="20269"/>
                </a:cubicBezTo>
                <a:cubicBezTo>
                  <a:pt x="438925" y="21387"/>
                  <a:pt x="440309" y="22276"/>
                  <a:pt x="441960" y="22911"/>
                </a:cubicBezTo>
                <a:cubicBezTo>
                  <a:pt x="443598" y="23533"/>
                  <a:pt x="445872" y="24244"/>
                  <a:pt x="448742" y="25006"/>
                </a:cubicBezTo>
                <a:cubicBezTo>
                  <a:pt x="452514" y="25946"/>
                  <a:pt x="455587" y="26912"/>
                  <a:pt x="457949" y="27915"/>
                </a:cubicBezTo>
                <a:cubicBezTo>
                  <a:pt x="460324" y="28905"/>
                  <a:pt x="462343" y="30429"/>
                  <a:pt x="463995" y="32487"/>
                </a:cubicBezTo>
                <a:cubicBezTo>
                  <a:pt x="465658" y="34544"/>
                  <a:pt x="466496" y="37313"/>
                  <a:pt x="466496" y="40780"/>
                </a:cubicBezTo>
                <a:cubicBezTo>
                  <a:pt x="466496" y="43765"/>
                  <a:pt x="465734" y="46393"/>
                  <a:pt x="464223" y="48692"/>
                </a:cubicBezTo>
                <a:cubicBezTo>
                  <a:pt x="462712" y="50991"/>
                  <a:pt x="460477" y="52781"/>
                  <a:pt x="457505" y="54064"/>
                </a:cubicBezTo>
                <a:cubicBezTo>
                  <a:pt x="454546" y="55359"/>
                  <a:pt x="450964" y="56007"/>
                  <a:pt x="446773" y="56007"/>
                </a:cubicBezTo>
                <a:close/>
                <a:moveTo>
                  <a:pt x="488963" y="2832"/>
                </a:moveTo>
                <a:lnTo>
                  <a:pt x="497065" y="2832"/>
                </a:lnTo>
                <a:lnTo>
                  <a:pt x="516788" y="55258"/>
                </a:lnTo>
                <a:lnTo>
                  <a:pt x="509384" y="55258"/>
                </a:lnTo>
                <a:lnTo>
                  <a:pt x="504431" y="41085"/>
                </a:lnTo>
                <a:lnTo>
                  <a:pt x="481444" y="41085"/>
                </a:lnTo>
                <a:lnTo>
                  <a:pt x="476491" y="55258"/>
                </a:lnTo>
                <a:lnTo>
                  <a:pt x="469240" y="55258"/>
                </a:lnTo>
                <a:lnTo>
                  <a:pt x="488963" y="2832"/>
                </a:lnTo>
                <a:close/>
                <a:moveTo>
                  <a:pt x="502285" y="34900"/>
                </a:moveTo>
                <a:lnTo>
                  <a:pt x="496062" y="17158"/>
                </a:lnTo>
                <a:cubicBezTo>
                  <a:pt x="495490" y="15545"/>
                  <a:pt x="494932" y="13932"/>
                  <a:pt x="494373" y="12319"/>
                </a:cubicBezTo>
                <a:cubicBezTo>
                  <a:pt x="493814" y="10706"/>
                  <a:pt x="493332" y="9322"/>
                  <a:pt x="492938" y="8154"/>
                </a:cubicBezTo>
                <a:cubicBezTo>
                  <a:pt x="492544" y="9322"/>
                  <a:pt x="492062" y="10706"/>
                  <a:pt x="491503" y="12319"/>
                </a:cubicBezTo>
                <a:cubicBezTo>
                  <a:pt x="490944" y="13932"/>
                  <a:pt x="490385" y="15545"/>
                  <a:pt x="489814" y="17158"/>
                </a:cubicBezTo>
                <a:lnTo>
                  <a:pt x="483603" y="34900"/>
                </a:lnTo>
                <a:lnTo>
                  <a:pt x="502285" y="34900"/>
                </a:lnTo>
                <a:close/>
                <a:moveTo>
                  <a:pt x="522732" y="2832"/>
                </a:moveTo>
                <a:lnTo>
                  <a:pt x="542531" y="2832"/>
                </a:lnTo>
                <a:cubicBezTo>
                  <a:pt x="546570" y="2832"/>
                  <a:pt x="549974" y="3493"/>
                  <a:pt x="552729" y="4801"/>
                </a:cubicBezTo>
                <a:cubicBezTo>
                  <a:pt x="555473" y="6121"/>
                  <a:pt x="557543" y="7963"/>
                  <a:pt x="558914" y="10351"/>
                </a:cubicBezTo>
                <a:cubicBezTo>
                  <a:pt x="560299" y="12726"/>
                  <a:pt x="560984" y="15532"/>
                  <a:pt x="560984" y="18759"/>
                </a:cubicBezTo>
                <a:cubicBezTo>
                  <a:pt x="560984" y="21908"/>
                  <a:pt x="560299" y="24727"/>
                  <a:pt x="558940" y="27204"/>
                </a:cubicBezTo>
                <a:cubicBezTo>
                  <a:pt x="557568" y="29680"/>
                  <a:pt x="555536" y="31636"/>
                  <a:pt x="552831" y="33058"/>
                </a:cubicBezTo>
                <a:cubicBezTo>
                  <a:pt x="550126" y="34493"/>
                  <a:pt x="546837" y="35205"/>
                  <a:pt x="542938" y="35205"/>
                </a:cubicBezTo>
                <a:lnTo>
                  <a:pt x="529806" y="35205"/>
                </a:lnTo>
                <a:lnTo>
                  <a:pt x="529806" y="55258"/>
                </a:lnTo>
                <a:lnTo>
                  <a:pt x="522732" y="55258"/>
                </a:lnTo>
                <a:lnTo>
                  <a:pt x="522732" y="2832"/>
                </a:lnTo>
                <a:close/>
                <a:moveTo>
                  <a:pt x="541934" y="28804"/>
                </a:moveTo>
                <a:cubicBezTo>
                  <a:pt x="545948" y="28804"/>
                  <a:pt x="548957" y="27953"/>
                  <a:pt x="550939" y="26251"/>
                </a:cubicBezTo>
                <a:cubicBezTo>
                  <a:pt x="552920" y="24550"/>
                  <a:pt x="553911" y="22085"/>
                  <a:pt x="553911" y="18835"/>
                </a:cubicBezTo>
                <a:cubicBezTo>
                  <a:pt x="553911" y="15710"/>
                  <a:pt x="552882" y="13336"/>
                  <a:pt x="550812" y="11723"/>
                </a:cubicBezTo>
                <a:cubicBezTo>
                  <a:pt x="548742" y="10109"/>
                  <a:pt x="545681" y="9310"/>
                  <a:pt x="541630" y="9310"/>
                </a:cubicBezTo>
                <a:lnTo>
                  <a:pt x="529806" y="9310"/>
                </a:lnTo>
                <a:lnTo>
                  <a:pt x="529806" y="28804"/>
                </a:lnTo>
                <a:lnTo>
                  <a:pt x="541934" y="28804"/>
                </a:lnTo>
                <a:close/>
                <a:moveTo>
                  <a:pt x="595973" y="56007"/>
                </a:moveTo>
                <a:cubicBezTo>
                  <a:pt x="593585" y="56007"/>
                  <a:pt x="591464" y="55538"/>
                  <a:pt x="589610" y="54623"/>
                </a:cubicBezTo>
                <a:cubicBezTo>
                  <a:pt x="587743" y="53708"/>
                  <a:pt x="586296" y="52363"/>
                  <a:pt x="585254" y="50610"/>
                </a:cubicBezTo>
                <a:cubicBezTo>
                  <a:pt x="584213" y="48844"/>
                  <a:pt x="583692" y="46736"/>
                  <a:pt x="583692" y="44285"/>
                </a:cubicBezTo>
                <a:cubicBezTo>
                  <a:pt x="583692" y="41275"/>
                  <a:pt x="584479" y="38812"/>
                  <a:pt x="586054" y="36881"/>
                </a:cubicBezTo>
                <a:cubicBezTo>
                  <a:pt x="587629" y="34938"/>
                  <a:pt x="589775" y="33528"/>
                  <a:pt x="592506" y="32652"/>
                </a:cubicBezTo>
                <a:cubicBezTo>
                  <a:pt x="595236" y="31776"/>
                  <a:pt x="598399" y="31331"/>
                  <a:pt x="601993" y="31331"/>
                </a:cubicBezTo>
                <a:lnTo>
                  <a:pt x="609143" y="31331"/>
                </a:lnTo>
                <a:lnTo>
                  <a:pt x="609143" y="28575"/>
                </a:lnTo>
                <a:cubicBezTo>
                  <a:pt x="609143" y="25756"/>
                  <a:pt x="608470" y="23597"/>
                  <a:pt x="607111" y="22123"/>
                </a:cubicBezTo>
                <a:cubicBezTo>
                  <a:pt x="605765" y="20651"/>
                  <a:pt x="603720" y="19914"/>
                  <a:pt x="600989" y="19914"/>
                </a:cubicBezTo>
                <a:cubicBezTo>
                  <a:pt x="598513" y="19914"/>
                  <a:pt x="596354" y="20409"/>
                  <a:pt x="594500" y="21413"/>
                </a:cubicBezTo>
                <a:cubicBezTo>
                  <a:pt x="592658" y="22416"/>
                  <a:pt x="591020" y="23876"/>
                  <a:pt x="589610" y="25794"/>
                </a:cubicBezTo>
                <a:lnTo>
                  <a:pt x="585292" y="21476"/>
                </a:lnTo>
                <a:cubicBezTo>
                  <a:pt x="589305" y="16663"/>
                  <a:pt x="594690" y="14250"/>
                  <a:pt x="601434" y="14250"/>
                </a:cubicBezTo>
                <a:cubicBezTo>
                  <a:pt x="604545" y="14250"/>
                  <a:pt x="607174" y="14846"/>
                  <a:pt x="609333" y="16040"/>
                </a:cubicBezTo>
                <a:cubicBezTo>
                  <a:pt x="611480" y="17234"/>
                  <a:pt x="613105" y="18898"/>
                  <a:pt x="614197" y="21044"/>
                </a:cubicBezTo>
                <a:cubicBezTo>
                  <a:pt x="615290" y="23191"/>
                  <a:pt x="615836" y="25705"/>
                  <a:pt x="615836" y="28575"/>
                </a:cubicBezTo>
                <a:lnTo>
                  <a:pt x="615836" y="55258"/>
                </a:lnTo>
                <a:lnTo>
                  <a:pt x="609435" y="55258"/>
                </a:lnTo>
                <a:lnTo>
                  <a:pt x="609435" y="47778"/>
                </a:lnTo>
                <a:lnTo>
                  <a:pt x="609295" y="47778"/>
                </a:lnTo>
                <a:cubicBezTo>
                  <a:pt x="607949" y="50635"/>
                  <a:pt x="606209" y="52718"/>
                  <a:pt x="604076" y="54026"/>
                </a:cubicBezTo>
                <a:cubicBezTo>
                  <a:pt x="601942" y="55347"/>
                  <a:pt x="599250" y="56007"/>
                  <a:pt x="595973" y="56007"/>
                </a:cubicBezTo>
                <a:close/>
                <a:moveTo>
                  <a:pt x="590614" y="44133"/>
                </a:moveTo>
                <a:cubicBezTo>
                  <a:pt x="590614" y="45403"/>
                  <a:pt x="590893" y="46495"/>
                  <a:pt x="591464" y="47447"/>
                </a:cubicBezTo>
                <a:cubicBezTo>
                  <a:pt x="592036" y="48387"/>
                  <a:pt x="592861" y="49111"/>
                  <a:pt x="593941" y="49619"/>
                </a:cubicBezTo>
                <a:cubicBezTo>
                  <a:pt x="595020" y="50127"/>
                  <a:pt x="596303" y="50381"/>
                  <a:pt x="597789" y="50381"/>
                </a:cubicBezTo>
                <a:cubicBezTo>
                  <a:pt x="600151" y="50381"/>
                  <a:pt x="602183" y="49911"/>
                  <a:pt x="603898" y="48946"/>
                </a:cubicBezTo>
                <a:cubicBezTo>
                  <a:pt x="605612" y="47993"/>
                  <a:pt x="606908" y="46749"/>
                  <a:pt x="607797" y="45187"/>
                </a:cubicBezTo>
                <a:cubicBezTo>
                  <a:pt x="608698" y="43638"/>
                  <a:pt x="609143" y="41999"/>
                  <a:pt x="609143" y="40260"/>
                </a:cubicBezTo>
                <a:lnTo>
                  <a:pt x="609143" y="36361"/>
                </a:lnTo>
                <a:lnTo>
                  <a:pt x="602894" y="36361"/>
                </a:lnTo>
                <a:cubicBezTo>
                  <a:pt x="599199" y="36361"/>
                  <a:pt x="596227" y="36919"/>
                  <a:pt x="593979" y="38050"/>
                </a:cubicBezTo>
                <a:cubicBezTo>
                  <a:pt x="591731" y="39180"/>
                  <a:pt x="590614" y="41199"/>
                  <a:pt x="590614" y="44133"/>
                </a:cubicBezTo>
                <a:close/>
                <a:moveTo>
                  <a:pt x="625285" y="15037"/>
                </a:moveTo>
                <a:lnTo>
                  <a:pt x="631685" y="15037"/>
                </a:lnTo>
                <a:lnTo>
                  <a:pt x="631685" y="23406"/>
                </a:lnTo>
                <a:lnTo>
                  <a:pt x="631838" y="23406"/>
                </a:lnTo>
                <a:cubicBezTo>
                  <a:pt x="632828" y="20803"/>
                  <a:pt x="634340" y="18631"/>
                  <a:pt x="636372" y="16879"/>
                </a:cubicBezTo>
                <a:cubicBezTo>
                  <a:pt x="638404" y="15126"/>
                  <a:pt x="641248" y="14250"/>
                  <a:pt x="644893" y="14250"/>
                </a:cubicBezTo>
                <a:cubicBezTo>
                  <a:pt x="647675" y="14250"/>
                  <a:pt x="649999" y="14834"/>
                  <a:pt x="651866" y="16002"/>
                </a:cubicBezTo>
                <a:cubicBezTo>
                  <a:pt x="653745" y="17171"/>
                  <a:pt x="655142" y="18821"/>
                  <a:pt x="656082" y="20955"/>
                </a:cubicBezTo>
                <a:cubicBezTo>
                  <a:pt x="657009" y="23089"/>
                  <a:pt x="657466" y="25578"/>
                  <a:pt x="657466" y="28435"/>
                </a:cubicBezTo>
                <a:lnTo>
                  <a:pt x="657466" y="55258"/>
                </a:lnTo>
                <a:lnTo>
                  <a:pt x="650735" y="55258"/>
                </a:lnTo>
                <a:lnTo>
                  <a:pt x="650735" y="29731"/>
                </a:lnTo>
                <a:cubicBezTo>
                  <a:pt x="650735" y="26632"/>
                  <a:pt x="650088" y="24270"/>
                  <a:pt x="648805" y="22644"/>
                </a:cubicBezTo>
                <a:cubicBezTo>
                  <a:pt x="647510" y="21019"/>
                  <a:pt x="645389" y="20206"/>
                  <a:pt x="642442" y="20206"/>
                </a:cubicBezTo>
                <a:cubicBezTo>
                  <a:pt x="640334" y="20206"/>
                  <a:pt x="638493" y="20663"/>
                  <a:pt x="636918" y="21590"/>
                </a:cubicBezTo>
                <a:cubicBezTo>
                  <a:pt x="635343" y="22505"/>
                  <a:pt x="634124" y="23838"/>
                  <a:pt x="633273" y="25603"/>
                </a:cubicBezTo>
                <a:cubicBezTo>
                  <a:pt x="632409" y="27369"/>
                  <a:pt x="631990" y="29477"/>
                  <a:pt x="631990" y="31928"/>
                </a:cubicBezTo>
                <a:lnTo>
                  <a:pt x="631990" y="55258"/>
                </a:lnTo>
                <a:lnTo>
                  <a:pt x="625285" y="55258"/>
                </a:lnTo>
                <a:lnTo>
                  <a:pt x="625285" y="15037"/>
                </a:lnTo>
                <a:close/>
                <a:moveTo>
                  <a:pt x="683209" y="56007"/>
                </a:moveTo>
                <a:cubicBezTo>
                  <a:pt x="679691" y="56007"/>
                  <a:pt x="676593" y="55118"/>
                  <a:pt x="673926" y="53366"/>
                </a:cubicBezTo>
                <a:cubicBezTo>
                  <a:pt x="671259" y="51601"/>
                  <a:pt x="669201" y="49137"/>
                  <a:pt x="667741" y="45987"/>
                </a:cubicBezTo>
                <a:cubicBezTo>
                  <a:pt x="666267" y="42838"/>
                  <a:pt x="665543" y="39218"/>
                  <a:pt x="665543" y="35128"/>
                </a:cubicBezTo>
                <a:cubicBezTo>
                  <a:pt x="665543" y="31039"/>
                  <a:pt x="666255" y="27419"/>
                  <a:pt x="667677" y="24270"/>
                </a:cubicBezTo>
                <a:cubicBezTo>
                  <a:pt x="669112" y="21108"/>
                  <a:pt x="671144" y="18656"/>
                  <a:pt x="673786" y="16891"/>
                </a:cubicBezTo>
                <a:cubicBezTo>
                  <a:pt x="676427" y="15139"/>
                  <a:pt x="679488" y="14250"/>
                  <a:pt x="682993" y="14250"/>
                </a:cubicBezTo>
                <a:cubicBezTo>
                  <a:pt x="685571" y="14250"/>
                  <a:pt x="687857" y="14656"/>
                  <a:pt x="689839" y="15443"/>
                </a:cubicBezTo>
                <a:cubicBezTo>
                  <a:pt x="691820" y="16243"/>
                  <a:pt x="693471" y="17297"/>
                  <a:pt x="694792" y="18631"/>
                </a:cubicBezTo>
                <a:cubicBezTo>
                  <a:pt x="696100" y="19952"/>
                  <a:pt x="697116" y="21451"/>
                  <a:pt x="697840" y="23114"/>
                </a:cubicBezTo>
                <a:lnTo>
                  <a:pt x="697979" y="23114"/>
                </a:lnTo>
                <a:lnTo>
                  <a:pt x="697979" y="0"/>
                </a:lnTo>
                <a:lnTo>
                  <a:pt x="704685" y="0"/>
                </a:lnTo>
                <a:lnTo>
                  <a:pt x="704685" y="55258"/>
                </a:lnTo>
                <a:lnTo>
                  <a:pt x="698284" y="55258"/>
                </a:lnTo>
                <a:lnTo>
                  <a:pt x="698284" y="46736"/>
                </a:lnTo>
                <a:lnTo>
                  <a:pt x="698208" y="46736"/>
                </a:lnTo>
                <a:cubicBezTo>
                  <a:pt x="697090" y="49492"/>
                  <a:pt x="695363" y="51727"/>
                  <a:pt x="693014" y="53429"/>
                </a:cubicBezTo>
                <a:cubicBezTo>
                  <a:pt x="690677" y="55144"/>
                  <a:pt x="687400" y="56007"/>
                  <a:pt x="683209" y="56007"/>
                </a:cubicBezTo>
                <a:close/>
                <a:moveTo>
                  <a:pt x="672541" y="35128"/>
                </a:moveTo>
                <a:cubicBezTo>
                  <a:pt x="672541" y="38380"/>
                  <a:pt x="673087" y="41148"/>
                  <a:pt x="674192" y="43421"/>
                </a:cubicBezTo>
                <a:cubicBezTo>
                  <a:pt x="675297" y="45707"/>
                  <a:pt x="676808" y="47422"/>
                  <a:pt x="678726" y="48578"/>
                </a:cubicBezTo>
                <a:cubicBezTo>
                  <a:pt x="680657" y="49733"/>
                  <a:pt x="682828" y="50305"/>
                  <a:pt x="685267" y="50305"/>
                </a:cubicBezTo>
                <a:cubicBezTo>
                  <a:pt x="687692" y="50305"/>
                  <a:pt x="689864" y="49733"/>
                  <a:pt x="691794" y="48578"/>
                </a:cubicBezTo>
                <a:cubicBezTo>
                  <a:pt x="693712" y="47422"/>
                  <a:pt x="695223" y="45707"/>
                  <a:pt x="696328" y="43447"/>
                </a:cubicBezTo>
                <a:cubicBezTo>
                  <a:pt x="697433" y="41173"/>
                  <a:pt x="697979" y="38405"/>
                  <a:pt x="697979" y="35128"/>
                </a:cubicBezTo>
                <a:cubicBezTo>
                  <a:pt x="697979" y="31877"/>
                  <a:pt x="697433" y="29121"/>
                  <a:pt x="696328" y="26848"/>
                </a:cubicBezTo>
                <a:cubicBezTo>
                  <a:pt x="695223" y="24574"/>
                  <a:pt x="693712" y="22873"/>
                  <a:pt x="691794" y="21717"/>
                </a:cubicBezTo>
                <a:cubicBezTo>
                  <a:pt x="689864" y="20562"/>
                  <a:pt x="687692" y="19990"/>
                  <a:pt x="685267" y="19990"/>
                </a:cubicBezTo>
                <a:cubicBezTo>
                  <a:pt x="682828" y="19990"/>
                  <a:pt x="680657" y="20562"/>
                  <a:pt x="678726" y="21717"/>
                </a:cubicBezTo>
                <a:cubicBezTo>
                  <a:pt x="676808" y="22873"/>
                  <a:pt x="675297" y="24574"/>
                  <a:pt x="674192" y="26848"/>
                </a:cubicBezTo>
                <a:cubicBezTo>
                  <a:pt x="673087" y="29121"/>
                  <a:pt x="672541" y="31877"/>
                  <a:pt x="672541" y="35128"/>
                </a:cubicBezTo>
                <a:close/>
                <a:moveTo>
                  <a:pt x="734568" y="2832"/>
                </a:moveTo>
                <a:lnTo>
                  <a:pt x="754367" y="2832"/>
                </a:lnTo>
                <a:cubicBezTo>
                  <a:pt x="758406" y="2832"/>
                  <a:pt x="761810" y="3493"/>
                  <a:pt x="764515" y="4801"/>
                </a:cubicBezTo>
                <a:cubicBezTo>
                  <a:pt x="767309" y="6121"/>
                  <a:pt x="769341" y="7963"/>
                  <a:pt x="770738" y="10351"/>
                </a:cubicBezTo>
                <a:cubicBezTo>
                  <a:pt x="772135" y="12726"/>
                  <a:pt x="772770" y="15532"/>
                  <a:pt x="772770" y="18759"/>
                </a:cubicBezTo>
                <a:cubicBezTo>
                  <a:pt x="772770" y="21908"/>
                  <a:pt x="772135" y="24727"/>
                  <a:pt x="770738" y="27204"/>
                </a:cubicBezTo>
                <a:cubicBezTo>
                  <a:pt x="769468" y="29680"/>
                  <a:pt x="767436" y="31636"/>
                  <a:pt x="764642" y="33058"/>
                </a:cubicBezTo>
                <a:cubicBezTo>
                  <a:pt x="761962" y="34493"/>
                  <a:pt x="758673" y="35205"/>
                  <a:pt x="754774" y="35205"/>
                </a:cubicBezTo>
                <a:lnTo>
                  <a:pt x="741642" y="35205"/>
                </a:lnTo>
                <a:lnTo>
                  <a:pt x="741642" y="55258"/>
                </a:lnTo>
                <a:lnTo>
                  <a:pt x="734568" y="55258"/>
                </a:lnTo>
                <a:lnTo>
                  <a:pt x="734568" y="2832"/>
                </a:lnTo>
                <a:close/>
                <a:moveTo>
                  <a:pt x="753770" y="28804"/>
                </a:moveTo>
                <a:cubicBezTo>
                  <a:pt x="757784" y="28804"/>
                  <a:pt x="760793" y="27953"/>
                  <a:pt x="762775" y="26251"/>
                </a:cubicBezTo>
                <a:cubicBezTo>
                  <a:pt x="764769" y="24550"/>
                  <a:pt x="765785" y="22085"/>
                  <a:pt x="765785" y="18835"/>
                </a:cubicBezTo>
                <a:cubicBezTo>
                  <a:pt x="765785" y="15710"/>
                  <a:pt x="764769" y="13336"/>
                  <a:pt x="762648" y="11723"/>
                </a:cubicBezTo>
                <a:cubicBezTo>
                  <a:pt x="760578" y="10109"/>
                  <a:pt x="757517" y="9310"/>
                  <a:pt x="753466" y="9310"/>
                </a:cubicBezTo>
                <a:lnTo>
                  <a:pt x="741642" y="9310"/>
                </a:lnTo>
                <a:lnTo>
                  <a:pt x="741642" y="28804"/>
                </a:lnTo>
                <a:lnTo>
                  <a:pt x="753770" y="28804"/>
                </a:lnTo>
                <a:close/>
                <a:moveTo>
                  <a:pt x="789534" y="56007"/>
                </a:moveTo>
                <a:cubicBezTo>
                  <a:pt x="787121" y="56007"/>
                  <a:pt x="784962" y="55538"/>
                  <a:pt x="783184" y="54623"/>
                </a:cubicBezTo>
                <a:cubicBezTo>
                  <a:pt x="781279" y="53708"/>
                  <a:pt x="779882" y="52363"/>
                  <a:pt x="778739" y="50610"/>
                </a:cubicBezTo>
                <a:cubicBezTo>
                  <a:pt x="777723" y="48844"/>
                  <a:pt x="777215" y="46736"/>
                  <a:pt x="777215" y="44285"/>
                </a:cubicBezTo>
                <a:cubicBezTo>
                  <a:pt x="777215" y="41275"/>
                  <a:pt x="777977" y="38812"/>
                  <a:pt x="779628" y="36881"/>
                </a:cubicBezTo>
                <a:cubicBezTo>
                  <a:pt x="781152" y="34938"/>
                  <a:pt x="783311" y="33528"/>
                  <a:pt x="786105" y="32652"/>
                </a:cubicBezTo>
                <a:cubicBezTo>
                  <a:pt x="788772" y="31776"/>
                  <a:pt x="791947" y="31331"/>
                  <a:pt x="795503" y="31331"/>
                </a:cubicBezTo>
                <a:lnTo>
                  <a:pt x="802742" y="31331"/>
                </a:lnTo>
                <a:lnTo>
                  <a:pt x="802742" y="28575"/>
                </a:lnTo>
                <a:cubicBezTo>
                  <a:pt x="802742" y="25756"/>
                  <a:pt x="801980" y="23597"/>
                  <a:pt x="800710" y="22123"/>
                </a:cubicBezTo>
                <a:cubicBezTo>
                  <a:pt x="799313" y="20651"/>
                  <a:pt x="797281" y="19914"/>
                  <a:pt x="794487" y="19914"/>
                </a:cubicBezTo>
                <a:cubicBezTo>
                  <a:pt x="792074" y="19914"/>
                  <a:pt x="789915" y="20409"/>
                  <a:pt x="788010" y="21413"/>
                </a:cubicBezTo>
                <a:cubicBezTo>
                  <a:pt x="786232" y="22416"/>
                  <a:pt x="784581" y="23876"/>
                  <a:pt x="783184" y="25794"/>
                </a:cubicBezTo>
                <a:lnTo>
                  <a:pt x="778866" y="21476"/>
                </a:lnTo>
                <a:cubicBezTo>
                  <a:pt x="782803" y="16663"/>
                  <a:pt x="788264" y="14250"/>
                  <a:pt x="794995" y="14250"/>
                </a:cubicBezTo>
                <a:cubicBezTo>
                  <a:pt x="798043" y="14250"/>
                  <a:pt x="800710" y="14846"/>
                  <a:pt x="802869" y="16040"/>
                </a:cubicBezTo>
                <a:cubicBezTo>
                  <a:pt x="805028" y="17234"/>
                  <a:pt x="806679" y="18898"/>
                  <a:pt x="807695" y="21044"/>
                </a:cubicBezTo>
                <a:cubicBezTo>
                  <a:pt x="808838" y="23191"/>
                  <a:pt x="809346" y="25705"/>
                  <a:pt x="809346" y="28575"/>
                </a:cubicBezTo>
                <a:lnTo>
                  <a:pt x="809346" y="55258"/>
                </a:lnTo>
                <a:lnTo>
                  <a:pt x="802996" y="55258"/>
                </a:lnTo>
                <a:lnTo>
                  <a:pt x="802996" y="47778"/>
                </a:lnTo>
                <a:lnTo>
                  <a:pt x="802869" y="47778"/>
                </a:lnTo>
                <a:cubicBezTo>
                  <a:pt x="801472" y="50635"/>
                  <a:pt x="799821" y="52718"/>
                  <a:pt x="797662" y="54026"/>
                </a:cubicBezTo>
                <a:cubicBezTo>
                  <a:pt x="795503" y="55347"/>
                  <a:pt x="792836" y="56007"/>
                  <a:pt x="789534" y="56007"/>
                </a:cubicBezTo>
                <a:close/>
                <a:moveTo>
                  <a:pt x="784200" y="44133"/>
                </a:moveTo>
                <a:cubicBezTo>
                  <a:pt x="784200" y="45403"/>
                  <a:pt x="784454" y="46495"/>
                  <a:pt x="784962" y="47447"/>
                </a:cubicBezTo>
                <a:cubicBezTo>
                  <a:pt x="785597" y="48387"/>
                  <a:pt x="786359" y="49111"/>
                  <a:pt x="787502" y="49619"/>
                </a:cubicBezTo>
                <a:cubicBezTo>
                  <a:pt x="788518" y="50127"/>
                  <a:pt x="789915" y="50381"/>
                  <a:pt x="791312" y="50381"/>
                </a:cubicBezTo>
                <a:cubicBezTo>
                  <a:pt x="793725" y="50381"/>
                  <a:pt x="795757" y="49911"/>
                  <a:pt x="797408" y="48946"/>
                </a:cubicBezTo>
                <a:cubicBezTo>
                  <a:pt x="799186" y="47993"/>
                  <a:pt x="800456" y="46749"/>
                  <a:pt x="801345" y="45187"/>
                </a:cubicBezTo>
                <a:cubicBezTo>
                  <a:pt x="802234" y="43638"/>
                  <a:pt x="802742" y="41999"/>
                  <a:pt x="802742" y="40260"/>
                </a:cubicBezTo>
                <a:lnTo>
                  <a:pt x="802742" y="36361"/>
                </a:lnTo>
                <a:lnTo>
                  <a:pt x="796392" y="36361"/>
                </a:lnTo>
                <a:cubicBezTo>
                  <a:pt x="792709" y="36361"/>
                  <a:pt x="789788" y="36919"/>
                  <a:pt x="787502" y="38050"/>
                </a:cubicBezTo>
                <a:cubicBezTo>
                  <a:pt x="785343" y="39180"/>
                  <a:pt x="784200" y="41199"/>
                  <a:pt x="784200" y="44133"/>
                </a:cubicBezTo>
                <a:close/>
                <a:moveTo>
                  <a:pt x="818871" y="15037"/>
                </a:moveTo>
                <a:lnTo>
                  <a:pt x="825221" y="15037"/>
                </a:lnTo>
                <a:lnTo>
                  <a:pt x="825221" y="23635"/>
                </a:lnTo>
                <a:lnTo>
                  <a:pt x="825348" y="23635"/>
                </a:lnTo>
                <a:cubicBezTo>
                  <a:pt x="826110" y="20333"/>
                  <a:pt x="827253" y="17945"/>
                  <a:pt x="828904" y="16472"/>
                </a:cubicBezTo>
                <a:cubicBezTo>
                  <a:pt x="830428" y="14999"/>
                  <a:pt x="832460" y="14250"/>
                  <a:pt x="834873" y="14250"/>
                </a:cubicBezTo>
                <a:cubicBezTo>
                  <a:pt x="835508" y="14250"/>
                  <a:pt x="836016" y="14288"/>
                  <a:pt x="836651" y="14364"/>
                </a:cubicBezTo>
                <a:cubicBezTo>
                  <a:pt x="837159" y="14440"/>
                  <a:pt x="837667" y="14529"/>
                  <a:pt x="838048" y="14631"/>
                </a:cubicBezTo>
                <a:lnTo>
                  <a:pt x="838048" y="21210"/>
                </a:lnTo>
                <a:cubicBezTo>
                  <a:pt x="837667" y="21095"/>
                  <a:pt x="837159" y="20993"/>
                  <a:pt x="836524" y="20917"/>
                </a:cubicBezTo>
                <a:cubicBezTo>
                  <a:pt x="835889" y="20841"/>
                  <a:pt x="835254" y="20803"/>
                  <a:pt x="834746" y="20803"/>
                </a:cubicBezTo>
                <a:cubicBezTo>
                  <a:pt x="831444" y="20803"/>
                  <a:pt x="829031" y="21946"/>
                  <a:pt x="827634" y="24244"/>
                </a:cubicBezTo>
                <a:cubicBezTo>
                  <a:pt x="826237" y="26543"/>
                  <a:pt x="825475" y="29896"/>
                  <a:pt x="825475" y="34316"/>
                </a:cubicBezTo>
                <a:lnTo>
                  <a:pt x="825475" y="55258"/>
                </a:lnTo>
                <a:lnTo>
                  <a:pt x="818871" y="55258"/>
                </a:lnTo>
                <a:lnTo>
                  <a:pt x="818871" y="15037"/>
                </a:lnTo>
                <a:close/>
                <a:moveTo>
                  <a:pt x="855701" y="55855"/>
                </a:moveTo>
                <a:cubicBezTo>
                  <a:pt x="853288" y="55855"/>
                  <a:pt x="851383" y="55525"/>
                  <a:pt x="849859" y="54890"/>
                </a:cubicBezTo>
                <a:cubicBezTo>
                  <a:pt x="848462" y="54242"/>
                  <a:pt x="847319" y="53239"/>
                  <a:pt x="846557" y="51867"/>
                </a:cubicBezTo>
                <a:cubicBezTo>
                  <a:pt x="845922" y="50509"/>
                  <a:pt x="845541" y="48743"/>
                  <a:pt x="845541" y="46584"/>
                </a:cubicBezTo>
                <a:lnTo>
                  <a:pt x="845541" y="20651"/>
                </a:lnTo>
                <a:lnTo>
                  <a:pt x="839572" y="20651"/>
                </a:lnTo>
                <a:lnTo>
                  <a:pt x="839572" y="17158"/>
                </a:lnTo>
                <a:lnTo>
                  <a:pt x="851383" y="5283"/>
                </a:lnTo>
                <a:lnTo>
                  <a:pt x="852272" y="5283"/>
                </a:lnTo>
                <a:lnTo>
                  <a:pt x="852272" y="15037"/>
                </a:lnTo>
                <a:lnTo>
                  <a:pt x="861289" y="15037"/>
                </a:lnTo>
                <a:lnTo>
                  <a:pt x="861289" y="20651"/>
                </a:lnTo>
                <a:lnTo>
                  <a:pt x="852272" y="20651"/>
                </a:lnTo>
                <a:lnTo>
                  <a:pt x="852272" y="45212"/>
                </a:lnTo>
                <a:cubicBezTo>
                  <a:pt x="852272" y="46406"/>
                  <a:pt x="852399" y="47320"/>
                  <a:pt x="852653" y="47981"/>
                </a:cubicBezTo>
                <a:cubicBezTo>
                  <a:pt x="852907" y="48641"/>
                  <a:pt x="853415" y="49111"/>
                  <a:pt x="854050" y="49378"/>
                </a:cubicBezTo>
                <a:cubicBezTo>
                  <a:pt x="854685" y="49657"/>
                  <a:pt x="855574" y="49785"/>
                  <a:pt x="856590" y="49785"/>
                </a:cubicBezTo>
                <a:cubicBezTo>
                  <a:pt x="858114" y="49785"/>
                  <a:pt x="859638" y="49581"/>
                  <a:pt x="861289" y="49149"/>
                </a:cubicBezTo>
                <a:lnTo>
                  <a:pt x="861289" y="55258"/>
                </a:lnTo>
                <a:cubicBezTo>
                  <a:pt x="860527" y="55435"/>
                  <a:pt x="859638" y="55576"/>
                  <a:pt x="858622" y="55690"/>
                </a:cubicBezTo>
                <a:cubicBezTo>
                  <a:pt x="857606" y="55791"/>
                  <a:pt x="856590" y="55855"/>
                  <a:pt x="855701" y="55855"/>
                </a:cubicBezTo>
                <a:close/>
                <a:moveTo>
                  <a:pt x="869163" y="15037"/>
                </a:moveTo>
                <a:lnTo>
                  <a:pt x="875513" y="15037"/>
                </a:lnTo>
                <a:lnTo>
                  <a:pt x="875513" y="23406"/>
                </a:lnTo>
                <a:lnTo>
                  <a:pt x="875640" y="23406"/>
                </a:lnTo>
                <a:cubicBezTo>
                  <a:pt x="876656" y="20803"/>
                  <a:pt x="878180" y="18631"/>
                  <a:pt x="880212" y="16879"/>
                </a:cubicBezTo>
                <a:cubicBezTo>
                  <a:pt x="882244" y="15126"/>
                  <a:pt x="885038" y="14250"/>
                  <a:pt x="888721" y="14250"/>
                </a:cubicBezTo>
                <a:cubicBezTo>
                  <a:pt x="891515" y="14250"/>
                  <a:pt x="893801" y="14834"/>
                  <a:pt x="895706" y="16002"/>
                </a:cubicBezTo>
                <a:cubicBezTo>
                  <a:pt x="897611" y="17171"/>
                  <a:pt x="899008" y="18821"/>
                  <a:pt x="899897" y="20955"/>
                </a:cubicBezTo>
                <a:cubicBezTo>
                  <a:pt x="900786" y="23089"/>
                  <a:pt x="901294" y="25578"/>
                  <a:pt x="901294" y="28435"/>
                </a:cubicBezTo>
                <a:lnTo>
                  <a:pt x="901294" y="55258"/>
                </a:lnTo>
                <a:lnTo>
                  <a:pt x="894563" y="55258"/>
                </a:lnTo>
                <a:lnTo>
                  <a:pt x="894563" y="29731"/>
                </a:lnTo>
                <a:cubicBezTo>
                  <a:pt x="894563" y="26632"/>
                  <a:pt x="893928" y="24270"/>
                  <a:pt x="892658" y="22644"/>
                </a:cubicBezTo>
                <a:cubicBezTo>
                  <a:pt x="891388" y="21019"/>
                  <a:pt x="889229" y="20206"/>
                  <a:pt x="886308" y="20206"/>
                </a:cubicBezTo>
                <a:cubicBezTo>
                  <a:pt x="884149" y="20206"/>
                  <a:pt x="882371" y="20663"/>
                  <a:pt x="880720" y="21590"/>
                </a:cubicBezTo>
                <a:cubicBezTo>
                  <a:pt x="879196" y="22505"/>
                  <a:pt x="877926" y="23838"/>
                  <a:pt x="877164" y="25603"/>
                </a:cubicBezTo>
                <a:cubicBezTo>
                  <a:pt x="876275" y="27369"/>
                  <a:pt x="875767" y="29477"/>
                  <a:pt x="875767" y="31928"/>
                </a:cubicBezTo>
                <a:lnTo>
                  <a:pt x="875767" y="55258"/>
                </a:lnTo>
                <a:lnTo>
                  <a:pt x="869163" y="55258"/>
                </a:lnTo>
                <a:lnTo>
                  <a:pt x="869163" y="15037"/>
                </a:lnTo>
                <a:close/>
                <a:moveTo>
                  <a:pt x="929615" y="56007"/>
                </a:moveTo>
                <a:cubicBezTo>
                  <a:pt x="925551" y="56007"/>
                  <a:pt x="921995" y="55207"/>
                  <a:pt x="918947" y="53607"/>
                </a:cubicBezTo>
                <a:cubicBezTo>
                  <a:pt x="915899" y="52007"/>
                  <a:pt x="913486" y="49632"/>
                  <a:pt x="911835" y="46495"/>
                </a:cubicBezTo>
                <a:cubicBezTo>
                  <a:pt x="910184" y="43358"/>
                  <a:pt x="909422" y="39574"/>
                  <a:pt x="909422" y="35128"/>
                </a:cubicBezTo>
                <a:cubicBezTo>
                  <a:pt x="909422" y="30633"/>
                  <a:pt x="910311" y="26822"/>
                  <a:pt x="911962" y="23685"/>
                </a:cubicBezTo>
                <a:cubicBezTo>
                  <a:pt x="913740" y="20549"/>
                  <a:pt x="916153" y="18186"/>
                  <a:pt x="919074" y="16612"/>
                </a:cubicBezTo>
                <a:cubicBezTo>
                  <a:pt x="921995" y="15037"/>
                  <a:pt x="925297" y="14250"/>
                  <a:pt x="928853" y="14250"/>
                </a:cubicBezTo>
                <a:cubicBezTo>
                  <a:pt x="932917" y="14250"/>
                  <a:pt x="936346" y="15202"/>
                  <a:pt x="938886" y="17107"/>
                </a:cubicBezTo>
                <a:cubicBezTo>
                  <a:pt x="941553" y="19000"/>
                  <a:pt x="943458" y="21425"/>
                  <a:pt x="944601" y="24371"/>
                </a:cubicBezTo>
                <a:cubicBezTo>
                  <a:pt x="945871" y="27331"/>
                  <a:pt x="946379" y="30429"/>
                  <a:pt x="946379" y="33681"/>
                </a:cubicBezTo>
                <a:cubicBezTo>
                  <a:pt x="946379" y="34798"/>
                  <a:pt x="946379" y="35840"/>
                  <a:pt x="946252" y="36805"/>
                </a:cubicBezTo>
                <a:lnTo>
                  <a:pt x="916407" y="36805"/>
                </a:lnTo>
                <a:cubicBezTo>
                  <a:pt x="916661" y="41199"/>
                  <a:pt x="917931" y="44539"/>
                  <a:pt x="920090" y="46851"/>
                </a:cubicBezTo>
                <a:cubicBezTo>
                  <a:pt x="922376" y="49149"/>
                  <a:pt x="925551" y="50305"/>
                  <a:pt x="929615" y="50305"/>
                </a:cubicBezTo>
                <a:cubicBezTo>
                  <a:pt x="932155" y="50305"/>
                  <a:pt x="934187" y="49936"/>
                  <a:pt x="935965" y="49188"/>
                </a:cubicBezTo>
                <a:cubicBezTo>
                  <a:pt x="937743" y="48451"/>
                  <a:pt x="939394" y="47219"/>
                  <a:pt x="940791" y="45504"/>
                </a:cubicBezTo>
                <a:lnTo>
                  <a:pt x="944982" y="49670"/>
                </a:lnTo>
                <a:cubicBezTo>
                  <a:pt x="943712" y="51168"/>
                  <a:pt x="942315" y="52375"/>
                  <a:pt x="940791" y="53302"/>
                </a:cubicBezTo>
                <a:cubicBezTo>
                  <a:pt x="939267" y="54229"/>
                  <a:pt x="937743" y="54915"/>
                  <a:pt x="935838" y="55347"/>
                </a:cubicBezTo>
                <a:cubicBezTo>
                  <a:pt x="934060" y="55779"/>
                  <a:pt x="932028" y="56007"/>
                  <a:pt x="929615" y="56007"/>
                </a:cubicBezTo>
                <a:close/>
                <a:moveTo>
                  <a:pt x="939648" y="31636"/>
                </a:moveTo>
                <a:cubicBezTo>
                  <a:pt x="939267" y="27763"/>
                  <a:pt x="938124" y="24854"/>
                  <a:pt x="936219" y="22911"/>
                </a:cubicBezTo>
                <a:cubicBezTo>
                  <a:pt x="934314" y="20955"/>
                  <a:pt x="931774" y="19990"/>
                  <a:pt x="928599" y="19990"/>
                </a:cubicBezTo>
                <a:cubicBezTo>
                  <a:pt x="926440" y="19990"/>
                  <a:pt x="924662" y="20422"/>
                  <a:pt x="922884" y="21286"/>
                </a:cubicBezTo>
                <a:cubicBezTo>
                  <a:pt x="921233" y="22149"/>
                  <a:pt x="919836" y="23457"/>
                  <a:pt x="918820" y="25197"/>
                </a:cubicBezTo>
                <a:cubicBezTo>
                  <a:pt x="917677" y="26924"/>
                  <a:pt x="916915" y="29070"/>
                  <a:pt x="916661" y="31636"/>
                </a:cubicBezTo>
                <a:lnTo>
                  <a:pt x="939648" y="31636"/>
                </a:lnTo>
                <a:close/>
                <a:moveTo>
                  <a:pt x="954507" y="15037"/>
                </a:moveTo>
                <a:lnTo>
                  <a:pt x="960857" y="15037"/>
                </a:lnTo>
                <a:lnTo>
                  <a:pt x="960857" y="23635"/>
                </a:lnTo>
                <a:lnTo>
                  <a:pt x="960984" y="23635"/>
                </a:lnTo>
                <a:cubicBezTo>
                  <a:pt x="961746" y="20333"/>
                  <a:pt x="962889" y="17945"/>
                  <a:pt x="964540" y="16472"/>
                </a:cubicBezTo>
                <a:cubicBezTo>
                  <a:pt x="966064" y="14999"/>
                  <a:pt x="968096" y="14250"/>
                  <a:pt x="970509" y="14250"/>
                </a:cubicBezTo>
                <a:cubicBezTo>
                  <a:pt x="971144" y="14250"/>
                  <a:pt x="971652" y="14288"/>
                  <a:pt x="972287" y="14364"/>
                </a:cubicBezTo>
                <a:cubicBezTo>
                  <a:pt x="972795" y="14440"/>
                  <a:pt x="973303" y="14529"/>
                  <a:pt x="973684" y="14631"/>
                </a:cubicBezTo>
                <a:lnTo>
                  <a:pt x="973684" y="21210"/>
                </a:lnTo>
                <a:cubicBezTo>
                  <a:pt x="973303" y="21095"/>
                  <a:pt x="972795" y="20993"/>
                  <a:pt x="972160" y="20917"/>
                </a:cubicBezTo>
                <a:cubicBezTo>
                  <a:pt x="971525" y="20841"/>
                  <a:pt x="970890" y="20803"/>
                  <a:pt x="970382" y="20803"/>
                </a:cubicBezTo>
                <a:cubicBezTo>
                  <a:pt x="967080" y="20803"/>
                  <a:pt x="964667" y="21946"/>
                  <a:pt x="963270" y="24244"/>
                </a:cubicBezTo>
                <a:cubicBezTo>
                  <a:pt x="961873" y="26543"/>
                  <a:pt x="961111" y="29896"/>
                  <a:pt x="961111" y="34316"/>
                </a:cubicBezTo>
                <a:lnTo>
                  <a:pt x="961111" y="55258"/>
                </a:lnTo>
                <a:lnTo>
                  <a:pt x="954507" y="55258"/>
                </a:lnTo>
                <a:lnTo>
                  <a:pt x="954507" y="15037"/>
                </a:lnTo>
                <a:close/>
                <a:moveTo>
                  <a:pt x="992988" y="56007"/>
                </a:moveTo>
                <a:cubicBezTo>
                  <a:pt x="986130" y="56007"/>
                  <a:pt x="980669" y="53899"/>
                  <a:pt x="976859" y="49670"/>
                </a:cubicBezTo>
                <a:lnTo>
                  <a:pt x="981177" y="45403"/>
                </a:lnTo>
                <a:cubicBezTo>
                  <a:pt x="982955" y="47257"/>
                  <a:pt x="984733" y="48565"/>
                  <a:pt x="986638" y="49327"/>
                </a:cubicBezTo>
                <a:cubicBezTo>
                  <a:pt x="988416" y="50076"/>
                  <a:pt x="990575" y="50457"/>
                  <a:pt x="992988" y="50457"/>
                </a:cubicBezTo>
                <a:cubicBezTo>
                  <a:pt x="995401" y="50457"/>
                  <a:pt x="997433" y="50000"/>
                  <a:pt x="999084" y="49099"/>
                </a:cubicBezTo>
                <a:cubicBezTo>
                  <a:pt x="1000735" y="48197"/>
                  <a:pt x="1001624" y="46711"/>
                  <a:pt x="1001624" y="44653"/>
                </a:cubicBezTo>
                <a:cubicBezTo>
                  <a:pt x="1001624" y="43193"/>
                  <a:pt x="1001243" y="41999"/>
                  <a:pt x="1000354" y="41097"/>
                </a:cubicBezTo>
                <a:cubicBezTo>
                  <a:pt x="999592" y="40196"/>
                  <a:pt x="998449" y="39484"/>
                  <a:pt x="997179" y="38964"/>
                </a:cubicBezTo>
                <a:cubicBezTo>
                  <a:pt x="995909" y="38443"/>
                  <a:pt x="993877" y="37833"/>
                  <a:pt x="991464" y="37135"/>
                </a:cubicBezTo>
                <a:cubicBezTo>
                  <a:pt x="988924" y="36424"/>
                  <a:pt x="986765" y="35649"/>
                  <a:pt x="984987" y="34837"/>
                </a:cubicBezTo>
                <a:cubicBezTo>
                  <a:pt x="983209" y="34011"/>
                  <a:pt x="981685" y="32842"/>
                  <a:pt x="980542" y="31318"/>
                </a:cubicBezTo>
                <a:cubicBezTo>
                  <a:pt x="979272" y="29794"/>
                  <a:pt x="978764" y="27839"/>
                  <a:pt x="978764" y="25451"/>
                </a:cubicBezTo>
                <a:cubicBezTo>
                  <a:pt x="978764" y="23076"/>
                  <a:pt x="979272" y="21044"/>
                  <a:pt x="980415" y="19355"/>
                </a:cubicBezTo>
                <a:cubicBezTo>
                  <a:pt x="981685" y="17666"/>
                  <a:pt x="983336" y="16396"/>
                  <a:pt x="985495" y="15532"/>
                </a:cubicBezTo>
                <a:cubicBezTo>
                  <a:pt x="987527" y="14681"/>
                  <a:pt x="990067" y="14250"/>
                  <a:pt x="992861" y="14250"/>
                </a:cubicBezTo>
                <a:cubicBezTo>
                  <a:pt x="995655" y="14250"/>
                  <a:pt x="998195" y="14707"/>
                  <a:pt x="1000735" y="15608"/>
                </a:cubicBezTo>
                <a:cubicBezTo>
                  <a:pt x="1003275" y="16523"/>
                  <a:pt x="1005307" y="17844"/>
                  <a:pt x="1006958" y="19571"/>
                </a:cubicBezTo>
                <a:lnTo>
                  <a:pt x="1002767" y="23851"/>
                </a:lnTo>
                <a:cubicBezTo>
                  <a:pt x="1000100" y="21222"/>
                  <a:pt x="996798" y="19914"/>
                  <a:pt x="992861" y="19914"/>
                </a:cubicBezTo>
                <a:cubicBezTo>
                  <a:pt x="990448" y="19914"/>
                  <a:pt x="988670" y="20346"/>
                  <a:pt x="987273" y="21210"/>
                </a:cubicBezTo>
                <a:cubicBezTo>
                  <a:pt x="985876" y="22085"/>
                  <a:pt x="985241" y="23394"/>
                  <a:pt x="985241" y="25159"/>
                </a:cubicBezTo>
                <a:cubicBezTo>
                  <a:pt x="985241" y="26327"/>
                  <a:pt x="985622" y="27293"/>
                  <a:pt x="986384" y="28055"/>
                </a:cubicBezTo>
                <a:cubicBezTo>
                  <a:pt x="987273" y="28829"/>
                  <a:pt x="988289" y="29464"/>
                  <a:pt x="989686" y="29973"/>
                </a:cubicBezTo>
                <a:cubicBezTo>
                  <a:pt x="990956" y="30480"/>
                  <a:pt x="992861" y="31090"/>
                  <a:pt x="995401" y="31776"/>
                </a:cubicBezTo>
                <a:cubicBezTo>
                  <a:pt x="997941" y="32500"/>
                  <a:pt x="1000100" y="33262"/>
                  <a:pt x="1001878" y="34049"/>
                </a:cubicBezTo>
                <a:cubicBezTo>
                  <a:pt x="1003529" y="34849"/>
                  <a:pt x="1005053" y="36055"/>
                  <a:pt x="1006323" y="37681"/>
                </a:cubicBezTo>
                <a:cubicBezTo>
                  <a:pt x="1007466" y="39307"/>
                  <a:pt x="1008101" y="41453"/>
                  <a:pt x="1008101" y="44133"/>
                </a:cubicBezTo>
                <a:cubicBezTo>
                  <a:pt x="1008101" y="46610"/>
                  <a:pt x="1007466" y="48743"/>
                  <a:pt x="1006196" y="50533"/>
                </a:cubicBezTo>
                <a:cubicBezTo>
                  <a:pt x="1004926" y="52312"/>
                  <a:pt x="1003148" y="53670"/>
                  <a:pt x="1000862" y="54611"/>
                </a:cubicBezTo>
                <a:cubicBezTo>
                  <a:pt x="998576" y="55538"/>
                  <a:pt x="995909" y="56007"/>
                  <a:pt x="992988" y="56007"/>
                </a:cubicBezTo>
                <a:close/>
                <a:moveTo>
                  <a:pt x="1057250" y="56007"/>
                </a:moveTo>
                <a:cubicBezTo>
                  <a:pt x="1052170" y="56007"/>
                  <a:pt x="1047725" y="54902"/>
                  <a:pt x="1043915" y="52693"/>
                </a:cubicBezTo>
                <a:cubicBezTo>
                  <a:pt x="1039978" y="50483"/>
                  <a:pt x="1037057" y="47334"/>
                  <a:pt x="1034898" y="43256"/>
                </a:cubicBezTo>
                <a:cubicBezTo>
                  <a:pt x="1032739" y="39180"/>
                  <a:pt x="1031596" y="34430"/>
                  <a:pt x="1031596" y="29032"/>
                </a:cubicBezTo>
                <a:cubicBezTo>
                  <a:pt x="1031596" y="23623"/>
                  <a:pt x="1032739" y="18885"/>
                  <a:pt x="1034898" y="14808"/>
                </a:cubicBezTo>
                <a:cubicBezTo>
                  <a:pt x="1037057" y="10744"/>
                  <a:pt x="1039978" y="7595"/>
                  <a:pt x="1043915" y="5385"/>
                </a:cubicBezTo>
                <a:cubicBezTo>
                  <a:pt x="1047725" y="3163"/>
                  <a:pt x="1052170" y="2045"/>
                  <a:pt x="1057250" y="2045"/>
                </a:cubicBezTo>
                <a:cubicBezTo>
                  <a:pt x="1062203" y="2045"/>
                  <a:pt x="1066648" y="3163"/>
                  <a:pt x="1070458" y="5385"/>
                </a:cubicBezTo>
                <a:cubicBezTo>
                  <a:pt x="1074395" y="7595"/>
                  <a:pt x="1077443" y="10744"/>
                  <a:pt x="1079602" y="14808"/>
                </a:cubicBezTo>
                <a:cubicBezTo>
                  <a:pt x="1081761" y="18885"/>
                  <a:pt x="1082777" y="23623"/>
                  <a:pt x="1082777" y="29032"/>
                </a:cubicBezTo>
                <a:cubicBezTo>
                  <a:pt x="1082777" y="34430"/>
                  <a:pt x="1081761" y="39180"/>
                  <a:pt x="1079602" y="43256"/>
                </a:cubicBezTo>
                <a:cubicBezTo>
                  <a:pt x="1077443" y="47334"/>
                  <a:pt x="1074395" y="50483"/>
                  <a:pt x="1070458" y="52693"/>
                </a:cubicBezTo>
                <a:cubicBezTo>
                  <a:pt x="1066648" y="54902"/>
                  <a:pt x="1062203" y="56007"/>
                  <a:pt x="1057250" y="56007"/>
                </a:cubicBezTo>
                <a:close/>
                <a:moveTo>
                  <a:pt x="1038835" y="29032"/>
                </a:moveTo>
                <a:cubicBezTo>
                  <a:pt x="1038835" y="33198"/>
                  <a:pt x="1039597" y="36818"/>
                  <a:pt x="1040994" y="39891"/>
                </a:cubicBezTo>
                <a:cubicBezTo>
                  <a:pt x="1042518" y="42964"/>
                  <a:pt x="1044677" y="45327"/>
                  <a:pt x="1047471" y="46978"/>
                </a:cubicBezTo>
                <a:cubicBezTo>
                  <a:pt x="1050138" y="48629"/>
                  <a:pt x="1053440" y="49454"/>
                  <a:pt x="1057250" y="49454"/>
                </a:cubicBezTo>
                <a:cubicBezTo>
                  <a:pt x="1060933" y="49454"/>
                  <a:pt x="1064235" y="48629"/>
                  <a:pt x="1066902" y="46978"/>
                </a:cubicBezTo>
                <a:cubicBezTo>
                  <a:pt x="1069696" y="45327"/>
                  <a:pt x="1071855" y="42964"/>
                  <a:pt x="1073379" y="39891"/>
                </a:cubicBezTo>
                <a:cubicBezTo>
                  <a:pt x="1074776" y="36818"/>
                  <a:pt x="1075538" y="33198"/>
                  <a:pt x="1075538" y="29032"/>
                </a:cubicBezTo>
                <a:cubicBezTo>
                  <a:pt x="1075538" y="24854"/>
                  <a:pt x="1074776" y="21248"/>
                  <a:pt x="1073379" y="18174"/>
                </a:cubicBezTo>
                <a:cubicBezTo>
                  <a:pt x="1071855" y="15113"/>
                  <a:pt x="1069696" y="12764"/>
                  <a:pt x="1066902" y="11112"/>
                </a:cubicBezTo>
                <a:cubicBezTo>
                  <a:pt x="1064235" y="9461"/>
                  <a:pt x="1060933" y="8636"/>
                  <a:pt x="1057250" y="8636"/>
                </a:cubicBezTo>
                <a:cubicBezTo>
                  <a:pt x="1053440" y="8636"/>
                  <a:pt x="1050138" y="9461"/>
                  <a:pt x="1047471" y="11112"/>
                </a:cubicBezTo>
                <a:cubicBezTo>
                  <a:pt x="1044677" y="12764"/>
                  <a:pt x="1042518" y="15113"/>
                  <a:pt x="1040994" y="18174"/>
                </a:cubicBezTo>
                <a:cubicBezTo>
                  <a:pt x="1039597" y="21248"/>
                  <a:pt x="1038835" y="24854"/>
                  <a:pt x="1038835" y="29032"/>
                </a:cubicBezTo>
                <a:close/>
                <a:moveTo>
                  <a:pt x="1091667" y="15037"/>
                </a:moveTo>
                <a:lnTo>
                  <a:pt x="1098017" y="15037"/>
                </a:lnTo>
                <a:lnTo>
                  <a:pt x="1098017" y="23406"/>
                </a:lnTo>
                <a:lnTo>
                  <a:pt x="1098144" y="23406"/>
                </a:lnTo>
                <a:cubicBezTo>
                  <a:pt x="1099160" y="20803"/>
                  <a:pt x="1100684" y="18631"/>
                  <a:pt x="1102716" y="16879"/>
                </a:cubicBezTo>
                <a:cubicBezTo>
                  <a:pt x="1104748" y="15126"/>
                  <a:pt x="1107542" y="14250"/>
                  <a:pt x="1111225" y="14250"/>
                </a:cubicBezTo>
                <a:cubicBezTo>
                  <a:pt x="1114019" y="14250"/>
                  <a:pt x="1116305" y="14834"/>
                  <a:pt x="1118210" y="16002"/>
                </a:cubicBezTo>
                <a:cubicBezTo>
                  <a:pt x="1120115" y="17171"/>
                  <a:pt x="1121512" y="18821"/>
                  <a:pt x="1122401" y="20955"/>
                </a:cubicBezTo>
                <a:cubicBezTo>
                  <a:pt x="1123290" y="23089"/>
                  <a:pt x="1123798" y="25578"/>
                  <a:pt x="1123798" y="28435"/>
                </a:cubicBezTo>
                <a:lnTo>
                  <a:pt x="1123798" y="55258"/>
                </a:lnTo>
                <a:lnTo>
                  <a:pt x="1117067" y="55258"/>
                </a:lnTo>
                <a:lnTo>
                  <a:pt x="1117067" y="29731"/>
                </a:lnTo>
                <a:cubicBezTo>
                  <a:pt x="1117067" y="26632"/>
                  <a:pt x="1116432" y="24270"/>
                  <a:pt x="1115162" y="22644"/>
                </a:cubicBezTo>
                <a:cubicBezTo>
                  <a:pt x="1113892" y="21019"/>
                  <a:pt x="1111733" y="20206"/>
                  <a:pt x="1108812" y="20206"/>
                </a:cubicBezTo>
                <a:cubicBezTo>
                  <a:pt x="1106653" y="20206"/>
                  <a:pt x="1104875" y="20663"/>
                  <a:pt x="1103224" y="21590"/>
                </a:cubicBezTo>
                <a:cubicBezTo>
                  <a:pt x="1101700" y="22505"/>
                  <a:pt x="1100430" y="23838"/>
                  <a:pt x="1099668" y="25603"/>
                </a:cubicBezTo>
                <a:cubicBezTo>
                  <a:pt x="1098779" y="27369"/>
                  <a:pt x="1098271" y="29477"/>
                  <a:pt x="1098271" y="31928"/>
                </a:cubicBezTo>
                <a:lnTo>
                  <a:pt x="1098271" y="55258"/>
                </a:lnTo>
                <a:lnTo>
                  <a:pt x="1091667" y="55258"/>
                </a:lnTo>
                <a:lnTo>
                  <a:pt x="1091667" y="15037"/>
                </a:lnTo>
                <a:close/>
                <a:moveTo>
                  <a:pt x="1143229" y="55855"/>
                </a:moveTo>
                <a:cubicBezTo>
                  <a:pt x="1141070" y="55855"/>
                  <a:pt x="1139292" y="55487"/>
                  <a:pt x="1137895" y="54776"/>
                </a:cubicBezTo>
                <a:cubicBezTo>
                  <a:pt x="1136498" y="54052"/>
                  <a:pt x="1135609" y="52984"/>
                  <a:pt x="1134974" y="51550"/>
                </a:cubicBezTo>
                <a:cubicBezTo>
                  <a:pt x="1134339" y="50127"/>
                  <a:pt x="1133958" y="48311"/>
                  <a:pt x="1133958" y="46101"/>
                </a:cubicBezTo>
                <a:lnTo>
                  <a:pt x="1133958" y="0"/>
                </a:lnTo>
                <a:lnTo>
                  <a:pt x="1140689" y="0"/>
                </a:lnTo>
                <a:lnTo>
                  <a:pt x="1140689" y="45060"/>
                </a:lnTo>
                <a:cubicBezTo>
                  <a:pt x="1140689" y="46304"/>
                  <a:pt x="1140816" y="47257"/>
                  <a:pt x="1141070" y="47930"/>
                </a:cubicBezTo>
                <a:cubicBezTo>
                  <a:pt x="1141324" y="48603"/>
                  <a:pt x="1141705" y="49073"/>
                  <a:pt x="1142213" y="49365"/>
                </a:cubicBezTo>
                <a:cubicBezTo>
                  <a:pt x="1142721" y="49644"/>
                  <a:pt x="1143483" y="49785"/>
                  <a:pt x="1144499" y="49785"/>
                </a:cubicBezTo>
                <a:cubicBezTo>
                  <a:pt x="1145134" y="49785"/>
                  <a:pt x="1145769" y="49733"/>
                  <a:pt x="1146404" y="49644"/>
                </a:cubicBezTo>
                <a:cubicBezTo>
                  <a:pt x="1147039" y="49543"/>
                  <a:pt x="1147547" y="49429"/>
                  <a:pt x="1148055" y="49302"/>
                </a:cubicBezTo>
                <a:lnTo>
                  <a:pt x="1148055" y="55258"/>
                </a:lnTo>
                <a:cubicBezTo>
                  <a:pt x="1147420" y="55461"/>
                  <a:pt x="1146658" y="55601"/>
                  <a:pt x="1145896" y="55703"/>
                </a:cubicBezTo>
                <a:cubicBezTo>
                  <a:pt x="1145007" y="55804"/>
                  <a:pt x="1144118" y="55855"/>
                  <a:pt x="1143229" y="55855"/>
                </a:cubicBezTo>
                <a:close/>
                <a:moveTo>
                  <a:pt x="1155294" y="71857"/>
                </a:moveTo>
                <a:cubicBezTo>
                  <a:pt x="1153897" y="71857"/>
                  <a:pt x="1152373" y="71755"/>
                  <a:pt x="1150976" y="71552"/>
                </a:cubicBezTo>
                <a:lnTo>
                  <a:pt x="1150976" y="65786"/>
                </a:lnTo>
                <a:cubicBezTo>
                  <a:pt x="1151992" y="66078"/>
                  <a:pt x="1153135" y="66231"/>
                  <a:pt x="1154786" y="66231"/>
                </a:cubicBezTo>
                <a:cubicBezTo>
                  <a:pt x="1156310" y="66231"/>
                  <a:pt x="1157580" y="66040"/>
                  <a:pt x="1158469" y="65660"/>
                </a:cubicBezTo>
                <a:cubicBezTo>
                  <a:pt x="1159485" y="65278"/>
                  <a:pt x="1160374" y="64694"/>
                  <a:pt x="1160882" y="63932"/>
                </a:cubicBezTo>
                <a:cubicBezTo>
                  <a:pt x="1161517" y="63157"/>
                  <a:pt x="1162152" y="62129"/>
                  <a:pt x="1162660" y="60833"/>
                </a:cubicBezTo>
                <a:lnTo>
                  <a:pt x="1164819" y="55144"/>
                </a:lnTo>
                <a:lnTo>
                  <a:pt x="1148690" y="15037"/>
                </a:lnTo>
                <a:lnTo>
                  <a:pt x="1155802" y="15037"/>
                </a:lnTo>
                <a:lnTo>
                  <a:pt x="1164438" y="37288"/>
                </a:lnTo>
                <a:cubicBezTo>
                  <a:pt x="1165073" y="39142"/>
                  <a:pt x="1165835" y="41237"/>
                  <a:pt x="1166597" y="43574"/>
                </a:cubicBezTo>
                <a:cubicBezTo>
                  <a:pt x="1167359" y="45910"/>
                  <a:pt x="1167867" y="47282"/>
                  <a:pt x="1167994" y="47702"/>
                </a:cubicBezTo>
                <a:cubicBezTo>
                  <a:pt x="1168121" y="47358"/>
                  <a:pt x="1168629" y="46038"/>
                  <a:pt x="1169391" y="43765"/>
                </a:cubicBezTo>
                <a:cubicBezTo>
                  <a:pt x="1170534" y="40932"/>
                  <a:pt x="1171169" y="39002"/>
                  <a:pt x="1171550" y="37960"/>
                </a:cubicBezTo>
                <a:lnTo>
                  <a:pt x="1179424" y="15037"/>
                </a:lnTo>
                <a:lnTo>
                  <a:pt x="1186536" y="15037"/>
                </a:lnTo>
                <a:lnTo>
                  <a:pt x="1167994" y="63030"/>
                </a:lnTo>
                <a:cubicBezTo>
                  <a:pt x="1167232" y="65088"/>
                  <a:pt x="1166343" y="66752"/>
                  <a:pt x="1165327" y="67996"/>
                </a:cubicBezTo>
                <a:cubicBezTo>
                  <a:pt x="1164438" y="69253"/>
                  <a:pt x="1163041" y="70206"/>
                  <a:pt x="1161517" y="70866"/>
                </a:cubicBezTo>
                <a:cubicBezTo>
                  <a:pt x="1159866" y="71527"/>
                  <a:pt x="1157834" y="71857"/>
                  <a:pt x="1155294" y="71857"/>
                </a:cubicBezTo>
                <a:close/>
              </a:path>
            </a:pathLst>
          </a:custGeom>
          <a:solidFill>
            <a:srgbClr val="000000">
              <a:alpha val="50196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5175" cy="6858000"/>
          </a:xfrm>
          <a:prstGeom prst="rect">
            <a:avLst/>
          </a:prstGeom>
        </p:spPr>
      </p:pic>
      <p:sp>
        <p:nvSpPr>
          <p:cNvPr id="10" name="Editable vector"/>
          <p:cNvSpPr/>
          <p:nvPr/>
        </p:nvSpPr>
        <p:spPr>
          <a:xfrm>
            <a:off x="531876" y="6537959"/>
            <a:ext cx="348995" cy="161544"/>
          </a:xfrm>
          <a:custGeom>
            <a:avLst/>
            <a:gdLst/>
            <a:ahLst/>
            <a:cxnLst/>
            <a:rect l="0" t="0" r="r" b="b"/>
            <a:pathLst>
              <a:path w="348996" h="161544" fill="none" stroke="1" extrusionOk="0">
                <a:moveTo>
                  <a:pt x="0" y="0"/>
                </a:moveTo>
                <a:lnTo>
                  <a:pt x="348996" y="0"/>
                </a:lnTo>
                <a:lnTo>
                  <a:pt x="348996" y="161544"/>
                </a:lnTo>
                <a:lnTo>
                  <a:pt x="0" y="161544"/>
                </a:lnTo>
                <a:close/>
              </a:path>
            </a:pathLst>
          </a:custGeom>
          <a:noFill/>
          <a:ln w="1778" cap="flat">
            <a:solidFill>
              <a:srgbClr val="000000">
                <a:alpha val="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Editable vector"/>
          <p:cNvSpPr/>
          <p:nvPr/>
        </p:nvSpPr>
        <p:spPr>
          <a:xfrm>
            <a:off x="179920" y="2217928"/>
            <a:ext cx="7772437" cy="3661752"/>
          </a:xfrm>
          <a:custGeom>
            <a:avLst/>
            <a:gdLst/>
            <a:ahLst/>
            <a:cxnLst/>
            <a:rect l="0" t="0" r="r" b="b"/>
            <a:pathLst>
              <a:path w="7772438" h="3661753" fill="none" stroke="1" extrusionOk="0">
                <a:moveTo>
                  <a:pt x="0" y="75819"/>
                </a:moveTo>
                <a:cubicBezTo>
                  <a:pt x="0" y="33909"/>
                  <a:pt x="33972" y="0"/>
                  <a:pt x="75870" y="0"/>
                </a:cubicBezTo>
                <a:lnTo>
                  <a:pt x="7696492" y="0"/>
                </a:lnTo>
                <a:cubicBezTo>
                  <a:pt x="7738402" y="0"/>
                  <a:pt x="7772438" y="33909"/>
                  <a:pt x="7772438" y="75819"/>
                </a:cubicBezTo>
                <a:lnTo>
                  <a:pt x="7772438" y="3585883"/>
                </a:lnTo>
                <a:cubicBezTo>
                  <a:pt x="7772438" y="3627780"/>
                  <a:pt x="7738402" y="3661753"/>
                  <a:pt x="7696492" y="3661753"/>
                </a:cubicBezTo>
                <a:lnTo>
                  <a:pt x="75870" y="3661753"/>
                </a:lnTo>
                <a:cubicBezTo>
                  <a:pt x="33972" y="3661753"/>
                  <a:pt x="0" y="3627780"/>
                  <a:pt x="0" y="3585883"/>
                </a:cubicBezTo>
                <a:lnTo>
                  <a:pt x="0" y="75819"/>
                </a:lnTo>
                <a:close/>
              </a:path>
            </a:pathLst>
          </a:custGeom>
          <a:noFill/>
          <a:ln w="15875" cap="flat">
            <a:solidFill>
              <a:srgbClr val="7858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3302000"/>
            <a:ext cx="5994400" cy="1295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" y="4584700"/>
            <a:ext cx="6273800" cy="6223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" y="4584700"/>
            <a:ext cx="6273800" cy="6223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572" y="5158740"/>
            <a:ext cx="6626351" cy="498347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5194300"/>
            <a:ext cx="6565900" cy="431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700" y="2514600"/>
            <a:ext cx="6299200" cy="8128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08200" y="2705100"/>
            <a:ext cx="2146300" cy="4826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08200" y="2705100"/>
            <a:ext cx="2146300" cy="4826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51888" y="2784347"/>
            <a:ext cx="618731" cy="342900"/>
          </a:xfrm>
          <a:prstGeom prst="rect">
            <a:avLst/>
          </a:prstGeom>
        </p:spPr>
      </p:pic>
      <p:sp>
        <p:nvSpPr>
          <p:cNvPr id="31" name="Editable vector"/>
          <p:cNvSpPr/>
          <p:nvPr/>
        </p:nvSpPr>
        <p:spPr>
          <a:xfrm>
            <a:off x="2204847" y="2837688"/>
            <a:ext cx="516382" cy="241046"/>
          </a:xfrm>
          <a:custGeom>
            <a:avLst/>
            <a:gdLst/>
            <a:ahLst/>
            <a:cxnLst/>
            <a:rect l="0" t="0" r="r" b="b"/>
            <a:pathLst>
              <a:path w="516382" h="241046" fill="norm" stroke="0" extrusionOk="0">
                <a:moveTo>
                  <a:pt x="0" y="18034"/>
                </a:moveTo>
                <a:cubicBezTo>
                  <a:pt x="0" y="8001"/>
                  <a:pt x="8001" y="0"/>
                  <a:pt x="18034" y="0"/>
                </a:cubicBezTo>
                <a:lnTo>
                  <a:pt x="498348" y="0"/>
                </a:lnTo>
                <a:cubicBezTo>
                  <a:pt x="508254" y="0"/>
                  <a:pt x="516382" y="8001"/>
                  <a:pt x="516382" y="18034"/>
                </a:cubicBezTo>
                <a:lnTo>
                  <a:pt x="516382" y="223012"/>
                </a:lnTo>
                <a:cubicBezTo>
                  <a:pt x="516382" y="233045"/>
                  <a:pt x="508254" y="241046"/>
                  <a:pt x="498348" y="241046"/>
                </a:cubicBezTo>
                <a:lnTo>
                  <a:pt x="18034" y="241046"/>
                </a:lnTo>
                <a:cubicBezTo>
                  <a:pt x="8001" y="241046"/>
                  <a:pt x="0" y="233045"/>
                  <a:pt x="0" y="223012"/>
                </a:cubicBezTo>
                <a:lnTo>
                  <a:pt x="0" y="18034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Editable vector"/>
          <p:cNvSpPr/>
          <p:nvPr/>
        </p:nvSpPr>
        <p:spPr>
          <a:xfrm>
            <a:off x="2242185" y="2902965"/>
            <a:ext cx="113157" cy="10414"/>
          </a:xfrm>
          <a:custGeom>
            <a:avLst/>
            <a:gdLst/>
            <a:ahLst/>
            <a:cxnLst/>
            <a:rect l="0" t="0" r="r" b="b"/>
            <a:pathLst>
              <a:path w="113157" h="10414" fill="norm" stroke="0" extrusionOk="0">
                <a:moveTo>
                  <a:pt x="0" y="5207"/>
                </a:moveTo>
                <a:cubicBezTo>
                  <a:pt x="0" y="2413"/>
                  <a:pt x="2286" y="0"/>
                  <a:pt x="5207" y="0"/>
                </a:cubicBezTo>
                <a:lnTo>
                  <a:pt x="107950" y="0"/>
                </a:lnTo>
                <a:cubicBezTo>
                  <a:pt x="110744" y="0"/>
                  <a:pt x="113157" y="2413"/>
                  <a:pt x="113157" y="5207"/>
                </a:cubicBezTo>
                <a:cubicBezTo>
                  <a:pt x="113157" y="8128"/>
                  <a:pt x="110744" y="10414"/>
                  <a:pt x="107950" y="10414"/>
                </a:cubicBezTo>
                <a:lnTo>
                  <a:pt x="5207" y="10414"/>
                </a:lnTo>
                <a:cubicBezTo>
                  <a:pt x="2286" y="10414"/>
                  <a:pt x="0" y="8128"/>
                  <a:pt x="0" y="5207"/>
                </a:cubicBezTo>
                <a:close/>
              </a:path>
            </a:pathLst>
          </a:custGeom>
          <a:solidFill>
            <a:srgbClr val="D7DFE7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Editable vector"/>
          <p:cNvSpPr/>
          <p:nvPr/>
        </p:nvSpPr>
        <p:spPr>
          <a:xfrm>
            <a:off x="2242185" y="3003041"/>
            <a:ext cx="113157" cy="10286"/>
          </a:xfrm>
          <a:custGeom>
            <a:avLst/>
            <a:gdLst/>
            <a:ahLst/>
            <a:cxnLst/>
            <a:rect l="0" t="0" r="r" b="b"/>
            <a:pathLst>
              <a:path w="113157" h="10287" fill="norm" stroke="0" extrusionOk="0">
                <a:moveTo>
                  <a:pt x="0" y="5207"/>
                </a:moveTo>
                <a:cubicBezTo>
                  <a:pt x="0" y="2286"/>
                  <a:pt x="2286" y="0"/>
                  <a:pt x="5207" y="0"/>
                </a:cubicBezTo>
                <a:lnTo>
                  <a:pt x="107950" y="0"/>
                </a:lnTo>
                <a:cubicBezTo>
                  <a:pt x="110744" y="0"/>
                  <a:pt x="113157" y="2286"/>
                  <a:pt x="113157" y="5207"/>
                </a:cubicBezTo>
                <a:cubicBezTo>
                  <a:pt x="113157" y="8001"/>
                  <a:pt x="110744" y="10287"/>
                  <a:pt x="107950" y="10287"/>
                </a:cubicBezTo>
                <a:lnTo>
                  <a:pt x="5207" y="10287"/>
                </a:lnTo>
                <a:cubicBezTo>
                  <a:pt x="2286" y="10287"/>
                  <a:pt x="0" y="8001"/>
                  <a:pt x="0" y="5207"/>
                </a:cubicBezTo>
                <a:close/>
              </a:path>
            </a:pathLst>
          </a:custGeom>
          <a:solidFill>
            <a:srgbClr val="D7DFE7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Editable vector"/>
          <p:cNvSpPr/>
          <p:nvPr/>
        </p:nvSpPr>
        <p:spPr>
          <a:xfrm>
            <a:off x="2242185" y="2953003"/>
            <a:ext cx="113157" cy="10414"/>
          </a:xfrm>
          <a:custGeom>
            <a:avLst/>
            <a:gdLst/>
            <a:ahLst/>
            <a:cxnLst/>
            <a:rect l="0" t="0" r="r" b="b"/>
            <a:pathLst>
              <a:path w="113157" h="10414" fill="norm" stroke="0" extrusionOk="0">
                <a:moveTo>
                  <a:pt x="0" y="5207"/>
                </a:moveTo>
                <a:cubicBezTo>
                  <a:pt x="0" y="2286"/>
                  <a:pt x="2286" y="0"/>
                  <a:pt x="5207" y="0"/>
                </a:cubicBezTo>
                <a:lnTo>
                  <a:pt x="107950" y="0"/>
                </a:lnTo>
                <a:cubicBezTo>
                  <a:pt x="110744" y="0"/>
                  <a:pt x="113157" y="2286"/>
                  <a:pt x="113157" y="5207"/>
                </a:cubicBezTo>
                <a:cubicBezTo>
                  <a:pt x="113157" y="8001"/>
                  <a:pt x="110744" y="10414"/>
                  <a:pt x="107950" y="10414"/>
                </a:cubicBezTo>
                <a:lnTo>
                  <a:pt x="5207" y="10414"/>
                </a:lnTo>
                <a:cubicBezTo>
                  <a:pt x="2286" y="10414"/>
                  <a:pt x="0" y="8001"/>
                  <a:pt x="0" y="5207"/>
                </a:cubicBezTo>
                <a:close/>
              </a:path>
            </a:pathLst>
          </a:custGeom>
          <a:solidFill>
            <a:srgbClr val="D7DFE7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Editable vector"/>
          <p:cNvSpPr/>
          <p:nvPr/>
        </p:nvSpPr>
        <p:spPr>
          <a:xfrm>
            <a:off x="2399538" y="2901696"/>
            <a:ext cx="276479" cy="12953"/>
          </a:xfrm>
          <a:custGeom>
            <a:avLst/>
            <a:gdLst/>
            <a:ahLst/>
            <a:cxnLst/>
            <a:rect l="0" t="0" r="r" b="b"/>
            <a:pathLst>
              <a:path w="276479" h="12954" fill="norm" stroke="0" extrusionOk="0">
                <a:moveTo>
                  <a:pt x="0" y="6477"/>
                </a:moveTo>
                <a:cubicBezTo>
                  <a:pt x="0" y="2921"/>
                  <a:pt x="2921" y="0"/>
                  <a:pt x="6477" y="0"/>
                </a:cubicBezTo>
                <a:lnTo>
                  <a:pt x="270002" y="0"/>
                </a:lnTo>
                <a:cubicBezTo>
                  <a:pt x="273558" y="0"/>
                  <a:pt x="276479" y="2921"/>
                  <a:pt x="276479" y="6477"/>
                </a:cubicBezTo>
                <a:cubicBezTo>
                  <a:pt x="276479" y="10033"/>
                  <a:pt x="273558" y="12954"/>
                  <a:pt x="270002" y="12954"/>
                </a:cubicBezTo>
                <a:lnTo>
                  <a:pt x="6477" y="12954"/>
                </a:lnTo>
                <a:cubicBezTo>
                  <a:pt x="2921" y="12954"/>
                  <a:pt x="0" y="10033"/>
                  <a:pt x="0" y="6477"/>
                </a:cubicBezTo>
                <a:close/>
              </a:path>
            </a:pathLst>
          </a:custGeom>
          <a:solidFill>
            <a:srgbClr val="D7DFE7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Editable vector"/>
          <p:cNvSpPr/>
          <p:nvPr/>
        </p:nvSpPr>
        <p:spPr>
          <a:xfrm>
            <a:off x="2399538" y="3001771"/>
            <a:ext cx="276479" cy="12954"/>
          </a:xfrm>
          <a:custGeom>
            <a:avLst/>
            <a:gdLst/>
            <a:ahLst/>
            <a:cxnLst/>
            <a:rect l="0" t="0" r="r" b="b"/>
            <a:pathLst>
              <a:path w="276479" h="12954" fill="norm" stroke="0" extrusionOk="0">
                <a:moveTo>
                  <a:pt x="0" y="6477"/>
                </a:moveTo>
                <a:cubicBezTo>
                  <a:pt x="0" y="2921"/>
                  <a:pt x="2921" y="0"/>
                  <a:pt x="6477" y="0"/>
                </a:cubicBezTo>
                <a:lnTo>
                  <a:pt x="270002" y="0"/>
                </a:lnTo>
                <a:cubicBezTo>
                  <a:pt x="273558" y="0"/>
                  <a:pt x="276479" y="2921"/>
                  <a:pt x="276479" y="6477"/>
                </a:cubicBezTo>
                <a:cubicBezTo>
                  <a:pt x="276479" y="10033"/>
                  <a:pt x="273558" y="12954"/>
                  <a:pt x="270002" y="12954"/>
                </a:cubicBezTo>
                <a:lnTo>
                  <a:pt x="6477" y="12954"/>
                </a:lnTo>
                <a:cubicBezTo>
                  <a:pt x="2921" y="12954"/>
                  <a:pt x="0" y="10033"/>
                  <a:pt x="0" y="6477"/>
                </a:cubicBezTo>
                <a:close/>
              </a:path>
            </a:pathLst>
          </a:custGeom>
          <a:solidFill>
            <a:srgbClr val="D7DFE7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Editable vector"/>
          <p:cNvSpPr/>
          <p:nvPr/>
        </p:nvSpPr>
        <p:spPr>
          <a:xfrm>
            <a:off x="2399538" y="2951734"/>
            <a:ext cx="276479" cy="12953"/>
          </a:xfrm>
          <a:custGeom>
            <a:avLst/>
            <a:gdLst/>
            <a:ahLst/>
            <a:cxnLst/>
            <a:rect l="0" t="0" r="r" b="b"/>
            <a:pathLst>
              <a:path w="276479" h="12954" fill="norm" stroke="0" extrusionOk="0">
                <a:moveTo>
                  <a:pt x="0" y="6477"/>
                </a:moveTo>
                <a:cubicBezTo>
                  <a:pt x="0" y="2921"/>
                  <a:pt x="2921" y="0"/>
                  <a:pt x="6477" y="0"/>
                </a:cubicBezTo>
                <a:lnTo>
                  <a:pt x="270002" y="0"/>
                </a:lnTo>
                <a:cubicBezTo>
                  <a:pt x="273558" y="0"/>
                  <a:pt x="276479" y="2921"/>
                  <a:pt x="276479" y="6477"/>
                </a:cubicBezTo>
                <a:cubicBezTo>
                  <a:pt x="276479" y="10033"/>
                  <a:pt x="273558" y="12954"/>
                  <a:pt x="270002" y="12954"/>
                </a:cubicBezTo>
                <a:lnTo>
                  <a:pt x="6477" y="12954"/>
                </a:lnTo>
                <a:cubicBezTo>
                  <a:pt x="2921" y="12954"/>
                  <a:pt x="0" y="10033"/>
                  <a:pt x="0" y="6477"/>
                </a:cubicBezTo>
                <a:close/>
              </a:path>
            </a:pathLst>
          </a:custGeom>
          <a:solidFill>
            <a:srgbClr val="D7DFE7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Editable vector"/>
          <p:cNvSpPr/>
          <p:nvPr/>
        </p:nvSpPr>
        <p:spPr>
          <a:xfrm>
            <a:off x="2399538" y="2895219"/>
            <a:ext cx="238760" cy="25908"/>
          </a:xfrm>
          <a:custGeom>
            <a:avLst/>
            <a:gdLst/>
            <a:ahLst/>
            <a:cxnLst/>
            <a:rect l="0" t="0" r="r" b="b"/>
            <a:pathLst>
              <a:path w="238760" h="25908" fill="norm" stroke="0" extrusionOk="0">
                <a:moveTo>
                  <a:pt x="0" y="12954"/>
                </a:moveTo>
                <a:cubicBezTo>
                  <a:pt x="0" y="5842"/>
                  <a:pt x="5842" y="0"/>
                  <a:pt x="12954" y="0"/>
                </a:cubicBezTo>
                <a:lnTo>
                  <a:pt x="225933" y="0"/>
                </a:lnTo>
                <a:cubicBezTo>
                  <a:pt x="233045" y="0"/>
                  <a:pt x="238760" y="5842"/>
                  <a:pt x="238760" y="12954"/>
                </a:cubicBezTo>
                <a:cubicBezTo>
                  <a:pt x="238760" y="20066"/>
                  <a:pt x="233045" y="25908"/>
                  <a:pt x="225933" y="25908"/>
                </a:cubicBezTo>
                <a:lnTo>
                  <a:pt x="12954" y="25908"/>
                </a:lnTo>
                <a:cubicBezTo>
                  <a:pt x="5842" y="25908"/>
                  <a:pt x="0" y="20066"/>
                  <a:pt x="0" y="12954"/>
                </a:cubicBezTo>
                <a:close/>
              </a:path>
            </a:pathLst>
          </a:custGeom>
          <a:solidFill>
            <a:srgbClr val="049F9A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Editable vector"/>
          <p:cNvSpPr/>
          <p:nvPr/>
        </p:nvSpPr>
        <p:spPr>
          <a:xfrm>
            <a:off x="2399538" y="2995295"/>
            <a:ext cx="238760" cy="25780"/>
          </a:xfrm>
          <a:custGeom>
            <a:avLst/>
            <a:gdLst/>
            <a:ahLst/>
            <a:cxnLst/>
            <a:rect l="0" t="0" r="r" b="b"/>
            <a:pathLst>
              <a:path w="238760" h="25781" fill="norm" stroke="0" extrusionOk="0">
                <a:moveTo>
                  <a:pt x="0" y="12954"/>
                </a:moveTo>
                <a:cubicBezTo>
                  <a:pt x="0" y="5715"/>
                  <a:pt x="5842" y="0"/>
                  <a:pt x="12954" y="0"/>
                </a:cubicBezTo>
                <a:lnTo>
                  <a:pt x="225933" y="0"/>
                </a:lnTo>
                <a:cubicBezTo>
                  <a:pt x="233045" y="0"/>
                  <a:pt x="238760" y="5715"/>
                  <a:pt x="238760" y="12954"/>
                </a:cubicBezTo>
                <a:cubicBezTo>
                  <a:pt x="238760" y="20066"/>
                  <a:pt x="233045" y="25781"/>
                  <a:pt x="225933" y="25781"/>
                </a:cubicBezTo>
                <a:lnTo>
                  <a:pt x="12954" y="25781"/>
                </a:lnTo>
                <a:cubicBezTo>
                  <a:pt x="5842" y="25781"/>
                  <a:pt x="0" y="20066"/>
                  <a:pt x="0" y="12954"/>
                </a:cubicBezTo>
                <a:close/>
              </a:path>
            </a:pathLst>
          </a:custGeom>
          <a:solidFill>
            <a:srgbClr val="049F9A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Editable vector"/>
          <p:cNvSpPr/>
          <p:nvPr/>
        </p:nvSpPr>
        <p:spPr>
          <a:xfrm>
            <a:off x="2399538" y="2945257"/>
            <a:ext cx="188467" cy="25908"/>
          </a:xfrm>
          <a:custGeom>
            <a:avLst/>
            <a:gdLst/>
            <a:ahLst/>
            <a:cxnLst/>
            <a:rect l="0" t="0" r="r" b="b"/>
            <a:pathLst>
              <a:path w="188468" h="25908" fill="norm" stroke="0" extrusionOk="0">
                <a:moveTo>
                  <a:pt x="0" y="12954"/>
                </a:moveTo>
                <a:cubicBezTo>
                  <a:pt x="0" y="5842"/>
                  <a:pt x="5842" y="0"/>
                  <a:pt x="12954" y="0"/>
                </a:cubicBezTo>
                <a:lnTo>
                  <a:pt x="175641" y="0"/>
                </a:lnTo>
                <a:cubicBezTo>
                  <a:pt x="182753" y="0"/>
                  <a:pt x="188468" y="5842"/>
                  <a:pt x="188468" y="12954"/>
                </a:cubicBezTo>
                <a:cubicBezTo>
                  <a:pt x="188468" y="20066"/>
                  <a:pt x="182753" y="25908"/>
                  <a:pt x="175641" y="25908"/>
                </a:cubicBezTo>
                <a:lnTo>
                  <a:pt x="12954" y="25908"/>
                </a:lnTo>
                <a:cubicBezTo>
                  <a:pt x="5842" y="25908"/>
                  <a:pt x="0" y="20066"/>
                  <a:pt x="0" y="12954"/>
                </a:cubicBezTo>
                <a:close/>
              </a:path>
            </a:pathLst>
          </a:custGeom>
          <a:solidFill>
            <a:srgbClr val="049F9A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51888" y="2621229"/>
            <a:ext cx="618731" cy="239318"/>
          </a:xfrm>
          <a:prstGeom prst="rect">
            <a:avLst/>
          </a:prstGeom>
        </p:spPr>
      </p:pic>
      <p:sp>
        <p:nvSpPr>
          <p:cNvPr id="42" name="Editable vector"/>
          <p:cNvSpPr/>
          <p:nvPr/>
        </p:nvSpPr>
        <p:spPr>
          <a:xfrm>
            <a:off x="2204847" y="2674873"/>
            <a:ext cx="516382" cy="137033"/>
          </a:xfrm>
          <a:custGeom>
            <a:avLst/>
            <a:gdLst/>
            <a:ahLst/>
            <a:cxnLst/>
            <a:rect l="0" t="0" r="r" b="b"/>
            <a:pathLst>
              <a:path w="516382" h="137033" fill="norm" stroke="0" extrusionOk="0">
                <a:moveTo>
                  <a:pt x="0" y="22860"/>
                </a:moveTo>
                <a:cubicBezTo>
                  <a:pt x="0" y="10287"/>
                  <a:pt x="10160" y="0"/>
                  <a:pt x="22733" y="0"/>
                </a:cubicBezTo>
                <a:lnTo>
                  <a:pt x="493522" y="0"/>
                </a:lnTo>
                <a:cubicBezTo>
                  <a:pt x="506095" y="0"/>
                  <a:pt x="516382" y="10287"/>
                  <a:pt x="516382" y="22860"/>
                </a:cubicBezTo>
                <a:lnTo>
                  <a:pt x="516382" y="114173"/>
                </a:lnTo>
                <a:cubicBezTo>
                  <a:pt x="516382" y="126746"/>
                  <a:pt x="506095" y="137033"/>
                  <a:pt x="493522" y="137033"/>
                </a:cubicBezTo>
                <a:lnTo>
                  <a:pt x="22733" y="137033"/>
                </a:lnTo>
                <a:cubicBezTo>
                  <a:pt x="10160" y="137033"/>
                  <a:pt x="0" y="126746"/>
                  <a:pt x="0" y="114173"/>
                </a:cubicBezTo>
                <a:lnTo>
                  <a:pt x="0" y="22860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Editable vector"/>
          <p:cNvSpPr/>
          <p:nvPr/>
        </p:nvSpPr>
        <p:spPr>
          <a:xfrm>
            <a:off x="2440813" y="2737230"/>
            <a:ext cx="235204" cy="12953"/>
          </a:xfrm>
          <a:custGeom>
            <a:avLst/>
            <a:gdLst/>
            <a:ahLst/>
            <a:cxnLst/>
            <a:rect l="0" t="0" r="r" b="b"/>
            <a:pathLst>
              <a:path w="235204" h="12954" fill="norm" stroke="0" extrusionOk="0">
                <a:moveTo>
                  <a:pt x="0" y="6477"/>
                </a:moveTo>
                <a:cubicBezTo>
                  <a:pt x="0" y="2921"/>
                  <a:pt x="2921" y="0"/>
                  <a:pt x="6477" y="0"/>
                </a:cubicBezTo>
                <a:lnTo>
                  <a:pt x="228727" y="0"/>
                </a:lnTo>
                <a:cubicBezTo>
                  <a:pt x="232283" y="0"/>
                  <a:pt x="235204" y="2921"/>
                  <a:pt x="235204" y="6477"/>
                </a:cubicBezTo>
                <a:cubicBezTo>
                  <a:pt x="235204" y="10033"/>
                  <a:pt x="232283" y="12954"/>
                  <a:pt x="228727" y="12954"/>
                </a:cubicBezTo>
                <a:lnTo>
                  <a:pt x="6477" y="12954"/>
                </a:lnTo>
                <a:cubicBezTo>
                  <a:pt x="2921" y="12954"/>
                  <a:pt x="0" y="10033"/>
                  <a:pt x="0" y="6477"/>
                </a:cubicBezTo>
                <a:close/>
              </a:path>
            </a:pathLst>
          </a:custGeom>
          <a:solidFill>
            <a:srgbClr val="E2D8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Editable vector"/>
          <p:cNvSpPr/>
          <p:nvPr/>
        </p:nvSpPr>
        <p:spPr>
          <a:xfrm>
            <a:off x="2230882" y="2701290"/>
            <a:ext cx="83692" cy="84200"/>
          </a:xfrm>
          <a:custGeom>
            <a:avLst/>
            <a:gdLst/>
            <a:ahLst/>
            <a:cxnLst/>
            <a:rect l="0" t="0" r="r" b="b"/>
            <a:pathLst>
              <a:path w="83693" h="84201" fill="norm" stroke="0" extrusionOk="0">
                <a:moveTo>
                  <a:pt x="0" y="42164"/>
                </a:moveTo>
                <a:cubicBezTo>
                  <a:pt x="0" y="18796"/>
                  <a:pt x="18796" y="0"/>
                  <a:pt x="41910" y="0"/>
                </a:cubicBezTo>
                <a:cubicBezTo>
                  <a:pt x="64897" y="0"/>
                  <a:pt x="83693" y="18796"/>
                  <a:pt x="83693" y="42164"/>
                </a:cubicBezTo>
                <a:cubicBezTo>
                  <a:pt x="83693" y="65405"/>
                  <a:pt x="64897" y="84201"/>
                  <a:pt x="41910" y="84201"/>
                </a:cubicBezTo>
                <a:cubicBezTo>
                  <a:pt x="18796" y="84201"/>
                  <a:pt x="0" y="65405"/>
                  <a:pt x="0" y="42164"/>
                </a:cubicBezTo>
                <a:close/>
              </a:path>
            </a:pathLst>
          </a:custGeom>
          <a:solidFill>
            <a:srgbClr val="E2D8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Editable vector"/>
          <p:cNvSpPr/>
          <p:nvPr/>
        </p:nvSpPr>
        <p:spPr>
          <a:xfrm>
            <a:off x="2259329" y="2727325"/>
            <a:ext cx="26797" cy="31877"/>
          </a:xfrm>
          <a:custGeom>
            <a:avLst/>
            <a:gdLst/>
            <a:ahLst/>
            <a:cxnLst/>
            <a:rect l="0" t="0" r="r" b="b"/>
            <a:pathLst>
              <a:path w="26797" h="31877" fill="norm" stroke="0" extrusionOk="0">
                <a:moveTo>
                  <a:pt x="25019" y="31877"/>
                </a:moveTo>
                <a:lnTo>
                  <a:pt x="1778" y="31877"/>
                </a:lnTo>
                <a:cubicBezTo>
                  <a:pt x="762" y="31877"/>
                  <a:pt x="0" y="31115"/>
                  <a:pt x="0" y="30099"/>
                </a:cubicBezTo>
                <a:lnTo>
                  <a:pt x="0" y="27813"/>
                </a:lnTo>
                <a:cubicBezTo>
                  <a:pt x="0" y="22606"/>
                  <a:pt x="3048" y="18034"/>
                  <a:pt x="7366" y="16002"/>
                </a:cubicBezTo>
                <a:cubicBezTo>
                  <a:pt x="5588" y="14351"/>
                  <a:pt x="4445" y="11938"/>
                  <a:pt x="4445" y="9271"/>
                </a:cubicBezTo>
                <a:cubicBezTo>
                  <a:pt x="4445" y="6604"/>
                  <a:pt x="5588" y="4064"/>
                  <a:pt x="7620" y="2413"/>
                </a:cubicBezTo>
                <a:cubicBezTo>
                  <a:pt x="9652" y="635"/>
                  <a:pt x="12319" y="0"/>
                  <a:pt x="14986" y="381"/>
                </a:cubicBezTo>
                <a:cubicBezTo>
                  <a:pt x="18669" y="1016"/>
                  <a:pt x="21590" y="4064"/>
                  <a:pt x="22225" y="7620"/>
                </a:cubicBezTo>
                <a:cubicBezTo>
                  <a:pt x="22606" y="10414"/>
                  <a:pt x="21971" y="13081"/>
                  <a:pt x="20193" y="15113"/>
                </a:cubicBezTo>
                <a:cubicBezTo>
                  <a:pt x="19939" y="15367"/>
                  <a:pt x="19685" y="15748"/>
                  <a:pt x="19431" y="16002"/>
                </a:cubicBezTo>
                <a:cubicBezTo>
                  <a:pt x="23749" y="18034"/>
                  <a:pt x="26797" y="22606"/>
                  <a:pt x="26797" y="27813"/>
                </a:cubicBezTo>
                <a:lnTo>
                  <a:pt x="26797" y="30099"/>
                </a:lnTo>
                <a:cubicBezTo>
                  <a:pt x="26797" y="30988"/>
                  <a:pt x="26035" y="31877"/>
                  <a:pt x="25019" y="31877"/>
                </a:cubicBezTo>
                <a:close/>
                <a:moveTo>
                  <a:pt x="3556" y="28194"/>
                </a:moveTo>
                <a:lnTo>
                  <a:pt x="23241" y="28194"/>
                </a:lnTo>
                <a:lnTo>
                  <a:pt x="23241" y="27813"/>
                </a:lnTo>
                <a:cubicBezTo>
                  <a:pt x="23241" y="22606"/>
                  <a:pt x="19050" y="18288"/>
                  <a:pt x="13843" y="18288"/>
                </a:cubicBezTo>
                <a:lnTo>
                  <a:pt x="12954" y="18288"/>
                </a:lnTo>
                <a:cubicBezTo>
                  <a:pt x="7747" y="18288"/>
                  <a:pt x="3556" y="22606"/>
                  <a:pt x="3556" y="27813"/>
                </a:cubicBezTo>
                <a:lnTo>
                  <a:pt x="3556" y="28194"/>
                </a:lnTo>
                <a:close/>
                <a:moveTo>
                  <a:pt x="13462" y="3810"/>
                </a:moveTo>
                <a:cubicBezTo>
                  <a:pt x="12065" y="3810"/>
                  <a:pt x="10922" y="4318"/>
                  <a:pt x="9906" y="5080"/>
                </a:cubicBezTo>
                <a:cubicBezTo>
                  <a:pt x="8763" y="6223"/>
                  <a:pt x="8001" y="7747"/>
                  <a:pt x="8001" y="9271"/>
                </a:cubicBezTo>
                <a:cubicBezTo>
                  <a:pt x="8001" y="12319"/>
                  <a:pt x="10414" y="14732"/>
                  <a:pt x="13462" y="14732"/>
                </a:cubicBezTo>
                <a:cubicBezTo>
                  <a:pt x="14986" y="14732"/>
                  <a:pt x="16510" y="13970"/>
                  <a:pt x="17526" y="12827"/>
                </a:cubicBezTo>
                <a:cubicBezTo>
                  <a:pt x="18542" y="11557"/>
                  <a:pt x="18923" y="9906"/>
                  <a:pt x="18669" y="8255"/>
                </a:cubicBezTo>
                <a:cubicBezTo>
                  <a:pt x="18415" y="6096"/>
                  <a:pt x="16637" y="4318"/>
                  <a:pt x="14351" y="3937"/>
                </a:cubicBezTo>
                <a:cubicBezTo>
                  <a:pt x="14097" y="3937"/>
                  <a:pt x="13716" y="3810"/>
                  <a:pt x="13462" y="3810"/>
                </a:cubicBezTo>
                <a:close/>
              </a:path>
            </a:pathLst>
          </a:custGeom>
          <a:solidFill>
            <a:srgbClr val="5D36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Editable vector"/>
          <p:cNvSpPr/>
          <p:nvPr/>
        </p:nvSpPr>
        <p:spPr>
          <a:xfrm>
            <a:off x="2340610" y="2737230"/>
            <a:ext cx="235204" cy="12953"/>
          </a:xfrm>
          <a:custGeom>
            <a:avLst/>
            <a:gdLst/>
            <a:ahLst/>
            <a:cxnLst/>
            <a:rect l="0" t="0" r="r" b="b"/>
            <a:pathLst>
              <a:path w="235204" h="12954" fill="norm" stroke="0" extrusionOk="0">
                <a:moveTo>
                  <a:pt x="0" y="6477"/>
                </a:moveTo>
                <a:cubicBezTo>
                  <a:pt x="0" y="2921"/>
                  <a:pt x="2921" y="0"/>
                  <a:pt x="6477" y="0"/>
                </a:cubicBezTo>
                <a:lnTo>
                  <a:pt x="228727" y="0"/>
                </a:lnTo>
                <a:cubicBezTo>
                  <a:pt x="232283" y="0"/>
                  <a:pt x="235204" y="2921"/>
                  <a:pt x="235204" y="6477"/>
                </a:cubicBezTo>
                <a:cubicBezTo>
                  <a:pt x="235204" y="10033"/>
                  <a:pt x="232283" y="12954"/>
                  <a:pt x="228727" y="12954"/>
                </a:cubicBezTo>
                <a:lnTo>
                  <a:pt x="6477" y="12954"/>
                </a:lnTo>
                <a:cubicBezTo>
                  <a:pt x="2921" y="12954"/>
                  <a:pt x="0" y="10033"/>
                  <a:pt x="0" y="6477"/>
                </a:cubicBezTo>
                <a:close/>
              </a:path>
            </a:pathLst>
          </a:custGeom>
          <a:solidFill>
            <a:srgbClr val="5D36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Editable vector"/>
          <p:cNvSpPr/>
          <p:nvPr/>
        </p:nvSpPr>
        <p:spPr>
          <a:xfrm>
            <a:off x="2535301" y="2707640"/>
            <a:ext cx="84581" cy="66420"/>
          </a:xfrm>
          <a:custGeom>
            <a:avLst/>
            <a:gdLst/>
            <a:ahLst/>
            <a:cxnLst/>
            <a:rect l="0" t="0" r="r" b="b"/>
            <a:pathLst>
              <a:path w="84582" h="66421" fill="norm" stroke="1" extrusionOk="0">
                <a:moveTo>
                  <a:pt x="0" y="20447"/>
                </a:moveTo>
                <a:cubicBezTo>
                  <a:pt x="0" y="9144"/>
                  <a:pt x="9144" y="0"/>
                  <a:pt x="20447" y="0"/>
                </a:cubicBezTo>
                <a:lnTo>
                  <a:pt x="64135" y="0"/>
                </a:lnTo>
                <a:cubicBezTo>
                  <a:pt x="75438" y="0"/>
                  <a:pt x="84582" y="9144"/>
                  <a:pt x="84582" y="20447"/>
                </a:cubicBezTo>
                <a:lnTo>
                  <a:pt x="84582" y="45974"/>
                </a:lnTo>
                <a:cubicBezTo>
                  <a:pt x="84582" y="57277"/>
                  <a:pt x="75438" y="66421"/>
                  <a:pt x="64135" y="66421"/>
                </a:cubicBezTo>
                <a:lnTo>
                  <a:pt x="20447" y="66421"/>
                </a:lnTo>
                <a:cubicBezTo>
                  <a:pt x="9144" y="66421"/>
                  <a:pt x="0" y="57277"/>
                  <a:pt x="0" y="45974"/>
                </a:cubicBezTo>
                <a:lnTo>
                  <a:pt x="0" y="20447"/>
                </a:lnTo>
                <a:close/>
              </a:path>
            </a:pathLst>
          </a:custGeom>
          <a:solidFill>
            <a:srgbClr val="FFFFFF"/>
          </a:solidFill>
          <a:ln w="15875" cap="flat">
            <a:solidFill>
              <a:srgbClr val="5D3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Editable vector"/>
          <p:cNvSpPr/>
          <p:nvPr/>
        </p:nvSpPr>
        <p:spPr>
          <a:xfrm>
            <a:off x="2558414" y="2732151"/>
            <a:ext cx="38354" cy="17526"/>
          </a:xfrm>
          <a:custGeom>
            <a:avLst/>
            <a:gdLst/>
            <a:ahLst/>
            <a:cxnLst/>
            <a:rect l="0" t="0" r="r" b="b"/>
            <a:pathLst>
              <a:path w="38354" h="17526" fill="norm" stroke="0" extrusionOk="0">
                <a:moveTo>
                  <a:pt x="10922" y="0"/>
                </a:moveTo>
                <a:cubicBezTo>
                  <a:pt x="11176" y="0"/>
                  <a:pt x="11557" y="0"/>
                  <a:pt x="11811" y="127"/>
                </a:cubicBezTo>
                <a:cubicBezTo>
                  <a:pt x="12446" y="508"/>
                  <a:pt x="12827" y="1016"/>
                  <a:pt x="12827" y="1778"/>
                </a:cubicBezTo>
                <a:lnTo>
                  <a:pt x="12827" y="15748"/>
                </a:lnTo>
                <a:cubicBezTo>
                  <a:pt x="12827" y="16383"/>
                  <a:pt x="12446" y="17018"/>
                  <a:pt x="11811" y="17272"/>
                </a:cubicBezTo>
                <a:cubicBezTo>
                  <a:pt x="11303" y="17526"/>
                  <a:pt x="10541" y="17526"/>
                  <a:pt x="10033" y="17145"/>
                </a:cubicBezTo>
                <a:lnTo>
                  <a:pt x="762" y="10160"/>
                </a:lnTo>
                <a:cubicBezTo>
                  <a:pt x="254" y="9779"/>
                  <a:pt x="0" y="9271"/>
                  <a:pt x="0" y="8763"/>
                </a:cubicBezTo>
                <a:cubicBezTo>
                  <a:pt x="0" y="8128"/>
                  <a:pt x="254" y="7620"/>
                  <a:pt x="762" y="7239"/>
                </a:cubicBezTo>
                <a:lnTo>
                  <a:pt x="10033" y="254"/>
                </a:lnTo>
                <a:cubicBezTo>
                  <a:pt x="10287" y="127"/>
                  <a:pt x="10668" y="0"/>
                  <a:pt x="10922" y="0"/>
                </a:cubicBezTo>
                <a:close/>
                <a:moveTo>
                  <a:pt x="27432" y="0"/>
                </a:moveTo>
                <a:cubicBezTo>
                  <a:pt x="27686" y="0"/>
                  <a:pt x="28067" y="127"/>
                  <a:pt x="28321" y="254"/>
                </a:cubicBezTo>
                <a:lnTo>
                  <a:pt x="37592" y="7239"/>
                </a:lnTo>
                <a:cubicBezTo>
                  <a:pt x="38100" y="7620"/>
                  <a:pt x="38354" y="8128"/>
                  <a:pt x="38354" y="8763"/>
                </a:cubicBezTo>
                <a:cubicBezTo>
                  <a:pt x="38354" y="9271"/>
                  <a:pt x="38100" y="9779"/>
                  <a:pt x="37592" y="10160"/>
                </a:cubicBezTo>
                <a:lnTo>
                  <a:pt x="28321" y="17145"/>
                </a:lnTo>
                <a:cubicBezTo>
                  <a:pt x="27813" y="17526"/>
                  <a:pt x="27051" y="17526"/>
                  <a:pt x="26543" y="17272"/>
                </a:cubicBezTo>
                <a:cubicBezTo>
                  <a:pt x="25908" y="17018"/>
                  <a:pt x="25527" y="16383"/>
                  <a:pt x="25527" y="15748"/>
                </a:cubicBezTo>
                <a:lnTo>
                  <a:pt x="25527" y="1778"/>
                </a:lnTo>
                <a:cubicBezTo>
                  <a:pt x="25527" y="1016"/>
                  <a:pt x="25908" y="508"/>
                  <a:pt x="26543" y="127"/>
                </a:cubicBezTo>
                <a:cubicBezTo>
                  <a:pt x="26797" y="0"/>
                  <a:pt x="27178" y="0"/>
                  <a:pt x="27432" y="0"/>
                </a:cubicBezTo>
                <a:close/>
              </a:path>
            </a:pathLst>
          </a:custGeom>
          <a:solidFill>
            <a:srgbClr val="5D36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39640" y="2691421"/>
            <a:ext cx="234670" cy="228688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87900" y="2743200"/>
            <a:ext cx="139700" cy="139700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68800" y="2705100"/>
            <a:ext cx="2146300" cy="482600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68800" y="2705100"/>
            <a:ext cx="2146300" cy="482600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11979" y="2609075"/>
            <a:ext cx="441972" cy="432828"/>
          </a:xfrm>
          <a:prstGeom prst="rect">
            <a:avLst/>
          </a:prstGeom>
        </p:spPr>
      </p:pic>
      <p:sp>
        <p:nvSpPr>
          <p:cNvPr id="56" name="Editable vector"/>
          <p:cNvSpPr/>
          <p:nvPr/>
        </p:nvSpPr>
        <p:spPr>
          <a:xfrm>
            <a:off x="4465320" y="2662301"/>
            <a:ext cx="340359" cy="331089"/>
          </a:xfrm>
          <a:custGeom>
            <a:avLst/>
            <a:gdLst/>
            <a:ahLst/>
            <a:cxnLst/>
            <a:rect l="0" t="0" r="r" b="b"/>
            <a:pathLst>
              <a:path w="340360" h="331089" fill="norm" stroke="0" extrusionOk="0">
                <a:moveTo>
                  <a:pt x="0" y="27559"/>
                </a:moveTo>
                <a:cubicBezTo>
                  <a:pt x="0" y="12319"/>
                  <a:pt x="12319" y="0"/>
                  <a:pt x="27559" y="0"/>
                </a:cubicBezTo>
                <a:lnTo>
                  <a:pt x="312801" y="0"/>
                </a:lnTo>
                <a:cubicBezTo>
                  <a:pt x="328041" y="0"/>
                  <a:pt x="340360" y="12319"/>
                  <a:pt x="340360" y="27559"/>
                </a:cubicBezTo>
                <a:lnTo>
                  <a:pt x="340360" y="303530"/>
                </a:lnTo>
                <a:cubicBezTo>
                  <a:pt x="340360" y="318770"/>
                  <a:pt x="328041" y="331089"/>
                  <a:pt x="312801" y="331089"/>
                </a:cubicBezTo>
                <a:lnTo>
                  <a:pt x="27559" y="331089"/>
                </a:lnTo>
                <a:cubicBezTo>
                  <a:pt x="12319" y="331089"/>
                  <a:pt x="0" y="318770"/>
                  <a:pt x="0" y="303530"/>
                </a:cubicBezTo>
                <a:lnTo>
                  <a:pt x="0" y="27559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Editable vector"/>
          <p:cNvSpPr/>
          <p:nvPr/>
        </p:nvSpPr>
        <p:spPr>
          <a:xfrm>
            <a:off x="4522342" y="2720340"/>
            <a:ext cx="226314" cy="215010"/>
          </a:xfrm>
          <a:custGeom>
            <a:avLst/>
            <a:gdLst/>
            <a:ahLst/>
            <a:cxnLst/>
            <a:rect l="0" t="0" r="r" b="b"/>
            <a:pathLst>
              <a:path w="226314" h="215011" fill="norm" stroke="0" extrusionOk="0">
                <a:moveTo>
                  <a:pt x="220980" y="94361"/>
                </a:moveTo>
                <a:lnTo>
                  <a:pt x="196596" y="84582"/>
                </a:lnTo>
                <a:cubicBezTo>
                  <a:pt x="194818" y="78359"/>
                  <a:pt x="192278" y="72644"/>
                  <a:pt x="189103" y="67056"/>
                </a:cubicBezTo>
                <a:lnTo>
                  <a:pt x="198882" y="44196"/>
                </a:lnTo>
                <a:cubicBezTo>
                  <a:pt x="200279" y="41148"/>
                  <a:pt x="199517" y="37592"/>
                  <a:pt x="196977" y="35306"/>
                </a:cubicBezTo>
                <a:lnTo>
                  <a:pt x="188849" y="27559"/>
                </a:lnTo>
                <a:cubicBezTo>
                  <a:pt x="186436" y="25146"/>
                  <a:pt x="182626" y="24384"/>
                  <a:pt x="179451" y="25654"/>
                </a:cubicBezTo>
                <a:lnTo>
                  <a:pt x="155321" y="35052"/>
                </a:lnTo>
                <a:cubicBezTo>
                  <a:pt x="149606" y="32004"/>
                  <a:pt x="143510" y="29591"/>
                  <a:pt x="137033" y="27940"/>
                </a:cubicBezTo>
                <a:lnTo>
                  <a:pt x="126873" y="5080"/>
                </a:lnTo>
                <a:cubicBezTo>
                  <a:pt x="125603" y="2032"/>
                  <a:pt x="122428" y="0"/>
                  <a:pt x="118872" y="0"/>
                </a:cubicBezTo>
                <a:lnTo>
                  <a:pt x="107315" y="0"/>
                </a:lnTo>
                <a:cubicBezTo>
                  <a:pt x="103886" y="0"/>
                  <a:pt x="100711" y="1905"/>
                  <a:pt x="99314" y="4953"/>
                </a:cubicBezTo>
                <a:lnTo>
                  <a:pt x="89027" y="28194"/>
                </a:lnTo>
                <a:cubicBezTo>
                  <a:pt x="82423" y="29845"/>
                  <a:pt x="76454" y="32258"/>
                  <a:pt x="70612" y="35306"/>
                </a:cubicBezTo>
                <a:lnTo>
                  <a:pt x="46609" y="25908"/>
                </a:lnTo>
                <a:cubicBezTo>
                  <a:pt x="43307" y="24638"/>
                  <a:pt x="39624" y="25400"/>
                  <a:pt x="37084" y="27813"/>
                </a:cubicBezTo>
                <a:lnTo>
                  <a:pt x="28956" y="35560"/>
                </a:lnTo>
                <a:cubicBezTo>
                  <a:pt x="26543" y="37846"/>
                  <a:pt x="25781" y="41402"/>
                  <a:pt x="27051" y="44450"/>
                </a:cubicBezTo>
                <a:lnTo>
                  <a:pt x="36957" y="67310"/>
                </a:lnTo>
                <a:cubicBezTo>
                  <a:pt x="33655" y="72898"/>
                  <a:pt x="31242" y="78613"/>
                  <a:pt x="29464" y="84836"/>
                </a:cubicBezTo>
                <a:lnTo>
                  <a:pt x="5334" y="94361"/>
                </a:lnTo>
                <a:cubicBezTo>
                  <a:pt x="2159" y="95631"/>
                  <a:pt x="0" y="98679"/>
                  <a:pt x="0" y="101981"/>
                </a:cubicBezTo>
                <a:lnTo>
                  <a:pt x="0" y="113030"/>
                </a:lnTo>
                <a:cubicBezTo>
                  <a:pt x="0" y="116332"/>
                  <a:pt x="2159" y="119380"/>
                  <a:pt x="5334" y="120650"/>
                </a:cubicBezTo>
                <a:lnTo>
                  <a:pt x="29718" y="130429"/>
                </a:lnTo>
                <a:cubicBezTo>
                  <a:pt x="31496" y="136652"/>
                  <a:pt x="33909" y="142367"/>
                  <a:pt x="37211" y="147955"/>
                </a:cubicBezTo>
                <a:lnTo>
                  <a:pt x="27432" y="170815"/>
                </a:lnTo>
                <a:cubicBezTo>
                  <a:pt x="26035" y="173863"/>
                  <a:pt x="26797" y="177419"/>
                  <a:pt x="29210" y="179705"/>
                </a:cubicBezTo>
                <a:lnTo>
                  <a:pt x="37465" y="187452"/>
                </a:lnTo>
                <a:cubicBezTo>
                  <a:pt x="39878" y="189865"/>
                  <a:pt x="43561" y="190627"/>
                  <a:pt x="46863" y="189357"/>
                </a:cubicBezTo>
                <a:lnTo>
                  <a:pt x="70866" y="179959"/>
                </a:lnTo>
                <a:cubicBezTo>
                  <a:pt x="76708" y="183007"/>
                  <a:pt x="82677" y="185420"/>
                  <a:pt x="89281" y="187071"/>
                </a:cubicBezTo>
                <a:lnTo>
                  <a:pt x="99314" y="209931"/>
                </a:lnTo>
                <a:cubicBezTo>
                  <a:pt x="100711" y="212979"/>
                  <a:pt x="103886" y="215011"/>
                  <a:pt x="107315" y="215011"/>
                </a:cubicBezTo>
                <a:lnTo>
                  <a:pt x="118999" y="215011"/>
                </a:lnTo>
                <a:cubicBezTo>
                  <a:pt x="122428" y="215011"/>
                  <a:pt x="125603" y="213106"/>
                  <a:pt x="127000" y="210058"/>
                </a:cubicBezTo>
                <a:lnTo>
                  <a:pt x="137287" y="186817"/>
                </a:lnTo>
                <a:cubicBezTo>
                  <a:pt x="143764" y="185166"/>
                  <a:pt x="149860" y="182753"/>
                  <a:pt x="155575" y="179705"/>
                </a:cubicBezTo>
                <a:lnTo>
                  <a:pt x="179705" y="189103"/>
                </a:lnTo>
                <a:cubicBezTo>
                  <a:pt x="182880" y="190373"/>
                  <a:pt x="186690" y="189611"/>
                  <a:pt x="189103" y="187198"/>
                </a:cubicBezTo>
                <a:lnTo>
                  <a:pt x="197231" y="179451"/>
                </a:lnTo>
                <a:cubicBezTo>
                  <a:pt x="199771" y="177165"/>
                  <a:pt x="200533" y="173609"/>
                  <a:pt x="199136" y="170561"/>
                </a:cubicBezTo>
                <a:lnTo>
                  <a:pt x="189357" y="147701"/>
                </a:lnTo>
                <a:cubicBezTo>
                  <a:pt x="192532" y="142113"/>
                  <a:pt x="195072" y="136398"/>
                  <a:pt x="196850" y="130175"/>
                </a:cubicBezTo>
                <a:lnTo>
                  <a:pt x="220980" y="120650"/>
                </a:lnTo>
                <a:cubicBezTo>
                  <a:pt x="224155" y="119380"/>
                  <a:pt x="226314" y="116332"/>
                  <a:pt x="226314" y="113030"/>
                </a:cubicBezTo>
                <a:lnTo>
                  <a:pt x="226314" y="101981"/>
                </a:lnTo>
                <a:cubicBezTo>
                  <a:pt x="226314" y="98679"/>
                  <a:pt x="224155" y="95631"/>
                  <a:pt x="220980" y="94361"/>
                </a:cubicBezTo>
                <a:close/>
                <a:moveTo>
                  <a:pt x="113157" y="157480"/>
                </a:moveTo>
                <a:cubicBezTo>
                  <a:pt x="84074" y="157480"/>
                  <a:pt x="60579" y="135128"/>
                  <a:pt x="60579" y="107442"/>
                </a:cubicBezTo>
                <a:cubicBezTo>
                  <a:pt x="60579" y="79883"/>
                  <a:pt x="84074" y="57531"/>
                  <a:pt x="113157" y="57531"/>
                </a:cubicBezTo>
                <a:cubicBezTo>
                  <a:pt x="142240" y="57531"/>
                  <a:pt x="165735" y="79883"/>
                  <a:pt x="165735" y="107442"/>
                </a:cubicBezTo>
                <a:cubicBezTo>
                  <a:pt x="165735" y="135128"/>
                  <a:pt x="142240" y="157480"/>
                  <a:pt x="113157" y="157480"/>
                </a:cubicBezTo>
                <a:close/>
              </a:path>
            </a:pathLst>
          </a:custGeom>
          <a:solidFill>
            <a:srgbClr val="01CDAC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87823" y="2845358"/>
            <a:ext cx="283540" cy="281889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37100" y="2895600"/>
            <a:ext cx="190500" cy="190500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10455" y="2970288"/>
            <a:ext cx="431317" cy="173850"/>
          </a:xfrm>
          <a:prstGeom prst="rect">
            <a:avLst/>
          </a:prstGeom>
        </p:spPr>
      </p:pic>
      <p:sp>
        <p:nvSpPr>
          <p:cNvPr id="61" name="Editable vector"/>
          <p:cNvSpPr/>
          <p:nvPr/>
        </p:nvSpPr>
        <p:spPr>
          <a:xfrm>
            <a:off x="4463160" y="3024378"/>
            <a:ext cx="330200" cy="70230"/>
          </a:xfrm>
          <a:custGeom>
            <a:avLst/>
            <a:gdLst/>
            <a:ahLst/>
            <a:cxnLst/>
            <a:rect l="0" t="0" r="r" b="b"/>
            <a:pathLst>
              <a:path w="330200" h="70231" fill="norm" stroke="0" extrusionOk="0">
                <a:moveTo>
                  <a:pt x="0" y="20574"/>
                </a:moveTo>
                <a:cubicBezTo>
                  <a:pt x="0" y="9144"/>
                  <a:pt x="9271" y="0"/>
                  <a:pt x="20701" y="0"/>
                </a:cubicBezTo>
                <a:lnTo>
                  <a:pt x="309499" y="0"/>
                </a:lnTo>
                <a:cubicBezTo>
                  <a:pt x="320929" y="0"/>
                  <a:pt x="330200" y="9144"/>
                  <a:pt x="330200" y="20574"/>
                </a:cubicBezTo>
                <a:lnTo>
                  <a:pt x="330200" y="49530"/>
                </a:lnTo>
                <a:cubicBezTo>
                  <a:pt x="330200" y="60960"/>
                  <a:pt x="320929" y="70231"/>
                  <a:pt x="309499" y="70231"/>
                </a:cubicBezTo>
                <a:lnTo>
                  <a:pt x="20701" y="70231"/>
                </a:lnTo>
                <a:cubicBezTo>
                  <a:pt x="9271" y="70231"/>
                  <a:pt x="0" y="60960"/>
                  <a:pt x="0" y="49530"/>
                </a:cubicBezTo>
                <a:lnTo>
                  <a:pt x="0" y="20574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Editable vector"/>
          <p:cNvSpPr/>
          <p:nvPr/>
        </p:nvSpPr>
        <p:spPr>
          <a:xfrm>
            <a:off x="4512690" y="3054222"/>
            <a:ext cx="230632" cy="10414"/>
          </a:xfrm>
          <a:custGeom>
            <a:avLst/>
            <a:gdLst/>
            <a:ahLst/>
            <a:cxnLst/>
            <a:rect l="0" t="0" r="r" b="b"/>
            <a:pathLst>
              <a:path w="230632" h="10414" fill="norm" stroke="0" extrusionOk="0">
                <a:moveTo>
                  <a:pt x="0" y="5207"/>
                </a:moveTo>
                <a:cubicBezTo>
                  <a:pt x="0" y="2286"/>
                  <a:pt x="2286" y="0"/>
                  <a:pt x="5207" y="0"/>
                </a:cubicBezTo>
                <a:lnTo>
                  <a:pt x="225425" y="0"/>
                </a:lnTo>
                <a:cubicBezTo>
                  <a:pt x="228219" y="0"/>
                  <a:pt x="230632" y="2286"/>
                  <a:pt x="230632" y="5207"/>
                </a:cubicBezTo>
                <a:cubicBezTo>
                  <a:pt x="230632" y="8128"/>
                  <a:pt x="228219" y="10414"/>
                  <a:pt x="225425" y="10414"/>
                </a:cubicBezTo>
                <a:lnTo>
                  <a:pt x="5207" y="10414"/>
                </a:lnTo>
                <a:cubicBezTo>
                  <a:pt x="2286" y="10414"/>
                  <a:pt x="0" y="8128"/>
                  <a:pt x="0" y="5207"/>
                </a:cubicBezTo>
                <a:close/>
              </a:path>
            </a:pathLst>
          </a:custGeom>
          <a:solidFill>
            <a:srgbClr val="01CDAC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Editable vector"/>
          <p:cNvSpPr/>
          <p:nvPr/>
        </p:nvSpPr>
        <p:spPr>
          <a:xfrm>
            <a:off x="4419091" y="5459221"/>
            <a:ext cx="2475738" cy="307822"/>
          </a:xfrm>
          <a:custGeom>
            <a:avLst/>
            <a:gdLst/>
            <a:ahLst/>
            <a:cxnLst/>
            <a:rect l="0" t="0" r="r" b="b"/>
            <a:pathLst>
              <a:path w="2475738" h="307823" fill="norm" stroke="1" extrusionOk="0">
                <a:moveTo>
                  <a:pt x="58547" y="307823"/>
                </a:moveTo>
                <a:cubicBezTo>
                  <a:pt x="26162" y="307823"/>
                  <a:pt x="0" y="281623"/>
                  <a:pt x="0" y="249301"/>
                </a:cubicBezTo>
                <a:lnTo>
                  <a:pt x="0" y="58547"/>
                </a:lnTo>
                <a:cubicBezTo>
                  <a:pt x="0" y="26162"/>
                  <a:pt x="26162" y="0"/>
                  <a:pt x="58547" y="0"/>
                </a:cubicBezTo>
                <a:lnTo>
                  <a:pt x="2417318" y="0"/>
                </a:lnTo>
                <a:cubicBezTo>
                  <a:pt x="2449576" y="0"/>
                  <a:pt x="2475738" y="26162"/>
                  <a:pt x="2475738" y="58547"/>
                </a:cubicBezTo>
                <a:lnTo>
                  <a:pt x="2475738" y="249301"/>
                </a:lnTo>
                <a:cubicBezTo>
                  <a:pt x="2475738" y="281623"/>
                  <a:pt x="2449576" y="307823"/>
                  <a:pt x="2417318" y="307823"/>
                </a:cubicBezTo>
                <a:lnTo>
                  <a:pt x="58547" y="307823"/>
                </a:lnTo>
                <a:close/>
              </a:path>
            </a:pathLst>
          </a:custGeom>
          <a:solidFill>
            <a:srgbClr val="FFFFFF">
              <a:alpha val="69412"/>
            </a:srgbClr>
          </a:solidFill>
          <a:ln w="12700" cap="flat">
            <a:solidFill>
              <a:srgbClr val="89D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Editable vector"/>
          <p:cNvSpPr/>
          <p:nvPr/>
        </p:nvSpPr>
        <p:spPr>
          <a:xfrm>
            <a:off x="1419860" y="5461761"/>
            <a:ext cx="2022855" cy="302755"/>
          </a:xfrm>
          <a:custGeom>
            <a:avLst/>
            <a:gdLst/>
            <a:ahLst/>
            <a:cxnLst/>
            <a:rect l="0" t="0" r="r" b="b"/>
            <a:pathLst>
              <a:path w="2022856" h="302755" fill="norm" stroke="1" extrusionOk="0">
                <a:moveTo>
                  <a:pt x="49657" y="302755"/>
                </a:moveTo>
                <a:cubicBezTo>
                  <a:pt x="22225" y="302755"/>
                  <a:pt x="0" y="280492"/>
                  <a:pt x="0" y="253022"/>
                </a:cubicBezTo>
                <a:lnTo>
                  <a:pt x="0" y="49657"/>
                </a:lnTo>
                <a:cubicBezTo>
                  <a:pt x="0" y="22225"/>
                  <a:pt x="22225" y="0"/>
                  <a:pt x="49657" y="0"/>
                </a:cubicBezTo>
                <a:lnTo>
                  <a:pt x="1973072" y="0"/>
                </a:lnTo>
                <a:cubicBezTo>
                  <a:pt x="2000631" y="0"/>
                  <a:pt x="2022856" y="22225"/>
                  <a:pt x="2022856" y="49657"/>
                </a:cubicBezTo>
                <a:lnTo>
                  <a:pt x="2022856" y="253022"/>
                </a:lnTo>
                <a:cubicBezTo>
                  <a:pt x="2022856" y="280492"/>
                  <a:pt x="2000631" y="302755"/>
                  <a:pt x="1973072" y="302755"/>
                </a:cubicBezTo>
                <a:lnTo>
                  <a:pt x="49657" y="302755"/>
                </a:lnTo>
                <a:close/>
              </a:path>
            </a:pathLst>
          </a:custGeom>
          <a:solidFill>
            <a:srgbClr val="FFFFFF">
              <a:alpha val="69412"/>
            </a:srgbClr>
          </a:solidFill>
          <a:ln w="12700" cap="flat">
            <a:solidFill>
              <a:srgbClr val="89D1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1" name="Picture 8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66544" y="5471159"/>
            <a:ext cx="275894" cy="280390"/>
          </a:xfrm>
          <a:prstGeom prst="rect">
            <a:avLst/>
          </a:prstGeom>
        </p:spPr>
      </p:pic>
      <p:sp>
        <p:nvSpPr>
          <p:cNvPr id="82" name="Editable vector"/>
          <p:cNvSpPr/>
          <p:nvPr/>
        </p:nvSpPr>
        <p:spPr>
          <a:xfrm>
            <a:off x="2119376" y="5523991"/>
            <a:ext cx="174116" cy="178232"/>
          </a:xfrm>
          <a:custGeom>
            <a:avLst/>
            <a:gdLst/>
            <a:ahLst/>
            <a:cxnLst/>
            <a:rect l="0" t="0" r="r" b="b"/>
            <a:pathLst>
              <a:path w="174117" h="178232" fill="norm" stroke="0" extrusionOk="0">
                <a:moveTo>
                  <a:pt x="0" y="29083"/>
                </a:moveTo>
                <a:cubicBezTo>
                  <a:pt x="0" y="13081"/>
                  <a:pt x="13081" y="0"/>
                  <a:pt x="29083" y="0"/>
                </a:cubicBezTo>
                <a:lnTo>
                  <a:pt x="145161" y="0"/>
                </a:lnTo>
                <a:cubicBezTo>
                  <a:pt x="161163" y="0"/>
                  <a:pt x="174117" y="13081"/>
                  <a:pt x="174117" y="29083"/>
                </a:cubicBezTo>
                <a:lnTo>
                  <a:pt x="174117" y="149212"/>
                </a:lnTo>
                <a:cubicBezTo>
                  <a:pt x="174117" y="165240"/>
                  <a:pt x="161163" y="178232"/>
                  <a:pt x="145161" y="178232"/>
                </a:cubicBezTo>
                <a:lnTo>
                  <a:pt x="29083" y="178232"/>
                </a:lnTo>
                <a:cubicBezTo>
                  <a:pt x="13081" y="178232"/>
                  <a:pt x="0" y="165240"/>
                  <a:pt x="0" y="149212"/>
                </a:cubicBezTo>
                <a:lnTo>
                  <a:pt x="0" y="29083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150617" y="5552523"/>
            <a:ext cx="111842" cy="121213"/>
          </a:xfrm>
          <a:prstGeom prst="rect">
            <a:avLst/>
          </a:prstGeom>
        </p:spPr>
      </p:pic>
      <p:pic>
        <p:nvPicPr>
          <p:cNvPr id="84" name="Picture 8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82700" y="4229100"/>
            <a:ext cx="38100" cy="25400"/>
          </a:xfrm>
          <a:prstGeom prst="rect">
            <a:avLst/>
          </a:prstGeom>
        </p:spPr>
      </p:pic>
      <p:pic>
        <p:nvPicPr>
          <p:cNvPr id="85" name="Picture 8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850135" y="5471159"/>
            <a:ext cx="275894" cy="280390"/>
          </a:xfrm>
          <a:prstGeom prst="rect">
            <a:avLst/>
          </a:prstGeom>
        </p:spPr>
      </p:pic>
      <p:sp>
        <p:nvSpPr>
          <p:cNvPr id="86" name="Editable vector"/>
          <p:cNvSpPr/>
          <p:nvPr/>
        </p:nvSpPr>
        <p:spPr>
          <a:xfrm>
            <a:off x="1903476" y="5523991"/>
            <a:ext cx="174116" cy="178232"/>
          </a:xfrm>
          <a:custGeom>
            <a:avLst/>
            <a:gdLst/>
            <a:ahLst/>
            <a:cxnLst/>
            <a:rect l="0" t="0" r="r" b="b"/>
            <a:pathLst>
              <a:path w="174117" h="178232" fill="norm" stroke="0" extrusionOk="0">
                <a:moveTo>
                  <a:pt x="0" y="29083"/>
                </a:moveTo>
                <a:cubicBezTo>
                  <a:pt x="0" y="13081"/>
                  <a:pt x="12954" y="0"/>
                  <a:pt x="29083" y="0"/>
                </a:cubicBezTo>
                <a:lnTo>
                  <a:pt x="145161" y="0"/>
                </a:lnTo>
                <a:cubicBezTo>
                  <a:pt x="161163" y="0"/>
                  <a:pt x="174117" y="13081"/>
                  <a:pt x="174117" y="29083"/>
                </a:cubicBezTo>
                <a:lnTo>
                  <a:pt x="174117" y="149212"/>
                </a:lnTo>
                <a:cubicBezTo>
                  <a:pt x="174117" y="165240"/>
                  <a:pt x="161163" y="178232"/>
                  <a:pt x="145161" y="178232"/>
                </a:cubicBezTo>
                <a:lnTo>
                  <a:pt x="29083" y="178232"/>
                </a:lnTo>
                <a:cubicBezTo>
                  <a:pt x="12954" y="178232"/>
                  <a:pt x="0" y="165240"/>
                  <a:pt x="0" y="149212"/>
                </a:cubicBezTo>
                <a:lnTo>
                  <a:pt x="0" y="29083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7" name="Picture 86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941829" y="5555377"/>
            <a:ext cx="97529" cy="115502"/>
          </a:xfrm>
          <a:prstGeom prst="rect">
            <a:avLst/>
          </a:prstGeom>
        </p:spPr>
      </p:pic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281427" y="5471159"/>
            <a:ext cx="277393" cy="280390"/>
          </a:xfrm>
          <a:prstGeom prst="rect">
            <a:avLst/>
          </a:prstGeom>
        </p:spPr>
      </p:pic>
      <p:sp>
        <p:nvSpPr>
          <p:cNvPr id="89" name="Editable vector"/>
          <p:cNvSpPr/>
          <p:nvPr/>
        </p:nvSpPr>
        <p:spPr>
          <a:xfrm>
            <a:off x="2335276" y="5523991"/>
            <a:ext cx="174244" cy="178232"/>
          </a:xfrm>
          <a:custGeom>
            <a:avLst/>
            <a:gdLst/>
            <a:ahLst/>
            <a:cxnLst/>
            <a:rect l="0" t="0" r="r" b="b"/>
            <a:pathLst>
              <a:path w="174244" h="178232" fill="norm" stroke="0" extrusionOk="0">
                <a:moveTo>
                  <a:pt x="0" y="29083"/>
                </a:moveTo>
                <a:cubicBezTo>
                  <a:pt x="0" y="13081"/>
                  <a:pt x="13081" y="0"/>
                  <a:pt x="29083" y="0"/>
                </a:cubicBezTo>
                <a:lnTo>
                  <a:pt x="145161" y="0"/>
                </a:lnTo>
                <a:cubicBezTo>
                  <a:pt x="161163" y="0"/>
                  <a:pt x="174244" y="13081"/>
                  <a:pt x="174244" y="29083"/>
                </a:cubicBezTo>
                <a:lnTo>
                  <a:pt x="174244" y="149212"/>
                </a:lnTo>
                <a:cubicBezTo>
                  <a:pt x="174244" y="165240"/>
                  <a:pt x="161163" y="178232"/>
                  <a:pt x="145161" y="178232"/>
                </a:cubicBezTo>
                <a:lnTo>
                  <a:pt x="29083" y="178232"/>
                </a:lnTo>
                <a:cubicBezTo>
                  <a:pt x="13081" y="178232"/>
                  <a:pt x="0" y="165240"/>
                  <a:pt x="0" y="149212"/>
                </a:cubicBezTo>
                <a:lnTo>
                  <a:pt x="0" y="29083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0" name="Picture 89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368169" y="5550794"/>
            <a:ext cx="108535" cy="124670"/>
          </a:xfrm>
          <a:prstGeom prst="rect">
            <a:avLst/>
          </a:prstGeom>
        </p:spPr>
      </p:pic>
      <p:pic>
        <p:nvPicPr>
          <p:cNvPr id="91" name="Picture 90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929127" y="5471159"/>
            <a:ext cx="277393" cy="280390"/>
          </a:xfrm>
          <a:prstGeom prst="rect">
            <a:avLst/>
          </a:prstGeom>
        </p:spPr>
      </p:pic>
      <p:sp>
        <p:nvSpPr>
          <p:cNvPr id="92" name="Editable vector"/>
          <p:cNvSpPr/>
          <p:nvPr/>
        </p:nvSpPr>
        <p:spPr>
          <a:xfrm>
            <a:off x="2983102" y="5523991"/>
            <a:ext cx="174117" cy="178232"/>
          </a:xfrm>
          <a:custGeom>
            <a:avLst/>
            <a:gdLst/>
            <a:ahLst/>
            <a:cxnLst/>
            <a:rect l="0" t="0" r="r" b="b"/>
            <a:pathLst>
              <a:path w="174117" h="178232" fill="norm" stroke="0" extrusionOk="0">
                <a:moveTo>
                  <a:pt x="0" y="29083"/>
                </a:moveTo>
                <a:cubicBezTo>
                  <a:pt x="0" y="13081"/>
                  <a:pt x="12954" y="0"/>
                  <a:pt x="28956" y="0"/>
                </a:cubicBezTo>
                <a:lnTo>
                  <a:pt x="145034" y="0"/>
                </a:lnTo>
                <a:cubicBezTo>
                  <a:pt x="161163" y="0"/>
                  <a:pt x="174117" y="13081"/>
                  <a:pt x="174117" y="29083"/>
                </a:cubicBezTo>
                <a:lnTo>
                  <a:pt x="174117" y="149212"/>
                </a:lnTo>
                <a:cubicBezTo>
                  <a:pt x="174117" y="165240"/>
                  <a:pt x="161163" y="178232"/>
                  <a:pt x="145034" y="178232"/>
                </a:cubicBezTo>
                <a:lnTo>
                  <a:pt x="28956" y="178232"/>
                </a:lnTo>
                <a:cubicBezTo>
                  <a:pt x="12954" y="178232"/>
                  <a:pt x="0" y="165240"/>
                  <a:pt x="0" y="149212"/>
                </a:cubicBezTo>
                <a:lnTo>
                  <a:pt x="0" y="29083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Editable vector"/>
          <p:cNvSpPr/>
          <p:nvPr/>
        </p:nvSpPr>
        <p:spPr>
          <a:xfrm>
            <a:off x="3014852" y="5560904"/>
            <a:ext cx="110558" cy="104463"/>
          </a:xfrm>
          <a:custGeom>
            <a:avLst/>
            <a:gdLst/>
            <a:ahLst/>
            <a:cxnLst/>
            <a:rect l="0" t="0" r="r" b="b"/>
            <a:pathLst>
              <a:path w="110559" h="104464" fill="norm" stroke="0" extrusionOk="0">
                <a:moveTo>
                  <a:pt x="0" y="0"/>
                </a:moveTo>
                <a:lnTo>
                  <a:pt x="110559" y="0"/>
                </a:lnTo>
                <a:lnTo>
                  <a:pt x="110559" y="104464"/>
                </a:lnTo>
                <a:lnTo>
                  <a:pt x="0" y="104464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4" name="Picture 93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014852" y="5560904"/>
            <a:ext cx="110558" cy="104463"/>
          </a:xfrm>
          <a:prstGeom prst="rect">
            <a:avLst/>
          </a:prstGeom>
        </p:spPr>
      </p:pic>
      <p:pic>
        <p:nvPicPr>
          <p:cNvPr id="95" name="Picture 94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145535" y="5471159"/>
            <a:ext cx="275894" cy="280390"/>
          </a:xfrm>
          <a:prstGeom prst="rect">
            <a:avLst/>
          </a:prstGeom>
        </p:spPr>
      </p:pic>
      <p:sp>
        <p:nvSpPr>
          <p:cNvPr id="96" name="Editable vector"/>
          <p:cNvSpPr/>
          <p:nvPr/>
        </p:nvSpPr>
        <p:spPr>
          <a:xfrm>
            <a:off x="3199002" y="5523991"/>
            <a:ext cx="174117" cy="178232"/>
          </a:xfrm>
          <a:custGeom>
            <a:avLst/>
            <a:gdLst/>
            <a:ahLst/>
            <a:cxnLst/>
            <a:rect l="0" t="0" r="r" b="b"/>
            <a:pathLst>
              <a:path w="174117" h="178232" fill="norm" stroke="0" extrusionOk="0">
                <a:moveTo>
                  <a:pt x="0" y="29083"/>
                </a:moveTo>
                <a:cubicBezTo>
                  <a:pt x="0" y="13081"/>
                  <a:pt x="12954" y="0"/>
                  <a:pt x="28956" y="0"/>
                </a:cubicBezTo>
                <a:lnTo>
                  <a:pt x="145034" y="0"/>
                </a:lnTo>
                <a:cubicBezTo>
                  <a:pt x="161163" y="0"/>
                  <a:pt x="174117" y="13081"/>
                  <a:pt x="174117" y="29083"/>
                </a:cubicBezTo>
                <a:lnTo>
                  <a:pt x="174117" y="149212"/>
                </a:lnTo>
                <a:cubicBezTo>
                  <a:pt x="174117" y="165240"/>
                  <a:pt x="161163" y="178232"/>
                  <a:pt x="145034" y="178232"/>
                </a:cubicBezTo>
                <a:lnTo>
                  <a:pt x="28956" y="178232"/>
                </a:lnTo>
                <a:cubicBezTo>
                  <a:pt x="12954" y="178232"/>
                  <a:pt x="0" y="165240"/>
                  <a:pt x="0" y="149212"/>
                </a:cubicBezTo>
                <a:lnTo>
                  <a:pt x="0" y="29083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7" name="Picture 96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230626" y="5556355"/>
            <a:ext cx="110959" cy="113559"/>
          </a:xfrm>
          <a:prstGeom prst="rect">
            <a:avLst/>
          </a:prstGeom>
        </p:spPr>
      </p:pic>
      <p:pic>
        <p:nvPicPr>
          <p:cNvPr id="98" name="Picture 97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714244" y="5471159"/>
            <a:ext cx="275894" cy="280390"/>
          </a:xfrm>
          <a:prstGeom prst="rect">
            <a:avLst/>
          </a:prstGeom>
        </p:spPr>
      </p:pic>
      <p:sp>
        <p:nvSpPr>
          <p:cNvPr id="99" name="Editable vector"/>
          <p:cNvSpPr/>
          <p:nvPr/>
        </p:nvSpPr>
        <p:spPr>
          <a:xfrm>
            <a:off x="2767202" y="5523991"/>
            <a:ext cx="174117" cy="178232"/>
          </a:xfrm>
          <a:custGeom>
            <a:avLst/>
            <a:gdLst/>
            <a:ahLst/>
            <a:cxnLst/>
            <a:rect l="0" t="0" r="r" b="b"/>
            <a:pathLst>
              <a:path w="174117" h="178232" fill="norm" stroke="0" extrusionOk="0">
                <a:moveTo>
                  <a:pt x="0" y="29083"/>
                </a:moveTo>
                <a:cubicBezTo>
                  <a:pt x="0" y="13081"/>
                  <a:pt x="12954" y="0"/>
                  <a:pt x="28956" y="0"/>
                </a:cubicBezTo>
                <a:lnTo>
                  <a:pt x="145034" y="0"/>
                </a:lnTo>
                <a:cubicBezTo>
                  <a:pt x="161036" y="0"/>
                  <a:pt x="174117" y="13081"/>
                  <a:pt x="174117" y="29083"/>
                </a:cubicBezTo>
                <a:lnTo>
                  <a:pt x="174117" y="149212"/>
                </a:lnTo>
                <a:cubicBezTo>
                  <a:pt x="174117" y="165240"/>
                  <a:pt x="161036" y="178232"/>
                  <a:pt x="145034" y="178232"/>
                </a:cubicBezTo>
                <a:lnTo>
                  <a:pt x="28956" y="178232"/>
                </a:lnTo>
                <a:cubicBezTo>
                  <a:pt x="12954" y="178232"/>
                  <a:pt x="0" y="165240"/>
                  <a:pt x="0" y="149212"/>
                </a:cubicBezTo>
                <a:lnTo>
                  <a:pt x="0" y="29083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0" name="Picture 99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795523" y="5559664"/>
            <a:ext cx="117279" cy="106922"/>
          </a:xfrm>
          <a:prstGeom prst="rect">
            <a:avLst/>
          </a:prstGeom>
        </p:spPr>
      </p:pic>
      <p:pic>
        <p:nvPicPr>
          <p:cNvPr id="101" name="Picture 100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497835" y="5471159"/>
            <a:ext cx="275894" cy="280390"/>
          </a:xfrm>
          <a:prstGeom prst="rect">
            <a:avLst/>
          </a:prstGeom>
        </p:spPr>
      </p:pic>
      <p:sp>
        <p:nvSpPr>
          <p:cNvPr id="102" name="Editable vector"/>
          <p:cNvSpPr/>
          <p:nvPr/>
        </p:nvSpPr>
        <p:spPr>
          <a:xfrm>
            <a:off x="2551176" y="5523991"/>
            <a:ext cx="174244" cy="178232"/>
          </a:xfrm>
          <a:custGeom>
            <a:avLst/>
            <a:gdLst/>
            <a:ahLst/>
            <a:cxnLst/>
            <a:rect l="0" t="0" r="r" b="b"/>
            <a:pathLst>
              <a:path w="174244" h="178232" fill="norm" stroke="0" extrusionOk="0">
                <a:moveTo>
                  <a:pt x="0" y="29083"/>
                </a:moveTo>
                <a:cubicBezTo>
                  <a:pt x="0" y="13081"/>
                  <a:pt x="13081" y="0"/>
                  <a:pt x="29083" y="0"/>
                </a:cubicBezTo>
                <a:lnTo>
                  <a:pt x="145161" y="0"/>
                </a:lnTo>
                <a:cubicBezTo>
                  <a:pt x="161163" y="0"/>
                  <a:pt x="174244" y="13081"/>
                  <a:pt x="174244" y="29083"/>
                </a:cubicBezTo>
                <a:lnTo>
                  <a:pt x="174244" y="149212"/>
                </a:lnTo>
                <a:cubicBezTo>
                  <a:pt x="174244" y="165240"/>
                  <a:pt x="161163" y="178232"/>
                  <a:pt x="145161" y="178232"/>
                </a:cubicBezTo>
                <a:lnTo>
                  <a:pt x="29083" y="178232"/>
                </a:lnTo>
                <a:cubicBezTo>
                  <a:pt x="13081" y="178232"/>
                  <a:pt x="0" y="165240"/>
                  <a:pt x="0" y="149212"/>
                </a:cubicBezTo>
                <a:lnTo>
                  <a:pt x="0" y="29083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3" name="Picture 102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582545" y="5553395"/>
            <a:ext cx="111508" cy="119466"/>
          </a:xfrm>
          <a:prstGeom prst="rect">
            <a:avLst/>
          </a:prstGeom>
        </p:spPr>
      </p:pic>
      <p:sp>
        <p:nvSpPr>
          <p:cNvPr id="104" name="Editable vector"/>
          <p:cNvSpPr/>
          <p:nvPr/>
        </p:nvSpPr>
        <p:spPr>
          <a:xfrm>
            <a:off x="3497198" y="5461761"/>
            <a:ext cx="867410" cy="302755"/>
          </a:xfrm>
          <a:custGeom>
            <a:avLst/>
            <a:gdLst/>
            <a:ahLst/>
            <a:cxnLst/>
            <a:rect l="0" t="0" r="r" b="b"/>
            <a:pathLst>
              <a:path w="867410" h="302755" fill="norm" stroke="1" extrusionOk="0">
                <a:moveTo>
                  <a:pt x="49657" y="302755"/>
                </a:moveTo>
                <a:cubicBezTo>
                  <a:pt x="22225" y="302755"/>
                  <a:pt x="0" y="280492"/>
                  <a:pt x="0" y="253022"/>
                </a:cubicBezTo>
                <a:lnTo>
                  <a:pt x="0" y="49657"/>
                </a:lnTo>
                <a:cubicBezTo>
                  <a:pt x="0" y="22225"/>
                  <a:pt x="22225" y="0"/>
                  <a:pt x="49657" y="0"/>
                </a:cubicBezTo>
                <a:lnTo>
                  <a:pt x="817626" y="0"/>
                </a:lnTo>
                <a:cubicBezTo>
                  <a:pt x="845058" y="0"/>
                  <a:pt x="867410" y="22225"/>
                  <a:pt x="867410" y="49657"/>
                </a:cubicBezTo>
                <a:lnTo>
                  <a:pt x="867410" y="253022"/>
                </a:lnTo>
                <a:cubicBezTo>
                  <a:pt x="867410" y="280492"/>
                  <a:pt x="845058" y="302755"/>
                  <a:pt x="817626" y="302755"/>
                </a:cubicBezTo>
                <a:lnTo>
                  <a:pt x="49657" y="302755"/>
                </a:lnTo>
                <a:close/>
              </a:path>
            </a:pathLst>
          </a:custGeom>
          <a:solidFill>
            <a:srgbClr val="FFFFFF">
              <a:alpha val="69412"/>
            </a:srgbClr>
          </a:solidFill>
          <a:ln w="12700" cap="flat">
            <a:solidFill>
              <a:srgbClr val="89D1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5" name="Picture 104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673600" y="5613400"/>
            <a:ext cx="38100" cy="25400"/>
          </a:xfrm>
          <a:prstGeom prst="rect">
            <a:avLst/>
          </a:prstGeom>
        </p:spPr>
      </p:pic>
      <p:pic>
        <p:nvPicPr>
          <p:cNvPr id="106" name="Picture 105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067555" y="5472683"/>
            <a:ext cx="277393" cy="275894"/>
          </a:xfrm>
          <a:prstGeom prst="rect">
            <a:avLst/>
          </a:prstGeom>
        </p:spPr>
      </p:pic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152900" y="5549900"/>
            <a:ext cx="101600" cy="127000"/>
          </a:xfrm>
          <a:prstGeom prst="rect">
            <a:avLst/>
          </a:prstGeom>
        </p:spPr>
      </p:pic>
      <p:pic>
        <p:nvPicPr>
          <p:cNvPr id="108" name="Picture 107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492500" y="5283200"/>
            <a:ext cx="876300" cy="317500"/>
          </a:xfrm>
          <a:prstGeom prst="rect">
            <a:avLst/>
          </a:prstGeom>
        </p:spPr>
      </p:pic>
      <p:pic>
        <p:nvPicPr>
          <p:cNvPr id="109" name="Picture 108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492500" y="5283200"/>
            <a:ext cx="876300" cy="317500"/>
          </a:xfrm>
          <a:prstGeom prst="rect">
            <a:avLst/>
          </a:prstGeom>
        </p:spPr>
      </p:pic>
      <p:sp>
        <p:nvSpPr>
          <p:cNvPr id="110" name="Editable vector"/>
          <p:cNvSpPr/>
          <p:nvPr/>
        </p:nvSpPr>
        <p:spPr>
          <a:xfrm>
            <a:off x="4121277" y="5526023"/>
            <a:ext cx="174116" cy="174167"/>
          </a:xfrm>
          <a:custGeom>
            <a:avLst/>
            <a:gdLst/>
            <a:ahLst/>
            <a:cxnLst/>
            <a:rect l="0" t="0" r="r" b="b"/>
            <a:pathLst>
              <a:path w="174117" h="174168" fill="norm" stroke="0" extrusionOk="0">
                <a:moveTo>
                  <a:pt x="0" y="29083"/>
                </a:moveTo>
                <a:cubicBezTo>
                  <a:pt x="0" y="13081"/>
                  <a:pt x="12954" y="0"/>
                  <a:pt x="28956" y="0"/>
                </a:cubicBezTo>
                <a:lnTo>
                  <a:pt x="145161" y="0"/>
                </a:lnTo>
                <a:cubicBezTo>
                  <a:pt x="161163" y="0"/>
                  <a:pt x="174117" y="13081"/>
                  <a:pt x="174117" y="29083"/>
                </a:cubicBezTo>
                <a:lnTo>
                  <a:pt x="174117" y="145149"/>
                </a:lnTo>
                <a:cubicBezTo>
                  <a:pt x="174117" y="161176"/>
                  <a:pt x="161163" y="174168"/>
                  <a:pt x="145161" y="174168"/>
                </a:cubicBezTo>
                <a:lnTo>
                  <a:pt x="28956" y="174168"/>
                </a:lnTo>
                <a:cubicBezTo>
                  <a:pt x="12954" y="174168"/>
                  <a:pt x="0" y="161176"/>
                  <a:pt x="0" y="145149"/>
                </a:cubicBezTo>
                <a:lnTo>
                  <a:pt x="0" y="29083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Editable vector"/>
          <p:cNvSpPr/>
          <p:nvPr/>
        </p:nvSpPr>
        <p:spPr>
          <a:xfrm>
            <a:off x="2380488" y="5345810"/>
            <a:ext cx="101600" cy="111379"/>
          </a:xfrm>
          <a:custGeom>
            <a:avLst/>
            <a:gdLst/>
            <a:ahLst/>
            <a:cxnLst/>
            <a:rect l="0" t="0" r="r" b="b"/>
            <a:pathLst>
              <a:path w="101600" h="111379" fill="norm" stroke="0" extrusionOk="0">
                <a:moveTo>
                  <a:pt x="56515" y="111379"/>
                </a:moveTo>
                <a:lnTo>
                  <a:pt x="56515" y="65659"/>
                </a:lnTo>
                <a:lnTo>
                  <a:pt x="45085" y="65659"/>
                </a:lnTo>
                <a:lnTo>
                  <a:pt x="45085" y="111379"/>
                </a:lnTo>
                <a:lnTo>
                  <a:pt x="56515" y="111379"/>
                </a:lnTo>
                <a:close/>
                <a:moveTo>
                  <a:pt x="56515" y="31369"/>
                </a:moveTo>
                <a:lnTo>
                  <a:pt x="56515" y="8636"/>
                </a:lnTo>
                <a:lnTo>
                  <a:pt x="45085" y="8636"/>
                </a:lnTo>
                <a:lnTo>
                  <a:pt x="45085" y="31369"/>
                </a:lnTo>
                <a:lnTo>
                  <a:pt x="56515" y="31369"/>
                </a:lnTo>
                <a:close/>
                <a:moveTo>
                  <a:pt x="99568" y="55753"/>
                </a:moveTo>
                <a:lnTo>
                  <a:pt x="50800" y="0"/>
                </a:lnTo>
                <a:lnTo>
                  <a:pt x="2032" y="55753"/>
                </a:lnTo>
                <a:cubicBezTo>
                  <a:pt x="0" y="58039"/>
                  <a:pt x="127" y="61722"/>
                  <a:pt x="2540" y="63754"/>
                </a:cubicBezTo>
                <a:cubicBezTo>
                  <a:pt x="4953" y="65786"/>
                  <a:pt x="8509" y="65532"/>
                  <a:pt x="10668" y="63246"/>
                </a:cubicBezTo>
                <a:lnTo>
                  <a:pt x="55118" y="12446"/>
                </a:lnTo>
                <a:lnTo>
                  <a:pt x="46482" y="12446"/>
                </a:lnTo>
                <a:lnTo>
                  <a:pt x="90932" y="63246"/>
                </a:lnTo>
                <a:cubicBezTo>
                  <a:pt x="92964" y="65532"/>
                  <a:pt x="96647" y="65786"/>
                  <a:pt x="98933" y="63754"/>
                </a:cubicBezTo>
                <a:cubicBezTo>
                  <a:pt x="101346" y="61722"/>
                  <a:pt x="101600" y="58039"/>
                  <a:pt x="99568" y="55753"/>
                </a:cubicBezTo>
                <a:close/>
              </a:path>
            </a:pathLst>
          </a:custGeom>
          <a:solidFill>
            <a:srgbClr val="89D1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Editable vector"/>
          <p:cNvSpPr/>
          <p:nvPr/>
        </p:nvSpPr>
        <p:spPr>
          <a:xfrm>
            <a:off x="3880103" y="5345810"/>
            <a:ext cx="101600" cy="111379"/>
          </a:xfrm>
          <a:custGeom>
            <a:avLst/>
            <a:gdLst/>
            <a:ahLst/>
            <a:cxnLst/>
            <a:rect l="0" t="0" r="r" b="b"/>
            <a:pathLst>
              <a:path w="101600" h="111379" fill="norm" stroke="0" extrusionOk="0">
                <a:moveTo>
                  <a:pt x="56515" y="111379"/>
                </a:moveTo>
                <a:lnTo>
                  <a:pt x="56515" y="65659"/>
                </a:lnTo>
                <a:lnTo>
                  <a:pt x="45085" y="65659"/>
                </a:lnTo>
                <a:lnTo>
                  <a:pt x="45085" y="111379"/>
                </a:lnTo>
                <a:lnTo>
                  <a:pt x="56515" y="111379"/>
                </a:lnTo>
                <a:close/>
                <a:moveTo>
                  <a:pt x="56515" y="31369"/>
                </a:moveTo>
                <a:lnTo>
                  <a:pt x="56515" y="8636"/>
                </a:lnTo>
                <a:lnTo>
                  <a:pt x="45085" y="8636"/>
                </a:lnTo>
                <a:lnTo>
                  <a:pt x="45085" y="31369"/>
                </a:lnTo>
                <a:lnTo>
                  <a:pt x="56515" y="31369"/>
                </a:lnTo>
                <a:close/>
                <a:moveTo>
                  <a:pt x="99568" y="55753"/>
                </a:moveTo>
                <a:lnTo>
                  <a:pt x="50800" y="0"/>
                </a:lnTo>
                <a:lnTo>
                  <a:pt x="2032" y="55753"/>
                </a:lnTo>
                <a:cubicBezTo>
                  <a:pt x="0" y="58039"/>
                  <a:pt x="127" y="61722"/>
                  <a:pt x="2540" y="63754"/>
                </a:cubicBezTo>
                <a:cubicBezTo>
                  <a:pt x="4953" y="65786"/>
                  <a:pt x="8509" y="65532"/>
                  <a:pt x="10668" y="63246"/>
                </a:cubicBezTo>
                <a:lnTo>
                  <a:pt x="55118" y="12446"/>
                </a:lnTo>
                <a:lnTo>
                  <a:pt x="46482" y="12446"/>
                </a:lnTo>
                <a:lnTo>
                  <a:pt x="90932" y="63246"/>
                </a:lnTo>
                <a:cubicBezTo>
                  <a:pt x="92964" y="65532"/>
                  <a:pt x="96647" y="65786"/>
                  <a:pt x="98933" y="63754"/>
                </a:cubicBezTo>
                <a:cubicBezTo>
                  <a:pt x="101346" y="61722"/>
                  <a:pt x="101600" y="58039"/>
                  <a:pt x="99568" y="55753"/>
                </a:cubicBezTo>
                <a:close/>
              </a:path>
            </a:pathLst>
          </a:custGeom>
          <a:solidFill>
            <a:srgbClr val="89D1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Editable vector"/>
          <p:cNvSpPr/>
          <p:nvPr/>
        </p:nvSpPr>
        <p:spPr>
          <a:xfrm>
            <a:off x="5606160" y="5345810"/>
            <a:ext cx="101600" cy="111379"/>
          </a:xfrm>
          <a:custGeom>
            <a:avLst/>
            <a:gdLst/>
            <a:ahLst/>
            <a:cxnLst/>
            <a:rect l="0" t="0" r="r" b="b"/>
            <a:pathLst>
              <a:path w="101600" h="111379" fill="norm" stroke="0" extrusionOk="0">
                <a:moveTo>
                  <a:pt x="56515" y="111379"/>
                </a:moveTo>
                <a:lnTo>
                  <a:pt x="56515" y="65659"/>
                </a:lnTo>
                <a:lnTo>
                  <a:pt x="45085" y="65659"/>
                </a:lnTo>
                <a:lnTo>
                  <a:pt x="45085" y="111379"/>
                </a:lnTo>
                <a:lnTo>
                  <a:pt x="56515" y="111379"/>
                </a:lnTo>
                <a:close/>
                <a:moveTo>
                  <a:pt x="56515" y="31369"/>
                </a:moveTo>
                <a:lnTo>
                  <a:pt x="56515" y="8636"/>
                </a:lnTo>
                <a:lnTo>
                  <a:pt x="45085" y="8636"/>
                </a:lnTo>
                <a:lnTo>
                  <a:pt x="45085" y="31369"/>
                </a:lnTo>
                <a:lnTo>
                  <a:pt x="56515" y="31369"/>
                </a:lnTo>
                <a:close/>
                <a:moveTo>
                  <a:pt x="99568" y="55753"/>
                </a:moveTo>
                <a:lnTo>
                  <a:pt x="50800" y="0"/>
                </a:lnTo>
                <a:lnTo>
                  <a:pt x="2032" y="55753"/>
                </a:lnTo>
                <a:cubicBezTo>
                  <a:pt x="0" y="58039"/>
                  <a:pt x="254" y="61722"/>
                  <a:pt x="2540" y="63754"/>
                </a:cubicBezTo>
                <a:cubicBezTo>
                  <a:pt x="4953" y="65786"/>
                  <a:pt x="8636" y="65532"/>
                  <a:pt x="10668" y="63246"/>
                </a:cubicBezTo>
                <a:lnTo>
                  <a:pt x="55118" y="12446"/>
                </a:lnTo>
                <a:lnTo>
                  <a:pt x="46482" y="12446"/>
                </a:lnTo>
                <a:lnTo>
                  <a:pt x="90932" y="63246"/>
                </a:lnTo>
                <a:cubicBezTo>
                  <a:pt x="93091" y="65532"/>
                  <a:pt x="96647" y="65786"/>
                  <a:pt x="99060" y="63754"/>
                </a:cubicBezTo>
                <a:cubicBezTo>
                  <a:pt x="101346" y="61722"/>
                  <a:pt x="101600" y="58039"/>
                  <a:pt x="99568" y="55753"/>
                </a:cubicBezTo>
                <a:close/>
              </a:path>
            </a:pathLst>
          </a:custGeom>
          <a:solidFill>
            <a:srgbClr val="89D1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7" name="Picture 116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789679" y="1933892"/>
            <a:ext cx="552780" cy="586549"/>
          </a:xfrm>
          <a:prstGeom prst="rect">
            <a:avLst/>
          </a:prstGeom>
        </p:spPr>
      </p:pic>
      <p:pic>
        <p:nvPicPr>
          <p:cNvPr id="118" name="Picture 117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480945" y="3369564"/>
            <a:ext cx="1972817" cy="1144142"/>
          </a:xfrm>
          <a:prstGeom prst="rect">
            <a:avLst/>
          </a:prstGeom>
        </p:spPr>
      </p:pic>
      <p:pic>
        <p:nvPicPr>
          <p:cNvPr id="119" name="Picture 118" descr="imag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2108200" y="3479800"/>
            <a:ext cx="4406900" cy="1651000"/>
          </a:xfrm>
          <a:prstGeom prst="rect">
            <a:avLst/>
          </a:prstGeom>
        </p:spPr>
      </p:pic>
      <p:pic>
        <p:nvPicPr>
          <p:cNvPr id="120" name="Picture 119" descr="image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197100" y="3695700"/>
            <a:ext cx="1333500" cy="381000"/>
          </a:xfrm>
          <a:prstGeom prst="rect">
            <a:avLst/>
          </a:prstGeom>
        </p:spPr>
      </p:pic>
      <p:pic>
        <p:nvPicPr>
          <p:cNvPr id="121" name="Picture 120" descr="image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197100" y="3695700"/>
            <a:ext cx="1333500" cy="381000"/>
          </a:xfrm>
          <a:prstGeom prst="rect">
            <a:avLst/>
          </a:prstGeom>
        </p:spPr>
      </p:pic>
      <p:sp>
        <p:nvSpPr>
          <p:cNvPr id="122" name="Editable vector"/>
          <p:cNvSpPr/>
          <p:nvPr/>
        </p:nvSpPr>
        <p:spPr>
          <a:xfrm>
            <a:off x="2119376" y="3491357"/>
            <a:ext cx="4378452" cy="1626361"/>
          </a:xfrm>
          <a:custGeom>
            <a:avLst/>
            <a:gdLst/>
            <a:ahLst/>
            <a:cxnLst/>
            <a:rect l="0" t="0" r="r" b="b"/>
            <a:pathLst>
              <a:path w="4378452" h="1626362" fill="norm" stroke="0" extrusionOk="0">
                <a:moveTo>
                  <a:pt x="0" y="44704"/>
                </a:moveTo>
                <a:cubicBezTo>
                  <a:pt x="0" y="19939"/>
                  <a:pt x="20066" y="0"/>
                  <a:pt x="44704" y="0"/>
                </a:cubicBezTo>
                <a:lnTo>
                  <a:pt x="4333748" y="0"/>
                </a:lnTo>
                <a:cubicBezTo>
                  <a:pt x="4358386" y="0"/>
                  <a:pt x="4378452" y="19939"/>
                  <a:pt x="4378452" y="44704"/>
                </a:cubicBezTo>
                <a:lnTo>
                  <a:pt x="4378452" y="1581658"/>
                </a:lnTo>
                <a:cubicBezTo>
                  <a:pt x="4378452" y="1606296"/>
                  <a:pt x="4358386" y="1626362"/>
                  <a:pt x="4333748" y="1626362"/>
                </a:cubicBezTo>
                <a:lnTo>
                  <a:pt x="44704" y="1626362"/>
                </a:lnTo>
                <a:cubicBezTo>
                  <a:pt x="20066" y="1626362"/>
                  <a:pt x="0" y="1606296"/>
                  <a:pt x="0" y="1581658"/>
                </a:cubicBezTo>
                <a:lnTo>
                  <a:pt x="0" y="44704"/>
                </a:lnTo>
                <a:close/>
              </a:path>
            </a:pathLst>
          </a:custGeom>
          <a:solidFill>
            <a:srgbClr val="FFFFFF">
              <a:alpha val="20392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3" name="Picture 122" descr="image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386328" y="3337521"/>
            <a:ext cx="1840992" cy="312458"/>
          </a:xfrm>
          <a:prstGeom prst="rect">
            <a:avLst/>
          </a:prstGeom>
        </p:spPr>
      </p:pic>
      <p:pic>
        <p:nvPicPr>
          <p:cNvPr id="124" name="Picture 123" descr="image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429000" y="3378200"/>
            <a:ext cx="1752600" cy="228600"/>
          </a:xfrm>
          <a:prstGeom prst="rect">
            <a:avLst/>
          </a:prstGeom>
        </p:spPr>
      </p:pic>
      <p:pic>
        <p:nvPicPr>
          <p:cNvPr id="125" name="Picture 124" descr="image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644900" y="3695700"/>
            <a:ext cx="1333500" cy="381000"/>
          </a:xfrm>
          <a:prstGeom prst="rect">
            <a:avLst/>
          </a:prstGeom>
        </p:spPr>
      </p:pic>
      <p:pic>
        <p:nvPicPr>
          <p:cNvPr id="126" name="Picture 125" descr="image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644900" y="3695700"/>
            <a:ext cx="1333500" cy="381000"/>
          </a:xfrm>
          <a:prstGeom prst="rect">
            <a:avLst/>
          </a:prstGeom>
        </p:spPr>
      </p:pic>
      <p:pic>
        <p:nvPicPr>
          <p:cNvPr id="131" name="Picture 130" descr="image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680200" y="2514600"/>
            <a:ext cx="1028700" cy="2679700"/>
          </a:xfrm>
          <a:prstGeom prst="rect">
            <a:avLst/>
          </a:prstGeom>
        </p:spPr>
      </p:pic>
      <p:pic>
        <p:nvPicPr>
          <p:cNvPr id="132" name="Picture 131" descr="image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680200" y="2514600"/>
            <a:ext cx="1028700" cy="2679700"/>
          </a:xfrm>
          <a:prstGeom prst="rect">
            <a:avLst/>
          </a:prstGeom>
        </p:spPr>
      </p:pic>
      <p:pic>
        <p:nvPicPr>
          <p:cNvPr id="133" name="Picture 132" descr="image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680200" y="2514600"/>
            <a:ext cx="1041400" cy="2692400"/>
          </a:xfrm>
          <a:prstGeom prst="rect">
            <a:avLst/>
          </a:prstGeom>
        </p:spPr>
      </p:pic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680200" y="2514600"/>
            <a:ext cx="1041400" cy="2692400"/>
          </a:xfrm>
          <a:prstGeom prst="rect">
            <a:avLst/>
          </a:prstGeom>
        </p:spPr>
      </p:pic>
      <p:pic>
        <p:nvPicPr>
          <p:cNvPr id="135" name="Picture 134" descr="image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210300" y="5613400"/>
            <a:ext cx="38100" cy="25400"/>
          </a:xfrm>
          <a:prstGeom prst="rect">
            <a:avLst/>
          </a:prstGeom>
        </p:spPr>
      </p:pic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5829300" y="5613400"/>
            <a:ext cx="38100" cy="25400"/>
          </a:xfrm>
          <a:prstGeom prst="rect">
            <a:avLst/>
          </a:prstGeom>
        </p:spPr>
      </p:pic>
      <p:pic>
        <p:nvPicPr>
          <p:cNvPr id="137" name="Picture 136" descr="image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4406900" y="5283200"/>
            <a:ext cx="2489200" cy="317500"/>
          </a:xfrm>
          <a:prstGeom prst="rect">
            <a:avLst/>
          </a:prstGeom>
        </p:spPr>
      </p:pic>
      <p:pic>
        <p:nvPicPr>
          <p:cNvPr id="138" name="Picture 137" descr="image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4406900" y="5283200"/>
            <a:ext cx="2489200" cy="317500"/>
          </a:xfrm>
          <a:prstGeom prst="rect">
            <a:avLst/>
          </a:prstGeom>
        </p:spPr>
      </p:pic>
      <p:pic>
        <p:nvPicPr>
          <p:cNvPr id="139" name="Picture 138" descr="image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5080000" y="3695700"/>
            <a:ext cx="1333500" cy="381000"/>
          </a:xfrm>
          <a:prstGeom prst="rect">
            <a:avLst/>
          </a:prstGeom>
        </p:spPr>
      </p:pic>
      <p:pic>
        <p:nvPicPr>
          <p:cNvPr id="140" name="Picture 139" descr="image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5080000" y="3695700"/>
            <a:ext cx="1333500" cy="381000"/>
          </a:xfrm>
          <a:prstGeom prst="rect">
            <a:avLst/>
          </a:prstGeom>
        </p:spPr>
      </p:pic>
      <p:pic>
        <p:nvPicPr>
          <p:cNvPr id="141" name="Picture 140" descr="image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5045964" y="4655769"/>
            <a:ext cx="1399032" cy="384098"/>
          </a:xfrm>
          <a:prstGeom prst="rect">
            <a:avLst/>
          </a:prstGeom>
        </p:spPr>
      </p:pic>
      <p:pic>
        <p:nvPicPr>
          <p:cNvPr id="142" name="Picture 141" descr="image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5080000" y="4152900"/>
            <a:ext cx="1333500" cy="393700"/>
          </a:xfrm>
          <a:prstGeom prst="rect">
            <a:avLst/>
          </a:prstGeom>
        </p:spPr>
      </p:pic>
      <p:pic>
        <p:nvPicPr>
          <p:cNvPr id="143" name="Picture 142" descr="image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5080000" y="4152900"/>
            <a:ext cx="1333500" cy="393700"/>
          </a:xfrm>
          <a:prstGeom prst="rect">
            <a:avLst/>
          </a:prstGeom>
        </p:spPr>
      </p:pic>
      <p:sp>
        <p:nvSpPr>
          <p:cNvPr id="144" name="Editable vector"/>
          <p:cNvSpPr/>
          <p:nvPr/>
        </p:nvSpPr>
        <p:spPr>
          <a:xfrm>
            <a:off x="5086096" y="4695570"/>
            <a:ext cx="1324609" cy="309880"/>
          </a:xfrm>
          <a:custGeom>
            <a:avLst/>
            <a:gdLst/>
            <a:ahLst/>
            <a:cxnLst/>
            <a:rect l="0" t="0" r="r" b="b"/>
            <a:pathLst>
              <a:path w="1324610" h="309880" fill="norm" stroke="0" extrusionOk="0">
                <a:moveTo>
                  <a:pt x="0" y="44704"/>
                </a:moveTo>
                <a:cubicBezTo>
                  <a:pt x="0" y="19939"/>
                  <a:pt x="20066" y="0"/>
                  <a:pt x="44704" y="0"/>
                </a:cubicBezTo>
                <a:lnTo>
                  <a:pt x="1279906" y="0"/>
                </a:lnTo>
                <a:cubicBezTo>
                  <a:pt x="1304544" y="0"/>
                  <a:pt x="1324610" y="19939"/>
                  <a:pt x="1324610" y="44704"/>
                </a:cubicBezTo>
                <a:lnTo>
                  <a:pt x="1324610" y="265303"/>
                </a:lnTo>
                <a:cubicBezTo>
                  <a:pt x="1324610" y="289941"/>
                  <a:pt x="1304544" y="309880"/>
                  <a:pt x="1279906" y="309880"/>
                </a:cubicBezTo>
                <a:lnTo>
                  <a:pt x="44704" y="309880"/>
                </a:lnTo>
                <a:cubicBezTo>
                  <a:pt x="20066" y="309880"/>
                  <a:pt x="0" y="289941"/>
                  <a:pt x="0" y="265303"/>
                </a:cubicBezTo>
                <a:lnTo>
                  <a:pt x="0" y="44704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5" name="Picture 144" descr="image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409700" y="5283200"/>
            <a:ext cx="2044700" cy="317500"/>
          </a:xfrm>
          <a:prstGeom prst="rect">
            <a:avLst/>
          </a:prstGeom>
        </p:spPr>
      </p:pic>
      <p:pic>
        <p:nvPicPr>
          <p:cNvPr id="146" name="Picture 145" descr="image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409700" y="5283200"/>
            <a:ext cx="2044700" cy="317500"/>
          </a:xfrm>
          <a:prstGeom prst="rect">
            <a:avLst/>
          </a:prstGeom>
        </p:spPr>
      </p:pic>
      <p:pic>
        <p:nvPicPr>
          <p:cNvPr id="147" name="Picture 146" descr="image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2197100" y="4127500"/>
            <a:ext cx="1333500" cy="381000"/>
          </a:xfrm>
          <a:prstGeom prst="rect">
            <a:avLst/>
          </a:prstGeom>
        </p:spPr>
      </p:pic>
      <p:pic>
        <p:nvPicPr>
          <p:cNvPr id="148" name="Picture 147" descr="image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2197100" y="4127500"/>
            <a:ext cx="1333500" cy="381000"/>
          </a:xfrm>
          <a:prstGeom prst="rect">
            <a:avLst/>
          </a:prstGeom>
        </p:spPr>
      </p:pic>
      <p:pic>
        <p:nvPicPr>
          <p:cNvPr id="149" name="Picture 148" descr="image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2165604" y="4655769"/>
            <a:ext cx="1399031" cy="384098"/>
          </a:xfrm>
          <a:prstGeom prst="rect">
            <a:avLst/>
          </a:prstGeom>
        </p:spPr>
      </p:pic>
      <p:sp>
        <p:nvSpPr>
          <p:cNvPr id="150" name="Editable vector"/>
          <p:cNvSpPr/>
          <p:nvPr/>
        </p:nvSpPr>
        <p:spPr>
          <a:xfrm>
            <a:off x="2204720" y="4695570"/>
            <a:ext cx="1325245" cy="309880"/>
          </a:xfrm>
          <a:custGeom>
            <a:avLst/>
            <a:gdLst/>
            <a:ahLst/>
            <a:cxnLst/>
            <a:rect l="0" t="0" r="r" b="b"/>
            <a:pathLst>
              <a:path w="1325245" h="309880" fill="norm" stroke="0" extrusionOk="0">
                <a:moveTo>
                  <a:pt x="0" y="44704"/>
                </a:moveTo>
                <a:cubicBezTo>
                  <a:pt x="0" y="19939"/>
                  <a:pt x="19939" y="0"/>
                  <a:pt x="44704" y="0"/>
                </a:cubicBezTo>
                <a:lnTo>
                  <a:pt x="1280541" y="0"/>
                </a:lnTo>
                <a:cubicBezTo>
                  <a:pt x="1305306" y="0"/>
                  <a:pt x="1325245" y="19939"/>
                  <a:pt x="1325245" y="44704"/>
                </a:cubicBezTo>
                <a:lnTo>
                  <a:pt x="1325245" y="265303"/>
                </a:lnTo>
                <a:cubicBezTo>
                  <a:pt x="1325245" y="289941"/>
                  <a:pt x="1305306" y="309880"/>
                  <a:pt x="1280541" y="309880"/>
                </a:cubicBezTo>
                <a:lnTo>
                  <a:pt x="44704" y="309880"/>
                </a:lnTo>
                <a:cubicBezTo>
                  <a:pt x="19939" y="309880"/>
                  <a:pt x="0" y="289941"/>
                  <a:pt x="0" y="265303"/>
                </a:cubicBezTo>
                <a:lnTo>
                  <a:pt x="0" y="44704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2" name="Picture 151" descr="image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3644900" y="4127500"/>
            <a:ext cx="1333500" cy="393700"/>
          </a:xfrm>
          <a:prstGeom prst="rect">
            <a:avLst/>
          </a:prstGeom>
        </p:spPr>
      </p:pic>
      <p:pic>
        <p:nvPicPr>
          <p:cNvPr id="153" name="Picture 152" descr="image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3644900" y="4127500"/>
            <a:ext cx="1333500" cy="393700"/>
          </a:xfrm>
          <a:prstGeom prst="rect">
            <a:avLst/>
          </a:prstGeom>
        </p:spPr>
      </p:pic>
      <p:pic>
        <p:nvPicPr>
          <p:cNvPr id="154" name="Picture 153" descr="image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3605784" y="4655769"/>
            <a:ext cx="1399032" cy="384098"/>
          </a:xfrm>
          <a:prstGeom prst="rect">
            <a:avLst/>
          </a:prstGeom>
        </p:spPr>
      </p:pic>
      <p:sp>
        <p:nvSpPr>
          <p:cNvPr id="155" name="Editable vector"/>
          <p:cNvSpPr/>
          <p:nvPr/>
        </p:nvSpPr>
        <p:spPr>
          <a:xfrm>
            <a:off x="3645789" y="4695570"/>
            <a:ext cx="1324609" cy="309880"/>
          </a:xfrm>
          <a:custGeom>
            <a:avLst/>
            <a:gdLst/>
            <a:ahLst/>
            <a:cxnLst/>
            <a:rect l="0" t="0" r="r" b="b"/>
            <a:pathLst>
              <a:path w="1324610" h="309880" fill="norm" stroke="0" extrusionOk="0">
                <a:moveTo>
                  <a:pt x="0" y="44704"/>
                </a:moveTo>
                <a:cubicBezTo>
                  <a:pt x="0" y="19939"/>
                  <a:pt x="19939" y="0"/>
                  <a:pt x="44704" y="0"/>
                </a:cubicBezTo>
                <a:lnTo>
                  <a:pt x="1279906" y="0"/>
                </a:lnTo>
                <a:cubicBezTo>
                  <a:pt x="1304544" y="0"/>
                  <a:pt x="1324610" y="19939"/>
                  <a:pt x="1324610" y="44704"/>
                </a:cubicBezTo>
                <a:lnTo>
                  <a:pt x="1324610" y="265303"/>
                </a:lnTo>
                <a:cubicBezTo>
                  <a:pt x="1324610" y="289941"/>
                  <a:pt x="1304544" y="309880"/>
                  <a:pt x="1279906" y="309880"/>
                </a:cubicBezTo>
                <a:lnTo>
                  <a:pt x="44704" y="309880"/>
                </a:lnTo>
                <a:cubicBezTo>
                  <a:pt x="19939" y="309880"/>
                  <a:pt x="0" y="289941"/>
                  <a:pt x="0" y="265303"/>
                </a:cubicBezTo>
                <a:lnTo>
                  <a:pt x="0" y="44704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2" name="Picture 171" descr="image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4640579" y="156959"/>
            <a:ext cx="368820" cy="368820"/>
          </a:xfrm>
          <a:prstGeom prst="rect">
            <a:avLst/>
          </a:prstGeom>
        </p:spPr>
      </p:pic>
      <p:pic>
        <p:nvPicPr>
          <p:cNvPr id="173" name="Picture 172" descr="image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4591811" y="106705"/>
            <a:ext cx="463283" cy="528802"/>
          </a:xfrm>
          <a:prstGeom prst="rect">
            <a:avLst/>
          </a:prstGeom>
        </p:spPr>
      </p:pic>
      <p:sp>
        <p:nvSpPr>
          <p:cNvPr id="174" name="Editable vector"/>
          <p:cNvSpPr/>
          <p:nvPr/>
        </p:nvSpPr>
        <p:spPr>
          <a:xfrm>
            <a:off x="4698365" y="215265"/>
            <a:ext cx="257175" cy="256285"/>
          </a:xfrm>
          <a:custGeom>
            <a:avLst/>
            <a:gdLst/>
            <a:ahLst/>
            <a:cxnLst/>
            <a:rect l="0" t="0" r="r" b="b"/>
            <a:pathLst>
              <a:path w="257175" h="256286" fill="norm" stroke="1" extrusionOk="0">
                <a:moveTo>
                  <a:pt x="0" y="42672"/>
                </a:moveTo>
                <a:cubicBezTo>
                  <a:pt x="0" y="19177"/>
                  <a:pt x="19050" y="0"/>
                  <a:pt x="42672" y="0"/>
                </a:cubicBezTo>
                <a:lnTo>
                  <a:pt x="214503" y="0"/>
                </a:lnTo>
                <a:cubicBezTo>
                  <a:pt x="238125" y="0"/>
                  <a:pt x="257175" y="19177"/>
                  <a:pt x="257175" y="42672"/>
                </a:cubicBezTo>
                <a:lnTo>
                  <a:pt x="257175" y="213487"/>
                </a:lnTo>
                <a:cubicBezTo>
                  <a:pt x="257175" y="237109"/>
                  <a:pt x="238125" y="256286"/>
                  <a:pt x="214503" y="256286"/>
                </a:cubicBezTo>
                <a:lnTo>
                  <a:pt x="42672" y="256286"/>
                </a:lnTo>
                <a:cubicBezTo>
                  <a:pt x="19050" y="256286"/>
                  <a:pt x="0" y="237109"/>
                  <a:pt x="0" y="213487"/>
                </a:cubicBezTo>
                <a:lnTo>
                  <a:pt x="0" y="42672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Editable text — 20"/>
          <p:cNvSpPr txBox="1"/>
          <p:nvPr/>
        </p:nvSpPr>
        <p:spPr>
          <a:xfrm>
            <a:off x="11500739" y="6546075"/>
            <a:ext cx="191058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3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4" name="Editable text — 20"/>
          <p:cNvSpPr txBox="1"/>
          <p:nvPr/>
        </p:nvSpPr>
        <p:spPr>
          <a:xfrm>
            <a:off x="11500739" y="6546075"/>
            <a:ext cx="191058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3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6" name="Editable text — PUBLIC"/>
          <p:cNvSpPr txBox="1"/>
          <p:nvPr/>
        </p:nvSpPr>
        <p:spPr>
          <a:xfrm>
            <a:off x="578815" y="6567449"/>
            <a:ext cx="318846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00" b="0" i="0" spc="-31">
                <a:solidFill>
                  <a:srgbClr val="000000"/>
                </a:solidFill>
                <a:latin typeface="Arial"/>
              </a:rPr>
              <a:t>PUBLIC</a:t>
            </a:r>
          </a:p>
        </p:txBody>
      </p:sp>
      <p:sp>
        <p:nvSpPr>
          <p:cNvPr id="7" name="Editable text — PUBLIC"/>
          <p:cNvSpPr txBox="1"/>
          <p:nvPr/>
        </p:nvSpPr>
        <p:spPr>
          <a:xfrm>
            <a:off x="578815" y="6567449"/>
            <a:ext cx="318846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00" b="0" i="0" spc="-31">
                <a:solidFill>
                  <a:srgbClr val="000000"/>
                </a:solidFill>
                <a:latin typeface="Arial"/>
              </a:rPr>
              <a:t>PUBLIC</a:t>
            </a:r>
          </a:p>
        </p:txBody>
      </p:sp>
      <p:sp>
        <p:nvSpPr>
          <p:cNvPr id="18" name="Editable text — Intelligent"/>
          <p:cNvSpPr txBox="1"/>
          <p:nvPr/>
        </p:nvSpPr>
        <p:spPr>
          <a:xfrm>
            <a:off x="856792" y="4732782"/>
            <a:ext cx="775970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-6">
                <a:solidFill>
                  <a:srgbClr val="00154A"/>
                </a:solidFill>
                <a:latin typeface="Arial"/>
              </a:rPr>
              <a:t>Intelligent</a:t>
            </a:r>
          </a:p>
        </p:txBody>
      </p:sp>
      <p:sp>
        <p:nvSpPr>
          <p:cNvPr id="19" name="Editable text — Compute"/>
          <p:cNvSpPr txBox="1"/>
          <p:nvPr/>
        </p:nvSpPr>
        <p:spPr>
          <a:xfrm>
            <a:off x="856792" y="4915385"/>
            <a:ext cx="717840" cy="26715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2" b="1" i="0" spc="-10">
                <a:solidFill>
                  <a:srgbClr val="00154A"/>
                </a:solidFill>
                <a:latin typeface="Arial"/>
              </a:rPr>
              <a:t>Compute</a:t>
            </a:r>
          </a:p>
        </p:txBody>
      </p:sp>
      <p:sp>
        <p:nvSpPr>
          <p:cNvPr id="20" name="Editable text — Lake Storage"/>
          <p:cNvSpPr txBox="1"/>
          <p:nvPr/>
        </p:nvSpPr>
        <p:spPr>
          <a:xfrm>
            <a:off x="473049" y="5315585"/>
            <a:ext cx="983691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-26">
                <a:solidFill>
                  <a:srgbClr val="00154A"/>
                </a:solidFill>
                <a:latin typeface="Arial"/>
              </a:rPr>
              <a:t>Lake Storage</a:t>
            </a:r>
          </a:p>
        </p:txBody>
      </p:sp>
      <p:sp>
        <p:nvSpPr>
          <p:cNvPr id="21" name="Editable text — Knowledge"/>
          <p:cNvSpPr txBox="1"/>
          <p:nvPr/>
        </p:nvSpPr>
        <p:spPr>
          <a:xfrm>
            <a:off x="856792" y="3626817"/>
            <a:ext cx="1122971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1" i="0" spc="-21">
                <a:solidFill>
                  <a:srgbClr val="002A86"/>
                </a:solidFill>
                <a:latin typeface="Arial"/>
              </a:rPr>
              <a:t>Knowledge</a:t>
            </a:r>
          </a:p>
        </p:txBody>
      </p:sp>
      <p:sp>
        <p:nvSpPr>
          <p:cNvPr id="22" name="Editable text — Core"/>
          <p:cNvSpPr txBox="1"/>
          <p:nvPr/>
        </p:nvSpPr>
        <p:spPr>
          <a:xfrm>
            <a:off x="856792" y="3846273"/>
            <a:ext cx="513070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1" i="0" spc="-32">
                <a:solidFill>
                  <a:srgbClr val="002A86"/>
                </a:solidFill>
                <a:latin typeface="Arial"/>
              </a:rPr>
              <a:t>Core</a:t>
            </a:r>
          </a:p>
        </p:txBody>
      </p:sp>
      <p:sp>
        <p:nvSpPr>
          <p:cNvPr id="23" name="Editable text — Mission"/>
          <p:cNvSpPr txBox="1"/>
          <p:nvPr/>
        </p:nvSpPr>
        <p:spPr>
          <a:xfrm>
            <a:off x="856792" y="4160598"/>
            <a:ext cx="489651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3">
                <a:solidFill>
                  <a:srgbClr val="002A86"/>
                </a:solidFill>
                <a:latin typeface="Arial"/>
              </a:rPr>
              <a:t>Mission</a:t>
            </a:r>
          </a:p>
        </p:txBody>
      </p:sp>
      <p:sp>
        <p:nvSpPr>
          <p:cNvPr id="24" name="Editable text — -"/>
          <p:cNvSpPr txBox="1"/>
          <p:nvPr/>
        </p:nvSpPr>
        <p:spPr>
          <a:xfrm>
            <a:off x="1283461" y="4160598"/>
            <a:ext cx="103597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>
                <a:solidFill>
                  <a:srgbClr val="000000">
                    <a:alpha val="0"/>
                  </a:srgbClr>
                </a:solidFill>
                <a:latin typeface="Arial"/>
              </a:rPr>
              <a:t>-</a:t>
            </a:r>
          </a:p>
        </p:txBody>
      </p:sp>
      <p:sp>
        <p:nvSpPr>
          <p:cNvPr id="25" name="Editable text — critical"/>
          <p:cNvSpPr txBox="1"/>
          <p:nvPr/>
        </p:nvSpPr>
        <p:spPr>
          <a:xfrm>
            <a:off x="1323086" y="4160598"/>
            <a:ext cx="433868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13">
                <a:solidFill>
                  <a:srgbClr val="002A86"/>
                </a:solidFill>
                <a:latin typeface="Arial"/>
              </a:rPr>
              <a:t>critical</a:t>
            </a:r>
          </a:p>
        </p:txBody>
      </p:sp>
      <p:sp>
        <p:nvSpPr>
          <p:cNvPr id="26" name="Editable text — business context"/>
          <p:cNvSpPr txBox="1"/>
          <p:nvPr/>
        </p:nvSpPr>
        <p:spPr>
          <a:xfrm>
            <a:off x="856792" y="4312998"/>
            <a:ext cx="1009027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2">
                <a:solidFill>
                  <a:srgbClr val="002A86"/>
                </a:solidFill>
                <a:latin typeface="Arial"/>
              </a:rPr>
              <a:t>business context</a:t>
            </a:r>
          </a:p>
        </p:txBody>
      </p:sp>
      <p:sp>
        <p:nvSpPr>
          <p:cNvPr id="27" name="Editable text — AI Agents"/>
          <p:cNvSpPr txBox="1"/>
          <p:nvPr/>
        </p:nvSpPr>
        <p:spPr>
          <a:xfrm>
            <a:off x="856792" y="2851276"/>
            <a:ext cx="72704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-47">
                <a:solidFill>
                  <a:srgbClr val="470BED"/>
                </a:solidFill>
                <a:latin typeface="Arial"/>
              </a:rPr>
              <a:t>AI Agents</a:t>
            </a:r>
          </a:p>
        </p:txBody>
      </p:sp>
      <p:sp>
        <p:nvSpPr>
          <p:cNvPr id="49" name="Editable text — Joule"/>
          <p:cNvSpPr txBox="1"/>
          <p:nvPr/>
        </p:nvSpPr>
        <p:spPr>
          <a:xfrm>
            <a:off x="2877947" y="2803095"/>
            <a:ext cx="389216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-9">
                <a:solidFill>
                  <a:srgbClr val="1C0B6E"/>
                </a:solidFill>
                <a:latin typeface="Arial"/>
              </a:rPr>
              <a:t>Joule</a:t>
            </a:r>
          </a:p>
        </p:txBody>
      </p:sp>
      <p:sp>
        <p:nvSpPr>
          <p:cNvPr id="50" name="Editable text — Agents"/>
          <p:cNvSpPr txBox="1"/>
          <p:nvPr/>
        </p:nvSpPr>
        <p:spPr>
          <a:xfrm>
            <a:off x="2877947" y="2955495"/>
            <a:ext cx="466756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-40">
                <a:solidFill>
                  <a:srgbClr val="1C0B6E"/>
                </a:solidFill>
                <a:latin typeface="Arial"/>
              </a:rPr>
              <a:t>Agents</a:t>
            </a:r>
          </a:p>
        </p:txBody>
      </p:sp>
      <p:sp>
        <p:nvSpPr>
          <p:cNvPr id="63" name="Editable text — Intelligent"/>
          <p:cNvSpPr txBox="1"/>
          <p:nvPr/>
        </p:nvSpPr>
        <p:spPr>
          <a:xfrm>
            <a:off x="5032502" y="2803095"/>
            <a:ext cx="656114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-4">
                <a:solidFill>
                  <a:srgbClr val="1C0B6E"/>
                </a:solidFill>
                <a:latin typeface="Arial"/>
              </a:rPr>
              <a:t>Intelligent</a:t>
            </a:r>
          </a:p>
        </p:txBody>
      </p:sp>
      <p:sp>
        <p:nvSpPr>
          <p:cNvPr id="64" name="Editable text — content"/>
          <p:cNvSpPr txBox="1"/>
          <p:nvPr/>
        </p:nvSpPr>
        <p:spPr>
          <a:xfrm>
            <a:off x="5032502" y="2955495"/>
            <a:ext cx="516341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-5">
                <a:solidFill>
                  <a:srgbClr val="1C0B6E"/>
                </a:solidFill>
                <a:latin typeface="Arial"/>
              </a:rPr>
              <a:t>content</a:t>
            </a:r>
          </a:p>
        </p:txBody>
      </p:sp>
      <p:sp>
        <p:nvSpPr>
          <p:cNvPr id="66" name="Editable text — Hybrid"/>
          <p:cNvSpPr txBox="1"/>
          <p:nvPr/>
        </p:nvSpPr>
        <p:spPr>
          <a:xfrm>
            <a:off x="5082285" y="5567949"/>
            <a:ext cx="328321" cy="170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6" b="0" i="0" spc="15">
                <a:solidFill>
                  <a:srgbClr val="00154A"/>
                </a:solidFill>
                <a:latin typeface="Arial"/>
              </a:rPr>
              <a:t>Hybrid</a:t>
            </a:r>
          </a:p>
        </p:txBody>
      </p:sp>
      <p:sp>
        <p:nvSpPr>
          <p:cNvPr id="67" name="Editable text — SaaS"/>
          <p:cNvSpPr txBox="1"/>
          <p:nvPr/>
        </p:nvSpPr>
        <p:spPr>
          <a:xfrm>
            <a:off x="5376671" y="5567949"/>
            <a:ext cx="261232" cy="170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6" b="0" i="0" spc="-49">
                <a:solidFill>
                  <a:srgbClr val="00154A"/>
                </a:solidFill>
                <a:latin typeface="Arial"/>
              </a:rPr>
              <a:t>SaaS</a:t>
            </a:r>
          </a:p>
        </p:txBody>
      </p:sp>
      <p:sp>
        <p:nvSpPr>
          <p:cNvPr id="68" name="Editable text — On"/>
          <p:cNvSpPr txBox="1"/>
          <p:nvPr/>
        </p:nvSpPr>
        <p:spPr>
          <a:xfrm>
            <a:off x="6103365" y="5567949"/>
            <a:ext cx="179525" cy="170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6" b="0" i="0" spc="-15">
                <a:solidFill>
                  <a:srgbClr val="00154A"/>
                </a:solidFill>
                <a:latin typeface="Arial"/>
              </a:rPr>
              <a:t>On</a:t>
            </a:r>
          </a:p>
        </p:txBody>
      </p:sp>
      <p:sp>
        <p:nvSpPr>
          <p:cNvPr id="69" name="Editable text — -"/>
          <p:cNvSpPr txBox="1"/>
          <p:nvPr/>
        </p:nvSpPr>
        <p:spPr>
          <a:xfrm>
            <a:off x="6219190" y="5567949"/>
            <a:ext cx="91520" cy="170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6" b="0" i="0">
                <a:solidFill>
                  <a:srgbClr val="000000">
                    <a:alpha val="0"/>
                  </a:srgbClr>
                </a:solidFill>
                <a:latin typeface="Arial"/>
              </a:rPr>
              <a:t>-</a:t>
            </a:r>
          </a:p>
        </p:txBody>
      </p:sp>
      <p:sp>
        <p:nvSpPr>
          <p:cNvPr id="70" name="Editable text — premises"/>
          <p:cNvSpPr txBox="1"/>
          <p:nvPr/>
        </p:nvSpPr>
        <p:spPr>
          <a:xfrm>
            <a:off x="6246621" y="5567949"/>
            <a:ext cx="421664" cy="170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6" b="0" i="0" spc="0">
                <a:solidFill>
                  <a:srgbClr val="00154A"/>
                </a:solidFill>
                <a:latin typeface="Arial"/>
              </a:rPr>
              <a:t>premises</a:t>
            </a:r>
          </a:p>
        </p:txBody>
      </p:sp>
      <p:sp>
        <p:nvSpPr>
          <p:cNvPr id="71" name="Editable text — Cloud"/>
          <p:cNvSpPr txBox="1"/>
          <p:nvPr/>
        </p:nvSpPr>
        <p:spPr>
          <a:xfrm>
            <a:off x="5593715" y="5567949"/>
            <a:ext cx="301009" cy="170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6" b="0" i="0" spc="13">
                <a:solidFill>
                  <a:srgbClr val="00154A"/>
                </a:solidFill>
                <a:latin typeface="Arial"/>
              </a:rPr>
              <a:t>Cloud</a:t>
            </a:r>
          </a:p>
        </p:txBody>
      </p:sp>
      <p:sp>
        <p:nvSpPr>
          <p:cNvPr id="72" name="Editable text — -"/>
          <p:cNvSpPr txBox="1"/>
          <p:nvPr/>
        </p:nvSpPr>
        <p:spPr>
          <a:xfrm>
            <a:off x="5831459" y="5567949"/>
            <a:ext cx="91520" cy="170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6" b="0" i="0">
                <a:solidFill>
                  <a:srgbClr val="000000">
                    <a:alpha val="0"/>
                  </a:srgbClr>
                </a:solidFill>
                <a:latin typeface="Arial"/>
              </a:rPr>
              <a:t>-</a:t>
            </a:r>
          </a:p>
        </p:txBody>
      </p:sp>
      <p:sp>
        <p:nvSpPr>
          <p:cNvPr id="73" name="Editable text — native"/>
          <p:cNvSpPr txBox="1"/>
          <p:nvPr/>
        </p:nvSpPr>
        <p:spPr>
          <a:xfrm>
            <a:off x="5858890" y="5567949"/>
            <a:ext cx="300125" cy="170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6" b="0" i="0" spc="1">
                <a:solidFill>
                  <a:srgbClr val="00154A"/>
                </a:solidFill>
                <a:latin typeface="Arial"/>
              </a:rPr>
              <a:t>native</a:t>
            </a:r>
          </a:p>
        </p:txBody>
      </p:sp>
      <p:sp>
        <p:nvSpPr>
          <p:cNvPr id="74" name="Editable text — Edge"/>
          <p:cNvSpPr txBox="1"/>
          <p:nvPr/>
        </p:nvSpPr>
        <p:spPr>
          <a:xfrm>
            <a:off x="6625717" y="5567949"/>
            <a:ext cx="263619" cy="170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6" b="0" i="0" spc="-17">
                <a:solidFill>
                  <a:srgbClr val="00154A"/>
                </a:solidFill>
                <a:latin typeface="Arial"/>
              </a:rPr>
              <a:t>Edge</a:t>
            </a:r>
          </a:p>
        </p:txBody>
      </p:sp>
      <p:sp>
        <p:nvSpPr>
          <p:cNvPr id="75" name="Editable text — Non"/>
          <p:cNvSpPr txBox="1"/>
          <p:nvPr/>
        </p:nvSpPr>
        <p:spPr>
          <a:xfrm>
            <a:off x="4519929" y="5567949"/>
            <a:ext cx="226671" cy="170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6" b="0" i="0" spc="4">
                <a:solidFill>
                  <a:srgbClr val="00154A"/>
                </a:solidFill>
                <a:latin typeface="Arial"/>
              </a:rPr>
              <a:t>Non</a:t>
            </a:r>
          </a:p>
        </p:txBody>
      </p:sp>
      <p:sp>
        <p:nvSpPr>
          <p:cNvPr id="76" name="Editable text — -"/>
          <p:cNvSpPr txBox="1"/>
          <p:nvPr/>
        </p:nvSpPr>
        <p:spPr>
          <a:xfrm>
            <a:off x="4682997" y="5567949"/>
            <a:ext cx="91520" cy="170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6" b="0" i="0">
                <a:solidFill>
                  <a:srgbClr val="000000">
                    <a:alpha val="0"/>
                  </a:srgbClr>
                </a:solidFill>
                <a:latin typeface="Arial"/>
              </a:rPr>
              <a:t>-</a:t>
            </a:r>
          </a:p>
        </p:txBody>
      </p:sp>
      <p:sp>
        <p:nvSpPr>
          <p:cNvPr id="77" name="Editable text — SAP data"/>
          <p:cNvSpPr txBox="1"/>
          <p:nvPr/>
        </p:nvSpPr>
        <p:spPr>
          <a:xfrm>
            <a:off x="4710429" y="5567949"/>
            <a:ext cx="425376" cy="170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6" b="0" i="0" spc="-13">
                <a:solidFill>
                  <a:srgbClr val="00154A"/>
                </a:solidFill>
                <a:latin typeface="Arial"/>
              </a:rPr>
              <a:t>SAP data</a:t>
            </a:r>
          </a:p>
        </p:txBody>
      </p:sp>
      <p:sp>
        <p:nvSpPr>
          <p:cNvPr id="79" name="Editable text — SAP"/>
          <p:cNvSpPr txBox="1"/>
          <p:nvPr/>
        </p:nvSpPr>
        <p:spPr>
          <a:xfrm>
            <a:off x="1471549" y="5583218"/>
            <a:ext cx="230870" cy="1711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8" b="1" i="0" spc="-59">
                <a:solidFill>
                  <a:srgbClr val="00154A"/>
                </a:solidFill>
                <a:latin typeface="Arial"/>
              </a:rPr>
              <a:t>SAP</a:t>
            </a:r>
          </a:p>
        </p:txBody>
      </p:sp>
      <p:sp>
        <p:nvSpPr>
          <p:cNvPr id="80" name="Editable text — data"/>
          <p:cNvSpPr txBox="1"/>
          <p:nvPr/>
        </p:nvSpPr>
        <p:spPr>
          <a:xfrm>
            <a:off x="1660525" y="5570805"/>
            <a:ext cx="277952" cy="1917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6" b="1" i="0" spc="10">
                <a:solidFill>
                  <a:srgbClr val="00154A"/>
                </a:solidFill>
                <a:latin typeface="Arial"/>
              </a:rPr>
              <a:t>data</a:t>
            </a:r>
          </a:p>
        </p:txBody>
      </p:sp>
      <p:sp>
        <p:nvSpPr>
          <p:cNvPr id="111" name="Editable text — SAP"/>
          <p:cNvSpPr txBox="1"/>
          <p:nvPr/>
        </p:nvSpPr>
        <p:spPr>
          <a:xfrm>
            <a:off x="3566795" y="5444284"/>
            <a:ext cx="256177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1" i="0" spc="-68">
                <a:solidFill>
                  <a:srgbClr val="00154A"/>
                </a:solidFill>
                <a:latin typeface="Arial"/>
              </a:rPr>
              <a:t>SAP</a:t>
            </a:r>
          </a:p>
        </p:txBody>
      </p:sp>
      <p:sp>
        <p:nvSpPr>
          <p:cNvPr id="112" name="Editable text — Business"/>
          <p:cNvSpPr txBox="1"/>
          <p:nvPr/>
        </p:nvSpPr>
        <p:spPr>
          <a:xfrm>
            <a:off x="3566795" y="5554012"/>
            <a:ext cx="478262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1" i="0" spc="-44">
                <a:solidFill>
                  <a:srgbClr val="00154A"/>
                </a:solidFill>
                <a:latin typeface="Arial"/>
              </a:rPr>
              <a:t>Business</a:t>
            </a:r>
          </a:p>
        </p:txBody>
      </p:sp>
      <p:sp>
        <p:nvSpPr>
          <p:cNvPr id="113" name="Editable text — Warehouse"/>
          <p:cNvSpPr txBox="1"/>
          <p:nvPr/>
        </p:nvSpPr>
        <p:spPr>
          <a:xfrm>
            <a:off x="3566795" y="5663740"/>
            <a:ext cx="597524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1" i="0" spc="-16">
                <a:solidFill>
                  <a:srgbClr val="00154A"/>
                </a:solidFill>
                <a:latin typeface="Arial"/>
              </a:rPr>
              <a:t>Warehouse</a:t>
            </a:r>
          </a:p>
        </p:txBody>
      </p:sp>
      <p:sp>
        <p:nvSpPr>
          <p:cNvPr id="127" name="Editable text — FinOps &amp; Lifecycle Management"/>
          <p:cNvSpPr txBox="1"/>
          <p:nvPr/>
        </p:nvSpPr>
        <p:spPr>
          <a:xfrm>
            <a:off x="3554857" y="3442002"/>
            <a:ext cx="1571123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1" i="0" spc="-18">
                <a:solidFill>
                  <a:srgbClr val="00154A"/>
                </a:solidFill>
                <a:latin typeface="Arial"/>
              </a:rPr>
              <a:t>FinOps &amp; Lifecycle Management</a:t>
            </a:r>
          </a:p>
        </p:txBody>
      </p:sp>
      <p:sp>
        <p:nvSpPr>
          <p:cNvPr id="128" name="Editable text — Semantics"/>
          <p:cNvSpPr txBox="1"/>
          <p:nvPr/>
        </p:nvSpPr>
        <p:spPr>
          <a:xfrm>
            <a:off x="2537714" y="3806809"/>
            <a:ext cx="705933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-12">
                <a:solidFill>
                  <a:srgbClr val="0070F2"/>
                </a:solidFill>
                <a:latin typeface="Arial"/>
              </a:rPr>
              <a:t>Semantics</a:t>
            </a:r>
          </a:p>
        </p:txBody>
      </p:sp>
      <p:sp>
        <p:nvSpPr>
          <p:cNvPr id="129" name="Editable text — Knowledge Graph"/>
          <p:cNvSpPr txBox="1"/>
          <p:nvPr/>
        </p:nvSpPr>
        <p:spPr>
          <a:xfrm>
            <a:off x="3738626" y="3806809"/>
            <a:ext cx="1184603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-1">
                <a:solidFill>
                  <a:srgbClr val="0070F2"/>
                </a:solidFill>
                <a:latin typeface="Arial"/>
              </a:rPr>
              <a:t>Knowledge Graph</a:t>
            </a:r>
          </a:p>
        </p:txBody>
      </p:sp>
      <p:sp>
        <p:nvSpPr>
          <p:cNvPr id="130" name="Editable text — Data Products"/>
          <p:cNvSpPr txBox="1"/>
          <p:nvPr/>
        </p:nvSpPr>
        <p:spPr>
          <a:xfrm>
            <a:off x="3868801" y="4259818"/>
            <a:ext cx="943446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-6">
                <a:solidFill>
                  <a:srgbClr val="0070F2"/>
                </a:solidFill>
                <a:latin typeface="Arial"/>
              </a:rPr>
              <a:t>Data Products</a:t>
            </a:r>
          </a:p>
        </p:txBody>
      </p:sp>
      <p:sp>
        <p:nvSpPr>
          <p:cNvPr id="151" name="Editable text — AI Database"/>
          <p:cNvSpPr txBox="1"/>
          <p:nvPr/>
        </p:nvSpPr>
        <p:spPr>
          <a:xfrm>
            <a:off x="2514854" y="4773605"/>
            <a:ext cx="768362" cy="2282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8" b="1" i="0" spc="-17">
                <a:solidFill>
                  <a:srgbClr val="00154A"/>
                </a:solidFill>
                <a:latin typeface="Arial"/>
              </a:rPr>
              <a:t>AI Database</a:t>
            </a:r>
          </a:p>
        </p:txBody>
      </p:sp>
      <p:sp>
        <p:nvSpPr>
          <p:cNvPr id="156" name="Editable text — ML &amp; Data Engineering"/>
          <p:cNvSpPr txBox="1"/>
          <p:nvPr/>
        </p:nvSpPr>
        <p:spPr>
          <a:xfrm>
            <a:off x="3651250" y="4773605"/>
            <a:ext cx="1377495" cy="2282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8" b="1" i="0" spc="-29">
                <a:solidFill>
                  <a:srgbClr val="00154A"/>
                </a:solidFill>
                <a:latin typeface="Arial"/>
              </a:rPr>
              <a:t>ML &amp; Data Engineering</a:t>
            </a:r>
          </a:p>
        </p:txBody>
      </p:sp>
      <p:sp>
        <p:nvSpPr>
          <p:cNvPr id="157" name="Editable text — Data Warehouse"/>
          <p:cNvSpPr txBox="1"/>
          <p:nvPr/>
        </p:nvSpPr>
        <p:spPr>
          <a:xfrm>
            <a:off x="5266944" y="4773605"/>
            <a:ext cx="1031720" cy="2282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8" b="1" i="0" spc="-15">
                <a:solidFill>
                  <a:srgbClr val="00154A"/>
                </a:solidFill>
                <a:latin typeface="Arial"/>
              </a:rPr>
              <a:t>Data Warehouse</a:t>
            </a:r>
          </a:p>
        </p:txBody>
      </p:sp>
      <p:sp>
        <p:nvSpPr>
          <p:cNvPr id="158" name="Editable text — Analytics &amp; "/>
          <p:cNvSpPr txBox="1"/>
          <p:nvPr/>
        </p:nvSpPr>
        <p:spPr>
          <a:xfrm>
            <a:off x="2528061" y="4165054"/>
            <a:ext cx="775197" cy="24886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6" b="0" i="0" spc="-16">
                <a:solidFill>
                  <a:srgbClr val="0070F2"/>
                </a:solidFill>
                <a:latin typeface="Arial"/>
              </a:rPr>
              <a:t>Analytics &amp; </a:t>
            </a:r>
          </a:p>
        </p:txBody>
      </p:sp>
      <p:sp>
        <p:nvSpPr>
          <p:cNvPr id="159" name="Editable text — Simulations"/>
          <p:cNvSpPr txBox="1"/>
          <p:nvPr/>
        </p:nvSpPr>
        <p:spPr>
          <a:xfrm>
            <a:off x="2505201" y="4316460"/>
            <a:ext cx="786412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-1">
                <a:solidFill>
                  <a:srgbClr val="0070F2"/>
                </a:solidFill>
                <a:latin typeface="Arial"/>
              </a:rPr>
              <a:t>Simulations</a:t>
            </a:r>
          </a:p>
        </p:txBody>
      </p:sp>
      <p:sp>
        <p:nvSpPr>
          <p:cNvPr id="160" name="Editable text — Discovery &amp;"/>
          <p:cNvSpPr txBox="1"/>
          <p:nvPr/>
        </p:nvSpPr>
        <p:spPr>
          <a:xfrm>
            <a:off x="5383021" y="4181205"/>
            <a:ext cx="798049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-11">
                <a:solidFill>
                  <a:srgbClr val="0070F2"/>
                </a:solidFill>
                <a:latin typeface="Arial"/>
              </a:rPr>
              <a:t>Discovery &amp;</a:t>
            </a:r>
          </a:p>
        </p:txBody>
      </p:sp>
      <p:sp>
        <p:nvSpPr>
          <p:cNvPr id="161" name="Editable text — Activation"/>
          <p:cNvSpPr txBox="1"/>
          <p:nvPr/>
        </p:nvSpPr>
        <p:spPr>
          <a:xfrm>
            <a:off x="5441315" y="4332081"/>
            <a:ext cx="679854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7">
                <a:solidFill>
                  <a:srgbClr val="0070F2"/>
                </a:solidFill>
                <a:latin typeface="Arial"/>
              </a:rPr>
              <a:t>Activation</a:t>
            </a:r>
          </a:p>
        </p:txBody>
      </p:sp>
      <p:sp>
        <p:nvSpPr>
          <p:cNvPr id="162" name="Editable text — AI Domain Models"/>
          <p:cNvSpPr txBox="1"/>
          <p:nvPr/>
        </p:nvSpPr>
        <p:spPr>
          <a:xfrm>
            <a:off x="5183378" y="3806809"/>
            <a:ext cx="1194978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-7">
                <a:solidFill>
                  <a:srgbClr val="0070F2"/>
                </a:solidFill>
                <a:latin typeface="Arial"/>
              </a:rPr>
              <a:t>AI Domain Models</a:t>
            </a:r>
          </a:p>
        </p:txBody>
      </p:sp>
      <p:sp>
        <p:nvSpPr>
          <p:cNvPr id="163" name="Editable text — Master Data"/>
          <p:cNvSpPr txBox="1"/>
          <p:nvPr/>
        </p:nvSpPr>
        <p:spPr>
          <a:xfrm>
            <a:off x="6830568" y="3461877"/>
            <a:ext cx="810388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-13">
                <a:solidFill>
                  <a:srgbClr val="0070F2"/>
                </a:solidFill>
                <a:latin typeface="Arial"/>
              </a:rPr>
              <a:t>Master Data</a:t>
            </a:r>
          </a:p>
        </p:txBody>
      </p:sp>
      <p:sp>
        <p:nvSpPr>
          <p:cNvPr id="164" name="Editable text — Management"/>
          <p:cNvSpPr txBox="1"/>
          <p:nvPr/>
        </p:nvSpPr>
        <p:spPr>
          <a:xfrm>
            <a:off x="6800088" y="3629517"/>
            <a:ext cx="873342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-7">
                <a:solidFill>
                  <a:srgbClr val="0070F2"/>
                </a:solidFill>
                <a:latin typeface="Arial"/>
              </a:rPr>
              <a:t>Management</a:t>
            </a:r>
          </a:p>
        </p:txBody>
      </p:sp>
      <p:sp>
        <p:nvSpPr>
          <p:cNvPr id="165" name="Editable text — &amp;"/>
          <p:cNvSpPr txBox="1"/>
          <p:nvPr/>
        </p:nvSpPr>
        <p:spPr>
          <a:xfrm>
            <a:off x="7158228" y="3796881"/>
            <a:ext cx="155816" cy="24886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6" b="0" i="0">
                <a:solidFill>
                  <a:srgbClr val="0070F2"/>
                </a:solidFill>
                <a:latin typeface="Arial"/>
              </a:rPr>
              <a:t>&amp;</a:t>
            </a:r>
          </a:p>
        </p:txBody>
      </p:sp>
      <p:sp>
        <p:nvSpPr>
          <p:cNvPr id="166" name="Editable text — Governance"/>
          <p:cNvSpPr txBox="1"/>
          <p:nvPr/>
        </p:nvSpPr>
        <p:spPr>
          <a:xfrm>
            <a:off x="6824471" y="3965051"/>
            <a:ext cx="822586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-4">
                <a:solidFill>
                  <a:srgbClr val="0070F2"/>
                </a:solidFill>
                <a:latin typeface="Arial"/>
              </a:rPr>
              <a:t>Governance</a:t>
            </a:r>
          </a:p>
        </p:txBody>
      </p:sp>
      <p:sp>
        <p:nvSpPr>
          <p:cNvPr id="167" name="Editable text — BDC Connect"/>
          <p:cNvSpPr txBox="1"/>
          <p:nvPr/>
        </p:nvSpPr>
        <p:spPr>
          <a:xfrm>
            <a:off x="6787642" y="4340209"/>
            <a:ext cx="893531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-21">
                <a:solidFill>
                  <a:srgbClr val="0070F2"/>
                </a:solidFill>
                <a:latin typeface="Arial"/>
              </a:rPr>
              <a:t>BDC Connect</a:t>
            </a:r>
          </a:p>
        </p:txBody>
      </p:sp>
      <p:sp>
        <p:nvSpPr>
          <p:cNvPr id="168" name="Editable text — Services"/>
          <p:cNvSpPr txBox="1"/>
          <p:nvPr/>
        </p:nvSpPr>
        <p:spPr>
          <a:xfrm>
            <a:off x="6941566" y="4507849"/>
            <a:ext cx="585635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-17">
                <a:solidFill>
                  <a:srgbClr val="0070F2"/>
                </a:solidFill>
                <a:latin typeface="Arial"/>
              </a:rPr>
              <a:t>Services</a:t>
            </a:r>
          </a:p>
        </p:txBody>
      </p:sp>
      <p:sp>
        <p:nvSpPr>
          <p:cNvPr id="169" name="Editable text — Contextualize &amp; Reason"/>
          <p:cNvSpPr txBox="1"/>
          <p:nvPr/>
        </p:nvSpPr>
        <p:spPr>
          <a:xfrm>
            <a:off x="3872738" y="705279"/>
            <a:ext cx="4515887" cy="6484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3204" b="1" i="0" spc="-69">
                <a:solidFill>
                  <a:srgbClr val="002A86"/>
                </a:solidFill>
                <a:latin typeface="Arial"/>
              </a:rPr>
              <a:t>Contextualize &amp; Reason</a:t>
            </a:r>
          </a:p>
        </p:txBody>
      </p:sp>
      <p:sp>
        <p:nvSpPr>
          <p:cNvPr id="170" name="Editable text — SAP Business Data Cloud’s comprehensive strategy for enterpr"/>
          <p:cNvSpPr txBox="1"/>
          <p:nvPr/>
        </p:nvSpPr>
        <p:spPr>
          <a:xfrm>
            <a:off x="1162811" y="1187831"/>
            <a:ext cx="9925305" cy="495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400" b="1" i="0" spc="-59">
                <a:solidFill>
                  <a:srgbClr val="002A86"/>
                </a:solidFill>
                <a:latin typeface="Arial"/>
              </a:rPr>
              <a:t>SAP Business Data Cloud’s comprehensive strategy for enterprise data</a:t>
            </a:r>
          </a:p>
        </p:txBody>
      </p:sp>
      <p:sp>
        <p:nvSpPr>
          <p:cNvPr id="171" name="Editable text — SAP Business AI Platform "/>
          <p:cNvSpPr txBox="1"/>
          <p:nvPr/>
        </p:nvSpPr>
        <p:spPr>
          <a:xfrm>
            <a:off x="5087111" y="232340"/>
            <a:ext cx="2446884" cy="3425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8" b="1" i="0" spc="-62">
                <a:solidFill>
                  <a:srgbClr val="002986"/>
                </a:solidFill>
                <a:latin typeface="Arial"/>
              </a:rPr>
              <a:t>SAP Business AI Platform </a:t>
            </a:r>
          </a:p>
        </p:txBody>
      </p:sp>
      <p:sp>
        <p:nvSpPr>
          <p:cNvPr id="175" name="Editable text — 4"/>
          <p:cNvSpPr txBox="1"/>
          <p:nvPr/>
        </p:nvSpPr>
        <p:spPr>
          <a:xfrm>
            <a:off x="4767960" y="236298"/>
            <a:ext cx="180047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1" i="0">
                <a:solidFill>
                  <a:srgbClr val="002986"/>
                </a:solidFill>
                <a:latin typeface="Arial"/>
              </a:rPr>
              <a:t>4</a:t>
            </a:r>
          </a:p>
        </p:txBody>
      </p:sp>
      <p:sp>
        <p:nvSpPr>
          <p:cNvPr id="176" name="Editable text — Partner-focused Sales &amp; Adoption Plays"/>
          <p:cNvSpPr txBox="1"/>
          <p:nvPr/>
        </p:nvSpPr>
        <p:spPr>
          <a:xfrm>
            <a:off x="8310118" y="2895473"/>
            <a:ext cx="2980133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1">
                <a:solidFill>
                  <a:srgbClr val="000000"/>
                </a:solidFill>
                <a:latin typeface="Arial"/>
              </a:rPr>
              <a:t>Partner-focused Sales &amp; Adoption Plays</a:t>
            </a:r>
          </a:p>
        </p:txBody>
      </p:sp>
      <p:sp>
        <p:nvSpPr>
          <p:cNvPr id="177" name="Editable text — ▪Establish E2E Data Fabric via zero-copy BDC Connect"/>
          <p:cNvSpPr txBox="1"/>
          <p:nvPr/>
        </p:nvSpPr>
        <p:spPr>
          <a:xfrm>
            <a:off x="8310118" y="3334750"/>
            <a:ext cx="3531719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72212" algn="l"/>
              </a:tabLst>
            </a:pPr>
            <a:r>
              <a:rPr sz="1103" b="0" i="0">
                <a:solidFill>
                  <a:srgbClr val="000000"/>
                </a:solidFill>
                <a:latin typeface="Arial"/>
              </a:rPr>
              <a:t>▪</a:t>
            </a:r>
            <a:r>
              <a:t>	</a:t>
            </a:r>
            <a:r>
              <a:rPr sz="1103" b="0" i="0" spc="-17">
                <a:solidFill>
                  <a:srgbClr val="000000"/>
                </a:solidFill>
                <a:latin typeface="Arial"/>
              </a:rPr>
              <a:t>Establish E2E Data Fabric via zero-copy BDC Connect</a:t>
            </a:r>
          </a:p>
        </p:txBody>
      </p:sp>
      <p:sp>
        <p:nvSpPr>
          <p:cNvPr id="178" name="Editable text — ▪Ignite AI with SAP Business Data Cloud as the foundation "/>
          <p:cNvSpPr txBox="1"/>
          <p:nvPr/>
        </p:nvSpPr>
        <p:spPr>
          <a:xfrm>
            <a:off x="8310118" y="3753850"/>
            <a:ext cx="3749603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72212" algn="l"/>
              </a:tabLst>
            </a:pPr>
            <a:r>
              <a:rPr sz="1103" b="0" i="0">
                <a:solidFill>
                  <a:srgbClr val="000000"/>
                </a:solidFill>
                <a:latin typeface="Arial"/>
              </a:rPr>
              <a:t>▪</a:t>
            </a:r>
            <a:r>
              <a:t>	</a:t>
            </a:r>
            <a:r>
              <a:rPr sz="1103" b="0" i="0" spc="-16">
                <a:solidFill>
                  <a:srgbClr val="000000"/>
                </a:solidFill>
                <a:latin typeface="Arial"/>
              </a:rPr>
              <a:t>Ignite AI with SAP Business Data Cloud as the foundation </a:t>
            </a:r>
          </a:p>
        </p:txBody>
      </p:sp>
      <p:sp>
        <p:nvSpPr>
          <p:cNvPr id="179" name="Editable text — ▪BW Modernization and Hana Move"/>
          <p:cNvSpPr txBox="1"/>
          <p:nvPr/>
        </p:nvSpPr>
        <p:spPr>
          <a:xfrm>
            <a:off x="8310118" y="4173204"/>
            <a:ext cx="2371500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72212" algn="l"/>
              </a:tabLst>
            </a:pPr>
            <a:r>
              <a:rPr sz="1103" b="0" i="0">
                <a:solidFill>
                  <a:srgbClr val="000000"/>
                </a:solidFill>
                <a:latin typeface="Arial"/>
              </a:rPr>
              <a:t>▪</a:t>
            </a:r>
            <a:r>
              <a:t>	</a:t>
            </a:r>
            <a:r>
              <a:rPr sz="1103" b="0" i="0" spc="-10">
                <a:solidFill>
                  <a:srgbClr val="000000"/>
                </a:solidFill>
                <a:latin typeface="Arial"/>
              </a:rPr>
              <a:t>BW Modernization and Hana Move</a:t>
            </a:r>
          </a:p>
        </p:txBody>
      </p:sp>
      <p:sp>
        <p:nvSpPr>
          <p:cNvPr id="180" name="Editable text — ▪Develop and market Intelligent Content"/>
          <p:cNvSpPr txBox="1"/>
          <p:nvPr/>
        </p:nvSpPr>
        <p:spPr>
          <a:xfrm>
            <a:off x="8310118" y="4592304"/>
            <a:ext cx="2667620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72212" algn="l"/>
              </a:tabLst>
            </a:pPr>
            <a:r>
              <a:rPr sz="1103" b="0" i="0">
                <a:solidFill>
                  <a:srgbClr val="000000"/>
                </a:solidFill>
                <a:latin typeface="Arial"/>
              </a:rPr>
              <a:t>▪</a:t>
            </a:r>
            <a:r>
              <a:t>	</a:t>
            </a:r>
            <a:r>
              <a:rPr sz="1103" b="0" i="0" spc="2">
                <a:solidFill>
                  <a:srgbClr val="000000"/>
                </a:solidFill>
                <a:latin typeface="Arial"/>
              </a:rPr>
              <a:t>Develop and market Intelligent Content</a:t>
            </a:r>
          </a:p>
        </p:txBody>
      </p:sp>
      <p:sp>
        <p:nvSpPr>
          <p:cNvPr id="181" name="Editable text — ▪"/>
          <p:cNvSpPr txBox="1"/>
          <p:nvPr/>
        </p:nvSpPr>
        <p:spPr>
          <a:xfrm>
            <a:off x="8310118" y="5011404"/>
            <a:ext cx="127715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>
                <a:solidFill>
                  <a:srgbClr val="000000"/>
                </a:solidFill>
                <a:latin typeface="Arial"/>
              </a:rPr>
              <a:t>▪</a:t>
            </a:r>
          </a:p>
        </p:txBody>
      </p:sp>
      <p:sp>
        <p:nvSpPr>
          <p:cNvPr id="182" name="Editable text — Endorsed/Solex partnerships eg Snowflake, Collibra"/>
          <p:cNvSpPr txBox="1"/>
          <p:nvPr/>
        </p:nvSpPr>
        <p:spPr>
          <a:xfrm>
            <a:off x="8514333" y="5011404"/>
            <a:ext cx="3286032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-2">
                <a:solidFill>
                  <a:srgbClr val="000000"/>
                </a:solidFill>
                <a:latin typeface="Arial"/>
              </a:rPr>
              <a:t>Endorsed/Solex partnerships eg Snowflake, Collibra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"/>
          <p:cNvSpPr/>
          <p:nvPr/>
        </p:nvSpPr>
        <p:spPr>
          <a:xfrm>
            <a:off x="0" y="0"/>
            <a:ext cx="12195175" cy="6858000"/>
          </a:xfrm>
          <a:custGeom>
            <a:avLst/>
            <a:gdLst/>
            <a:ahLst/>
            <a:cxnLst/>
            <a:rect l="0" t="0" r="r" b="b"/>
            <a:pathLst>
              <a:path w="12195175" h="6858000" fill="norm" stroke="0" extrusionOk="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BF9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Editable vector"/>
          <p:cNvSpPr/>
          <p:nvPr/>
        </p:nvSpPr>
        <p:spPr>
          <a:xfrm>
            <a:off x="531876" y="6537959"/>
            <a:ext cx="348995" cy="161544"/>
          </a:xfrm>
          <a:custGeom>
            <a:avLst/>
            <a:gdLst/>
            <a:ahLst/>
            <a:cxnLst/>
            <a:rect l="0" t="0" r="r" b="b"/>
            <a:pathLst>
              <a:path w="348996" h="161544" fill="none" stroke="1" extrusionOk="0">
                <a:moveTo>
                  <a:pt x="0" y="0"/>
                </a:moveTo>
                <a:lnTo>
                  <a:pt x="348996" y="0"/>
                </a:lnTo>
                <a:lnTo>
                  <a:pt x="348996" y="161544"/>
                </a:lnTo>
                <a:lnTo>
                  <a:pt x="0" y="161544"/>
                </a:lnTo>
                <a:close/>
              </a:path>
            </a:pathLst>
          </a:custGeom>
          <a:noFill/>
          <a:ln w="1778" cap="flat">
            <a:solidFill>
              <a:srgbClr val="000000">
                <a:alpha val="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Editable vector"/>
          <p:cNvSpPr/>
          <p:nvPr/>
        </p:nvSpPr>
        <p:spPr>
          <a:xfrm>
            <a:off x="506628" y="6582778"/>
            <a:ext cx="1186535" cy="71856"/>
          </a:xfrm>
          <a:custGeom>
            <a:avLst/>
            <a:gdLst/>
            <a:ahLst/>
            <a:cxnLst/>
            <a:rect l="0" t="0" r="r" b="b"/>
            <a:pathLst>
              <a:path w="1186536" h="71857" fill="norm" stroke="0" extrusionOk="0">
                <a:moveTo>
                  <a:pt x="0" y="2832"/>
                </a:moveTo>
                <a:lnTo>
                  <a:pt x="0" y="55258"/>
                </a:lnTo>
                <a:lnTo>
                  <a:pt x="7074" y="55258"/>
                </a:lnTo>
                <a:lnTo>
                  <a:pt x="7074" y="2832"/>
                </a:lnTo>
                <a:close/>
                <a:moveTo>
                  <a:pt x="19812" y="2832"/>
                </a:moveTo>
                <a:lnTo>
                  <a:pt x="28181" y="2832"/>
                </a:lnTo>
                <a:lnTo>
                  <a:pt x="54712" y="47410"/>
                </a:lnTo>
                <a:cubicBezTo>
                  <a:pt x="54661" y="46266"/>
                  <a:pt x="54610" y="44717"/>
                  <a:pt x="54572" y="42761"/>
                </a:cubicBezTo>
                <a:cubicBezTo>
                  <a:pt x="54521" y="40793"/>
                  <a:pt x="54496" y="38862"/>
                  <a:pt x="54496" y="36957"/>
                </a:cubicBezTo>
                <a:lnTo>
                  <a:pt x="54496" y="2832"/>
                </a:lnTo>
                <a:lnTo>
                  <a:pt x="60820" y="2832"/>
                </a:lnTo>
                <a:lnTo>
                  <a:pt x="60820" y="55258"/>
                </a:lnTo>
                <a:lnTo>
                  <a:pt x="52108" y="55258"/>
                </a:lnTo>
                <a:lnTo>
                  <a:pt x="25921" y="11202"/>
                </a:lnTo>
                <a:cubicBezTo>
                  <a:pt x="25972" y="12345"/>
                  <a:pt x="26010" y="13894"/>
                  <a:pt x="26060" y="15837"/>
                </a:cubicBezTo>
                <a:cubicBezTo>
                  <a:pt x="26111" y="17780"/>
                  <a:pt x="26137" y="19724"/>
                  <a:pt x="26137" y="21654"/>
                </a:cubicBezTo>
                <a:lnTo>
                  <a:pt x="26137" y="55258"/>
                </a:lnTo>
                <a:lnTo>
                  <a:pt x="19812" y="55258"/>
                </a:lnTo>
                <a:lnTo>
                  <a:pt x="19812" y="2832"/>
                </a:lnTo>
                <a:close/>
                <a:moveTo>
                  <a:pt x="84125" y="9385"/>
                </a:moveTo>
                <a:lnTo>
                  <a:pt x="67653" y="9385"/>
                </a:lnTo>
                <a:lnTo>
                  <a:pt x="67653" y="2832"/>
                </a:lnTo>
                <a:lnTo>
                  <a:pt x="107683" y="2832"/>
                </a:lnTo>
                <a:lnTo>
                  <a:pt x="107683" y="9385"/>
                </a:lnTo>
                <a:lnTo>
                  <a:pt x="91199" y="9385"/>
                </a:lnTo>
                <a:lnTo>
                  <a:pt x="91199" y="55258"/>
                </a:lnTo>
                <a:lnTo>
                  <a:pt x="84125" y="55258"/>
                </a:lnTo>
                <a:lnTo>
                  <a:pt x="84125" y="9385"/>
                </a:lnTo>
                <a:close/>
                <a:moveTo>
                  <a:pt x="114300" y="2832"/>
                </a:moveTo>
                <a:lnTo>
                  <a:pt x="147980" y="2832"/>
                </a:lnTo>
                <a:lnTo>
                  <a:pt x="147980" y="9385"/>
                </a:lnTo>
                <a:lnTo>
                  <a:pt x="121374" y="9385"/>
                </a:lnTo>
                <a:lnTo>
                  <a:pt x="121374" y="25083"/>
                </a:lnTo>
                <a:lnTo>
                  <a:pt x="145783" y="25083"/>
                </a:lnTo>
                <a:lnTo>
                  <a:pt x="145783" y="31483"/>
                </a:lnTo>
                <a:lnTo>
                  <a:pt x="121374" y="31483"/>
                </a:lnTo>
                <a:lnTo>
                  <a:pt x="121374" y="48705"/>
                </a:lnTo>
                <a:lnTo>
                  <a:pt x="149504" y="48705"/>
                </a:lnTo>
                <a:lnTo>
                  <a:pt x="149504" y="55258"/>
                </a:lnTo>
                <a:lnTo>
                  <a:pt x="114300" y="55258"/>
                </a:lnTo>
                <a:lnTo>
                  <a:pt x="114300" y="2832"/>
                </a:lnTo>
                <a:close/>
                <a:moveTo>
                  <a:pt x="158496" y="2832"/>
                </a:moveTo>
                <a:lnTo>
                  <a:pt x="178626" y="2832"/>
                </a:lnTo>
                <a:cubicBezTo>
                  <a:pt x="182550" y="2832"/>
                  <a:pt x="185877" y="3442"/>
                  <a:pt x="188633" y="4674"/>
                </a:cubicBezTo>
                <a:cubicBezTo>
                  <a:pt x="191389" y="5906"/>
                  <a:pt x="193485" y="7671"/>
                  <a:pt x="194907" y="9996"/>
                </a:cubicBezTo>
                <a:cubicBezTo>
                  <a:pt x="196329" y="12319"/>
                  <a:pt x="197041" y="15088"/>
                  <a:pt x="197041" y="18314"/>
                </a:cubicBezTo>
                <a:cubicBezTo>
                  <a:pt x="197041" y="20613"/>
                  <a:pt x="196596" y="22797"/>
                  <a:pt x="195707" y="24854"/>
                </a:cubicBezTo>
                <a:cubicBezTo>
                  <a:pt x="194818" y="26912"/>
                  <a:pt x="193408" y="28702"/>
                  <a:pt x="191478" y="30214"/>
                </a:cubicBezTo>
                <a:cubicBezTo>
                  <a:pt x="189560" y="31725"/>
                  <a:pt x="187122" y="32766"/>
                  <a:pt x="184175" y="33338"/>
                </a:cubicBezTo>
                <a:lnTo>
                  <a:pt x="199200" y="55258"/>
                </a:lnTo>
                <a:lnTo>
                  <a:pt x="190944" y="55258"/>
                </a:lnTo>
                <a:lnTo>
                  <a:pt x="177254" y="34240"/>
                </a:lnTo>
                <a:lnTo>
                  <a:pt x="165570" y="34240"/>
                </a:lnTo>
                <a:lnTo>
                  <a:pt x="165570" y="55258"/>
                </a:lnTo>
                <a:lnTo>
                  <a:pt x="158496" y="55258"/>
                </a:lnTo>
                <a:lnTo>
                  <a:pt x="158496" y="2832"/>
                </a:lnTo>
                <a:close/>
                <a:moveTo>
                  <a:pt x="178143" y="27915"/>
                </a:moveTo>
                <a:cubicBezTo>
                  <a:pt x="180797" y="27915"/>
                  <a:pt x="183007" y="27496"/>
                  <a:pt x="184785" y="26657"/>
                </a:cubicBezTo>
                <a:cubicBezTo>
                  <a:pt x="186563" y="25832"/>
                  <a:pt x="187871" y="24702"/>
                  <a:pt x="188709" y="23279"/>
                </a:cubicBezTo>
                <a:cubicBezTo>
                  <a:pt x="189548" y="21857"/>
                  <a:pt x="189979" y="20219"/>
                  <a:pt x="189979" y="18390"/>
                </a:cubicBezTo>
                <a:cubicBezTo>
                  <a:pt x="189979" y="15380"/>
                  <a:pt x="188925" y="13119"/>
                  <a:pt x="186817" y="11595"/>
                </a:cubicBezTo>
                <a:cubicBezTo>
                  <a:pt x="184709" y="10071"/>
                  <a:pt x="181712" y="9310"/>
                  <a:pt x="177851" y="9310"/>
                </a:cubicBezTo>
                <a:lnTo>
                  <a:pt x="165570" y="9310"/>
                </a:lnTo>
                <a:lnTo>
                  <a:pt x="165570" y="27915"/>
                </a:lnTo>
                <a:lnTo>
                  <a:pt x="178143" y="27915"/>
                </a:lnTo>
                <a:close/>
                <a:moveTo>
                  <a:pt x="207264" y="2832"/>
                </a:moveTo>
                <a:lnTo>
                  <a:pt x="215633" y="2832"/>
                </a:lnTo>
                <a:lnTo>
                  <a:pt x="242164" y="47410"/>
                </a:lnTo>
                <a:cubicBezTo>
                  <a:pt x="242113" y="46266"/>
                  <a:pt x="242062" y="44717"/>
                  <a:pt x="242024" y="42761"/>
                </a:cubicBezTo>
                <a:cubicBezTo>
                  <a:pt x="241973" y="40793"/>
                  <a:pt x="241948" y="38862"/>
                  <a:pt x="241948" y="36957"/>
                </a:cubicBezTo>
                <a:lnTo>
                  <a:pt x="241948" y="2832"/>
                </a:lnTo>
                <a:lnTo>
                  <a:pt x="248272" y="2832"/>
                </a:lnTo>
                <a:lnTo>
                  <a:pt x="248272" y="55258"/>
                </a:lnTo>
                <a:lnTo>
                  <a:pt x="239560" y="55258"/>
                </a:lnTo>
                <a:lnTo>
                  <a:pt x="213373" y="11202"/>
                </a:lnTo>
                <a:cubicBezTo>
                  <a:pt x="213424" y="12345"/>
                  <a:pt x="213462" y="13894"/>
                  <a:pt x="213512" y="15837"/>
                </a:cubicBezTo>
                <a:cubicBezTo>
                  <a:pt x="213563" y="17780"/>
                  <a:pt x="213589" y="19724"/>
                  <a:pt x="213589" y="21654"/>
                </a:cubicBezTo>
                <a:lnTo>
                  <a:pt x="213589" y="55258"/>
                </a:lnTo>
                <a:lnTo>
                  <a:pt x="207264" y="55258"/>
                </a:lnTo>
                <a:lnTo>
                  <a:pt x="207264" y="2832"/>
                </a:lnTo>
                <a:close/>
                <a:moveTo>
                  <a:pt x="274079" y="2832"/>
                </a:moveTo>
                <a:lnTo>
                  <a:pt x="282181" y="2832"/>
                </a:lnTo>
                <a:lnTo>
                  <a:pt x="301904" y="55258"/>
                </a:lnTo>
                <a:lnTo>
                  <a:pt x="294500" y="55258"/>
                </a:lnTo>
                <a:lnTo>
                  <a:pt x="289547" y="41085"/>
                </a:lnTo>
                <a:lnTo>
                  <a:pt x="266560" y="41085"/>
                </a:lnTo>
                <a:lnTo>
                  <a:pt x="261607" y="55258"/>
                </a:lnTo>
                <a:lnTo>
                  <a:pt x="254356" y="55258"/>
                </a:lnTo>
                <a:lnTo>
                  <a:pt x="274079" y="2832"/>
                </a:lnTo>
                <a:close/>
                <a:moveTo>
                  <a:pt x="287401" y="34900"/>
                </a:moveTo>
                <a:lnTo>
                  <a:pt x="281178" y="17158"/>
                </a:lnTo>
                <a:cubicBezTo>
                  <a:pt x="280607" y="15545"/>
                  <a:pt x="280048" y="13932"/>
                  <a:pt x="279489" y="12319"/>
                </a:cubicBezTo>
                <a:cubicBezTo>
                  <a:pt x="278930" y="10706"/>
                  <a:pt x="278448" y="9322"/>
                  <a:pt x="278054" y="8154"/>
                </a:cubicBezTo>
                <a:cubicBezTo>
                  <a:pt x="277660" y="9322"/>
                  <a:pt x="277178" y="10706"/>
                  <a:pt x="276619" y="12319"/>
                </a:cubicBezTo>
                <a:cubicBezTo>
                  <a:pt x="276060" y="13932"/>
                  <a:pt x="275501" y="15545"/>
                  <a:pt x="274930" y="17158"/>
                </a:cubicBezTo>
                <a:lnTo>
                  <a:pt x="268719" y="34900"/>
                </a:lnTo>
                <a:lnTo>
                  <a:pt x="287401" y="34900"/>
                </a:lnTo>
                <a:close/>
                <a:moveTo>
                  <a:pt x="307848" y="2832"/>
                </a:moveTo>
                <a:lnTo>
                  <a:pt x="314922" y="2832"/>
                </a:lnTo>
                <a:lnTo>
                  <a:pt x="314922" y="48705"/>
                </a:lnTo>
                <a:lnTo>
                  <a:pt x="339179" y="48705"/>
                </a:lnTo>
                <a:lnTo>
                  <a:pt x="339179" y="55258"/>
                </a:lnTo>
                <a:lnTo>
                  <a:pt x="307848" y="55258"/>
                </a:lnTo>
                <a:lnTo>
                  <a:pt x="307848" y="2832"/>
                </a:lnTo>
                <a:close/>
                <a:moveTo>
                  <a:pt x="362268" y="32410"/>
                </a:moveTo>
                <a:lnTo>
                  <a:pt x="362268" y="37580"/>
                </a:lnTo>
                <a:lnTo>
                  <a:pt x="404609" y="37580"/>
                </a:lnTo>
                <a:lnTo>
                  <a:pt x="404609" y="32410"/>
                </a:lnTo>
                <a:close/>
                <a:moveTo>
                  <a:pt x="446773" y="56007"/>
                </a:moveTo>
                <a:cubicBezTo>
                  <a:pt x="442481" y="56007"/>
                  <a:pt x="438696" y="55309"/>
                  <a:pt x="435407" y="53911"/>
                </a:cubicBezTo>
                <a:cubicBezTo>
                  <a:pt x="432118" y="52528"/>
                  <a:pt x="429387" y="50432"/>
                  <a:pt x="427203" y="47625"/>
                </a:cubicBezTo>
                <a:lnTo>
                  <a:pt x="432041" y="42787"/>
                </a:lnTo>
                <a:cubicBezTo>
                  <a:pt x="433210" y="44260"/>
                  <a:pt x="434429" y="45492"/>
                  <a:pt x="435724" y="46495"/>
                </a:cubicBezTo>
                <a:cubicBezTo>
                  <a:pt x="437007" y="47498"/>
                  <a:pt x="438556" y="48299"/>
                  <a:pt x="440373" y="48895"/>
                </a:cubicBezTo>
                <a:cubicBezTo>
                  <a:pt x="442189" y="49492"/>
                  <a:pt x="444322" y="49785"/>
                  <a:pt x="446773" y="49785"/>
                </a:cubicBezTo>
                <a:cubicBezTo>
                  <a:pt x="449199" y="49785"/>
                  <a:pt x="451371" y="49479"/>
                  <a:pt x="453288" y="48870"/>
                </a:cubicBezTo>
                <a:cubicBezTo>
                  <a:pt x="455193" y="48273"/>
                  <a:pt x="456705" y="47320"/>
                  <a:pt x="457822" y="46025"/>
                </a:cubicBezTo>
                <a:cubicBezTo>
                  <a:pt x="458940" y="44742"/>
                  <a:pt x="459499" y="43117"/>
                  <a:pt x="459499" y="41161"/>
                </a:cubicBezTo>
                <a:cubicBezTo>
                  <a:pt x="459499" y="39192"/>
                  <a:pt x="458915" y="37605"/>
                  <a:pt x="457746" y="36399"/>
                </a:cubicBezTo>
                <a:cubicBezTo>
                  <a:pt x="456578" y="35179"/>
                  <a:pt x="455104" y="34227"/>
                  <a:pt x="453326" y="33541"/>
                </a:cubicBezTo>
                <a:cubicBezTo>
                  <a:pt x="451536" y="32868"/>
                  <a:pt x="449161" y="32157"/>
                  <a:pt x="446215" y="31407"/>
                </a:cubicBezTo>
                <a:cubicBezTo>
                  <a:pt x="442646" y="30518"/>
                  <a:pt x="439712" y="29579"/>
                  <a:pt x="437439" y="28601"/>
                </a:cubicBezTo>
                <a:cubicBezTo>
                  <a:pt x="435153" y="27623"/>
                  <a:pt x="433222" y="26124"/>
                  <a:pt x="431635" y="24118"/>
                </a:cubicBezTo>
                <a:cubicBezTo>
                  <a:pt x="430047" y="22111"/>
                  <a:pt x="429247" y="19431"/>
                  <a:pt x="429247" y="16078"/>
                </a:cubicBezTo>
                <a:cubicBezTo>
                  <a:pt x="429247" y="12878"/>
                  <a:pt x="430060" y="10237"/>
                  <a:pt x="431660" y="8128"/>
                </a:cubicBezTo>
                <a:cubicBezTo>
                  <a:pt x="433273" y="6033"/>
                  <a:pt x="435458" y="4496"/>
                  <a:pt x="438201" y="3518"/>
                </a:cubicBezTo>
                <a:cubicBezTo>
                  <a:pt x="440931" y="2540"/>
                  <a:pt x="444017" y="2045"/>
                  <a:pt x="447446" y="2045"/>
                </a:cubicBezTo>
                <a:cubicBezTo>
                  <a:pt x="451561" y="2045"/>
                  <a:pt x="455054" y="2718"/>
                  <a:pt x="457937" y="4039"/>
                </a:cubicBezTo>
                <a:cubicBezTo>
                  <a:pt x="460807" y="5373"/>
                  <a:pt x="463220" y="7201"/>
                  <a:pt x="465150" y="9525"/>
                </a:cubicBezTo>
                <a:lnTo>
                  <a:pt x="460426" y="14212"/>
                </a:lnTo>
                <a:cubicBezTo>
                  <a:pt x="458762" y="12306"/>
                  <a:pt x="456870" y="10833"/>
                  <a:pt x="454736" y="9792"/>
                </a:cubicBezTo>
                <a:cubicBezTo>
                  <a:pt x="452603" y="8751"/>
                  <a:pt x="450050" y="8230"/>
                  <a:pt x="447065" y="8230"/>
                </a:cubicBezTo>
                <a:cubicBezTo>
                  <a:pt x="444665" y="8230"/>
                  <a:pt x="442646" y="8560"/>
                  <a:pt x="441007" y="9208"/>
                </a:cubicBezTo>
                <a:cubicBezTo>
                  <a:pt x="439369" y="9868"/>
                  <a:pt x="438150" y="10770"/>
                  <a:pt x="437363" y="11913"/>
                </a:cubicBezTo>
                <a:cubicBezTo>
                  <a:pt x="436562" y="13056"/>
                  <a:pt x="436169" y="14364"/>
                  <a:pt x="436169" y="15850"/>
                </a:cubicBezTo>
                <a:cubicBezTo>
                  <a:pt x="436169" y="17666"/>
                  <a:pt x="436715" y="19139"/>
                  <a:pt x="437820" y="20269"/>
                </a:cubicBezTo>
                <a:cubicBezTo>
                  <a:pt x="438925" y="21387"/>
                  <a:pt x="440309" y="22276"/>
                  <a:pt x="441960" y="22911"/>
                </a:cubicBezTo>
                <a:cubicBezTo>
                  <a:pt x="443598" y="23533"/>
                  <a:pt x="445872" y="24244"/>
                  <a:pt x="448742" y="25006"/>
                </a:cubicBezTo>
                <a:cubicBezTo>
                  <a:pt x="452514" y="25946"/>
                  <a:pt x="455587" y="26912"/>
                  <a:pt x="457949" y="27915"/>
                </a:cubicBezTo>
                <a:cubicBezTo>
                  <a:pt x="460324" y="28905"/>
                  <a:pt x="462343" y="30429"/>
                  <a:pt x="463995" y="32487"/>
                </a:cubicBezTo>
                <a:cubicBezTo>
                  <a:pt x="465658" y="34544"/>
                  <a:pt x="466496" y="37313"/>
                  <a:pt x="466496" y="40780"/>
                </a:cubicBezTo>
                <a:cubicBezTo>
                  <a:pt x="466496" y="43765"/>
                  <a:pt x="465734" y="46393"/>
                  <a:pt x="464223" y="48692"/>
                </a:cubicBezTo>
                <a:cubicBezTo>
                  <a:pt x="462712" y="50991"/>
                  <a:pt x="460477" y="52781"/>
                  <a:pt x="457505" y="54064"/>
                </a:cubicBezTo>
                <a:cubicBezTo>
                  <a:pt x="454546" y="55359"/>
                  <a:pt x="450964" y="56007"/>
                  <a:pt x="446773" y="56007"/>
                </a:cubicBezTo>
                <a:close/>
                <a:moveTo>
                  <a:pt x="488963" y="2832"/>
                </a:moveTo>
                <a:lnTo>
                  <a:pt x="497065" y="2832"/>
                </a:lnTo>
                <a:lnTo>
                  <a:pt x="516788" y="55258"/>
                </a:lnTo>
                <a:lnTo>
                  <a:pt x="509384" y="55258"/>
                </a:lnTo>
                <a:lnTo>
                  <a:pt x="504431" y="41085"/>
                </a:lnTo>
                <a:lnTo>
                  <a:pt x="481444" y="41085"/>
                </a:lnTo>
                <a:lnTo>
                  <a:pt x="476491" y="55258"/>
                </a:lnTo>
                <a:lnTo>
                  <a:pt x="469240" y="55258"/>
                </a:lnTo>
                <a:lnTo>
                  <a:pt x="488963" y="2832"/>
                </a:lnTo>
                <a:close/>
                <a:moveTo>
                  <a:pt x="502285" y="34900"/>
                </a:moveTo>
                <a:lnTo>
                  <a:pt x="496062" y="17158"/>
                </a:lnTo>
                <a:cubicBezTo>
                  <a:pt x="495490" y="15545"/>
                  <a:pt x="494932" y="13932"/>
                  <a:pt x="494373" y="12319"/>
                </a:cubicBezTo>
                <a:cubicBezTo>
                  <a:pt x="493814" y="10706"/>
                  <a:pt x="493332" y="9322"/>
                  <a:pt x="492938" y="8154"/>
                </a:cubicBezTo>
                <a:cubicBezTo>
                  <a:pt x="492544" y="9322"/>
                  <a:pt x="492062" y="10706"/>
                  <a:pt x="491503" y="12319"/>
                </a:cubicBezTo>
                <a:cubicBezTo>
                  <a:pt x="490944" y="13932"/>
                  <a:pt x="490385" y="15545"/>
                  <a:pt x="489814" y="17158"/>
                </a:cubicBezTo>
                <a:lnTo>
                  <a:pt x="483603" y="34900"/>
                </a:lnTo>
                <a:lnTo>
                  <a:pt x="502285" y="34900"/>
                </a:lnTo>
                <a:close/>
                <a:moveTo>
                  <a:pt x="522732" y="2832"/>
                </a:moveTo>
                <a:lnTo>
                  <a:pt x="542531" y="2832"/>
                </a:lnTo>
                <a:cubicBezTo>
                  <a:pt x="546570" y="2832"/>
                  <a:pt x="549974" y="3493"/>
                  <a:pt x="552729" y="4801"/>
                </a:cubicBezTo>
                <a:cubicBezTo>
                  <a:pt x="555473" y="6121"/>
                  <a:pt x="557543" y="7963"/>
                  <a:pt x="558914" y="10351"/>
                </a:cubicBezTo>
                <a:cubicBezTo>
                  <a:pt x="560299" y="12726"/>
                  <a:pt x="560984" y="15532"/>
                  <a:pt x="560984" y="18759"/>
                </a:cubicBezTo>
                <a:cubicBezTo>
                  <a:pt x="560984" y="21908"/>
                  <a:pt x="560299" y="24727"/>
                  <a:pt x="558940" y="27204"/>
                </a:cubicBezTo>
                <a:cubicBezTo>
                  <a:pt x="557568" y="29680"/>
                  <a:pt x="555536" y="31636"/>
                  <a:pt x="552831" y="33058"/>
                </a:cubicBezTo>
                <a:cubicBezTo>
                  <a:pt x="550126" y="34493"/>
                  <a:pt x="546837" y="35205"/>
                  <a:pt x="542938" y="35205"/>
                </a:cubicBezTo>
                <a:lnTo>
                  <a:pt x="529806" y="35205"/>
                </a:lnTo>
                <a:lnTo>
                  <a:pt x="529806" y="55258"/>
                </a:lnTo>
                <a:lnTo>
                  <a:pt x="522732" y="55258"/>
                </a:lnTo>
                <a:lnTo>
                  <a:pt x="522732" y="2832"/>
                </a:lnTo>
                <a:close/>
                <a:moveTo>
                  <a:pt x="541934" y="28804"/>
                </a:moveTo>
                <a:cubicBezTo>
                  <a:pt x="545948" y="28804"/>
                  <a:pt x="548957" y="27953"/>
                  <a:pt x="550939" y="26251"/>
                </a:cubicBezTo>
                <a:cubicBezTo>
                  <a:pt x="552920" y="24550"/>
                  <a:pt x="553911" y="22085"/>
                  <a:pt x="553911" y="18835"/>
                </a:cubicBezTo>
                <a:cubicBezTo>
                  <a:pt x="553911" y="15710"/>
                  <a:pt x="552882" y="13336"/>
                  <a:pt x="550812" y="11723"/>
                </a:cubicBezTo>
                <a:cubicBezTo>
                  <a:pt x="548742" y="10109"/>
                  <a:pt x="545681" y="9310"/>
                  <a:pt x="541630" y="9310"/>
                </a:cubicBezTo>
                <a:lnTo>
                  <a:pt x="529806" y="9310"/>
                </a:lnTo>
                <a:lnTo>
                  <a:pt x="529806" y="28804"/>
                </a:lnTo>
                <a:lnTo>
                  <a:pt x="541934" y="28804"/>
                </a:lnTo>
                <a:close/>
                <a:moveTo>
                  <a:pt x="595973" y="56007"/>
                </a:moveTo>
                <a:cubicBezTo>
                  <a:pt x="593585" y="56007"/>
                  <a:pt x="591464" y="55538"/>
                  <a:pt x="589610" y="54623"/>
                </a:cubicBezTo>
                <a:cubicBezTo>
                  <a:pt x="587743" y="53708"/>
                  <a:pt x="586296" y="52363"/>
                  <a:pt x="585254" y="50610"/>
                </a:cubicBezTo>
                <a:cubicBezTo>
                  <a:pt x="584213" y="48844"/>
                  <a:pt x="583692" y="46736"/>
                  <a:pt x="583692" y="44285"/>
                </a:cubicBezTo>
                <a:cubicBezTo>
                  <a:pt x="583692" y="41275"/>
                  <a:pt x="584479" y="38812"/>
                  <a:pt x="586054" y="36881"/>
                </a:cubicBezTo>
                <a:cubicBezTo>
                  <a:pt x="587629" y="34938"/>
                  <a:pt x="589775" y="33528"/>
                  <a:pt x="592506" y="32652"/>
                </a:cubicBezTo>
                <a:cubicBezTo>
                  <a:pt x="595236" y="31776"/>
                  <a:pt x="598399" y="31331"/>
                  <a:pt x="601993" y="31331"/>
                </a:cubicBezTo>
                <a:lnTo>
                  <a:pt x="609143" y="31331"/>
                </a:lnTo>
                <a:lnTo>
                  <a:pt x="609143" y="28575"/>
                </a:lnTo>
                <a:cubicBezTo>
                  <a:pt x="609143" y="25756"/>
                  <a:pt x="608470" y="23597"/>
                  <a:pt x="607111" y="22123"/>
                </a:cubicBezTo>
                <a:cubicBezTo>
                  <a:pt x="605765" y="20651"/>
                  <a:pt x="603720" y="19914"/>
                  <a:pt x="600989" y="19914"/>
                </a:cubicBezTo>
                <a:cubicBezTo>
                  <a:pt x="598513" y="19914"/>
                  <a:pt x="596354" y="20409"/>
                  <a:pt x="594500" y="21413"/>
                </a:cubicBezTo>
                <a:cubicBezTo>
                  <a:pt x="592658" y="22416"/>
                  <a:pt x="591020" y="23876"/>
                  <a:pt x="589610" y="25794"/>
                </a:cubicBezTo>
                <a:lnTo>
                  <a:pt x="585292" y="21476"/>
                </a:lnTo>
                <a:cubicBezTo>
                  <a:pt x="589305" y="16663"/>
                  <a:pt x="594690" y="14250"/>
                  <a:pt x="601434" y="14250"/>
                </a:cubicBezTo>
                <a:cubicBezTo>
                  <a:pt x="604545" y="14250"/>
                  <a:pt x="607174" y="14846"/>
                  <a:pt x="609333" y="16040"/>
                </a:cubicBezTo>
                <a:cubicBezTo>
                  <a:pt x="611480" y="17234"/>
                  <a:pt x="613105" y="18898"/>
                  <a:pt x="614197" y="21044"/>
                </a:cubicBezTo>
                <a:cubicBezTo>
                  <a:pt x="615290" y="23191"/>
                  <a:pt x="615836" y="25705"/>
                  <a:pt x="615836" y="28575"/>
                </a:cubicBezTo>
                <a:lnTo>
                  <a:pt x="615836" y="55258"/>
                </a:lnTo>
                <a:lnTo>
                  <a:pt x="609435" y="55258"/>
                </a:lnTo>
                <a:lnTo>
                  <a:pt x="609435" y="47778"/>
                </a:lnTo>
                <a:lnTo>
                  <a:pt x="609295" y="47778"/>
                </a:lnTo>
                <a:cubicBezTo>
                  <a:pt x="607949" y="50635"/>
                  <a:pt x="606209" y="52718"/>
                  <a:pt x="604076" y="54026"/>
                </a:cubicBezTo>
                <a:cubicBezTo>
                  <a:pt x="601942" y="55347"/>
                  <a:pt x="599250" y="56007"/>
                  <a:pt x="595973" y="56007"/>
                </a:cubicBezTo>
                <a:close/>
                <a:moveTo>
                  <a:pt x="590614" y="44133"/>
                </a:moveTo>
                <a:cubicBezTo>
                  <a:pt x="590614" y="45403"/>
                  <a:pt x="590893" y="46495"/>
                  <a:pt x="591464" y="47447"/>
                </a:cubicBezTo>
                <a:cubicBezTo>
                  <a:pt x="592036" y="48387"/>
                  <a:pt x="592861" y="49111"/>
                  <a:pt x="593941" y="49619"/>
                </a:cubicBezTo>
                <a:cubicBezTo>
                  <a:pt x="595020" y="50127"/>
                  <a:pt x="596303" y="50381"/>
                  <a:pt x="597789" y="50381"/>
                </a:cubicBezTo>
                <a:cubicBezTo>
                  <a:pt x="600151" y="50381"/>
                  <a:pt x="602183" y="49911"/>
                  <a:pt x="603898" y="48946"/>
                </a:cubicBezTo>
                <a:cubicBezTo>
                  <a:pt x="605612" y="47993"/>
                  <a:pt x="606908" y="46749"/>
                  <a:pt x="607797" y="45187"/>
                </a:cubicBezTo>
                <a:cubicBezTo>
                  <a:pt x="608698" y="43638"/>
                  <a:pt x="609143" y="41999"/>
                  <a:pt x="609143" y="40260"/>
                </a:cubicBezTo>
                <a:lnTo>
                  <a:pt x="609143" y="36361"/>
                </a:lnTo>
                <a:lnTo>
                  <a:pt x="602894" y="36361"/>
                </a:lnTo>
                <a:cubicBezTo>
                  <a:pt x="599199" y="36361"/>
                  <a:pt x="596227" y="36919"/>
                  <a:pt x="593979" y="38050"/>
                </a:cubicBezTo>
                <a:cubicBezTo>
                  <a:pt x="591731" y="39180"/>
                  <a:pt x="590614" y="41199"/>
                  <a:pt x="590614" y="44133"/>
                </a:cubicBezTo>
                <a:close/>
                <a:moveTo>
                  <a:pt x="625285" y="15037"/>
                </a:moveTo>
                <a:lnTo>
                  <a:pt x="631685" y="15037"/>
                </a:lnTo>
                <a:lnTo>
                  <a:pt x="631685" y="23406"/>
                </a:lnTo>
                <a:lnTo>
                  <a:pt x="631838" y="23406"/>
                </a:lnTo>
                <a:cubicBezTo>
                  <a:pt x="632828" y="20803"/>
                  <a:pt x="634340" y="18631"/>
                  <a:pt x="636372" y="16879"/>
                </a:cubicBezTo>
                <a:cubicBezTo>
                  <a:pt x="638404" y="15126"/>
                  <a:pt x="641248" y="14250"/>
                  <a:pt x="644893" y="14250"/>
                </a:cubicBezTo>
                <a:cubicBezTo>
                  <a:pt x="647675" y="14250"/>
                  <a:pt x="649999" y="14834"/>
                  <a:pt x="651866" y="16002"/>
                </a:cubicBezTo>
                <a:cubicBezTo>
                  <a:pt x="653745" y="17171"/>
                  <a:pt x="655142" y="18821"/>
                  <a:pt x="656082" y="20955"/>
                </a:cubicBezTo>
                <a:cubicBezTo>
                  <a:pt x="657009" y="23089"/>
                  <a:pt x="657466" y="25578"/>
                  <a:pt x="657466" y="28435"/>
                </a:cubicBezTo>
                <a:lnTo>
                  <a:pt x="657466" y="55258"/>
                </a:lnTo>
                <a:lnTo>
                  <a:pt x="650735" y="55258"/>
                </a:lnTo>
                <a:lnTo>
                  <a:pt x="650735" y="29731"/>
                </a:lnTo>
                <a:cubicBezTo>
                  <a:pt x="650735" y="26632"/>
                  <a:pt x="650088" y="24270"/>
                  <a:pt x="648805" y="22644"/>
                </a:cubicBezTo>
                <a:cubicBezTo>
                  <a:pt x="647510" y="21019"/>
                  <a:pt x="645389" y="20206"/>
                  <a:pt x="642442" y="20206"/>
                </a:cubicBezTo>
                <a:cubicBezTo>
                  <a:pt x="640334" y="20206"/>
                  <a:pt x="638493" y="20663"/>
                  <a:pt x="636918" y="21590"/>
                </a:cubicBezTo>
                <a:cubicBezTo>
                  <a:pt x="635343" y="22505"/>
                  <a:pt x="634124" y="23838"/>
                  <a:pt x="633273" y="25603"/>
                </a:cubicBezTo>
                <a:cubicBezTo>
                  <a:pt x="632409" y="27369"/>
                  <a:pt x="631990" y="29477"/>
                  <a:pt x="631990" y="31928"/>
                </a:cubicBezTo>
                <a:lnTo>
                  <a:pt x="631990" y="55258"/>
                </a:lnTo>
                <a:lnTo>
                  <a:pt x="625285" y="55258"/>
                </a:lnTo>
                <a:lnTo>
                  <a:pt x="625285" y="15037"/>
                </a:lnTo>
                <a:close/>
                <a:moveTo>
                  <a:pt x="683209" y="56007"/>
                </a:moveTo>
                <a:cubicBezTo>
                  <a:pt x="679691" y="56007"/>
                  <a:pt x="676593" y="55118"/>
                  <a:pt x="673926" y="53366"/>
                </a:cubicBezTo>
                <a:cubicBezTo>
                  <a:pt x="671259" y="51601"/>
                  <a:pt x="669201" y="49137"/>
                  <a:pt x="667741" y="45987"/>
                </a:cubicBezTo>
                <a:cubicBezTo>
                  <a:pt x="666267" y="42838"/>
                  <a:pt x="665543" y="39218"/>
                  <a:pt x="665543" y="35128"/>
                </a:cubicBezTo>
                <a:cubicBezTo>
                  <a:pt x="665543" y="31039"/>
                  <a:pt x="666255" y="27419"/>
                  <a:pt x="667677" y="24270"/>
                </a:cubicBezTo>
                <a:cubicBezTo>
                  <a:pt x="669112" y="21108"/>
                  <a:pt x="671144" y="18656"/>
                  <a:pt x="673786" y="16891"/>
                </a:cubicBezTo>
                <a:cubicBezTo>
                  <a:pt x="676427" y="15139"/>
                  <a:pt x="679488" y="14250"/>
                  <a:pt x="682993" y="14250"/>
                </a:cubicBezTo>
                <a:cubicBezTo>
                  <a:pt x="685571" y="14250"/>
                  <a:pt x="687857" y="14656"/>
                  <a:pt x="689839" y="15443"/>
                </a:cubicBezTo>
                <a:cubicBezTo>
                  <a:pt x="691820" y="16243"/>
                  <a:pt x="693471" y="17297"/>
                  <a:pt x="694792" y="18631"/>
                </a:cubicBezTo>
                <a:cubicBezTo>
                  <a:pt x="696100" y="19952"/>
                  <a:pt x="697116" y="21451"/>
                  <a:pt x="697840" y="23114"/>
                </a:cubicBezTo>
                <a:lnTo>
                  <a:pt x="697979" y="23114"/>
                </a:lnTo>
                <a:lnTo>
                  <a:pt x="697979" y="0"/>
                </a:lnTo>
                <a:lnTo>
                  <a:pt x="704685" y="0"/>
                </a:lnTo>
                <a:lnTo>
                  <a:pt x="704685" y="55258"/>
                </a:lnTo>
                <a:lnTo>
                  <a:pt x="698284" y="55258"/>
                </a:lnTo>
                <a:lnTo>
                  <a:pt x="698284" y="46736"/>
                </a:lnTo>
                <a:lnTo>
                  <a:pt x="698208" y="46736"/>
                </a:lnTo>
                <a:cubicBezTo>
                  <a:pt x="697090" y="49492"/>
                  <a:pt x="695363" y="51727"/>
                  <a:pt x="693014" y="53429"/>
                </a:cubicBezTo>
                <a:cubicBezTo>
                  <a:pt x="690677" y="55144"/>
                  <a:pt x="687400" y="56007"/>
                  <a:pt x="683209" y="56007"/>
                </a:cubicBezTo>
                <a:close/>
                <a:moveTo>
                  <a:pt x="672541" y="35128"/>
                </a:moveTo>
                <a:cubicBezTo>
                  <a:pt x="672541" y="38380"/>
                  <a:pt x="673087" y="41148"/>
                  <a:pt x="674192" y="43421"/>
                </a:cubicBezTo>
                <a:cubicBezTo>
                  <a:pt x="675297" y="45707"/>
                  <a:pt x="676808" y="47422"/>
                  <a:pt x="678726" y="48578"/>
                </a:cubicBezTo>
                <a:cubicBezTo>
                  <a:pt x="680657" y="49733"/>
                  <a:pt x="682828" y="50305"/>
                  <a:pt x="685267" y="50305"/>
                </a:cubicBezTo>
                <a:cubicBezTo>
                  <a:pt x="687692" y="50305"/>
                  <a:pt x="689864" y="49733"/>
                  <a:pt x="691794" y="48578"/>
                </a:cubicBezTo>
                <a:cubicBezTo>
                  <a:pt x="693712" y="47422"/>
                  <a:pt x="695223" y="45707"/>
                  <a:pt x="696328" y="43447"/>
                </a:cubicBezTo>
                <a:cubicBezTo>
                  <a:pt x="697433" y="41173"/>
                  <a:pt x="697979" y="38405"/>
                  <a:pt x="697979" y="35128"/>
                </a:cubicBezTo>
                <a:cubicBezTo>
                  <a:pt x="697979" y="31877"/>
                  <a:pt x="697433" y="29121"/>
                  <a:pt x="696328" y="26848"/>
                </a:cubicBezTo>
                <a:cubicBezTo>
                  <a:pt x="695223" y="24574"/>
                  <a:pt x="693712" y="22873"/>
                  <a:pt x="691794" y="21717"/>
                </a:cubicBezTo>
                <a:cubicBezTo>
                  <a:pt x="689864" y="20562"/>
                  <a:pt x="687692" y="19990"/>
                  <a:pt x="685267" y="19990"/>
                </a:cubicBezTo>
                <a:cubicBezTo>
                  <a:pt x="682828" y="19990"/>
                  <a:pt x="680657" y="20562"/>
                  <a:pt x="678726" y="21717"/>
                </a:cubicBezTo>
                <a:cubicBezTo>
                  <a:pt x="676808" y="22873"/>
                  <a:pt x="675297" y="24574"/>
                  <a:pt x="674192" y="26848"/>
                </a:cubicBezTo>
                <a:cubicBezTo>
                  <a:pt x="673087" y="29121"/>
                  <a:pt x="672541" y="31877"/>
                  <a:pt x="672541" y="35128"/>
                </a:cubicBezTo>
                <a:close/>
                <a:moveTo>
                  <a:pt x="734568" y="2832"/>
                </a:moveTo>
                <a:lnTo>
                  <a:pt x="754367" y="2832"/>
                </a:lnTo>
                <a:cubicBezTo>
                  <a:pt x="758406" y="2832"/>
                  <a:pt x="761810" y="3493"/>
                  <a:pt x="764515" y="4801"/>
                </a:cubicBezTo>
                <a:cubicBezTo>
                  <a:pt x="767309" y="6121"/>
                  <a:pt x="769341" y="7963"/>
                  <a:pt x="770738" y="10351"/>
                </a:cubicBezTo>
                <a:cubicBezTo>
                  <a:pt x="772135" y="12726"/>
                  <a:pt x="772770" y="15532"/>
                  <a:pt x="772770" y="18759"/>
                </a:cubicBezTo>
                <a:cubicBezTo>
                  <a:pt x="772770" y="21908"/>
                  <a:pt x="772135" y="24727"/>
                  <a:pt x="770738" y="27204"/>
                </a:cubicBezTo>
                <a:cubicBezTo>
                  <a:pt x="769468" y="29680"/>
                  <a:pt x="767436" y="31636"/>
                  <a:pt x="764642" y="33058"/>
                </a:cubicBezTo>
                <a:cubicBezTo>
                  <a:pt x="761962" y="34493"/>
                  <a:pt x="758673" y="35205"/>
                  <a:pt x="754774" y="35205"/>
                </a:cubicBezTo>
                <a:lnTo>
                  <a:pt x="741642" y="35205"/>
                </a:lnTo>
                <a:lnTo>
                  <a:pt x="741642" y="55258"/>
                </a:lnTo>
                <a:lnTo>
                  <a:pt x="734568" y="55258"/>
                </a:lnTo>
                <a:lnTo>
                  <a:pt x="734568" y="2832"/>
                </a:lnTo>
                <a:close/>
                <a:moveTo>
                  <a:pt x="753770" y="28804"/>
                </a:moveTo>
                <a:cubicBezTo>
                  <a:pt x="757784" y="28804"/>
                  <a:pt x="760793" y="27953"/>
                  <a:pt x="762775" y="26251"/>
                </a:cubicBezTo>
                <a:cubicBezTo>
                  <a:pt x="764769" y="24550"/>
                  <a:pt x="765785" y="22085"/>
                  <a:pt x="765785" y="18835"/>
                </a:cubicBezTo>
                <a:cubicBezTo>
                  <a:pt x="765785" y="15710"/>
                  <a:pt x="764769" y="13336"/>
                  <a:pt x="762648" y="11723"/>
                </a:cubicBezTo>
                <a:cubicBezTo>
                  <a:pt x="760578" y="10109"/>
                  <a:pt x="757517" y="9310"/>
                  <a:pt x="753466" y="9310"/>
                </a:cubicBezTo>
                <a:lnTo>
                  <a:pt x="741642" y="9310"/>
                </a:lnTo>
                <a:lnTo>
                  <a:pt x="741642" y="28804"/>
                </a:lnTo>
                <a:lnTo>
                  <a:pt x="753770" y="28804"/>
                </a:lnTo>
                <a:close/>
                <a:moveTo>
                  <a:pt x="789534" y="56007"/>
                </a:moveTo>
                <a:cubicBezTo>
                  <a:pt x="787121" y="56007"/>
                  <a:pt x="784962" y="55538"/>
                  <a:pt x="783184" y="54623"/>
                </a:cubicBezTo>
                <a:cubicBezTo>
                  <a:pt x="781279" y="53708"/>
                  <a:pt x="779882" y="52363"/>
                  <a:pt x="778739" y="50610"/>
                </a:cubicBezTo>
                <a:cubicBezTo>
                  <a:pt x="777723" y="48844"/>
                  <a:pt x="777215" y="46736"/>
                  <a:pt x="777215" y="44285"/>
                </a:cubicBezTo>
                <a:cubicBezTo>
                  <a:pt x="777215" y="41275"/>
                  <a:pt x="777977" y="38812"/>
                  <a:pt x="779628" y="36881"/>
                </a:cubicBezTo>
                <a:cubicBezTo>
                  <a:pt x="781152" y="34938"/>
                  <a:pt x="783311" y="33528"/>
                  <a:pt x="786105" y="32652"/>
                </a:cubicBezTo>
                <a:cubicBezTo>
                  <a:pt x="788772" y="31776"/>
                  <a:pt x="791947" y="31331"/>
                  <a:pt x="795503" y="31331"/>
                </a:cubicBezTo>
                <a:lnTo>
                  <a:pt x="802742" y="31331"/>
                </a:lnTo>
                <a:lnTo>
                  <a:pt x="802742" y="28575"/>
                </a:lnTo>
                <a:cubicBezTo>
                  <a:pt x="802742" y="25756"/>
                  <a:pt x="801980" y="23597"/>
                  <a:pt x="800710" y="22123"/>
                </a:cubicBezTo>
                <a:cubicBezTo>
                  <a:pt x="799313" y="20651"/>
                  <a:pt x="797281" y="19914"/>
                  <a:pt x="794487" y="19914"/>
                </a:cubicBezTo>
                <a:cubicBezTo>
                  <a:pt x="792074" y="19914"/>
                  <a:pt x="789915" y="20409"/>
                  <a:pt x="788010" y="21413"/>
                </a:cubicBezTo>
                <a:cubicBezTo>
                  <a:pt x="786232" y="22416"/>
                  <a:pt x="784581" y="23876"/>
                  <a:pt x="783184" y="25794"/>
                </a:cubicBezTo>
                <a:lnTo>
                  <a:pt x="778866" y="21476"/>
                </a:lnTo>
                <a:cubicBezTo>
                  <a:pt x="782803" y="16663"/>
                  <a:pt x="788264" y="14250"/>
                  <a:pt x="794995" y="14250"/>
                </a:cubicBezTo>
                <a:cubicBezTo>
                  <a:pt x="798043" y="14250"/>
                  <a:pt x="800710" y="14846"/>
                  <a:pt x="802869" y="16040"/>
                </a:cubicBezTo>
                <a:cubicBezTo>
                  <a:pt x="805028" y="17234"/>
                  <a:pt x="806679" y="18898"/>
                  <a:pt x="807695" y="21044"/>
                </a:cubicBezTo>
                <a:cubicBezTo>
                  <a:pt x="808838" y="23191"/>
                  <a:pt x="809346" y="25705"/>
                  <a:pt x="809346" y="28575"/>
                </a:cubicBezTo>
                <a:lnTo>
                  <a:pt x="809346" y="55258"/>
                </a:lnTo>
                <a:lnTo>
                  <a:pt x="802996" y="55258"/>
                </a:lnTo>
                <a:lnTo>
                  <a:pt x="802996" y="47778"/>
                </a:lnTo>
                <a:lnTo>
                  <a:pt x="802869" y="47778"/>
                </a:lnTo>
                <a:cubicBezTo>
                  <a:pt x="801472" y="50635"/>
                  <a:pt x="799821" y="52718"/>
                  <a:pt x="797662" y="54026"/>
                </a:cubicBezTo>
                <a:cubicBezTo>
                  <a:pt x="795503" y="55347"/>
                  <a:pt x="792836" y="56007"/>
                  <a:pt x="789534" y="56007"/>
                </a:cubicBezTo>
                <a:close/>
                <a:moveTo>
                  <a:pt x="784200" y="44133"/>
                </a:moveTo>
                <a:cubicBezTo>
                  <a:pt x="784200" y="45403"/>
                  <a:pt x="784454" y="46495"/>
                  <a:pt x="784962" y="47447"/>
                </a:cubicBezTo>
                <a:cubicBezTo>
                  <a:pt x="785597" y="48387"/>
                  <a:pt x="786359" y="49111"/>
                  <a:pt x="787502" y="49619"/>
                </a:cubicBezTo>
                <a:cubicBezTo>
                  <a:pt x="788518" y="50127"/>
                  <a:pt x="789915" y="50381"/>
                  <a:pt x="791312" y="50381"/>
                </a:cubicBezTo>
                <a:cubicBezTo>
                  <a:pt x="793725" y="50381"/>
                  <a:pt x="795757" y="49911"/>
                  <a:pt x="797408" y="48946"/>
                </a:cubicBezTo>
                <a:cubicBezTo>
                  <a:pt x="799186" y="47993"/>
                  <a:pt x="800456" y="46749"/>
                  <a:pt x="801345" y="45187"/>
                </a:cubicBezTo>
                <a:cubicBezTo>
                  <a:pt x="802234" y="43638"/>
                  <a:pt x="802742" y="41999"/>
                  <a:pt x="802742" y="40260"/>
                </a:cubicBezTo>
                <a:lnTo>
                  <a:pt x="802742" y="36361"/>
                </a:lnTo>
                <a:lnTo>
                  <a:pt x="796392" y="36361"/>
                </a:lnTo>
                <a:cubicBezTo>
                  <a:pt x="792709" y="36361"/>
                  <a:pt x="789788" y="36919"/>
                  <a:pt x="787502" y="38050"/>
                </a:cubicBezTo>
                <a:cubicBezTo>
                  <a:pt x="785343" y="39180"/>
                  <a:pt x="784200" y="41199"/>
                  <a:pt x="784200" y="44133"/>
                </a:cubicBezTo>
                <a:close/>
                <a:moveTo>
                  <a:pt x="818871" y="15037"/>
                </a:moveTo>
                <a:lnTo>
                  <a:pt x="825221" y="15037"/>
                </a:lnTo>
                <a:lnTo>
                  <a:pt x="825221" y="23635"/>
                </a:lnTo>
                <a:lnTo>
                  <a:pt x="825348" y="23635"/>
                </a:lnTo>
                <a:cubicBezTo>
                  <a:pt x="826110" y="20333"/>
                  <a:pt x="827253" y="17945"/>
                  <a:pt x="828904" y="16472"/>
                </a:cubicBezTo>
                <a:cubicBezTo>
                  <a:pt x="830428" y="14999"/>
                  <a:pt x="832460" y="14250"/>
                  <a:pt x="834873" y="14250"/>
                </a:cubicBezTo>
                <a:cubicBezTo>
                  <a:pt x="835508" y="14250"/>
                  <a:pt x="836016" y="14288"/>
                  <a:pt x="836651" y="14364"/>
                </a:cubicBezTo>
                <a:cubicBezTo>
                  <a:pt x="837159" y="14440"/>
                  <a:pt x="837667" y="14529"/>
                  <a:pt x="838048" y="14631"/>
                </a:cubicBezTo>
                <a:lnTo>
                  <a:pt x="838048" y="21210"/>
                </a:lnTo>
                <a:cubicBezTo>
                  <a:pt x="837667" y="21095"/>
                  <a:pt x="837159" y="20993"/>
                  <a:pt x="836524" y="20917"/>
                </a:cubicBezTo>
                <a:cubicBezTo>
                  <a:pt x="835889" y="20841"/>
                  <a:pt x="835254" y="20803"/>
                  <a:pt x="834746" y="20803"/>
                </a:cubicBezTo>
                <a:cubicBezTo>
                  <a:pt x="831444" y="20803"/>
                  <a:pt x="829031" y="21946"/>
                  <a:pt x="827634" y="24244"/>
                </a:cubicBezTo>
                <a:cubicBezTo>
                  <a:pt x="826237" y="26543"/>
                  <a:pt x="825475" y="29896"/>
                  <a:pt x="825475" y="34316"/>
                </a:cubicBezTo>
                <a:lnTo>
                  <a:pt x="825475" y="55258"/>
                </a:lnTo>
                <a:lnTo>
                  <a:pt x="818871" y="55258"/>
                </a:lnTo>
                <a:lnTo>
                  <a:pt x="818871" y="15037"/>
                </a:lnTo>
                <a:close/>
                <a:moveTo>
                  <a:pt x="855701" y="55855"/>
                </a:moveTo>
                <a:cubicBezTo>
                  <a:pt x="853288" y="55855"/>
                  <a:pt x="851383" y="55525"/>
                  <a:pt x="849859" y="54890"/>
                </a:cubicBezTo>
                <a:cubicBezTo>
                  <a:pt x="848462" y="54242"/>
                  <a:pt x="847319" y="53239"/>
                  <a:pt x="846557" y="51867"/>
                </a:cubicBezTo>
                <a:cubicBezTo>
                  <a:pt x="845922" y="50509"/>
                  <a:pt x="845541" y="48743"/>
                  <a:pt x="845541" y="46584"/>
                </a:cubicBezTo>
                <a:lnTo>
                  <a:pt x="845541" y="20651"/>
                </a:lnTo>
                <a:lnTo>
                  <a:pt x="839572" y="20651"/>
                </a:lnTo>
                <a:lnTo>
                  <a:pt x="839572" y="17158"/>
                </a:lnTo>
                <a:lnTo>
                  <a:pt x="851383" y="5283"/>
                </a:lnTo>
                <a:lnTo>
                  <a:pt x="852272" y="5283"/>
                </a:lnTo>
                <a:lnTo>
                  <a:pt x="852272" y="15037"/>
                </a:lnTo>
                <a:lnTo>
                  <a:pt x="861289" y="15037"/>
                </a:lnTo>
                <a:lnTo>
                  <a:pt x="861289" y="20651"/>
                </a:lnTo>
                <a:lnTo>
                  <a:pt x="852272" y="20651"/>
                </a:lnTo>
                <a:lnTo>
                  <a:pt x="852272" y="45212"/>
                </a:lnTo>
                <a:cubicBezTo>
                  <a:pt x="852272" y="46406"/>
                  <a:pt x="852399" y="47320"/>
                  <a:pt x="852653" y="47981"/>
                </a:cubicBezTo>
                <a:cubicBezTo>
                  <a:pt x="852907" y="48641"/>
                  <a:pt x="853415" y="49111"/>
                  <a:pt x="854050" y="49378"/>
                </a:cubicBezTo>
                <a:cubicBezTo>
                  <a:pt x="854685" y="49657"/>
                  <a:pt x="855574" y="49785"/>
                  <a:pt x="856590" y="49785"/>
                </a:cubicBezTo>
                <a:cubicBezTo>
                  <a:pt x="858114" y="49785"/>
                  <a:pt x="859638" y="49581"/>
                  <a:pt x="861289" y="49149"/>
                </a:cubicBezTo>
                <a:lnTo>
                  <a:pt x="861289" y="55258"/>
                </a:lnTo>
                <a:cubicBezTo>
                  <a:pt x="860527" y="55435"/>
                  <a:pt x="859638" y="55576"/>
                  <a:pt x="858622" y="55690"/>
                </a:cubicBezTo>
                <a:cubicBezTo>
                  <a:pt x="857606" y="55791"/>
                  <a:pt x="856590" y="55855"/>
                  <a:pt x="855701" y="55855"/>
                </a:cubicBezTo>
                <a:close/>
                <a:moveTo>
                  <a:pt x="869163" y="15037"/>
                </a:moveTo>
                <a:lnTo>
                  <a:pt x="875513" y="15037"/>
                </a:lnTo>
                <a:lnTo>
                  <a:pt x="875513" y="23406"/>
                </a:lnTo>
                <a:lnTo>
                  <a:pt x="875640" y="23406"/>
                </a:lnTo>
                <a:cubicBezTo>
                  <a:pt x="876656" y="20803"/>
                  <a:pt x="878180" y="18631"/>
                  <a:pt x="880212" y="16879"/>
                </a:cubicBezTo>
                <a:cubicBezTo>
                  <a:pt x="882244" y="15126"/>
                  <a:pt x="885038" y="14250"/>
                  <a:pt x="888721" y="14250"/>
                </a:cubicBezTo>
                <a:cubicBezTo>
                  <a:pt x="891515" y="14250"/>
                  <a:pt x="893801" y="14834"/>
                  <a:pt x="895706" y="16002"/>
                </a:cubicBezTo>
                <a:cubicBezTo>
                  <a:pt x="897611" y="17171"/>
                  <a:pt x="899008" y="18821"/>
                  <a:pt x="899897" y="20955"/>
                </a:cubicBezTo>
                <a:cubicBezTo>
                  <a:pt x="900786" y="23089"/>
                  <a:pt x="901294" y="25578"/>
                  <a:pt x="901294" y="28435"/>
                </a:cubicBezTo>
                <a:lnTo>
                  <a:pt x="901294" y="55258"/>
                </a:lnTo>
                <a:lnTo>
                  <a:pt x="894563" y="55258"/>
                </a:lnTo>
                <a:lnTo>
                  <a:pt x="894563" y="29731"/>
                </a:lnTo>
                <a:cubicBezTo>
                  <a:pt x="894563" y="26632"/>
                  <a:pt x="893928" y="24270"/>
                  <a:pt x="892658" y="22644"/>
                </a:cubicBezTo>
                <a:cubicBezTo>
                  <a:pt x="891388" y="21019"/>
                  <a:pt x="889229" y="20206"/>
                  <a:pt x="886308" y="20206"/>
                </a:cubicBezTo>
                <a:cubicBezTo>
                  <a:pt x="884149" y="20206"/>
                  <a:pt x="882371" y="20663"/>
                  <a:pt x="880720" y="21590"/>
                </a:cubicBezTo>
                <a:cubicBezTo>
                  <a:pt x="879196" y="22505"/>
                  <a:pt x="877926" y="23838"/>
                  <a:pt x="877164" y="25603"/>
                </a:cubicBezTo>
                <a:cubicBezTo>
                  <a:pt x="876275" y="27369"/>
                  <a:pt x="875767" y="29477"/>
                  <a:pt x="875767" y="31928"/>
                </a:cubicBezTo>
                <a:lnTo>
                  <a:pt x="875767" y="55258"/>
                </a:lnTo>
                <a:lnTo>
                  <a:pt x="869163" y="55258"/>
                </a:lnTo>
                <a:lnTo>
                  <a:pt x="869163" y="15037"/>
                </a:lnTo>
                <a:close/>
                <a:moveTo>
                  <a:pt x="929615" y="56007"/>
                </a:moveTo>
                <a:cubicBezTo>
                  <a:pt x="925551" y="56007"/>
                  <a:pt x="921995" y="55207"/>
                  <a:pt x="918947" y="53607"/>
                </a:cubicBezTo>
                <a:cubicBezTo>
                  <a:pt x="915899" y="52007"/>
                  <a:pt x="913486" y="49632"/>
                  <a:pt x="911835" y="46495"/>
                </a:cubicBezTo>
                <a:cubicBezTo>
                  <a:pt x="910184" y="43358"/>
                  <a:pt x="909422" y="39574"/>
                  <a:pt x="909422" y="35128"/>
                </a:cubicBezTo>
                <a:cubicBezTo>
                  <a:pt x="909422" y="30633"/>
                  <a:pt x="910311" y="26822"/>
                  <a:pt x="911962" y="23685"/>
                </a:cubicBezTo>
                <a:cubicBezTo>
                  <a:pt x="913740" y="20549"/>
                  <a:pt x="916153" y="18186"/>
                  <a:pt x="919074" y="16612"/>
                </a:cubicBezTo>
                <a:cubicBezTo>
                  <a:pt x="921995" y="15037"/>
                  <a:pt x="925297" y="14250"/>
                  <a:pt x="928853" y="14250"/>
                </a:cubicBezTo>
                <a:cubicBezTo>
                  <a:pt x="932917" y="14250"/>
                  <a:pt x="936346" y="15202"/>
                  <a:pt x="938886" y="17107"/>
                </a:cubicBezTo>
                <a:cubicBezTo>
                  <a:pt x="941553" y="19000"/>
                  <a:pt x="943458" y="21425"/>
                  <a:pt x="944601" y="24371"/>
                </a:cubicBezTo>
                <a:cubicBezTo>
                  <a:pt x="945871" y="27331"/>
                  <a:pt x="946379" y="30429"/>
                  <a:pt x="946379" y="33681"/>
                </a:cubicBezTo>
                <a:cubicBezTo>
                  <a:pt x="946379" y="34798"/>
                  <a:pt x="946379" y="35840"/>
                  <a:pt x="946252" y="36805"/>
                </a:cubicBezTo>
                <a:lnTo>
                  <a:pt x="916407" y="36805"/>
                </a:lnTo>
                <a:cubicBezTo>
                  <a:pt x="916661" y="41199"/>
                  <a:pt x="917931" y="44539"/>
                  <a:pt x="920090" y="46851"/>
                </a:cubicBezTo>
                <a:cubicBezTo>
                  <a:pt x="922376" y="49149"/>
                  <a:pt x="925551" y="50305"/>
                  <a:pt x="929615" y="50305"/>
                </a:cubicBezTo>
                <a:cubicBezTo>
                  <a:pt x="932155" y="50305"/>
                  <a:pt x="934187" y="49936"/>
                  <a:pt x="935965" y="49188"/>
                </a:cubicBezTo>
                <a:cubicBezTo>
                  <a:pt x="937743" y="48451"/>
                  <a:pt x="939394" y="47219"/>
                  <a:pt x="940791" y="45504"/>
                </a:cubicBezTo>
                <a:lnTo>
                  <a:pt x="944982" y="49670"/>
                </a:lnTo>
                <a:cubicBezTo>
                  <a:pt x="943712" y="51168"/>
                  <a:pt x="942315" y="52375"/>
                  <a:pt x="940791" y="53302"/>
                </a:cubicBezTo>
                <a:cubicBezTo>
                  <a:pt x="939267" y="54229"/>
                  <a:pt x="937743" y="54915"/>
                  <a:pt x="935838" y="55347"/>
                </a:cubicBezTo>
                <a:cubicBezTo>
                  <a:pt x="934060" y="55779"/>
                  <a:pt x="932028" y="56007"/>
                  <a:pt x="929615" y="56007"/>
                </a:cubicBezTo>
                <a:close/>
                <a:moveTo>
                  <a:pt x="939648" y="31636"/>
                </a:moveTo>
                <a:cubicBezTo>
                  <a:pt x="939267" y="27763"/>
                  <a:pt x="938124" y="24854"/>
                  <a:pt x="936219" y="22911"/>
                </a:cubicBezTo>
                <a:cubicBezTo>
                  <a:pt x="934314" y="20955"/>
                  <a:pt x="931774" y="19990"/>
                  <a:pt x="928599" y="19990"/>
                </a:cubicBezTo>
                <a:cubicBezTo>
                  <a:pt x="926440" y="19990"/>
                  <a:pt x="924662" y="20422"/>
                  <a:pt x="922884" y="21286"/>
                </a:cubicBezTo>
                <a:cubicBezTo>
                  <a:pt x="921233" y="22149"/>
                  <a:pt x="919836" y="23457"/>
                  <a:pt x="918820" y="25197"/>
                </a:cubicBezTo>
                <a:cubicBezTo>
                  <a:pt x="917677" y="26924"/>
                  <a:pt x="916915" y="29070"/>
                  <a:pt x="916661" y="31636"/>
                </a:cubicBezTo>
                <a:lnTo>
                  <a:pt x="939648" y="31636"/>
                </a:lnTo>
                <a:close/>
                <a:moveTo>
                  <a:pt x="954507" y="15037"/>
                </a:moveTo>
                <a:lnTo>
                  <a:pt x="960857" y="15037"/>
                </a:lnTo>
                <a:lnTo>
                  <a:pt x="960857" y="23635"/>
                </a:lnTo>
                <a:lnTo>
                  <a:pt x="960984" y="23635"/>
                </a:lnTo>
                <a:cubicBezTo>
                  <a:pt x="961746" y="20333"/>
                  <a:pt x="962889" y="17945"/>
                  <a:pt x="964540" y="16472"/>
                </a:cubicBezTo>
                <a:cubicBezTo>
                  <a:pt x="966064" y="14999"/>
                  <a:pt x="968096" y="14250"/>
                  <a:pt x="970509" y="14250"/>
                </a:cubicBezTo>
                <a:cubicBezTo>
                  <a:pt x="971144" y="14250"/>
                  <a:pt x="971652" y="14288"/>
                  <a:pt x="972287" y="14364"/>
                </a:cubicBezTo>
                <a:cubicBezTo>
                  <a:pt x="972795" y="14440"/>
                  <a:pt x="973303" y="14529"/>
                  <a:pt x="973684" y="14631"/>
                </a:cubicBezTo>
                <a:lnTo>
                  <a:pt x="973684" y="21210"/>
                </a:lnTo>
                <a:cubicBezTo>
                  <a:pt x="973303" y="21095"/>
                  <a:pt x="972795" y="20993"/>
                  <a:pt x="972160" y="20917"/>
                </a:cubicBezTo>
                <a:cubicBezTo>
                  <a:pt x="971525" y="20841"/>
                  <a:pt x="970890" y="20803"/>
                  <a:pt x="970382" y="20803"/>
                </a:cubicBezTo>
                <a:cubicBezTo>
                  <a:pt x="967080" y="20803"/>
                  <a:pt x="964667" y="21946"/>
                  <a:pt x="963270" y="24244"/>
                </a:cubicBezTo>
                <a:cubicBezTo>
                  <a:pt x="961873" y="26543"/>
                  <a:pt x="961111" y="29896"/>
                  <a:pt x="961111" y="34316"/>
                </a:cubicBezTo>
                <a:lnTo>
                  <a:pt x="961111" y="55258"/>
                </a:lnTo>
                <a:lnTo>
                  <a:pt x="954507" y="55258"/>
                </a:lnTo>
                <a:lnTo>
                  <a:pt x="954507" y="15037"/>
                </a:lnTo>
                <a:close/>
                <a:moveTo>
                  <a:pt x="992988" y="56007"/>
                </a:moveTo>
                <a:cubicBezTo>
                  <a:pt x="986130" y="56007"/>
                  <a:pt x="980669" y="53899"/>
                  <a:pt x="976859" y="49670"/>
                </a:cubicBezTo>
                <a:lnTo>
                  <a:pt x="981177" y="45403"/>
                </a:lnTo>
                <a:cubicBezTo>
                  <a:pt x="982955" y="47257"/>
                  <a:pt x="984733" y="48565"/>
                  <a:pt x="986638" y="49327"/>
                </a:cubicBezTo>
                <a:cubicBezTo>
                  <a:pt x="988416" y="50076"/>
                  <a:pt x="990575" y="50457"/>
                  <a:pt x="992988" y="50457"/>
                </a:cubicBezTo>
                <a:cubicBezTo>
                  <a:pt x="995401" y="50457"/>
                  <a:pt x="997433" y="50000"/>
                  <a:pt x="999084" y="49099"/>
                </a:cubicBezTo>
                <a:cubicBezTo>
                  <a:pt x="1000735" y="48197"/>
                  <a:pt x="1001624" y="46711"/>
                  <a:pt x="1001624" y="44653"/>
                </a:cubicBezTo>
                <a:cubicBezTo>
                  <a:pt x="1001624" y="43193"/>
                  <a:pt x="1001243" y="41999"/>
                  <a:pt x="1000354" y="41097"/>
                </a:cubicBezTo>
                <a:cubicBezTo>
                  <a:pt x="999592" y="40196"/>
                  <a:pt x="998449" y="39484"/>
                  <a:pt x="997179" y="38964"/>
                </a:cubicBezTo>
                <a:cubicBezTo>
                  <a:pt x="995909" y="38443"/>
                  <a:pt x="993877" y="37833"/>
                  <a:pt x="991464" y="37135"/>
                </a:cubicBezTo>
                <a:cubicBezTo>
                  <a:pt x="988924" y="36424"/>
                  <a:pt x="986765" y="35649"/>
                  <a:pt x="984987" y="34837"/>
                </a:cubicBezTo>
                <a:cubicBezTo>
                  <a:pt x="983209" y="34011"/>
                  <a:pt x="981685" y="32842"/>
                  <a:pt x="980542" y="31318"/>
                </a:cubicBezTo>
                <a:cubicBezTo>
                  <a:pt x="979272" y="29794"/>
                  <a:pt x="978764" y="27839"/>
                  <a:pt x="978764" y="25451"/>
                </a:cubicBezTo>
                <a:cubicBezTo>
                  <a:pt x="978764" y="23076"/>
                  <a:pt x="979272" y="21044"/>
                  <a:pt x="980415" y="19355"/>
                </a:cubicBezTo>
                <a:cubicBezTo>
                  <a:pt x="981685" y="17666"/>
                  <a:pt x="983336" y="16396"/>
                  <a:pt x="985495" y="15532"/>
                </a:cubicBezTo>
                <a:cubicBezTo>
                  <a:pt x="987527" y="14681"/>
                  <a:pt x="990067" y="14250"/>
                  <a:pt x="992861" y="14250"/>
                </a:cubicBezTo>
                <a:cubicBezTo>
                  <a:pt x="995655" y="14250"/>
                  <a:pt x="998195" y="14707"/>
                  <a:pt x="1000735" y="15608"/>
                </a:cubicBezTo>
                <a:cubicBezTo>
                  <a:pt x="1003275" y="16523"/>
                  <a:pt x="1005307" y="17844"/>
                  <a:pt x="1006958" y="19571"/>
                </a:cubicBezTo>
                <a:lnTo>
                  <a:pt x="1002767" y="23851"/>
                </a:lnTo>
                <a:cubicBezTo>
                  <a:pt x="1000100" y="21222"/>
                  <a:pt x="996798" y="19914"/>
                  <a:pt x="992861" y="19914"/>
                </a:cubicBezTo>
                <a:cubicBezTo>
                  <a:pt x="990448" y="19914"/>
                  <a:pt x="988670" y="20346"/>
                  <a:pt x="987273" y="21210"/>
                </a:cubicBezTo>
                <a:cubicBezTo>
                  <a:pt x="985876" y="22085"/>
                  <a:pt x="985241" y="23394"/>
                  <a:pt x="985241" y="25159"/>
                </a:cubicBezTo>
                <a:cubicBezTo>
                  <a:pt x="985241" y="26327"/>
                  <a:pt x="985622" y="27293"/>
                  <a:pt x="986384" y="28055"/>
                </a:cubicBezTo>
                <a:cubicBezTo>
                  <a:pt x="987273" y="28829"/>
                  <a:pt x="988289" y="29464"/>
                  <a:pt x="989686" y="29973"/>
                </a:cubicBezTo>
                <a:cubicBezTo>
                  <a:pt x="990956" y="30480"/>
                  <a:pt x="992861" y="31090"/>
                  <a:pt x="995401" y="31776"/>
                </a:cubicBezTo>
                <a:cubicBezTo>
                  <a:pt x="997941" y="32500"/>
                  <a:pt x="1000100" y="33262"/>
                  <a:pt x="1001878" y="34049"/>
                </a:cubicBezTo>
                <a:cubicBezTo>
                  <a:pt x="1003529" y="34849"/>
                  <a:pt x="1005053" y="36055"/>
                  <a:pt x="1006323" y="37681"/>
                </a:cubicBezTo>
                <a:cubicBezTo>
                  <a:pt x="1007466" y="39307"/>
                  <a:pt x="1008101" y="41453"/>
                  <a:pt x="1008101" y="44133"/>
                </a:cubicBezTo>
                <a:cubicBezTo>
                  <a:pt x="1008101" y="46610"/>
                  <a:pt x="1007466" y="48743"/>
                  <a:pt x="1006196" y="50533"/>
                </a:cubicBezTo>
                <a:cubicBezTo>
                  <a:pt x="1004926" y="52312"/>
                  <a:pt x="1003148" y="53670"/>
                  <a:pt x="1000862" y="54611"/>
                </a:cubicBezTo>
                <a:cubicBezTo>
                  <a:pt x="998576" y="55538"/>
                  <a:pt x="995909" y="56007"/>
                  <a:pt x="992988" y="56007"/>
                </a:cubicBezTo>
                <a:close/>
                <a:moveTo>
                  <a:pt x="1057250" y="56007"/>
                </a:moveTo>
                <a:cubicBezTo>
                  <a:pt x="1052170" y="56007"/>
                  <a:pt x="1047725" y="54902"/>
                  <a:pt x="1043915" y="52693"/>
                </a:cubicBezTo>
                <a:cubicBezTo>
                  <a:pt x="1039978" y="50483"/>
                  <a:pt x="1037057" y="47334"/>
                  <a:pt x="1034898" y="43256"/>
                </a:cubicBezTo>
                <a:cubicBezTo>
                  <a:pt x="1032739" y="39180"/>
                  <a:pt x="1031596" y="34430"/>
                  <a:pt x="1031596" y="29032"/>
                </a:cubicBezTo>
                <a:cubicBezTo>
                  <a:pt x="1031596" y="23623"/>
                  <a:pt x="1032739" y="18885"/>
                  <a:pt x="1034898" y="14808"/>
                </a:cubicBezTo>
                <a:cubicBezTo>
                  <a:pt x="1037057" y="10744"/>
                  <a:pt x="1039978" y="7595"/>
                  <a:pt x="1043915" y="5385"/>
                </a:cubicBezTo>
                <a:cubicBezTo>
                  <a:pt x="1047725" y="3163"/>
                  <a:pt x="1052170" y="2045"/>
                  <a:pt x="1057250" y="2045"/>
                </a:cubicBezTo>
                <a:cubicBezTo>
                  <a:pt x="1062203" y="2045"/>
                  <a:pt x="1066648" y="3163"/>
                  <a:pt x="1070458" y="5385"/>
                </a:cubicBezTo>
                <a:cubicBezTo>
                  <a:pt x="1074395" y="7595"/>
                  <a:pt x="1077443" y="10744"/>
                  <a:pt x="1079602" y="14808"/>
                </a:cubicBezTo>
                <a:cubicBezTo>
                  <a:pt x="1081761" y="18885"/>
                  <a:pt x="1082777" y="23623"/>
                  <a:pt x="1082777" y="29032"/>
                </a:cubicBezTo>
                <a:cubicBezTo>
                  <a:pt x="1082777" y="34430"/>
                  <a:pt x="1081761" y="39180"/>
                  <a:pt x="1079602" y="43256"/>
                </a:cubicBezTo>
                <a:cubicBezTo>
                  <a:pt x="1077443" y="47334"/>
                  <a:pt x="1074395" y="50483"/>
                  <a:pt x="1070458" y="52693"/>
                </a:cubicBezTo>
                <a:cubicBezTo>
                  <a:pt x="1066648" y="54902"/>
                  <a:pt x="1062203" y="56007"/>
                  <a:pt x="1057250" y="56007"/>
                </a:cubicBezTo>
                <a:close/>
                <a:moveTo>
                  <a:pt x="1038835" y="29032"/>
                </a:moveTo>
                <a:cubicBezTo>
                  <a:pt x="1038835" y="33198"/>
                  <a:pt x="1039597" y="36818"/>
                  <a:pt x="1040994" y="39891"/>
                </a:cubicBezTo>
                <a:cubicBezTo>
                  <a:pt x="1042518" y="42964"/>
                  <a:pt x="1044677" y="45327"/>
                  <a:pt x="1047471" y="46978"/>
                </a:cubicBezTo>
                <a:cubicBezTo>
                  <a:pt x="1050138" y="48629"/>
                  <a:pt x="1053440" y="49454"/>
                  <a:pt x="1057250" y="49454"/>
                </a:cubicBezTo>
                <a:cubicBezTo>
                  <a:pt x="1060933" y="49454"/>
                  <a:pt x="1064235" y="48629"/>
                  <a:pt x="1066902" y="46978"/>
                </a:cubicBezTo>
                <a:cubicBezTo>
                  <a:pt x="1069696" y="45327"/>
                  <a:pt x="1071855" y="42964"/>
                  <a:pt x="1073379" y="39891"/>
                </a:cubicBezTo>
                <a:cubicBezTo>
                  <a:pt x="1074776" y="36818"/>
                  <a:pt x="1075538" y="33198"/>
                  <a:pt x="1075538" y="29032"/>
                </a:cubicBezTo>
                <a:cubicBezTo>
                  <a:pt x="1075538" y="24854"/>
                  <a:pt x="1074776" y="21248"/>
                  <a:pt x="1073379" y="18174"/>
                </a:cubicBezTo>
                <a:cubicBezTo>
                  <a:pt x="1071855" y="15113"/>
                  <a:pt x="1069696" y="12764"/>
                  <a:pt x="1066902" y="11112"/>
                </a:cubicBezTo>
                <a:cubicBezTo>
                  <a:pt x="1064235" y="9461"/>
                  <a:pt x="1060933" y="8636"/>
                  <a:pt x="1057250" y="8636"/>
                </a:cubicBezTo>
                <a:cubicBezTo>
                  <a:pt x="1053440" y="8636"/>
                  <a:pt x="1050138" y="9461"/>
                  <a:pt x="1047471" y="11112"/>
                </a:cubicBezTo>
                <a:cubicBezTo>
                  <a:pt x="1044677" y="12764"/>
                  <a:pt x="1042518" y="15113"/>
                  <a:pt x="1040994" y="18174"/>
                </a:cubicBezTo>
                <a:cubicBezTo>
                  <a:pt x="1039597" y="21248"/>
                  <a:pt x="1038835" y="24854"/>
                  <a:pt x="1038835" y="29032"/>
                </a:cubicBezTo>
                <a:close/>
                <a:moveTo>
                  <a:pt x="1091667" y="15037"/>
                </a:moveTo>
                <a:lnTo>
                  <a:pt x="1098017" y="15037"/>
                </a:lnTo>
                <a:lnTo>
                  <a:pt x="1098017" y="23406"/>
                </a:lnTo>
                <a:lnTo>
                  <a:pt x="1098144" y="23406"/>
                </a:lnTo>
                <a:cubicBezTo>
                  <a:pt x="1099160" y="20803"/>
                  <a:pt x="1100684" y="18631"/>
                  <a:pt x="1102716" y="16879"/>
                </a:cubicBezTo>
                <a:cubicBezTo>
                  <a:pt x="1104748" y="15126"/>
                  <a:pt x="1107542" y="14250"/>
                  <a:pt x="1111225" y="14250"/>
                </a:cubicBezTo>
                <a:cubicBezTo>
                  <a:pt x="1114019" y="14250"/>
                  <a:pt x="1116305" y="14834"/>
                  <a:pt x="1118210" y="16002"/>
                </a:cubicBezTo>
                <a:cubicBezTo>
                  <a:pt x="1120115" y="17171"/>
                  <a:pt x="1121512" y="18821"/>
                  <a:pt x="1122401" y="20955"/>
                </a:cubicBezTo>
                <a:cubicBezTo>
                  <a:pt x="1123290" y="23089"/>
                  <a:pt x="1123798" y="25578"/>
                  <a:pt x="1123798" y="28435"/>
                </a:cubicBezTo>
                <a:lnTo>
                  <a:pt x="1123798" y="55258"/>
                </a:lnTo>
                <a:lnTo>
                  <a:pt x="1117067" y="55258"/>
                </a:lnTo>
                <a:lnTo>
                  <a:pt x="1117067" y="29731"/>
                </a:lnTo>
                <a:cubicBezTo>
                  <a:pt x="1117067" y="26632"/>
                  <a:pt x="1116432" y="24270"/>
                  <a:pt x="1115162" y="22644"/>
                </a:cubicBezTo>
                <a:cubicBezTo>
                  <a:pt x="1113892" y="21019"/>
                  <a:pt x="1111733" y="20206"/>
                  <a:pt x="1108812" y="20206"/>
                </a:cubicBezTo>
                <a:cubicBezTo>
                  <a:pt x="1106653" y="20206"/>
                  <a:pt x="1104875" y="20663"/>
                  <a:pt x="1103224" y="21590"/>
                </a:cubicBezTo>
                <a:cubicBezTo>
                  <a:pt x="1101700" y="22505"/>
                  <a:pt x="1100430" y="23838"/>
                  <a:pt x="1099668" y="25603"/>
                </a:cubicBezTo>
                <a:cubicBezTo>
                  <a:pt x="1098779" y="27369"/>
                  <a:pt x="1098271" y="29477"/>
                  <a:pt x="1098271" y="31928"/>
                </a:cubicBezTo>
                <a:lnTo>
                  <a:pt x="1098271" y="55258"/>
                </a:lnTo>
                <a:lnTo>
                  <a:pt x="1091667" y="55258"/>
                </a:lnTo>
                <a:lnTo>
                  <a:pt x="1091667" y="15037"/>
                </a:lnTo>
                <a:close/>
                <a:moveTo>
                  <a:pt x="1143229" y="55855"/>
                </a:moveTo>
                <a:cubicBezTo>
                  <a:pt x="1141070" y="55855"/>
                  <a:pt x="1139292" y="55487"/>
                  <a:pt x="1137895" y="54776"/>
                </a:cubicBezTo>
                <a:cubicBezTo>
                  <a:pt x="1136498" y="54052"/>
                  <a:pt x="1135609" y="52984"/>
                  <a:pt x="1134974" y="51550"/>
                </a:cubicBezTo>
                <a:cubicBezTo>
                  <a:pt x="1134339" y="50127"/>
                  <a:pt x="1133958" y="48311"/>
                  <a:pt x="1133958" y="46101"/>
                </a:cubicBezTo>
                <a:lnTo>
                  <a:pt x="1133958" y="0"/>
                </a:lnTo>
                <a:lnTo>
                  <a:pt x="1140689" y="0"/>
                </a:lnTo>
                <a:lnTo>
                  <a:pt x="1140689" y="45060"/>
                </a:lnTo>
                <a:cubicBezTo>
                  <a:pt x="1140689" y="46304"/>
                  <a:pt x="1140816" y="47257"/>
                  <a:pt x="1141070" y="47930"/>
                </a:cubicBezTo>
                <a:cubicBezTo>
                  <a:pt x="1141324" y="48603"/>
                  <a:pt x="1141705" y="49073"/>
                  <a:pt x="1142213" y="49365"/>
                </a:cubicBezTo>
                <a:cubicBezTo>
                  <a:pt x="1142721" y="49644"/>
                  <a:pt x="1143483" y="49785"/>
                  <a:pt x="1144499" y="49785"/>
                </a:cubicBezTo>
                <a:cubicBezTo>
                  <a:pt x="1145134" y="49785"/>
                  <a:pt x="1145769" y="49733"/>
                  <a:pt x="1146404" y="49644"/>
                </a:cubicBezTo>
                <a:cubicBezTo>
                  <a:pt x="1147039" y="49543"/>
                  <a:pt x="1147547" y="49429"/>
                  <a:pt x="1148055" y="49302"/>
                </a:cubicBezTo>
                <a:lnTo>
                  <a:pt x="1148055" y="55258"/>
                </a:lnTo>
                <a:cubicBezTo>
                  <a:pt x="1147420" y="55461"/>
                  <a:pt x="1146658" y="55601"/>
                  <a:pt x="1145896" y="55703"/>
                </a:cubicBezTo>
                <a:cubicBezTo>
                  <a:pt x="1145007" y="55804"/>
                  <a:pt x="1144118" y="55855"/>
                  <a:pt x="1143229" y="55855"/>
                </a:cubicBezTo>
                <a:close/>
                <a:moveTo>
                  <a:pt x="1155294" y="71857"/>
                </a:moveTo>
                <a:cubicBezTo>
                  <a:pt x="1153897" y="71857"/>
                  <a:pt x="1152373" y="71755"/>
                  <a:pt x="1150976" y="71552"/>
                </a:cubicBezTo>
                <a:lnTo>
                  <a:pt x="1150976" y="65786"/>
                </a:lnTo>
                <a:cubicBezTo>
                  <a:pt x="1151992" y="66078"/>
                  <a:pt x="1153135" y="66231"/>
                  <a:pt x="1154786" y="66231"/>
                </a:cubicBezTo>
                <a:cubicBezTo>
                  <a:pt x="1156310" y="66231"/>
                  <a:pt x="1157580" y="66040"/>
                  <a:pt x="1158469" y="65660"/>
                </a:cubicBezTo>
                <a:cubicBezTo>
                  <a:pt x="1159485" y="65278"/>
                  <a:pt x="1160374" y="64694"/>
                  <a:pt x="1160882" y="63932"/>
                </a:cubicBezTo>
                <a:cubicBezTo>
                  <a:pt x="1161517" y="63157"/>
                  <a:pt x="1162152" y="62129"/>
                  <a:pt x="1162660" y="60833"/>
                </a:cubicBezTo>
                <a:lnTo>
                  <a:pt x="1164819" y="55144"/>
                </a:lnTo>
                <a:lnTo>
                  <a:pt x="1148690" y="15037"/>
                </a:lnTo>
                <a:lnTo>
                  <a:pt x="1155802" y="15037"/>
                </a:lnTo>
                <a:lnTo>
                  <a:pt x="1164438" y="37288"/>
                </a:lnTo>
                <a:cubicBezTo>
                  <a:pt x="1165073" y="39142"/>
                  <a:pt x="1165835" y="41237"/>
                  <a:pt x="1166597" y="43574"/>
                </a:cubicBezTo>
                <a:cubicBezTo>
                  <a:pt x="1167359" y="45910"/>
                  <a:pt x="1167867" y="47282"/>
                  <a:pt x="1167994" y="47702"/>
                </a:cubicBezTo>
                <a:cubicBezTo>
                  <a:pt x="1168121" y="47358"/>
                  <a:pt x="1168629" y="46038"/>
                  <a:pt x="1169391" y="43765"/>
                </a:cubicBezTo>
                <a:cubicBezTo>
                  <a:pt x="1170534" y="40932"/>
                  <a:pt x="1171169" y="39002"/>
                  <a:pt x="1171550" y="37960"/>
                </a:cubicBezTo>
                <a:lnTo>
                  <a:pt x="1179424" y="15037"/>
                </a:lnTo>
                <a:lnTo>
                  <a:pt x="1186536" y="15037"/>
                </a:lnTo>
                <a:lnTo>
                  <a:pt x="1167994" y="63030"/>
                </a:lnTo>
                <a:cubicBezTo>
                  <a:pt x="1167232" y="65088"/>
                  <a:pt x="1166343" y="66752"/>
                  <a:pt x="1165327" y="67996"/>
                </a:cubicBezTo>
                <a:cubicBezTo>
                  <a:pt x="1164438" y="69253"/>
                  <a:pt x="1163041" y="70206"/>
                  <a:pt x="1161517" y="70866"/>
                </a:cubicBezTo>
                <a:cubicBezTo>
                  <a:pt x="1159866" y="71527"/>
                  <a:pt x="1157834" y="71857"/>
                  <a:pt x="1155294" y="71857"/>
                </a:cubicBezTo>
                <a:close/>
              </a:path>
            </a:pathLst>
          </a:custGeom>
          <a:solidFill>
            <a:srgbClr val="000000">
              <a:alpha val="50196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5175" cy="6858000"/>
          </a:xfrm>
          <a:prstGeom prst="rect">
            <a:avLst/>
          </a:prstGeom>
        </p:spPr>
      </p:pic>
      <p:sp>
        <p:nvSpPr>
          <p:cNvPr id="10" name="Editable vector"/>
          <p:cNvSpPr/>
          <p:nvPr/>
        </p:nvSpPr>
        <p:spPr>
          <a:xfrm>
            <a:off x="531876" y="6537959"/>
            <a:ext cx="348995" cy="161544"/>
          </a:xfrm>
          <a:custGeom>
            <a:avLst/>
            <a:gdLst/>
            <a:ahLst/>
            <a:cxnLst/>
            <a:rect l="0" t="0" r="r" b="b"/>
            <a:pathLst>
              <a:path w="348996" h="161544" fill="none" stroke="1" extrusionOk="0">
                <a:moveTo>
                  <a:pt x="0" y="0"/>
                </a:moveTo>
                <a:lnTo>
                  <a:pt x="348996" y="0"/>
                </a:lnTo>
                <a:lnTo>
                  <a:pt x="348996" y="161544"/>
                </a:lnTo>
                <a:lnTo>
                  <a:pt x="0" y="161544"/>
                </a:lnTo>
                <a:close/>
              </a:path>
            </a:pathLst>
          </a:custGeom>
          <a:noFill/>
          <a:ln w="1778" cap="flat">
            <a:solidFill>
              <a:srgbClr val="000000">
                <a:alpha val="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3872" y="5756147"/>
            <a:ext cx="8407907" cy="731634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0900" y="5067300"/>
            <a:ext cx="8153400" cy="685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3300" y="4292600"/>
            <a:ext cx="7810500" cy="393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3300" y="4292600"/>
            <a:ext cx="7810500" cy="393700"/>
          </a:xfrm>
          <a:prstGeom prst="rect">
            <a:avLst/>
          </a:prstGeom>
        </p:spPr>
      </p:pic>
      <p:sp>
        <p:nvSpPr>
          <p:cNvPr id="15" name="Editable vector"/>
          <p:cNvSpPr/>
          <p:nvPr/>
        </p:nvSpPr>
        <p:spPr>
          <a:xfrm>
            <a:off x="2114930" y="5885916"/>
            <a:ext cx="8158607" cy="480847"/>
          </a:xfrm>
          <a:custGeom>
            <a:avLst/>
            <a:gdLst/>
            <a:ahLst/>
            <a:cxnLst/>
            <a:rect l="0" t="0" r="r" b="b"/>
            <a:pathLst>
              <a:path w="8158607" h="480847" fill="norm" stroke="0" extrusionOk="0">
                <a:moveTo>
                  <a:pt x="0" y="148006"/>
                </a:moveTo>
                <a:cubicBezTo>
                  <a:pt x="0" y="66268"/>
                  <a:pt x="66294" y="0"/>
                  <a:pt x="148082" y="0"/>
                </a:cubicBezTo>
                <a:lnTo>
                  <a:pt x="8010652" y="0"/>
                </a:lnTo>
                <a:cubicBezTo>
                  <a:pt x="8092440" y="0"/>
                  <a:pt x="8158607" y="66268"/>
                  <a:pt x="8158607" y="148006"/>
                </a:cubicBezTo>
                <a:lnTo>
                  <a:pt x="8158607" y="332842"/>
                </a:lnTo>
                <a:cubicBezTo>
                  <a:pt x="8158607" y="414579"/>
                  <a:pt x="8092440" y="480847"/>
                  <a:pt x="8010652" y="480847"/>
                </a:cubicBezTo>
                <a:lnTo>
                  <a:pt x="148082" y="480847"/>
                </a:lnTo>
                <a:cubicBezTo>
                  <a:pt x="66294" y="480847"/>
                  <a:pt x="0" y="414579"/>
                  <a:pt x="0" y="332842"/>
                </a:cubicBezTo>
                <a:lnTo>
                  <a:pt x="0" y="148006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0900" y="2730500"/>
            <a:ext cx="8166100" cy="22352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0900" y="2730500"/>
            <a:ext cx="8166100" cy="22352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34539" y="1813559"/>
            <a:ext cx="8397240" cy="923544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0900" y="1943100"/>
            <a:ext cx="8153400" cy="68580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5305" y="6031445"/>
            <a:ext cx="558367" cy="189788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13477" y="6044806"/>
            <a:ext cx="760641" cy="163055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5887211"/>
            <a:ext cx="525703" cy="469328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51900" y="3416300"/>
            <a:ext cx="1257300" cy="584200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51900" y="3416300"/>
            <a:ext cx="1257300" cy="584200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92617" y="5994489"/>
            <a:ext cx="752157" cy="243408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60036" y="6016332"/>
            <a:ext cx="442137" cy="220027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98700" y="3416300"/>
            <a:ext cx="1231900" cy="584200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98700" y="3416300"/>
            <a:ext cx="1231900" cy="584200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06800" y="3416300"/>
            <a:ext cx="1231900" cy="584200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06800" y="3416300"/>
            <a:ext cx="1231900" cy="584200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902200" y="3416300"/>
            <a:ext cx="1257300" cy="584200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902200" y="3416300"/>
            <a:ext cx="1257300" cy="584200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23000" y="3416300"/>
            <a:ext cx="1244600" cy="584200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23000" y="3416300"/>
            <a:ext cx="1244600" cy="584200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43800" y="3416300"/>
            <a:ext cx="1244600" cy="584200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43800" y="3416300"/>
            <a:ext cx="1244600" cy="584200"/>
          </a:xfrm>
          <a:prstGeom prst="rect">
            <a:avLst/>
          </a:prstGeom>
        </p:spPr>
      </p:pic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16700" y="1968500"/>
            <a:ext cx="266700" cy="330200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16700" y="1968500"/>
            <a:ext cx="266700" cy="330200"/>
          </a:xfrm>
          <a:prstGeom prst="rect">
            <a:avLst/>
          </a:prstGeom>
        </p:spPr>
      </p:pic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16700" y="2260600"/>
            <a:ext cx="266700" cy="330200"/>
          </a:xfrm>
          <a:prstGeom prst="rect">
            <a:avLst/>
          </a:prstGeom>
        </p:spPr>
      </p:pic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16700" y="2260600"/>
            <a:ext cx="266700" cy="330200"/>
          </a:xfrm>
          <a:prstGeom prst="rect">
            <a:avLst/>
          </a:prstGeom>
        </p:spPr>
      </p:pic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29600" y="1968500"/>
            <a:ext cx="266700" cy="330200"/>
          </a:xfrm>
          <a:prstGeom prst="rect">
            <a:avLst/>
          </a:prstGeom>
        </p:spPr>
      </p:pic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29600" y="1968500"/>
            <a:ext cx="266700" cy="330200"/>
          </a:xfrm>
          <a:prstGeom prst="rect">
            <a:avLst/>
          </a:prstGeom>
        </p:spPr>
      </p:pic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229600" y="2260600"/>
            <a:ext cx="266700" cy="330200"/>
          </a:xfrm>
          <a:prstGeom prst="rect">
            <a:avLst/>
          </a:prstGeom>
        </p:spPr>
      </p:pic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229600" y="2260600"/>
            <a:ext cx="266700" cy="330200"/>
          </a:xfrm>
          <a:prstGeom prst="rect">
            <a:avLst/>
          </a:prstGeom>
        </p:spPr>
      </p:pic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028054" y="4181919"/>
            <a:ext cx="509498" cy="253555"/>
          </a:xfrm>
          <a:prstGeom prst="rect">
            <a:avLst/>
          </a:prstGeom>
        </p:spPr>
      </p:pic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563611" y="6016332"/>
            <a:ext cx="335991" cy="224269"/>
          </a:xfrm>
          <a:prstGeom prst="rect">
            <a:avLst/>
          </a:prstGeom>
        </p:spPr>
      </p:pic>
      <p:pic>
        <p:nvPicPr>
          <p:cNvPr id="81" name="Picture 80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640579" y="156959"/>
            <a:ext cx="368820" cy="368820"/>
          </a:xfrm>
          <a:prstGeom prst="rect">
            <a:avLst/>
          </a:prstGeom>
        </p:spPr>
      </p:pic>
      <p:pic>
        <p:nvPicPr>
          <p:cNvPr id="82" name="Picture 81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403600" y="1968500"/>
            <a:ext cx="266700" cy="330200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403600" y="1968500"/>
            <a:ext cx="266700" cy="330200"/>
          </a:xfrm>
          <a:prstGeom prst="rect">
            <a:avLst/>
          </a:prstGeom>
        </p:spPr>
      </p:pic>
      <p:pic>
        <p:nvPicPr>
          <p:cNvPr id="84" name="Picture 83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403600" y="2260600"/>
            <a:ext cx="266700" cy="330200"/>
          </a:xfrm>
          <a:prstGeom prst="rect">
            <a:avLst/>
          </a:prstGeom>
        </p:spPr>
      </p:pic>
      <p:pic>
        <p:nvPicPr>
          <p:cNvPr id="85" name="Picture 84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403600" y="2260600"/>
            <a:ext cx="266700" cy="330200"/>
          </a:xfrm>
          <a:prstGeom prst="rect">
            <a:avLst/>
          </a:prstGeom>
        </p:spPr>
      </p:pic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016500" y="1968500"/>
            <a:ext cx="254000" cy="330200"/>
          </a:xfrm>
          <a:prstGeom prst="rect">
            <a:avLst/>
          </a:prstGeom>
        </p:spPr>
      </p:pic>
      <p:pic>
        <p:nvPicPr>
          <p:cNvPr id="87" name="Picture 86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016500" y="1968500"/>
            <a:ext cx="254000" cy="330200"/>
          </a:xfrm>
          <a:prstGeom prst="rect">
            <a:avLst/>
          </a:prstGeom>
        </p:spPr>
      </p:pic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016500" y="2260600"/>
            <a:ext cx="254000" cy="330200"/>
          </a:xfrm>
          <a:prstGeom prst="rect">
            <a:avLst/>
          </a:prstGeom>
        </p:spPr>
      </p:pic>
      <p:pic>
        <p:nvPicPr>
          <p:cNvPr id="89" name="Picture 88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016500" y="2260600"/>
            <a:ext cx="254000" cy="330200"/>
          </a:xfrm>
          <a:prstGeom prst="rect">
            <a:avLst/>
          </a:prstGeom>
        </p:spPr>
      </p:pic>
      <p:pic>
        <p:nvPicPr>
          <p:cNvPr id="90" name="Picture 89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591811" y="106705"/>
            <a:ext cx="463283" cy="528802"/>
          </a:xfrm>
          <a:prstGeom prst="rect">
            <a:avLst/>
          </a:prstGeom>
        </p:spPr>
      </p:pic>
      <p:sp>
        <p:nvSpPr>
          <p:cNvPr id="91" name="Editable vector"/>
          <p:cNvSpPr/>
          <p:nvPr/>
        </p:nvSpPr>
        <p:spPr>
          <a:xfrm>
            <a:off x="4698365" y="215265"/>
            <a:ext cx="257175" cy="256285"/>
          </a:xfrm>
          <a:custGeom>
            <a:avLst/>
            <a:gdLst/>
            <a:ahLst/>
            <a:cxnLst/>
            <a:rect l="0" t="0" r="r" b="b"/>
            <a:pathLst>
              <a:path w="257175" h="256286" fill="norm" stroke="1" extrusionOk="0">
                <a:moveTo>
                  <a:pt x="0" y="42672"/>
                </a:moveTo>
                <a:cubicBezTo>
                  <a:pt x="0" y="19177"/>
                  <a:pt x="19050" y="0"/>
                  <a:pt x="42672" y="0"/>
                </a:cubicBezTo>
                <a:lnTo>
                  <a:pt x="214503" y="0"/>
                </a:lnTo>
                <a:cubicBezTo>
                  <a:pt x="238125" y="0"/>
                  <a:pt x="257175" y="19177"/>
                  <a:pt x="257175" y="42672"/>
                </a:cubicBezTo>
                <a:lnTo>
                  <a:pt x="257175" y="213487"/>
                </a:lnTo>
                <a:cubicBezTo>
                  <a:pt x="257175" y="237109"/>
                  <a:pt x="238125" y="256286"/>
                  <a:pt x="214503" y="256286"/>
                </a:cubicBezTo>
                <a:lnTo>
                  <a:pt x="42672" y="256286"/>
                </a:lnTo>
                <a:cubicBezTo>
                  <a:pt x="19050" y="256286"/>
                  <a:pt x="0" y="237109"/>
                  <a:pt x="0" y="213487"/>
                </a:cubicBezTo>
                <a:lnTo>
                  <a:pt x="0" y="42672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Editable text — 21"/>
          <p:cNvSpPr txBox="1"/>
          <p:nvPr/>
        </p:nvSpPr>
        <p:spPr>
          <a:xfrm>
            <a:off x="11500739" y="6546075"/>
            <a:ext cx="191058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3">
                <a:solidFill>
                  <a:srgbClr val="000000"/>
                </a:solidFill>
                <a:latin typeface="Arial"/>
              </a:rPr>
              <a:t>21</a:t>
            </a:r>
          </a:p>
        </p:txBody>
      </p:sp>
      <p:sp>
        <p:nvSpPr>
          <p:cNvPr id="4" name="Editable text — 21"/>
          <p:cNvSpPr txBox="1"/>
          <p:nvPr/>
        </p:nvSpPr>
        <p:spPr>
          <a:xfrm>
            <a:off x="11500739" y="6546075"/>
            <a:ext cx="191058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3">
                <a:solidFill>
                  <a:srgbClr val="000000"/>
                </a:solidFill>
                <a:latin typeface="Arial"/>
              </a:rPr>
              <a:t>21</a:t>
            </a:r>
          </a:p>
        </p:txBody>
      </p:sp>
      <p:sp>
        <p:nvSpPr>
          <p:cNvPr id="6" name="Editable text — PUBLIC"/>
          <p:cNvSpPr txBox="1"/>
          <p:nvPr/>
        </p:nvSpPr>
        <p:spPr>
          <a:xfrm>
            <a:off x="578815" y="6567449"/>
            <a:ext cx="318846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00" b="0" i="0" spc="-31">
                <a:solidFill>
                  <a:srgbClr val="000000"/>
                </a:solidFill>
                <a:latin typeface="Arial"/>
              </a:rPr>
              <a:t>PUBLIC</a:t>
            </a:r>
          </a:p>
        </p:txBody>
      </p:sp>
      <p:sp>
        <p:nvSpPr>
          <p:cNvPr id="7" name="Editable text — PUBLIC"/>
          <p:cNvSpPr txBox="1"/>
          <p:nvPr/>
        </p:nvSpPr>
        <p:spPr>
          <a:xfrm>
            <a:off x="578815" y="6567449"/>
            <a:ext cx="318846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00" b="0" i="0" spc="-31">
                <a:solidFill>
                  <a:srgbClr val="000000"/>
                </a:solidFill>
                <a:latin typeface="Arial"/>
              </a:rPr>
              <a:t>PUBLIC</a:t>
            </a:r>
          </a:p>
        </p:txBody>
      </p:sp>
      <p:sp>
        <p:nvSpPr>
          <p:cNvPr id="16" name="Editable text — Discovery Sources"/>
          <p:cNvSpPr txBox="1"/>
          <p:nvPr/>
        </p:nvSpPr>
        <p:spPr>
          <a:xfrm>
            <a:off x="2403982" y="6066929"/>
            <a:ext cx="1035736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1" i="0" spc="-28">
                <a:solidFill>
                  <a:srgbClr val="00144A"/>
                </a:solidFill>
                <a:latin typeface="Arial"/>
              </a:rPr>
              <a:t>Discovery Sources</a:t>
            </a:r>
          </a:p>
        </p:txBody>
      </p:sp>
      <p:sp>
        <p:nvSpPr>
          <p:cNvPr id="21" name="Editable text — Unparalleled Architecture Insight   |   Unmatched Business C"/>
          <p:cNvSpPr txBox="1"/>
          <p:nvPr/>
        </p:nvSpPr>
        <p:spPr>
          <a:xfrm>
            <a:off x="3738626" y="5346621"/>
            <a:ext cx="5129232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25">
                <a:solidFill>
                  <a:srgbClr val="FFFFFF"/>
                </a:solidFill>
                <a:latin typeface="Arial"/>
              </a:rPr>
              <a:t>Unparalleled Architecture Insight   |   Unmatched Business Context</a:t>
            </a:r>
          </a:p>
        </p:txBody>
      </p:sp>
      <p:sp>
        <p:nvSpPr>
          <p:cNvPr id="22" name="Editable text — Agent &amp; MCP "/>
          <p:cNvSpPr txBox="1"/>
          <p:nvPr/>
        </p:nvSpPr>
        <p:spPr>
          <a:xfrm>
            <a:off x="2585973" y="3570922"/>
            <a:ext cx="749643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27">
                <a:solidFill>
                  <a:srgbClr val="FFFFFF"/>
                </a:solidFill>
                <a:latin typeface="Arial"/>
              </a:rPr>
              <a:t>Agent &amp; MCP </a:t>
            </a:r>
          </a:p>
        </p:txBody>
      </p:sp>
      <p:sp>
        <p:nvSpPr>
          <p:cNvPr id="23" name="Editable text — Registry"/>
          <p:cNvSpPr txBox="1"/>
          <p:nvPr/>
        </p:nvSpPr>
        <p:spPr>
          <a:xfrm>
            <a:off x="2712466" y="3708082"/>
            <a:ext cx="46995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14">
                <a:solidFill>
                  <a:srgbClr val="FFFFFF"/>
                </a:solidFill>
                <a:latin typeface="Arial"/>
              </a:rPr>
              <a:t>Registry</a:t>
            </a:r>
          </a:p>
        </p:txBody>
      </p:sp>
      <p:sp>
        <p:nvSpPr>
          <p:cNvPr id="24" name="Editable text — Agent Evals &amp; "/>
          <p:cNvSpPr txBox="1"/>
          <p:nvPr/>
        </p:nvSpPr>
        <p:spPr>
          <a:xfrm>
            <a:off x="3878579" y="3570922"/>
            <a:ext cx="776617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22">
                <a:solidFill>
                  <a:srgbClr val="FFFFFF"/>
                </a:solidFill>
                <a:latin typeface="Arial"/>
              </a:rPr>
              <a:t>Agent Evals &amp; </a:t>
            </a:r>
          </a:p>
        </p:txBody>
      </p:sp>
      <p:sp>
        <p:nvSpPr>
          <p:cNvPr id="25" name="Editable text — Assessment"/>
          <p:cNvSpPr txBox="1"/>
          <p:nvPr/>
        </p:nvSpPr>
        <p:spPr>
          <a:xfrm>
            <a:off x="3918203" y="3708082"/>
            <a:ext cx="671461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13">
                <a:solidFill>
                  <a:srgbClr val="FFFFFF"/>
                </a:solidFill>
                <a:latin typeface="Arial"/>
              </a:rPr>
              <a:t>Assessment</a:t>
            </a:r>
          </a:p>
        </p:txBody>
      </p:sp>
      <p:sp>
        <p:nvSpPr>
          <p:cNvPr id="26" name="Editable text — Identity &amp; "/>
          <p:cNvSpPr txBox="1"/>
          <p:nvPr/>
        </p:nvSpPr>
        <p:spPr>
          <a:xfrm>
            <a:off x="5291582" y="3570922"/>
            <a:ext cx="574077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2">
                <a:solidFill>
                  <a:srgbClr val="FFFFFF"/>
                </a:solidFill>
                <a:latin typeface="Arial"/>
              </a:rPr>
              <a:t>Identity &amp; </a:t>
            </a:r>
          </a:p>
        </p:txBody>
      </p:sp>
      <p:sp>
        <p:nvSpPr>
          <p:cNvPr id="27" name="Editable text — Access Control"/>
          <p:cNvSpPr txBox="1"/>
          <p:nvPr/>
        </p:nvSpPr>
        <p:spPr>
          <a:xfrm>
            <a:off x="5152897" y="3708082"/>
            <a:ext cx="825309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4">
                <a:solidFill>
                  <a:srgbClr val="FFFFFF"/>
                </a:solidFill>
                <a:latin typeface="Arial"/>
              </a:rPr>
              <a:t>Access Control</a:t>
            </a:r>
          </a:p>
        </p:txBody>
      </p:sp>
      <p:sp>
        <p:nvSpPr>
          <p:cNvPr id="28" name="Editable text — Agent "/>
          <p:cNvSpPr txBox="1"/>
          <p:nvPr/>
        </p:nvSpPr>
        <p:spPr>
          <a:xfrm>
            <a:off x="6702297" y="3570922"/>
            <a:ext cx="385254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14">
                <a:solidFill>
                  <a:srgbClr val="FFFFFF"/>
                </a:solidFill>
                <a:latin typeface="Arial"/>
              </a:rPr>
              <a:t>Agent </a:t>
            </a:r>
          </a:p>
        </p:txBody>
      </p:sp>
      <p:sp>
        <p:nvSpPr>
          <p:cNvPr id="29" name="Editable text — Observability"/>
          <p:cNvSpPr txBox="1"/>
          <p:nvPr/>
        </p:nvSpPr>
        <p:spPr>
          <a:xfrm>
            <a:off x="6512941" y="3708082"/>
            <a:ext cx="737871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9">
                <a:solidFill>
                  <a:srgbClr val="FFFFFF"/>
                </a:solidFill>
                <a:latin typeface="Arial"/>
              </a:rPr>
              <a:t>Observability</a:t>
            </a:r>
          </a:p>
        </p:txBody>
      </p:sp>
      <p:sp>
        <p:nvSpPr>
          <p:cNvPr id="30" name="Editable text — Agent Mining"/>
          <p:cNvSpPr txBox="1"/>
          <p:nvPr/>
        </p:nvSpPr>
        <p:spPr>
          <a:xfrm>
            <a:off x="7838185" y="3639502"/>
            <a:ext cx="716267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10">
                <a:solidFill>
                  <a:srgbClr val="FFFFFF"/>
                </a:solidFill>
                <a:latin typeface="Arial"/>
              </a:rPr>
              <a:t>Agent Mining</a:t>
            </a:r>
          </a:p>
        </p:txBody>
      </p:sp>
      <p:sp>
        <p:nvSpPr>
          <p:cNvPr id="31" name="Editable text — Agent Org &amp; "/>
          <p:cNvSpPr txBox="1"/>
          <p:nvPr/>
        </p:nvSpPr>
        <p:spPr>
          <a:xfrm>
            <a:off x="9178417" y="3570922"/>
            <a:ext cx="694321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21">
                <a:solidFill>
                  <a:srgbClr val="FFFFFF"/>
                </a:solidFill>
                <a:latin typeface="Arial"/>
              </a:rPr>
              <a:t>Agent Org &amp; </a:t>
            </a:r>
          </a:p>
        </p:txBody>
      </p:sp>
      <p:sp>
        <p:nvSpPr>
          <p:cNvPr id="32" name="Editable text — Skills Mapping"/>
          <p:cNvSpPr txBox="1"/>
          <p:nvPr/>
        </p:nvSpPr>
        <p:spPr>
          <a:xfrm>
            <a:off x="9112884" y="3708082"/>
            <a:ext cx="798451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1">
                <a:solidFill>
                  <a:srgbClr val="FFFFFF"/>
                </a:solidFill>
                <a:latin typeface="Arial"/>
              </a:rPr>
              <a:t>Skills Mapping</a:t>
            </a:r>
          </a:p>
        </p:txBody>
      </p:sp>
      <p:sp>
        <p:nvSpPr>
          <p:cNvPr id="33" name="Editable text — SAP AI Agent Hub"/>
          <p:cNvSpPr txBox="1"/>
          <p:nvPr/>
        </p:nvSpPr>
        <p:spPr>
          <a:xfrm>
            <a:off x="5534533" y="2989961"/>
            <a:ext cx="1297787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-45">
                <a:solidFill>
                  <a:srgbClr val="FFFFFF"/>
                </a:solidFill>
                <a:latin typeface="Arial"/>
              </a:rPr>
              <a:t>SAP AI Agent Hub</a:t>
            </a:r>
          </a:p>
        </p:txBody>
      </p:sp>
      <p:sp>
        <p:nvSpPr>
          <p:cNvPr id="34" name="Editable text — LeanIX"/>
          <p:cNvSpPr txBox="1"/>
          <p:nvPr/>
        </p:nvSpPr>
        <p:spPr>
          <a:xfrm>
            <a:off x="2702686" y="4529772"/>
            <a:ext cx="407771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28">
                <a:solidFill>
                  <a:srgbClr val="FFFFFF"/>
                </a:solidFill>
                <a:latin typeface="Arial"/>
              </a:rPr>
              <a:t>LeanIX</a:t>
            </a:r>
          </a:p>
        </p:txBody>
      </p:sp>
      <p:sp>
        <p:nvSpPr>
          <p:cNvPr id="35" name="Editable text — Signavio"/>
          <p:cNvSpPr txBox="1"/>
          <p:nvPr/>
        </p:nvSpPr>
        <p:spPr>
          <a:xfrm>
            <a:off x="6700773" y="4529772"/>
            <a:ext cx="48961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14">
                <a:solidFill>
                  <a:srgbClr val="FFFFFF"/>
                </a:solidFill>
                <a:latin typeface="Arial"/>
              </a:rPr>
              <a:t>Signavio</a:t>
            </a:r>
          </a:p>
        </p:txBody>
      </p:sp>
      <p:sp>
        <p:nvSpPr>
          <p:cNvPr id="36" name="Editable text — Joule Studio"/>
          <p:cNvSpPr txBox="1"/>
          <p:nvPr/>
        </p:nvSpPr>
        <p:spPr>
          <a:xfrm>
            <a:off x="3367785" y="4529772"/>
            <a:ext cx="700379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6">
                <a:solidFill>
                  <a:srgbClr val="FFFFFF"/>
                </a:solidFill>
                <a:latin typeface="Arial"/>
              </a:rPr>
              <a:t>Joule Studio</a:t>
            </a:r>
          </a:p>
        </p:txBody>
      </p:sp>
      <p:sp>
        <p:nvSpPr>
          <p:cNvPr id="37" name="Editable text — Cloud ALM"/>
          <p:cNvSpPr txBox="1"/>
          <p:nvPr/>
        </p:nvSpPr>
        <p:spPr>
          <a:xfrm>
            <a:off x="5721096" y="4529772"/>
            <a:ext cx="623684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5">
                <a:solidFill>
                  <a:srgbClr val="FFFFFF"/>
                </a:solidFill>
                <a:latin typeface="Arial"/>
              </a:rPr>
              <a:t>Cloud ALM</a:t>
            </a:r>
          </a:p>
        </p:txBody>
      </p:sp>
      <p:sp>
        <p:nvSpPr>
          <p:cNvPr id="38" name="Editable text — Cloud Identity Service"/>
          <p:cNvSpPr txBox="1"/>
          <p:nvPr/>
        </p:nvSpPr>
        <p:spPr>
          <a:xfrm>
            <a:off x="4305553" y="4529772"/>
            <a:ext cx="1178039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1">
                <a:solidFill>
                  <a:srgbClr val="FFFFFF"/>
                </a:solidFill>
                <a:latin typeface="Arial"/>
              </a:rPr>
              <a:t>Cloud Identity Service</a:t>
            </a:r>
          </a:p>
        </p:txBody>
      </p:sp>
      <p:sp>
        <p:nvSpPr>
          <p:cNvPr id="39" name="Editable text — SuccessFactors"/>
          <p:cNvSpPr txBox="1"/>
          <p:nvPr/>
        </p:nvSpPr>
        <p:spPr>
          <a:xfrm>
            <a:off x="8848979" y="4529772"/>
            <a:ext cx="855484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13">
                <a:solidFill>
                  <a:srgbClr val="FFFFFF"/>
                </a:solidFill>
                <a:latin typeface="Arial"/>
              </a:rPr>
              <a:t>SuccessFactors</a:t>
            </a:r>
          </a:p>
        </p:txBody>
      </p:sp>
      <p:sp>
        <p:nvSpPr>
          <p:cNvPr id="40" name="Editable text — Integration Suite"/>
          <p:cNvSpPr txBox="1"/>
          <p:nvPr/>
        </p:nvSpPr>
        <p:spPr>
          <a:xfrm>
            <a:off x="7567930" y="4529772"/>
            <a:ext cx="888631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4">
                <a:solidFill>
                  <a:srgbClr val="FFFFFF"/>
                </a:solidFill>
                <a:latin typeface="Arial"/>
              </a:rPr>
              <a:t>Integration Suite</a:t>
            </a:r>
          </a:p>
        </p:txBody>
      </p:sp>
      <p:sp>
        <p:nvSpPr>
          <p:cNvPr id="41" name="Editable text — Optimize &amp; "/>
          <p:cNvSpPr txBox="1"/>
          <p:nvPr/>
        </p:nvSpPr>
        <p:spPr>
          <a:xfrm>
            <a:off x="8983980" y="2137361"/>
            <a:ext cx="737829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-17">
                <a:solidFill>
                  <a:srgbClr val="FFFFFF"/>
                </a:solidFill>
                <a:latin typeface="Arial"/>
              </a:rPr>
              <a:t>Optimize &amp; </a:t>
            </a:r>
          </a:p>
        </p:txBody>
      </p:sp>
      <p:sp>
        <p:nvSpPr>
          <p:cNvPr id="42" name="Editable text — Decommission"/>
          <p:cNvSpPr txBox="1"/>
          <p:nvPr/>
        </p:nvSpPr>
        <p:spPr>
          <a:xfrm>
            <a:off x="8875776" y="2274521"/>
            <a:ext cx="923772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-28">
                <a:solidFill>
                  <a:srgbClr val="FFFFFF"/>
                </a:solidFill>
                <a:latin typeface="Arial"/>
              </a:rPr>
              <a:t>Decommission</a:t>
            </a:r>
          </a:p>
        </p:txBody>
      </p:sp>
      <p:sp>
        <p:nvSpPr>
          <p:cNvPr id="43" name="Editable text — Secure &amp; "/>
          <p:cNvSpPr txBox="1"/>
          <p:nvPr/>
        </p:nvSpPr>
        <p:spPr>
          <a:xfrm>
            <a:off x="7274306" y="2137361"/>
            <a:ext cx="615890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-31">
                <a:solidFill>
                  <a:srgbClr val="FFFFFF"/>
                </a:solidFill>
                <a:latin typeface="Arial"/>
              </a:rPr>
              <a:t>Secure &amp; </a:t>
            </a:r>
          </a:p>
        </p:txBody>
      </p:sp>
      <p:sp>
        <p:nvSpPr>
          <p:cNvPr id="44" name="Editable text — Govern"/>
          <p:cNvSpPr txBox="1"/>
          <p:nvPr/>
        </p:nvSpPr>
        <p:spPr>
          <a:xfrm>
            <a:off x="7320026" y="2274521"/>
            <a:ext cx="495976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-16">
                <a:solidFill>
                  <a:srgbClr val="FFFFFF"/>
                </a:solidFill>
                <a:latin typeface="Arial"/>
              </a:rPr>
              <a:t>Govern</a:t>
            </a:r>
          </a:p>
        </p:txBody>
      </p:sp>
      <p:sp>
        <p:nvSpPr>
          <p:cNvPr id="45" name="Editable text — Observe &amp; "/>
          <p:cNvSpPr txBox="1"/>
          <p:nvPr/>
        </p:nvSpPr>
        <p:spPr>
          <a:xfrm>
            <a:off x="5605907" y="2137361"/>
            <a:ext cx="704309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-24">
                <a:solidFill>
                  <a:srgbClr val="FFFFFF"/>
                </a:solidFill>
                <a:latin typeface="Arial"/>
              </a:rPr>
              <a:t>Observe &amp; </a:t>
            </a:r>
          </a:p>
        </p:txBody>
      </p:sp>
      <p:sp>
        <p:nvSpPr>
          <p:cNvPr id="46" name="Editable text — Analyze"/>
          <p:cNvSpPr txBox="1"/>
          <p:nvPr/>
        </p:nvSpPr>
        <p:spPr>
          <a:xfrm>
            <a:off x="5677789" y="2274521"/>
            <a:ext cx="528990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-16">
                <a:solidFill>
                  <a:srgbClr val="FFFFFF"/>
                </a:solidFill>
                <a:latin typeface="Arial"/>
              </a:rPr>
              <a:t>Analyze</a:t>
            </a:r>
          </a:p>
        </p:txBody>
      </p:sp>
      <p:sp>
        <p:nvSpPr>
          <p:cNvPr id="47" name="Editable text — Discover &amp; "/>
          <p:cNvSpPr txBox="1"/>
          <p:nvPr/>
        </p:nvSpPr>
        <p:spPr>
          <a:xfrm>
            <a:off x="4008120" y="2137361"/>
            <a:ext cx="718349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-32">
                <a:solidFill>
                  <a:srgbClr val="FFFFFF"/>
                </a:solidFill>
                <a:latin typeface="Arial"/>
              </a:rPr>
              <a:t>Discover &amp; </a:t>
            </a:r>
          </a:p>
        </p:txBody>
      </p:sp>
      <p:sp>
        <p:nvSpPr>
          <p:cNvPr id="48" name="Editable text — Provision"/>
          <p:cNvSpPr txBox="1"/>
          <p:nvPr/>
        </p:nvSpPr>
        <p:spPr>
          <a:xfrm>
            <a:off x="4049267" y="2274521"/>
            <a:ext cx="608806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-31">
                <a:solidFill>
                  <a:srgbClr val="FFFFFF"/>
                </a:solidFill>
                <a:latin typeface="Arial"/>
              </a:rPr>
              <a:t>Provision</a:t>
            </a:r>
          </a:p>
        </p:txBody>
      </p:sp>
      <p:sp>
        <p:nvSpPr>
          <p:cNvPr id="49" name="Editable text — Plan &amp;"/>
          <p:cNvSpPr txBox="1"/>
          <p:nvPr/>
        </p:nvSpPr>
        <p:spPr>
          <a:xfrm>
            <a:off x="2509139" y="2137361"/>
            <a:ext cx="440066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-27">
                <a:solidFill>
                  <a:srgbClr val="FFFFFF"/>
                </a:solidFill>
                <a:latin typeface="Arial"/>
              </a:rPr>
              <a:t>Plan &amp;</a:t>
            </a:r>
          </a:p>
        </p:txBody>
      </p:sp>
      <p:sp>
        <p:nvSpPr>
          <p:cNvPr id="50" name="Editable text — Build"/>
          <p:cNvSpPr txBox="1"/>
          <p:nvPr/>
        </p:nvSpPr>
        <p:spPr>
          <a:xfrm>
            <a:off x="2545714" y="2274521"/>
            <a:ext cx="368092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-23">
                <a:solidFill>
                  <a:srgbClr val="FFFFFF"/>
                </a:solidFill>
                <a:latin typeface="Arial"/>
              </a:rPr>
              <a:t>Build</a:t>
            </a:r>
          </a:p>
        </p:txBody>
      </p:sp>
      <p:sp>
        <p:nvSpPr>
          <p:cNvPr id="78" name="Editable text — Govern"/>
          <p:cNvSpPr txBox="1"/>
          <p:nvPr/>
        </p:nvSpPr>
        <p:spPr>
          <a:xfrm>
            <a:off x="5406263" y="705279"/>
            <a:ext cx="1443325" cy="6484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3204" b="1" i="0" spc="-70">
                <a:solidFill>
                  <a:srgbClr val="002A86"/>
                </a:solidFill>
                <a:latin typeface="Arial"/>
              </a:rPr>
              <a:t>Govern</a:t>
            </a:r>
          </a:p>
        </p:txBody>
      </p:sp>
      <p:sp>
        <p:nvSpPr>
          <p:cNvPr id="79" name="Editable text — SAP AI Agent Hub"/>
          <p:cNvSpPr txBox="1"/>
          <p:nvPr/>
        </p:nvSpPr>
        <p:spPr>
          <a:xfrm>
            <a:off x="4860671" y="1187831"/>
            <a:ext cx="2534209" cy="495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400" b="1" i="0" spc="-90">
                <a:solidFill>
                  <a:srgbClr val="002A86"/>
                </a:solidFill>
                <a:latin typeface="Arial"/>
              </a:rPr>
              <a:t>SAP AI Agent Hub</a:t>
            </a:r>
          </a:p>
        </p:txBody>
      </p:sp>
      <p:sp>
        <p:nvSpPr>
          <p:cNvPr id="80" name="Editable text — SAP Business AI Platform "/>
          <p:cNvSpPr txBox="1"/>
          <p:nvPr/>
        </p:nvSpPr>
        <p:spPr>
          <a:xfrm>
            <a:off x="5087111" y="232340"/>
            <a:ext cx="2446884" cy="3425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8" b="1" i="0" spc="-62">
                <a:solidFill>
                  <a:srgbClr val="002986"/>
                </a:solidFill>
                <a:latin typeface="Arial"/>
              </a:rPr>
              <a:t>SAP Business AI Platform </a:t>
            </a:r>
          </a:p>
        </p:txBody>
      </p:sp>
      <p:sp>
        <p:nvSpPr>
          <p:cNvPr id="92" name="Editable text — 4"/>
          <p:cNvSpPr txBox="1"/>
          <p:nvPr/>
        </p:nvSpPr>
        <p:spPr>
          <a:xfrm>
            <a:off x="4767960" y="236298"/>
            <a:ext cx="180047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1" i="0">
                <a:solidFill>
                  <a:srgbClr val="002986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"/>
          <p:cNvSpPr/>
          <p:nvPr/>
        </p:nvSpPr>
        <p:spPr>
          <a:xfrm>
            <a:off x="0" y="0"/>
            <a:ext cx="12195175" cy="6858000"/>
          </a:xfrm>
          <a:custGeom>
            <a:avLst/>
            <a:gdLst/>
            <a:ahLst/>
            <a:cxnLst/>
            <a:rect l="0" t="0" r="r" b="b"/>
            <a:pathLst>
              <a:path w="12195175" h="6858000" fill="norm" stroke="0" extrusionOk="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Editable vector"/>
          <p:cNvSpPr/>
          <p:nvPr/>
        </p:nvSpPr>
        <p:spPr>
          <a:xfrm>
            <a:off x="531876" y="6537959"/>
            <a:ext cx="348995" cy="161544"/>
          </a:xfrm>
          <a:custGeom>
            <a:avLst/>
            <a:gdLst/>
            <a:ahLst/>
            <a:cxnLst/>
            <a:rect l="0" t="0" r="r" b="b"/>
            <a:pathLst>
              <a:path w="348996" h="161544" fill="none" stroke="1" extrusionOk="0">
                <a:moveTo>
                  <a:pt x="0" y="0"/>
                </a:moveTo>
                <a:lnTo>
                  <a:pt x="348996" y="0"/>
                </a:lnTo>
                <a:lnTo>
                  <a:pt x="348996" y="161544"/>
                </a:lnTo>
                <a:lnTo>
                  <a:pt x="0" y="161544"/>
                </a:lnTo>
                <a:close/>
              </a:path>
            </a:pathLst>
          </a:custGeom>
          <a:noFill/>
          <a:ln w="1778" cap="flat">
            <a:solidFill>
              <a:srgbClr val="000000">
                <a:alpha val="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Editable vector"/>
          <p:cNvSpPr/>
          <p:nvPr/>
        </p:nvSpPr>
        <p:spPr>
          <a:xfrm>
            <a:off x="506628" y="6582778"/>
            <a:ext cx="1186535" cy="71856"/>
          </a:xfrm>
          <a:custGeom>
            <a:avLst/>
            <a:gdLst/>
            <a:ahLst/>
            <a:cxnLst/>
            <a:rect l="0" t="0" r="r" b="b"/>
            <a:pathLst>
              <a:path w="1186536" h="71857" fill="norm" stroke="0" extrusionOk="0">
                <a:moveTo>
                  <a:pt x="0" y="2832"/>
                </a:moveTo>
                <a:lnTo>
                  <a:pt x="0" y="55258"/>
                </a:lnTo>
                <a:lnTo>
                  <a:pt x="7074" y="55258"/>
                </a:lnTo>
                <a:lnTo>
                  <a:pt x="7074" y="2832"/>
                </a:lnTo>
                <a:close/>
                <a:moveTo>
                  <a:pt x="19812" y="2832"/>
                </a:moveTo>
                <a:lnTo>
                  <a:pt x="28181" y="2832"/>
                </a:lnTo>
                <a:lnTo>
                  <a:pt x="54712" y="47410"/>
                </a:lnTo>
                <a:cubicBezTo>
                  <a:pt x="54661" y="46266"/>
                  <a:pt x="54610" y="44717"/>
                  <a:pt x="54572" y="42761"/>
                </a:cubicBezTo>
                <a:cubicBezTo>
                  <a:pt x="54521" y="40793"/>
                  <a:pt x="54496" y="38862"/>
                  <a:pt x="54496" y="36957"/>
                </a:cubicBezTo>
                <a:lnTo>
                  <a:pt x="54496" y="2832"/>
                </a:lnTo>
                <a:lnTo>
                  <a:pt x="60820" y="2832"/>
                </a:lnTo>
                <a:lnTo>
                  <a:pt x="60820" y="55258"/>
                </a:lnTo>
                <a:lnTo>
                  <a:pt x="52108" y="55258"/>
                </a:lnTo>
                <a:lnTo>
                  <a:pt x="25921" y="11202"/>
                </a:lnTo>
                <a:cubicBezTo>
                  <a:pt x="25972" y="12345"/>
                  <a:pt x="26010" y="13894"/>
                  <a:pt x="26060" y="15837"/>
                </a:cubicBezTo>
                <a:cubicBezTo>
                  <a:pt x="26111" y="17780"/>
                  <a:pt x="26137" y="19724"/>
                  <a:pt x="26137" y="21654"/>
                </a:cubicBezTo>
                <a:lnTo>
                  <a:pt x="26137" y="55258"/>
                </a:lnTo>
                <a:lnTo>
                  <a:pt x="19812" y="55258"/>
                </a:lnTo>
                <a:lnTo>
                  <a:pt x="19812" y="2832"/>
                </a:lnTo>
                <a:close/>
                <a:moveTo>
                  <a:pt x="84125" y="9385"/>
                </a:moveTo>
                <a:lnTo>
                  <a:pt x="67653" y="9385"/>
                </a:lnTo>
                <a:lnTo>
                  <a:pt x="67653" y="2832"/>
                </a:lnTo>
                <a:lnTo>
                  <a:pt x="107683" y="2832"/>
                </a:lnTo>
                <a:lnTo>
                  <a:pt x="107683" y="9385"/>
                </a:lnTo>
                <a:lnTo>
                  <a:pt x="91199" y="9385"/>
                </a:lnTo>
                <a:lnTo>
                  <a:pt x="91199" y="55258"/>
                </a:lnTo>
                <a:lnTo>
                  <a:pt x="84125" y="55258"/>
                </a:lnTo>
                <a:lnTo>
                  <a:pt x="84125" y="9385"/>
                </a:lnTo>
                <a:close/>
                <a:moveTo>
                  <a:pt x="114300" y="2832"/>
                </a:moveTo>
                <a:lnTo>
                  <a:pt x="147980" y="2832"/>
                </a:lnTo>
                <a:lnTo>
                  <a:pt x="147980" y="9385"/>
                </a:lnTo>
                <a:lnTo>
                  <a:pt x="121374" y="9385"/>
                </a:lnTo>
                <a:lnTo>
                  <a:pt x="121374" y="25083"/>
                </a:lnTo>
                <a:lnTo>
                  <a:pt x="145783" y="25083"/>
                </a:lnTo>
                <a:lnTo>
                  <a:pt x="145783" y="31483"/>
                </a:lnTo>
                <a:lnTo>
                  <a:pt x="121374" y="31483"/>
                </a:lnTo>
                <a:lnTo>
                  <a:pt x="121374" y="48705"/>
                </a:lnTo>
                <a:lnTo>
                  <a:pt x="149504" y="48705"/>
                </a:lnTo>
                <a:lnTo>
                  <a:pt x="149504" y="55258"/>
                </a:lnTo>
                <a:lnTo>
                  <a:pt x="114300" y="55258"/>
                </a:lnTo>
                <a:lnTo>
                  <a:pt x="114300" y="2832"/>
                </a:lnTo>
                <a:close/>
                <a:moveTo>
                  <a:pt x="158496" y="2832"/>
                </a:moveTo>
                <a:lnTo>
                  <a:pt x="178626" y="2832"/>
                </a:lnTo>
                <a:cubicBezTo>
                  <a:pt x="182550" y="2832"/>
                  <a:pt x="185877" y="3442"/>
                  <a:pt x="188633" y="4674"/>
                </a:cubicBezTo>
                <a:cubicBezTo>
                  <a:pt x="191389" y="5906"/>
                  <a:pt x="193485" y="7671"/>
                  <a:pt x="194907" y="9996"/>
                </a:cubicBezTo>
                <a:cubicBezTo>
                  <a:pt x="196329" y="12319"/>
                  <a:pt x="197041" y="15088"/>
                  <a:pt x="197041" y="18314"/>
                </a:cubicBezTo>
                <a:cubicBezTo>
                  <a:pt x="197041" y="20613"/>
                  <a:pt x="196596" y="22797"/>
                  <a:pt x="195707" y="24854"/>
                </a:cubicBezTo>
                <a:cubicBezTo>
                  <a:pt x="194818" y="26912"/>
                  <a:pt x="193408" y="28702"/>
                  <a:pt x="191478" y="30214"/>
                </a:cubicBezTo>
                <a:cubicBezTo>
                  <a:pt x="189560" y="31725"/>
                  <a:pt x="187122" y="32766"/>
                  <a:pt x="184175" y="33338"/>
                </a:cubicBezTo>
                <a:lnTo>
                  <a:pt x="199200" y="55258"/>
                </a:lnTo>
                <a:lnTo>
                  <a:pt x="190944" y="55258"/>
                </a:lnTo>
                <a:lnTo>
                  <a:pt x="177254" y="34240"/>
                </a:lnTo>
                <a:lnTo>
                  <a:pt x="165570" y="34240"/>
                </a:lnTo>
                <a:lnTo>
                  <a:pt x="165570" y="55258"/>
                </a:lnTo>
                <a:lnTo>
                  <a:pt x="158496" y="55258"/>
                </a:lnTo>
                <a:lnTo>
                  <a:pt x="158496" y="2832"/>
                </a:lnTo>
                <a:close/>
                <a:moveTo>
                  <a:pt x="178143" y="27915"/>
                </a:moveTo>
                <a:cubicBezTo>
                  <a:pt x="180797" y="27915"/>
                  <a:pt x="183007" y="27496"/>
                  <a:pt x="184785" y="26657"/>
                </a:cubicBezTo>
                <a:cubicBezTo>
                  <a:pt x="186563" y="25832"/>
                  <a:pt x="187871" y="24702"/>
                  <a:pt x="188709" y="23279"/>
                </a:cubicBezTo>
                <a:cubicBezTo>
                  <a:pt x="189548" y="21857"/>
                  <a:pt x="189979" y="20219"/>
                  <a:pt x="189979" y="18390"/>
                </a:cubicBezTo>
                <a:cubicBezTo>
                  <a:pt x="189979" y="15380"/>
                  <a:pt x="188925" y="13119"/>
                  <a:pt x="186817" y="11595"/>
                </a:cubicBezTo>
                <a:cubicBezTo>
                  <a:pt x="184709" y="10071"/>
                  <a:pt x="181712" y="9310"/>
                  <a:pt x="177851" y="9310"/>
                </a:cubicBezTo>
                <a:lnTo>
                  <a:pt x="165570" y="9310"/>
                </a:lnTo>
                <a:lnTo>
                  <a:pt x="165570" y="27915"/>
                </a:lnTo>
                <a:lnTo>
                  <a:pt x="178143" y="27915"/>
                </a:lnTo>
                <a:close/>
                <a:moveTo>
                  <a:pt x="207264" y="2832"/>
                </a:moveTo>
                <a:lnTo>
                  <a:pt x="215633" y="2832"/>
                </a:lnTo>
                <a:lnTo>
                  <a:pt x="242164" y="47410"/>
                </a:lnTo>
                <a:cubicBezTo>
                  <a:pt x="242113" y="46266"/>
                  <a:pt x="242062" y="44717"/>
                  <a:pt x="242024" y="42761"/>
                </a:cubicBezTo>
                <a:cubicBezTo>
                  <a:pt x="241973" y="40793"/>
                  <a:pt x="241948" y="38862"/>
                  <a:pt x="241948" y="36957"/>
                </a:cubicBezTo>
                <a:lnTo>
                  <a:pt x="241948" y="2832"/>
                </a:lnTo>
                <a:lnTo>
                  <a:pt x="248272" y="2832"/>
                </a:lnTo>
                <a:lnTo>
                  <a:pt x="248272" y="55258"/>
                </a:lnTo>
                <a:lnTo>
                  <a:pt x="239560" y="55258"/>
                </a:lnTo>
                <a:lnTo>
                  <a:pt x="213373" y="11202"/>
                </a:lnTo>
                <a:cubicBezTo>
                  <a:pt x="213424" y="12345"/>
                  <a:pt x="213462" y="13894"/>
                  <a:pt x="213512" y="15837"/>
                </a:cubicBezTo>
                <a:cubicBezTo>
                  <a:pt x="213563" y="17780"/>
                  <a:pt x="213589" y="19724"/>
                  <a:pt x="213589" y="21654"/>
                </a:cubicBezTo>
                <a:lnTo>
                  <a:pt x="213589" y="55258"/>
                </a:lnTo>
                <a:lnTo>
                  <a:pt x="207264" y="55258"/>
                </a:lnTo>
                <a:lnTo>
                  <a:pt x="207264" y="2832"/>
                </a:lnTo>
                <a:close/>
                <a:moveTo>
                  <a:pt x="274079" y="2832"/>
                </a:moveTo>
                <a:lnTo>
                  <a:pt x="282181" y="2832"/>
                </a:lnTo>
                <a:lnTo>
                  <a:pt x="301904" y="55258"/>
                </a:lnTo>
                <a:lnTo>
                  <a:pt x="294500" y="55258"/>
                </a:lnTo>
                <a:lnTo>
                  <a:pt x="289547" y="41085"/>
                </a:lnTo>
                <a:lnTo>
                  <a:pt x="266560" y="41085"/>
                </a:lnTo>
                <a:lnTo>
                  <a:pt x="261607" y="55258"/>
                </a:lnTo>
                <a:lnTo>
                  <a:pt x="254356" y="55258"/>
                </a:lnTo>
                <a:lnTo>
                  <a:pt x="274079" y="2832"/>
                </a:lnTo>
                <a:close/>
                <a:moveTo>
                  <a:pt x="287401" y="34900"/>
                </a:moveTo>
                <a:lnTo>
                  <a:pt x="281178" y="17158"/>
                </a:lnTo>
                <a:cubicBezTo>
                  <a:pt x="280607" y="15545"/>
                  <a:pt x="280048" y="13932"/>
                  <a:pt x="279489" y="12319"/>
                </a:cubicBezTo>
                <a:cubicBezTo>
                  <a:pt x="278930" y="10706"/>
                  <a:pt x="278448" y="9322"/>
                  <a:pt x="278054" y="8154"/>
                </a:cubicBezTo>
                <a:cubicBezTo>
                  <a:pt x="277660" y="9322"/>
                  <a:pt x="277178" y="10706"/>
                  <a:pt x="276619" y="12319"/>
                </a:cubicBezTo>
                <a:cubicBezTo>
                  <a:pt x="276060" y="13932"/>
                  <a:pt x="275501" y="15545"/>
                  <a:pt x="274930" y="17158"/>
                </a:cubicBezTo>
                <a:lnTo>
                  <a:pt x="268719" y="34900"/>
                </a:lnTo>
                <a:lnTo>
                  <a:pt x="287401" y="34900"/>
                </a:lnTo>
                <a:close/>
                <a:moveTo>
                  <a:pt x="307848" y="2832"/>
                </a:moveTo>
                <a:lnTo>
                  <a:pt x="314922" y="2832"/>
                </a:lnTo>
                <a:lnTo>
                  <a:pt x="314922" y="48705"/>
                </a:lnTo>
                <a:lnTo>
                  <a:pt x="339179" y="48705"/>
                </a:lnTo>
                <a:lnTo>
                  <a:pt x="339179" y="55258"/>
                </a:lnTo>
                <a:lnTo>
                  <a:pt x="307848" y="55258"/>
                </a:lnTo>
                <a:lnTo>
                  <a:pt x="307848" y="2832"/>
                </a:lnTo>
                <a:close/>
                <a:moveTo>
                  <a:pt x="362268" y="32410"/>
                </a:moveTo>
                <a:lnTo>
                  <a:pt x="362268" y="37580"/>
                </a:lnTo>
                <a:lnTo>
                  <a:pt x="404609" y="37580"/>
                </a:lnTo>
                <a:lnTo>
                  <a:pt x="404609" y="32410"/>
                </a:lnTo>
                <a:close/>
                <a:moveTo>
                  <a:pt x="446773" y="56007"/>
                </a:moveTo>
                <a:cubicBezTo>
                  <a:pt x="442481" y="56007"/>
                  <a:pt x="438696" y="55309"/>
                  <a:pt x="435407" y="53911"/>
                </a:cubicBezTo>
                <a:cubicBezTo>
                  <a:pt x="432118" y="52528"/>
                  <a:pt x="429387" y="50432"/>
                  <a:pt x="427203" y="47625"/>
                </a:cubicBezTo>
                <a:lnTo>
                  <a:pt x="432041" y="42787"/>
                </a:lnTo>
                <a:cubicBezTo>
                  <a:pt x="433210" y="44260"/>
                  <a:pt x="434429" y="45492"/>
                  <a:pt x="435724" y="46495"/>
                </a:cubicBezTo>
                <a:cubicBezTo>
                  <a:pt x="437007" y="47498"/>
                  <a:pt x="438556" y="48299"/>
                  <a:pt x="440373" y="48895"/>
                </a:cubicBezTo>
                <a:cubicBezTo>
                  <a:pt x="442189" y="49492"/>
                  <a:pt x="444322" y="49785"/>
                  <a:pt x="446773" y="49785"/>
                </a:cubicBezTo>
                <a:cubicBezTo>
                  <a:pt x="449199" y="49785"/>
                  <a:pt x="451371" y="49479"/>
                  <a:pt x="453288" y="48870"/>
                </a:cubicBezTo>
                <a:cubicBezTo>
                  <a:pt x="455193" y="48273"/>
                  <a:pt x="456705" y="47320"/>
                  <a:pt x="457822" y="46025"/>
                </a:cubicBezTo>
                <a:cubicBezTo>
                  <a:pt x="458940" y="44742"/>
                  <a:pt x="459499" y="43117"/>
                  <a:pt x="459499" y="41161"/>
                </a:cubicBezTo>
                <a:cubicBezTo>
                  <a:pt x="459499" y="39192"/>
                  <a:pt x="458915" y="37605"/>
                  <a:pt x="457746" y="36399"/>
                </a:cubicBezTo>
                <a:cubicBezTo>
                  <a:pt x="456578" y="35179"/>
                  <a:pt x="455104" y="34227"/>
                  <a:pt x="453326" y="33541"/>
                </a:cubicBezTo>
                <a:cubicBezTo>
                  <a:pt x="451536" y="32868"/>
                  <a:pt x="449161" y="32157"/>
                  <a:pt x="446215" y="31407"/>
                </a:cubicBezTo>
                <a:cubicBezTo>
                  <a:pt x="442646" y="30518"/>
                  <a:pt x="439712" y="29579"/>
                  <a:pt x="437439" y="28601"/>
                </a:cubicBezTo>
                <a:cubicBezTo>
                  <a:pt x="435153" y="27623"/>
                  <a:pt x="433222" y="26124"/>
                  <a:pt x="431635" y="24118"/>
                </a:cubicBezTo>
                <a:cubicBezTo>
                  <a:pt x="430047" y="22111"/>
                  <a:pt x="429247" y="19431"/>
                  <a:pt x="429247" y="16078"/>
                </a:cubicBezTo>
                <a:cubicBezTo>
                  <a:pt x="429247" y="12878"/>
                  <a:pt x="430060" y="10237"/>
                  <a:pt x="431660" y="8128"/>
                </a:cubicBezTo>
                <a:cubicBezTo>
                  <a:pt x="433273" y="6033"/>
                  <a:pt x="435458" y="4496"/>
                  <a:pt x="438201" y="3518"/>
                </a:cubicBezTo>
                <a:cubicBezTo>
                  <a:pt x="440931" y="2540"/>
                  <a:pt x="444017" y="2045"/>
                  <a:pt x="447446" y="2045"/>
                </a:cubicBezTo>
                <a:cubicBezTo>
                  <a:pt x="451561" y="2045"/>
                  <a:pt x="455054" y="2718"/>
                  <a:pt x="457937" y="4039"/>
                </a:cubicBezTo>
                <a:cubicBezTo>
                  <a:pt x="460807" y="5373"/>
                  <a:pt x="463220" y="7201"/>
                  <a:pt x="465150" y="9525"/>
                </a:cubicBezTo>
                <a:lnTo>
                  <a:pt x="460426" y="14212"/>
                </a:lnTo>
                <a:cubicBezTo>
                  <a:pt x="458762" y="12306"/>
                  <a:pt x="456870" y="10833"/>
                  <a:pt x="454736" y="9792"/>
                </a:cubicBezTo>
                <a:cubicBezTo>
                  <a:pt x="452603" y="8751"/>
                  <a:pt x="450050" y="8230"/>
                  <a:pt x="447065" y="8230"/>
                </a:cubicBezTo>
                <a:cubicBezTo>
                  <a:pt x="444665" y="8230"/>
                  <a:pt x="442646" y="8560"/>
                  <a:pt x="441007" y="9208"/>
                </a:cubicBezTo>
                <a:cubicBezTo>
                  <a:pt x="439369" y="9868"/>
                  <a:pt x="438150" y="10770"/>
                  <a:pt x="437363" y="11913"/>
                </a:cubicBezTo>
                <a:cubicBezTo>
                  <a:pt x="436562" y="13056"/>
                  <a:pt x="436169" y="14364"/>
                  <a:pt x="436169" y="15850"/>
                </a:cubicBezTo>
                <a:cubicBezTo>
                  <a:pt x="436169" y="17666"/>
                  <a:pt x="436715" y="19139"/>
                  <a:pt x="437820" y="20269"/>
                </a:cubicBezTo>
                <a:cubicBezTo>
                  <a:pt x="438925" y="21387"/>
                  <a:pt x="440309" y="22276"/>
                  <a:pt x="441960" y="22911"/>
                </a:cubicBezTo>
                <a:cubicBezTo>
                  <a:pt x="443598" y="23533"/>
                  <a:pt x="445872" y="24244"/>
                  <a:pt x="448742" y="25006"/>
                </a:cubicBezTo>
                <a:cubicBezTo>
                  <a:pt x="452514" y="25946"/>
                  <a:pt x="455587" y="26912"/>
                  <a:pt x="457949" y="27915"/>
                </a:cubicBezTo>
                <a:cubicBezTo>
                  <a:pt x="460324" y="28905"/>
                  <a:pt x="462343" y="30429"/>
                  <a:pt x="463995" y="32487"/>
                </a:cubicBezTo>
                <a:cubicBezTo>
                  <a:pt x="465658" y="34544"/>
                  <a:pt x="466496" y="37313"/>
                  <a:pt x="466496" y="40780"/>
                </a:cubicBezTo>
                <a:cubicBezTo>
                  <a:pt x="466496" y="43765"/>
                  <a:pt x="465734" y="46393"/>
                  <a:pt x="464223" y="48692"/>
                </a:cubicBezTo>
                <a:cubicBezTo>
                  <a:pt x="462712" y="50991"/>
                  <a:pt x="460477" y="52781"/>
                  <a:pt x="457505" y="54064"/>
                </a:cubicBezTo>
                <a:cubicBezTo>
                  <a:pt x="454546" y="55359"/>
                  <a:pt x="450964" y="56007"/>
                  <a:pt x="446773" y="56007"/>
                </a:cubicBezTo>
                <a:close/>
                <a:moveTo>
                  <a:pt x="488963" y="2832"/>
                </a:moveTo>
                <a:lnTo>
                  <a:pt x="497065" y="2832"/>
                </a:lnTo>
                <a:lnTo>
                  <a:pt x="516788" y="55258"/>
                </a:lnTo>
                <a:lnTo>
                  <a:pt x="509384" y="55258"/>
                </a:lnTo>
                <a:lnTo>
                  <a:pt x="504431" y="41085"/>
                </a:lnTo>
                <a:lnTo>
                  <a:pt x="481444" y="41085"/>
                </a:lnTo>
                <a:lnTo>
                  <a:pt x="476491" y="55258"/>
                </a:lnTo>
                <a:lnTo>
                  <a:pt x="469240" y="55258"/>
                </a:lnTo>
                <a:lnTo>
                  <a:pt x="488963" y="2832"/>
                </a:lnTo>
                <a:close/>
                <a:moveTo>
                  <a:pt x="502285" y="34900"/>
                </a:moveTo>
                <a:lnTo>
                  <a:pt x="496062" y="17158"/>
                </a:lnTo>
                <a:cubicBezTo>
                  <a:pt x="495490" y="15545"/>
                  <a:pt x="494932" y="13932"/>
                  <a:pt x="494373" y="12319"/>
                </a:cubicBezTo>
                <a:cubicBezTo>
                  <a:pt x="493814" y="10706"/>
                  <a:pt x="493332" y="9322"/>
                  <a:pt x="492938" y="8154"/>
                </a:cubicBezTo>
                <a:cubicBezTo>
                  <a:pt x="492544" y="9322"/>
                  <a:pt x="492062" y="10706"/>
                  <a:pt x="491503" y="12319"/>
                </a:cubicBezTo>
                <a:cubicBezTo>
                  <a:pt x="490944" y="13932"/>
                  <a:pt x="490385" y="15545"/>
                  <a:pt x="489814" y="17158"/>
                </a:cubicBezTo>
                <a:lnTo>
                  <a:pt x="483603" y="34900"/>
                </a:lnTo>
                <a:lnTo>
                  <a:pt x="502285" y="34900"/>
                </a:lnTo>
                <a:close/>
                <a:moveTo>
                  <a:pt x="522732" y="2832"/>
                </a:moveTo>
                <a:lnTo>
                  <a:pt x="542531" y="2832"/>
                </a:lnTo>
                <a:cubicBezTo>
                  <a:pt x="546570" y="2832"/>
                  <a:pt x="549974" y="3493"/>
                  <a:pt x="552729" y="4801"/>
                </a:cubicBezTo>
                <a:cubicBezTo>
                  <a:pt x="555473" y="6121"/>
                  <a:pt x="557543" y="7963"/>
                  <a:pt x="558914" y="10351"/>
                </a:cubicBezTo>
                <a:cubicBezTo>
                  <a:pt x="560299" y="12726"/>
                  <a:pt x="560984" y="15532"/>
                  <a:pt x="560984" y="18759"/>
                </a:cubicBezTo>
                <a:cubicBezTo>
                  <a:pt x="560984" y="21908"/>
                  <a:pt x="560299" y="24727"/>
                  <a:pt x="558940" y="27204"/>
                </a:cubicBezTo>
                <a:cubicBezTo>
                  <a:pt x="557568" y="29680"/>
                  <a:pt x="555536" y="31636"/>
                  <a:pt x="552831" y="33058"/>
                </a:cubicBezTo>
                <a:cubicBezTo>
                  <a:pt x="550126" y="34493"/>
                  <a:pt x="546837" y="35205"/>
                  <a:pt x="542938" y="35205"/>
                </a:cubicBezTo>
                <a:lnTo>
                  <a:pt x="529806" y="35205"/>
                </a:lnTo>
                <a:lnTo>
                  <a:pt x="529806" y="55258"/>
                </a:lnTo>
                <a:lnTo>
                  <a:pt x="522732" y="55258"/>
                </a:lnTo>
                <a:lnTo>
                  <a:pt x="522732" y="2832"/>
                </a:lnTo>
                <a:close/>
                <a:moveTo>
                  <a:pt x="541934" y="28804"/>
                </a:moveTo>
                <a:cubicBezTo>
                  <a:pt x="545948" y="28804"/>
                  <a:pt x="548957" y="27953"/>
                  <a:pt x="550939" y="26251"/>
                </a:cubicBezTo>
                <a:cubicBezTo>
                  <a:pt x="552920" y="24550"/>
                  <a:pt x="553911" y="22085"/>
                  <a:pt x="553911" y="18835"/>
                </a:cubicBezTo>
                <a:cubicBezTo>
                  <a:pt x="553911" y="15710"/>
                  <a:pt x="552882" y="13336"/>
                  <a:pt x="550812" y="11723"/>
                </a:cubicBezTo>
                <a:cubicBezTo>
                  <a:pt x="548742" y="10109"/>
                  <a:pt x="545681" y="9310"/>
                  <a:pt x="541630" y="9310"/>
                </a:cubicBezTo>
                <a:lnTo>
                  <a:pt x="529806" y="9310"/>
                </a:lnTo>
                <a:lnTo>
                  <a:pt x="529806" y="28804"/>
                </a:lnTo>
                <a:lnTo>
                  <a:pt x="541934" y="28804"/>
                </a:lnTo>
                <a:close/>
                <a:moveTo>
                  <a:pt x="595973" y="56007"/>
                </a:moveTo>
                <a:cubicBezTo>
                  <a:pt x="593585" y="56007"/>
                  <a:pt x="591464" y="55538"/>
                  <a:pt x="589610" y="54623"/>
                </a:cubicBezTo>
                <a:cubicBezTo>
                  <a:pt x="587743" y="53708"/>
                  <a:pt x="586296" y="52363"/>
                  <a:pt x="585254" y="50610"/>
                </a:cubicBezTo>
                <a:cubicBezTo>
                  <a:pt x="584213" y="48844"/>
                  <a:pt x="583692" y="46736"/>
                  <a:pt x="583692" y="44285"/>
                </a:cubicBezTo>
                <a:cubicBezTo>
                  <a:pt x="583692" y="41275"/>
                  <a:pt x="584479" y="38812"/>
                  <a:pt x="586054" y="36881"/>
                </a:cubicBezTo>
                <a:cubicBezTo>
                  <a:pt x="587629" y="34938"/>
                  <a:pt x="589775" y="33528"/>
                  <a:pt x="592506" y="32652"/>
                </a:cubicBezTo>
                <a:cubicBezTo>
                  <a:pt x="595236" y="31776"/>
                  <a:pt x="598399" y="31331"/>
                  <a:pt x="601993" y="31331"/>
                </a:cubicBezTo>
                <a:lnTo>
                  <a:pt x="609143" y="31331"/>
                </a:lnTo>
                <a:lnTo>
                  <a:pt x="609143" y="28575"/>
                </a:lnTo>
                <a:cubicBezTo>
                  <a:pt x="609143" y="25756"/>
                  <a:pt x="608470" y="23597"/>
                  <a:pt x="607111" y="22123"/>
                </a:cubicBezTo>
                <a:cubicBezTo>
                  <a:pt x="605765" y="20651"/>
                  <a:pt x="603720" y="19914"/>
                  <a:pt x="600989" y="19914"/>
                </a:cubicBezTo>
                <a:cubicBezTo>
                  <a:pt x="598513" y="19914"/>
                  <a:pt x="596354" y="20409"/>
                  <a:pt x="594500" y="21413"/>
                </a:cubicBezTo>
                <a:cubicBezTo>
                  <a:pt x="592658" y="22416"/>
                  <a:pt x="591020" y="23876"/>
                  <a:pt x="589610" y="25794"/>
                </a:cubicBezTo>
                <a:lnTo>
                  <a:pt x="585292" y="21476"/>
                </a:lnTo>
                <a:cubicBezTo>
                  <a:pt x="589305" y="16663"/>
                  <a:pt x="594690" y="14250"/>
                  <a:pt x="601434" y="14250"/>
                </a:cubicBezTo>
                <a:cubicBezTo>
                  <a:pt x="604545" y="14250"/>
                  <a:pt x="607174" y="14846"/>
                  <a:pt x="609333" y="16040"/>
                </a:cubicBezTo>
                <a:cubicBezTo>
                  <a:pt x="611480" y="17234"/>
                  <a:pt x="613105" y="18898"/>
                  <a:pt x="614197" y="21044"/>
                </a:cubicBezTo>
                <a:cubicBezTo>
                  <a:pt x="615290" y="23191"/>
                  <a:pt x="615836" y="25705"/>
                  <a:pt x="615836" y="28575"/>
                </a:cubicBezTo>
                <a:lnTo>
                  <a:pt x="615836" y="55258"/>
                </a:lnTo>
                <a:lnTo>
                  <a:pt x="609435" y="55258"/>
                </a:lnTo>
                <a:lnTo>
                  <a:pt x="609435" y="47778"/>
                </a:lnTo>
                <a:lnTo>
                  <a:pt x="609295" y="47778"/>
                </a:lnTo>
                <a:cubicBezTo>
                  <a:pt x="607949" y="50635"/>
                  <a:pt x="606209" y="52718"/>
                  <a:pt x="604076" y="54026"/>
                </a:cubicBezTo>
                <a:cubicBezTo>
                  <a:pt x="601942" y="55347"/>
                  <a:pt x="599250" y="56007"/>
                  <a:pt x="595973" y="56007"/>
                </a:cubicBezTo>
                <a:close/>
                <a:moveTo>
                  <a:pt x="590614" y="44133"/>
                </a:moveTo>
                <a:cubicBezTo>
                  <a:pt x="590614" y="45403"/>
                  <a:pt x="590893" y="46495"/>
                  <a:pt x="591464" y="47447"/>
                </a:cubicBezTo>
                <a:cubicBezTo>
                  <a:pt x="592036" y="48387"/>
                  <a:pt x="592861" y="49111"/>
                  <a:pt x="593941" y="49619"/>
                </a:cubicBezTo>
                <a:cubicBezTo>
                  <a:pt x="595020" y="50127"/>
                  <a:pt x="596303" y="50381"/>
                  <a:pt x="597789" y="50381"/>
                </a:cubicBezTo>
                <a:cubicBezTo>
                  <a:pt x="600151" y="50381"/>
                  <a:pt x="602183" y="49911"/>
                  <a:pt x="603898" y="48946"/>
                </a:cubicBezTo>
                <a:cubicBezTo>
                  <a:pt x="605612" y="47993"/>
                  <a:pt x="606908" y="46749"/>
                  <a:pt x="607797" y="45187"/>
                </a:cubicBezTo>
                <a:cubicBezTo>
                  <a:pt x="608698" y="43638"/>
                  <a:pt x="609143" y="41999"/>
                  <a:pt x="609143" y="40260"/>
                </a:cubicBezTo>
                <a:lnTo>
                  <a:pt x="609143" y="36361"/>
                </a:lnTo>
                <a:lnTo>
                  <a:pt x="602894" y="36361"/>
                </a:lnTo>
                <a:cubicBezTo>
                  <a:pt x="599199" y="36361"/>
                  <a:pt x="596227" y="36919"/>
                  <a:pt x="593979" y="38050"/>
                </a:cubicBezTo>
                <a:cubicBezTo>
                  <a:pt x="591731" y="39180"/>
                  <a:pt x="590614" y="41199"/>
                  <a:pt x="590614" y="44133"/>
                </a:cubicBezTo>
                <a:close/>
                <a:moveTo>
                  <a:pt x="625285" y="15037"/>
                </a:moveTo>
                <a:lnTo>
                  <a:pt x="631685" y="15037"/>
                </a:lnTo>
                <a:lnTo>
                  <a:pt x="631685" y="23406"/>
                </a:lnTo>
                <a:lnTo>
                  <a:pt x="631838" y="23406"/>
                </a:lnTo>
                <a:cubicBezTo>
                  <a:pt x="632828" y="20803"/>
                  <a:pt x="634340" y="18631"/>
                  <a:pt x="636372" y="16879"/>
                </a:cubicBezTo>
                <a:cubicBezTo>
                  <a:pt x="638404" y="15126"/>
                  <a:pt x="641248" y="14250"/>
                  <a:pt x="644893" y="14250"/>
                </a:cubicBezTo>
                <a:cubicBezTo>
                  <a:pt x="647675" y="14250"/>
                  <a:pt x="649999" y="14834"/>
                  <a:pt x="651866" y="16002"/>
                </a:cubicBezTo>
                <a:cubicBezTo>
                  <a:pt x="653745" y="17171"/>
                  <a:pt x="655142" y="18821"/>
                  <a:pt x="656082" y="20955"/>
                </a:cubicBezTo>
                <a:cubicBezTo>
                  <a:pt x="657009" y="23089"/>
                  <a:pt x="657466" y="25578"/>
                  <a:pt x="657466" y="28435"/>
                </a:cubicBezTo>
                <a:lnTo>
                  <a:pt x="657466" y="55258"/>
                </a:lnTo>
                <a:lnTo>
                  <a:pt x="650735" y="55258"/>
                </a:lnTo>
                <a:lnTo>
                  <a:pt x="650735" y="29731"/>
                </a:lnTo>
                <a:cubicBezTo>
                  <a:pt x="650735" y="26632"/>
                  <a:pt x="650088" y="24270"/>
                  <a:pt x="648805" y="22644"/>
                </a:cubicBezTo>
                <a:cubicBezTo>
                  <a:pt x="647510" y="21019"/>
                  <a:pt x="645389" y="20206"/>
                  <a:pt x="642442" y="20206"/>
                </a:cubicBezTo>
                <a:cubicBezTo>
                  <a:pt x="640334" y="20206"/>
                  <a:pt x="638493" y="20663"/>
                  <a:pt x="636918" y="21590"/>
                </a:cubicBezTo>
                <a:cubicBezTo>
                  <a:pt x="635343" y="22505"/>
                  <a:pt x="634124" y="23838"/>
                  <a:pt x="633273" y="25603"/>
                </a:cubicBezTo>
                <a:cubicBezTo>
                  <a:pt x="632409" y="27369"/>
                  <a:pt x="631990" y="29477"/>
                  <a:pt x="631990" y="31928"/>
                </a:cubicBezTo>
                <a:lnTo>
                  <a:pt x="631990" y="55258"/>
                </a:lnTo>
                <a:lnTo>
                  <a:pt x="625285" y="55258"/>
                </a:lnTo>
                <a:lnTo>
                  <a:pt x="625285" y="15037"/>
                </a:lnTo>
                <a:close/>
                <a:moveTo>
                  <a:pt x="683209" y="56007"/>
                </a:moveTo>
                <a:cubicBezTo>
                  <a:pt x="679691" y="56007"/>
                  <a:pt x="676593" y="55118"/>
                  <a:pt x="673926" y="53366"/>
                </a:cubicBezTo>
                <a:cubicBezTo>
                  <a:pt x="671259" y="51601"/>
                  <a:pt x="669201" y="49137"/>
                  <a:pt x="667741" y="45987"/>
                </a:cubicBezTo>
                <a:cubicBezTo>
                  <a:pt x="666267" y="42838"/>
                  <a:pt x="665543" y="39218"/>
                  <a:pt x="665543" y="35128"/>
                </a:cubicBezTo>
                <a:cubicBezTo>
                  <a:pt x="665543" y="31039"/>
                  <a:pt x="666255" y="27419"/>
                  <a:pt x="667677" y="24270"/>
                </a:cubicBezTo>
                <a:cubicBezTo>
                  <a:pt x="669112" y="21108"/>
                  <a:pt x="671144" y="18656"/>
                  <a:pt x="673786" y="16891"/>
                </a:cubicBezTo>
                <a:cubicBezTo>
                  <a:pt x="676427" y="15139"/>
                  <a:pt x="679488" y="14250"/>
                  <a:pt x="682993" y="14250"/>
                </a:cubicBezTo>
                <a:cubicBezTo>
                  <a:pt x="685571" y="14250"/>
                  <a:pt x="687857" y="14656"/>
                  <a:pt x="689839" y="15443"/>
                </a:cubicBezTo>
                <a:cubicBezTo>
                  <a:pt x="691820" y="16243"/>
                  <a:pt x="693471" y="17297"/>
                  <a:pt x="694792" y="18631"/>
                </a:cubicBezTo>
                <a:cubicBezTo>
                  <a:pt x="696100" y="19952"/>
                  <a:pt x="697116" y="21451"/>
                  <a:pt x="697840" y="23114"/>
                </a:cubicBezTo>
                <a:lnTo>
                  <a:pt x="697979" y="23114"/>
                </a:lnTo>
                <a:lnTo>
                  <a:pt x="697979" y="0"/>
                </a:lnTo>
                <a:lnTo>
                  <a:pt x="704685" y="0"/>
                </a:lnTo>
                <a:lnTo>
                  <a:pt x="704685" y="55258"/>
                </a:lnTo>
                <a:lnTo>
                  <a:pt x="698284" y="55258"/>
                </a:lnTo>
                <a:lnTo>
                  <a:pt x="698284" y="46736"/>
                </a:lnTo>
                <a:lnTo>
                  <a:pt x="698208" y="46736"/>
                </a:lnTo>
                <a:cubicBezTo>
                  <a:pt x="697090" y="49492"/>
                  <a:pt x="695363" y="51727"/>
                  <a:pt x="693014" y="53429"/>
                </a:cubicBezTo>
                <a:cubicBezTo>
                  <a:pt x="690677" y="55144"/>
                  <a:pt x="687400" y="56007"/>
                  <a:pt x="683209" y="56007"/>
                </a:cubicBezTo>
                <a:close/>
                <a:moveTo>
                  <a:pt x="672541" y="35128"/>
                </a:moveTo>
                <a:cubicBezTo>
                  <a:pt x="672541" y="38380"/>
                  <a:pt x="673087" y="41148"/>
                  <a:pt x="674192" y="43421"/>
                </a:cubicBezTo>
                <a:cubicBezTo>
                  <a:pt x="675297" y="45707"/>
                  <a:pt x="676808" y="47422"/>
                  <a:pt x="678726" y="48578"/>
                </a:cubicBezTo>
                <a:cubicBezTo>
                  <a:pt x="680657" y="49733"/>
                  <a:pt x="682828" y="50305"/>
                  <a:pt x="685267" y="50305"/>
                </a:cubicBezTo>
                <a:cubicBezTo>
                  <a:pt x="687692" y="50305"/>
                  <a:pt x="689864" y="49733"/>
                  <a:pt x="691794" y="48578"/>
                </a:cubicBezTo>
                <a:cubicBezTo>
                  <a:pt x="693712" y="47422"/>
                  <a:pt x="695223" y="45707"/>
                  <a:pt x="696328" y="43447"/>
                </a:cubicBezTo>
                <a:cubicBezTo>
                  <a:pt x="697433" y="41173"/>
                  <a:pt x="697979" y="38405"/>
                  <a:pt x="697979" y="35128"/>
                </a:cubicBezTo>
                <a:cubicBezTo>
                  <a:pt x="697979" y="31877"/>
                  <a:pt x="697433" y="29121"/>
                  <a:pt x="696328" y="26848"/>
                </a:cubicBezTo>
                <a:cubicBezTo>
                  <a:pt x="695223" y="24574"/>
                  <a:pt x="693712" y="22873"/>
                  <a:pt x="691794" y="21717"/>
                </a:cubicBezTo>
                <a:cubicBezTo>
                  <a:pt x="689864" y="20562"/>
                  <a:pt x="687692" y="19990"/>
                  <a:pt x="685267" y="19990"/>
                </a:cubicBezTo>
                <a:cubicBezTo>
                  <a:pt x="682828" y="19990"/>
                  <a:pt x="680657" y="20562"/>
                  <a:pt x="678726" y="21717"/>
                </a:cubicBezTo>
                <a:cubicBezTo>
                  <a:pt x="676808" y="22873"/>
                  <a:pt x="675297" y="24574"/>
                  <a:pt x="674192" y="26848"/>
                </a:cubicBezTo>
                <a:cubicBezTo>
                  <a:pt x="673087" y="29121"/>
                  <a:pt x="672541" y="31877"/>
                  <a:pt x="672541" y="35128"/>
                </a:cubicBezTo>
                <a:close/>
                <a:moveTo>
                  <a:pt x="734568" y="2832"/>
                </a:moveTo>
                <a:lnTo>
                  <a:pt x="754367" y="2832"/>
                </a:lnTo>
                <a:cubicBezTo>
                  <a:pt x="758406" y="2832"/>
                  <a:pt x="761810" y="3493"/>
                  <a:pt x="764515" y="4801"/>
                </a:cubicBezTo>
                <a:cubicBezTo>
                  <a:pt x="767309" y="6121"/>
                  <a:pt x="769341" y="7963"/>
                  <a:pt x="770738" y="10351"/>
                </a:cubicBezTo>
                <a:cubicBezTo>
                  <a:pt x="772135" y="12726"/>
                  <a:pt x="772770" y="15532"/>
                  <a:pt x="772770" y="18759"/>
                </a:cubicBezTo>
                <a:cubicBezTo>
                  <a:pt x="772770" y="21908"/>
                  <a:pt x="772135" y="24727"/>
                  <a:pt x="770738" y="27204"/>
                </a:cubicBezTo>
                <a:cubicBezTo>
                  <a:pt x="769468" y="29680"/>
                  <a:pt x="767436" y="31636"/>
                  <a:pt x="764642" y="33058"/>
                </a:cubicBezTo>
                <a:cubicBezTo>
                  <a:pt x="761962" y="34493"/>
                  <a:pt x="758673" y="35205"/>
                  <a:pt x="754774" y="35205"/>
                </a:cubicBezTo>
                <a:lnTo>
                  <a:pt x="741642" y="35205"/>
                </a:lnTo>
                <a:lnTo>
                  <a:pt x="741642" y="55258"/>
                </a:lnTo>
                <a:lnTo>
                  <a:pt x="734568" y="55258"/>
                </a:lnTo>
                <a:lnTo>
                  <a:pt x="734568" y="2832"/>
                </a:lnTo>
                <a:close/>
                <a:moveTo>
                  <a:pt x="753770" y="28804"/>
                </a:moveTo>
                <a:cubicBezTo>
                  <a:pt x="757784" y="28804"/>
                  <a:pt x="760793" y="27953"/>
                  <a:pt x="762775" y="26251"/>
                </a:cubicBezTo>
                <a:cubicBezTo>
                  <a:pt x="764769" y="24550"/>
                  <a:pt x="765785" y="22085"/>
                  <a:pt x="765785" y="18835"/>
                </a:cubicBezTo>
                <a:cubicBezTo>
                  <a:pt x="765785" y="15710"/>
                  <a:pt x="764769" y="13336"/>
                  <a:pt x="762648" y="11723"/>
                </a:cubicBezTo>
                <a:cubicBezTo>
                  <a:pt x="760578" y="10109"/>
                  <a:pt x="757517" y="9310"/>
                  <a:pt x="753466" y="9310"/>
                </a:cubicBezTo>
                <a:lnTo>
                  <a:pt x="741642" y="9310"/>
                </a:lnTo>
                <a:lnTo>
                  <a:pt x="741642" y="28804"/>
                </a:lnTo>
                <a:lnTo>
                  <a:pt x="753770" y="28804"/>
                </a:lnTo>
                <a:close/>
                <a:moveTo>
                  <a:pt x="789534" y="56007"/>
                </a:moveTo>
                <a:cubicBezTo>
                  <a:pt x="787121" y="56007"/>
                  <a:pt x="784962" y="55538"/>
                  <a:pt x="783184" y="54623"/>
                </a:cubicBezTo>
                <a:cubicBezTo>
                  <a:pt x="781279" y="53708"/>
                  <a:pt x="779882" y="52363"/>
                  <a:pt x="778739" y="50610"/>
                </a:cubicBezTo>
                <a:cubicBezTo>
                  <a:pt x="777723" y="48844"/>
                  <a:pt x="777215" y="46736"/>
                  <a:pt x="777215" y="44285"/>
                </a:cubicBezTo>
                <a:cubicBezTo>
                  <a:pt x="777215" y="41275"/>
                  <a:pt x="777977" y="38812"/>
                  <a:pt x="779628" y="36881"/>
                </a:cubicBezTo>
                <a:cubicBezTo>
                  <a:pt x="781152" y="34938"/>
                  <a:pt x="783311" y="33528"/>
                  <a:pt x="786105" y="32652"/>
                </a:cubicBezTo>
                <a:cubicBezTo>
                  <a:pt x="788772" y="31776"/>
                  <a:pt x="791947" y="31331"/>
                  <a:pt x="795503" y="31331"/>
                </a:cubicBezTo>
                <a:lnTo>
                  <a:pt x="802742" y="31331"/>
                </a:lnTo>
                <a:lnTo>
                  <a:pt x="802742" y="28575"/>
                </a:lnTo>
                <a:cubicBezTo>
                  <a:pt x="802742" y="25756"/>
                  <a:pt x="801980" y="23597"/>
                  <a:pt x="800710" y="22123"/>
                </a:cubicBezTo>
                <a:cubicBezTo>
                  <a:pt x="799313" y="20651"/>
                  <a:pt x="797281" y="19914"/>
                  <a:pt x="794487" y="19914"/>
                </a:cubicBezTo>
                <a:cubicBezTo>
                  <a:pt x="792074" y="19914"/>
                  <a:pt x="789915" y="20409"/>
                  <a:pt x="788010" y="21413"/>
                </a:cubicBezTo>
                <a:cubicBezTo>
                  <a:pt x="786232" y="22416"/>
                  <a:pt x="784581" y="23876"/>
                  <a:pt x="783184" y="25794"/>
                </a:cubicBezTo>
                <a:lnTo>
                  <a:pt x="778866" y="21476"/>
                </a:lnTo>
                <a:cubicBezTo>
                  <a:pt x="782803" y="16663"/>
                  <a:pt x="788264" y="14250"/>
                  <a:pt x="794995" y="14250"/>
                </a:cubicBezTo>
                <a:cubicBezTo>
                  <a:pt x="798043" y="14250"/>
                  <a:pt x="800710" y="14846"/>
                  <a:pt x="802869" y="16040"/>
                </a:cubicBezTo>
                <a:cubicBezTo>
                  <a:pt x="805028" y="17234"/>
                  <a:pt x="806679" y="18898"/>
                  <a:pt x="807695" y="21044"/>
                </a:cubicBezTo>
                <a:cubicBezTo>
                  <a:pt x="808838" y="23191"/>
                  <a:pt x="809346" y="25705"/>
                  <a:pt x="809346" y="28575"/>
                </a:cubicBezTo>
                <a:lnTo>
                  <a:pt x="809346" y="55258"/>
                </a:lnTo>
                <a:lnTo>
                  <a:pt x="802996" y="55258"/>
                </a:lnTo>
                <a:lnTo>
                  <a:pt x="802996" y="47778"/>
                </a:lnTo>
                <a:lnTo>
                  <a:pt x="802869" y="47778"/>
                </a:lnTo>
                <a:cubicBezTo>
                  <a:pt x="801472" y="50635"/>
                  <a:pt x="799821" y="52718"/>
                  <a:pt x="797662" y="54026"/>
                </a:cubicBezTo>
                <a:cubicBezTo>
                  <a:pt x="795503" y="55347"/>
                  <a:pt x="792836" y="56007"/>
                  <a:pt x="789534" y="56007"/>
                </a:cubicBezTo>
                <a:close/>
                <a:moveTo>
                  <a:pt x="784200" y="44133"/>
                </a:moveTo>
                <a:cubicBezTo>
                  <a:pt x="784200" y="45403"/>
                  <a:pt x="784454" y="46495"/>
                  <a:pt x="784962" y="47447"/>
                </a:cubicBezTo>
                <a:cubicBezTo>
                  <a:pt x="785597" y="48387"/>
                  <a:pt x="786359" y="49111"/>
                  <a:pt x="787502" y="49619"/>
                </a:cubicBezTo>
                <a:cubicBezTo>
                  <a:pt x="788518" y="50127"/>
                  <a:pt x="789915" y="50381"/>
                  <a:pt x="791312" y="50381"/>
                </a:cubicBezTo>
                <a:cubicBezTo>
                  <a:pt x="793725" y="50381"/>
                  <a:pt x="795757" y="49911"/>
                  <a:pt x="797408" y="48946"/>
                </a:cubicBezTo>
                <a:cubicBezTo>
                  <a:pt x="799186" y="47993"/>
                  <a:pt x="800456" y="46749"/>
                  <a:pt x="801345" y="45187"/>
                </a:cubicBezTo>
                <a:cubicBezTo>
                  <a:pt x="802234" y="43638"/>
                  <a:pt x="802742" y="41999"/>
                  <a:pt x="802742" y="40260"/>
                </a:cubicBezTo>
                <a:lnTo>
                  <a:pt x="802742" y="36361"/>
                </a:lnTo>
                <a:lnTo>
                  <a:pt x="796392" y="36361"/>
                </a:lnTo>
                <a:cubicBezTo>
                  <a:pt x="792709" y="36361"/>
                  <a:pt x="789788" y="36919"/>
                  <a:pt x="787502" y="38050"/>
                </a:cubicBezTo>
                <a:cubicBezTo>
                  <a:pt x="785343" y="39180"/>
                  <a:pt x="784200" y="41199"/>
                  <a:pt x="784200" y="44133"/>
                </a:cubicBezTo>
                <a:close/>
                <a:moveTo>
                  <a:pt x="818871" y="15037"/>
                </a:moveTo>
                <a:lnTo>
                  <a:pt x="825221" y="15037"/>
                </a:lnTo>
                <a:lnTo>
                  <a:pt x="825221" y="23635"/>
                </a:lnTo>
                <a:lnTo>
                  <a:pt x="825348" y="23635"/>
                </a:lnTo>
                <a:cubicBezTo>
                  <a:pt x="826110" y="20333"/>
                  <a:pt x="827253" y="17945"/>
                  <a:pt x="828904" y="16472"/>
                </a:cubicBezTo>
                <a:cubicBezTo>
                  <a:pt x="830428" y="14999"/>
                  <a:pt x="832460" y="14250"/>
                  <a:pt x="834873" y="14250"/>
                </a:cubicBezTo>
                <a:cubicBezTo>
                  <a:pt x="835508" y="14250"/>
                  <a:pt x="836016" y="14288"/>
                  <a:pt x="836651" y="14364"/>
                </a:cubicBezTo>
                <a:cubicBezTo>
                  <a:pt x="837159" y="14440"/>
                  <a:pt x="837667" y="14529"/>
                  <a:pt x="838048" y="14631"/>
                </a:cubicBezTo>
                <a:lnTo>
                  <a:pt x="838048" y="21210"/>
                </a:lnTo>
                <a:cubicBezTo>
                  <a:pt x="837667" y="21095"/>
                  <a:pt x="837159" y="20993"/>
                  <a:pt x="836524" y="20917"/>
                </a:cubicBezTo>
                <a:cubicBezTo>
                  <a:pt x="835889" y="20841"/>
                  <a:pt x="835254" y="20803"/>
                  <a:pt x="834746" y="20803"/>
                </a:cubicBezTo>
                <a:cubicBezTo>
                  <a:pt x="831444" y="20803"/>
                  <a:pt x="829031" y="21946"/>
                  <a:pt x="827634" y="24244"/>
                </a:cubicBezTo>
                <a:cubicBezTo>
                  <a:pt x="826237" y="26543"/>
                  <a:pt x="825475" y="29896"/>
                  <a:pt x="825475" y="34316"/>
                </a:cubicBezTo>
                <a:lnTo>
                  <a:pt x="825475" y="55258"/>
                </a:lnTo>
                <a:lnTo>
                  <a:pt x="818871" y="55258"/>
                </a:lnTo>
                <a:lnTo>
                  <a:pt x="818871" y="15037"/>
                </a:lnTo>
                <a:close/>
                <a:moveTo>
                  <a:pt x="855701" y="55855"/>
                </a:moveTo>
                <a:cubicBezTo>
                  <a:pt x="853288" y="55855"/>
                  <a:pt x="851383" y="55525"/>
                  <a:pt x="849859" y="54890"/>
                </a:cubicBezTo>
                <a:cubicBezTo>
                  <a:pt x="848462" y="54242"/>
                  <a:pt x="847319" y="53239"/>
                  <a:pt x="846557" y="51867"/>
                </a:cubicBezTo>
                <a:cubicBezTo>
                  <a:pt x="845922" y="50509"/>
                  <a:pt x="845541" y="48743"/>
                  <a:pt x="845541" y="46584"/>
                </a:cubicBezTo>
                <a:lnTo>
                  <a:pt x="845541" y="20651"/>
                </a:lnTo>
                <a:lnTo>
                  <a:pt x="839572" y="20651"/>
                </a:lnTo>
                <a:lnTo>
                  <a:pt x="839572" y="17158"/>
                </a:lnTo>
                <a:lnTo>
                  <a:pt x="851383" y="5283"/>
                </a:lnTo>
                <a:lnTo>
                  <a:pt x="852272" y="5283"/>
                </a:lnTo>
                <a:lnTo>
                  <a:pt x="852272" y="15037"/>
                </a:lnTo>
                <a:lnTo>
                  <a:pt x="861289" y="15037"/>
                </a:lnTo>
                <a:lnTo>
                  <a:pt x="861289" y="20651"/>
                </a:lnTo>
                <a:lnTo>
                  <a:pt x="852272" y="20651"/>
                </a:lnTo>
                <a:lnTo>
                  <a:pt x="852272" y="45212"/>
                </a:lnTo>
                <a:cubicBezTo>
                  <a:pt x="852272" y="46406"/>
                  <a:pt x="852399" y="47320"/>
                  <a:pt x="852653" y="47981"/>
                </a:cubicBezTo>
                <a:cubicBezTo>
                  <a:pt x="852907" y="48641"/>
                  <a:pt x="853415" y="49111"/>
                  <a:pt x="854050" y="49378"/>
                </a:cubicBezTo>
                <a:cubicBezTo>
                  <a:pt x="854685" y="49657"/>
                  <a:pt x="855574" y="49785"/>
                  <a:pt x="856590" y="49785"/>
                </a:cubicBezTo>
                <a:cubicBezTo>
                  <a:pt x="858114" y="49785"/>
                  <a:pt x="859638" y="49581"/>
                  <a:pt x="861289" y="49149"/>
                </a:cubicBezTo>
                <a:lnTo>
                  <a:pt x="861289" y="55258"/>
                </a:lnTo>
                <a:cubicBezTo>
                  <a:pt x="860527" y="55435"/>
                  <a:pt x="859638" y="55576"/>
                  <a:pt x="858622" y="55690"/>
                </a:cubicBezTo>
                <a:cubicBezTo>
                  <a:pt x="857606" y="55791"/>
                  <a:pt x="856590" y="55855"/>
                  <a:pt x="855701" y="55855"/>
                </a:cubicBezTo>
                <a:close/>
                <a:moveTo>
                  <a:pt x="869163" y="15037"/>
                </a:moveTo>
                <a:lnTo>
                  <a:pt x="875513" y="15037"/>
                </a:lnTo>
                <a:lnTo>
                  <a:pt x="875513" y="23406"/>
                </a:lnTo>
                <a:lnTo>
                  <a:pt x="875640" y="23406"/>
                </a:lnTo>
                <a:cubicBezTo>
                  <a:pt x="876656" y="20803"/>
                  <a:pt x="878180" y="18631"/>
                  <a:pt x="880212" y="16879"/>
                </a:cubicBezTo>
                <a:cubicBezTo>
                  <a:pt x="882244" y="15126"/>
                  <a:pt x="885038" y="14250"/>
                  <a:pt x="888721" y="14250"/>
                </a:cubicBezTo>
                <a:cubicBezTo>
                  <a:pt x="891515" y="14250"/>
                  <a:pt x="893801" y="14834"/>
                  <a:pt x="895706" y="16002"/>
                </a:cubicBezTo>
                <a:cubicBezTo>
                  <a:pt x="897611" y="17171"/>
                  <a:pt x="899008" y="18821"/>
                  <a:pt x="899897" y="20955"/>
                </a:cubicBezTo>
                <a:cubicBezTo>
                  <a:pt x="900786" y="23089"/>
                  <a:pt x="901294" y="25578"/>
                  <a:pt x="901294" y="28435"/>
                </a:cubicBezTo>
                <a:lnTo>
                  <a:pt x="901294" y="55258"/>
                </a:lnTo>
                <a:lnTo>
                  <a:pt x="894563" y="55258"/>
                </a:lnTo>
                <a:lnTo>
                  <a:pt x="894563" y="29731"/>
                </a:lnTo>
                <a:cubicBezTo>
                  <a:pt x="894563" y="26632"/>
                  <a:pt x="893928" y="24270"/>
                  <a:pt x="892658" y="22644"/>
                </a:cubicBezTo>
                <a:cubicBezTo>
                  <a:pt x="891388" y="21019"/>
                  <a:pt x="889229" y="20206"/>
                  <a:pt x="886308" y="20206"/>
                </a:cubicBezTo>
                <a:cubicBezTo>
                  <a:pt x="884149" y="20206"/>
                  <a:pt x="882371" y="20663"/>
                  <a:pt x="880720" y="21590"/>
                </a:cubicBezTo>
                <a:cubicBezTo>
                  <a:pt x="879196" y="22505"/>
                  <a:pt x="877926" y="23838"/>
                  <a:pt x="877164" y="25603"/>
                </a:cubicBezTo>
                <a:cubicBezTo>
                  <a:pt x="876275" y="27369"/>
                  <a:pt x="875767" y="29477"/>
                  <a:pt x="875767" y="31928"/>
                </a:cubicBezTo>
                <a:lnTo>
                  <a:pt x="875767" y="55258"/>
                </a:lnTo>
                <a:lnTo>
                  <a:pt x="869163" y="55258"/>
                </a:lnTo>
                <a:lnTo>
                  <a:pt x="869163" y="15037"/>
                </a:lnTo>
                <a:close/>
                <a:moveTo>
                  <a:pt x="929615" y="56007"/>
                </a:moveTo>
                <a:cubicBezTo>
                  <a:pt x="925551" y="56007"/>
                  <a:pt x="921995" y="55207"/>
                  <a:pt x="918947" y="53607"/>
                </a:cubicBezTo>
                <a:cubicBezTo>
                  <a:pt x="915899" y="52007"/>
                  <a:pt x="913486" y="49632"/>
                  <a:pt x="911835" y="46495"/>
                </a:cubicBezTo>
                <a:cubicBezTo>
                  <a:pt x="910184" y="43358"/>
                  <a:pt x="909422" y="39574"/>
                  <a:pt x="909422" y="35128"/>
                </a:cubicBezTo>
                <a:cubicBezTo>
                  <a:pt x="909422" y="30633"/>
                  <a:pt x="910311" y="26822"/>
                  <a:pt x="911962" y="23685"/>
                </a:cubicBezTo>
                <a:cubicBezTo>
                  <a:pt x="913740" y="20549"/>
                  <a:pt x="916153" y="18186"/>
                  <a:pt x="919074" y="16612"/>
                </a:cubicBezTo>
                <a:cubicBezTo>
                  <a:pt x="921995" y="15037"/>
                  <a:pt x="925297" y="14250"/>
                  <a:pt x="928853" y="14250"/>
                </a:cubicBezTo>
                <a:cubicBezTo>
                  <a:pt x="932917" y="14250"/>
                  <a:pt x="936346" y="15202"/>
                  <a:pt x="938886" y="17107"/>
                </a:cubicBezTo>
                <a:cubicBezTo>
                  <a:pt x="941553" y="19000"/>
                  <a:pt x="943458" y="21425"/>
                  <a:pt x="944601" y="24371"/>
                </a:cubicBezTo>
                <a:cubicBezTo>
                  <a:pt x="945871" y="27331"/>
                  <a:pt x="946379" y="30429"/>
                  <a:pt x="946379" y="33681"/>
                </a:cubicBezTo>
                <a:cubicBezTo>
                  <a:pt x="946379" y="34798"/>
                  <a:pt x="946379" y="35840"/>
                  <a:pt x="946252" y="36805"/>
                </a:cubicBezTo>
                <a:lnTo>
                  <a:pt x="916407" y="36805"/>
                </a:lnTo>
                <a:cubicBezTo>
                  <a:pt x="916661" y="41199"/>
                  <a:pt x="917931" y="44539"/>
                  <a:pt x="920090" y="46851"/>
                </a:cubicBezTo>
                <a:cubicBezTo>
                  <a:pt x="922376" y="49149"/>
                  <a:pt x="925551" y="50305"/>
                  <a:pt x="929615" y="50305"/>
                </a:cubicBezTo>
                <a:cubicBezTo>
                  <a:pt x="932155" y="50305"/>
                  <a:pt x="934187" y="49936"/>
                  <a:pt x="935965" y="49188"/>
                </a:cubicBezTo>
                <a:cubicBezTo>
                  <a:pt x="937743" y="48451"/>
                  <a:pt x="939394" y="47219"/>
                  <a:pt x="940791" y="45504"/>
                </a:cubicBezTo>
                <a:lnTo>
                  <a:pt x="944982" y="49670"/>
                </a:lnTo>
                <a:cubicBezTo>
                  <a:pt x="943712" y="51168"/>
                  <a:pt x="942315" y="52375"/>
                  <a:pt x="940791" y="53302"/>
                </a:cubicBezTo>
                <a:cubicBezTo>
                  <a:pt x="939267" y="54229"/>
                  <a:pt x="937743" y="54915"/>
                  <a:pt x="935838" y="55347"/>
                </a:cubicBezTo>
                <a:cubicBezTo>
                  <a:pt x="934060" y="55779"/>
                  <a:pt x="932028" y="56007"/>
                  <a:pt x="929615" y="56007"/>
                </a:cubicBezTo>
                <a:close/>
                <a:moveTo>
                  <a:pt x="939648" y="31636"/>
                </a:moveTo>
                <a:cubicBezTo>
                  <a:pt x="939267" y="27763"/>
                  <a:pt x="938124" y="24854"/>
                  <a:pt x="936219" y="22911"/>
                </a:cubicBezTo>
                <a:cubicBezTo>
                  <a:pt x="934314" y="20955"/>
                  <a:pt x="931774" y="19990"/>
                  <a:pt x="928599" y="19990"/>
                </a:cubicBezTo>
                <a:cubicBezTo>
                  <a:pt x="926440" y="19990"/>
                  <a:pt x="924662" y="20422"/>
                  <a:pt x="922884" y="21286"/>
                </a:cubicBezTo>
                <a:cubicBezTo>
                  <a:pt x="921233" y="22149"/>
                  <a:pt x="919836" y="23457"/>
                  <a:pt x="918820" y="25197"/>
                </a:cubicBezTo>
                <a:cubicBezTo>
                  <a:pt x="917677" y="26924"/>
                  <a:pt x="916915" y="29070"/>
                  <a:pt x="916661" y="31636"/>
                </a:cubicBezTo>
                <a:lnTo>
                  <a:pt x="939648" y="31636"/>
                </a:lnTo>
                <a:close/>
                <a:moveTo>
                  <a:pt x="954507" y="15037"/>
                </a:moveTo>
                <a:lnTo>
                  <a:pt x="960857" y="15037"/>
                </a:lnTo>
                <a:lnTo>
                  <a:pt x="960857" y="23635"/>
                </a:lnTo>
                <a:lnTo>
                  <a:pt x="960984" y="23635"/>
                </a:lnTo>
                <a:cubicBezTo>
                  <a:pt x="961746" y="20333"/>
                  <a:pt x="962889" y="17945"/>
                  <a:pt x="964540" y="16472"/>
                </a:cubicBezTo>
                <a:cubicBezTo>
                  <a:pt x="966064" y="14999"/>
                  <a:pt x="968096" y="14250"/>
                  <a:pt x="970509" y="14250"/>
                </a:cubicBezTo>
                <a:cubicBezTo>
                  <a:pt x="971144" y="14250"/>
                  <a:pt x="971652" y="14288"/>
                  <a:pt x="972287" y="14364"/>
                </a:cubicBezTo>
                <a:cubicBezTo>
                  <a:pt x="972795" y="14440"/>
                  <a:pt x="973303" y="14529"/>
                  <a:pt x="973684" y="14631"/>
                </a:cubicBezTo>
                <a:lnTo>
                  <a:pt x="973684" y="21210"/>
                </a:lnTo>
                <a:cubicBezTo>
                  <a:pt x="973303" y="21095"/>
                  <a:pt x="972795" y="20993"/>
                  <a:pt x="972160" y="20917"/>
                </a:cubicBezTo>
                <a:cubicBezTo>
                  <a:pt x="971525" y="20841"/>
                  <a:pt x="970890" y="20803"/>
                  <a:pt x="970382" y="20803"/>
                </a:cubicBezTo>
                <a:cubicBezTo>
                  <a:pt x="967080" y="20803"/>
                  <a:pt x="964667" y="21946"/>
                  <a:pt x="963270" y="24244"/>
                </a:cubicBezTo>
                <a:cubicBezTo>
                  <a:pt x="961873" y="26543"/>
                  <a:pt x="961111" y="29896"/>
                  <a:pt x="961111" y="34316"/>
                </a:cubicBezTo>
                <a:lnTo>
                  <a:pt x="961111" y="55258"/>
                </a:lnTo>
                <a:lnTo>
                  <a:pt x="954507" y="55258"/>
                </a:lnTo>
                <a:lnTo>
                  <a:pt x="954507" y="15037"/>
                </a:lnTo>
                <a:close/>
                <a:moveTo>
                  <a:pt x="992988" y="56007"/>
                </a:moveTo>
                <a:cubicBezTo>
                  <a:pt x="986130" y="56007"/>
                  <a:pt x="980669" y="53899"/>
                  <a:pt x="976859" y="49670"/>
                </a:cubicBezTo>
                <a:lnTo>
                  <a:pt x="981177" y="45403"/>
                </a:lnTo>
                <a:cubicBezTo>
                  <a:pt x="982955" y="47257"/>
                  <a:pt x="984733" y="48565"/>
                  <a:pt x="986638" y="49327"/>
                </a:cubicBezTo>
                <a:cubicBezTo>
                  <a:pt x="988416" y="50076"/>
                  <a:pt x="990575" y="50457"/>
                  <a:pt x="992988" y="50457"/>
                </a:cubicBezTo>
                <a:cubicBezTo>
                  <a:pt x="995401" y="50457"/>
                  <a:pt x="997433" y="50000"/>
                  <a:pt x="999084" y="49099"/>
                </a:cubicBezTo>
                <a:cubicBezTo>
                  <a:pt x="1000735" y="48197"/>
                  <a:pt x="1001624" y="46711"/>
                  <a:pt x="1001624" y="44653"/>
                </a:cubicBezTo>
                <a:cubicBezTo>
                  <a:pt x="1001624" y="43193"/>
                  <a:pt x="1001243" y="41999"/>
                  <a:pt x="1000354" y="41097"/>
                </a:cubicBezTo>
                <a:cubicBezTo>
                  <a:pt x="999592" y="40196"/>
                  <a:pt x="998449" y="39484"/>
                  <a:pt x="997179" y="38964"/>
                </a:cubicBezTo>
                <a:cubicBezTo>
                  <a:pt x="995909" y="38443"/>
                  <a:pt x="993877" y="37833"/>
                  <a:pt x="991464" y="37135"/>
                </a:cubicBezTo>
                <a:cubicBezTo>
                  <a:pt x="988924" y="36424"/>
                  <a:pt x="986765" y="35649"/>
                  <a:pt x="984987" y="34837"/>
                </a:cubicBezTo>
                <a:cubicBezTo>
                  <a:pt x="983209" y="34011"/>
                  <a:pt x="981685" y="32842"/>
                  <a:pt x="980542" y="31318"/>
                </a:cubicBezTo>
                <a:cubicBezTo>
                  <a:pt x="979272" y="29794"/>
                  <a:pt x="978764" y="27839"/>
                  <a:pt x="978764" y="25451"/>
                </a:cubicBezTo>
                <a:cubicBezTo>
                  <a:pt x="978764" y="23076"/>
                  <a:pt x="979272" y="21044"/>
                  <a:pt x="980415" y="19355"/>
                </a:cubicBezTo>
                <a:cubicBezTo>
                  <a:pt x="981685" y="17666"/>
                  <a:pt x="983336" y="16396"/>
                  <a:pt x="985495" y="15532"/>
                </a:cubicBezTo>
                <a:cubicBezTo>
                  <a:pt x="987527" y="14681"/>
                  <a:pt x="990067" y="14250"/>
                  <a:pt x="992861" y="14250"/>
                </a:cubicBezTo>
                <a:cubicBezTo>
                  <a:pt x="995655" y="14250"/>
                  <a:pt x="998195" y="14707"/>
                  <a:pt x="1000735" y="15608"/>
                </a:cubicBezTo>
                <a:cubicBezTo>
                  <a:pt x="1003275" y="16523"/>
                  <a:pt x="1005307" y="17844"/>
                  <a:pt x="1006958" y="19571"/>
                </a:cubicBezTo>
                <a:lnTo>
                  <a:pt x="1002767" y="23851"/>
                </a:lnTo>
                <a:cubicBezTo>
                  <a:pt x="1000100" y="21222"/>
                  <a:pt x="996798" y="19914"/>
                  <a:pt x="992861" y="19914"/>
                </a:cubicBezTo>
                <a:cubicBezTo>
                  <a:pt x="990448" y="19914"/>
                  <a:pt x="988670" y="20346"/>
                  <a:pt x="987273" y="21210"/>
                </a:cubicBezTo>
                <a:cubicBezTo>
                  <a:pt x="985876" y="22085"/>
                  <a:pt x="985241" y="23394"/>
                  <a:pt x="985241" y="25159"/>
                </a:cubicBezTo>
                <a:cubicBezTo>
                  <a:pt x="985241" y="26327"/>
                  <a:pt x="985622" y="27293"/>
                  <a:pt x="986384" y="28055"/>
                </a:cubicBezTo>
                <a:cubicBezTo>
                  <a:pt x="987273" y="28829"/>
                  <a:pt x="988289" y="29464"/>
                  <a:pt x="989686" y="29973"/>
                </a:cubicBezTo>
                <a:cubicBezTo>
                  <a:pt x="990956" y="30480"/>
                  <a:pt x="992861" y="31090"/>
                  <a:pt x="995401" y="31776"/>
                </a:cubicBezTo>
                <a:cubicBezTo>
                  <a:pt x="997941" y="32500"/>
                  <a:pt x="1000100" y="33262"/>
                  <a:pt x="1001878" y="34049"/>
                </a:cubicBezTo>
                <a:cubicBezTo>
                  <a:pt x="1003529" y="34849"/>
                  <a:pt x="1005053" y="36055"/>
                  <a:pt x="1006323" y="37681"/>
                </a:cubicBezTo>
                <a:cubicBezTo>
                  <a:pt x="1007466" y="39307"/>
                  <a:pt x="1008101" y="41453"/>
                  <a:pt x="1008101" y="44133"/>
                </a:cubicBezTo>
                <a:cubicBezTo>
                  <a:pt x="1008101" y="46610"/>
                  <a:pt x="1007466" y="48743"/>
                  <a:pt x="1006196" y="50533"/>
                </a:cubicBezTo>
                <a:cubicBezTo>
                  <a:pt x="1004926" y="52312"/>
                  <a:pt x="1003148" y="53670"/>
                  <a:pt x="1000862" y="54611"/>
                </a:cubicBezTo>
                <a:cubicBezTo>
                  <a:pt x="998576" y="55538"/>
                  <a:pt x="995909" y="56007"/>
                  <a:pt x="992988" y="56007"/>
                </a:cubicBezTo>
                <a:close/>
                <a:moveTo>
                  <a:pt x="1057250" y="56007"/>
                </a:moveTo>
                <a:cubicBezTo>
                  <a:pt x="1052170" y="56007"/>
                  <a:pt x="1047725" y="54902"/>
                  <a:pt x="1043915" y="52693"/>
                </a:cubicBezTo>
                <a:cubicBezTo>
                  <a:pt x="1039978" y="50483"/>
                  <a:pt x="1037057" y="47334"/>
                  <a:pt x="1034898" y="43256"/>
                </a:cubicBezTo>
                <a:cubicBezTo>
                  <a:pt x="1032739" y="39180"/>
                  <a:pt x="1031596" y="34430"/>
                  <a:pt x="1031596" y="29032"/>
                </a:cubicBezTo>
                <a:cubicBezTo>
                  <a:pt x="1031596" y="23623"/>
                  <a:pt x="1032739" y="18885"/>
                  <a:pt x="1034898" y="14808"/>
                </a:cubicBezTo>
                <a:cubicBezTo>
                  <a:pt x="1037057" y="10744"/>
                  <a:pt x="1039978" y="7595"/>
                  <a:pt x="1043915" y="5385"/>
                </a:cubicBezTo>
                <a:cubicBezTo>
                  <a:pt x="1047725" y="3163"/>
                  <a:pt x="1052170" y="2045"/>
                  <a:pt x="1057250" y="2045"/>
                </a:cubicBezTo>
                <a:cubicBezTo>
                  <a:pt x="1062203" y="2045"/>
                  <a:pt x="1066648" y="3163"/>
                  <a:pt x="1070458" y="5385"/>
                </a:cubicBezTo>
                <a:cubicBezTo>
                  <a:pt x="1074395" y="7595"/>
                  <a:pt x="1077443" y="10744"/>
                  <a:pt x="1079602" y="14808"/>
                </a:cubicBezTo>
                <a:cubicBezTo>
                  <a:pt x="1081761" y="18885"/>
                  <a:pt x="1082777" y="23623"/>
                  <a:pt x="1082777" y="29032"/>
                </a:cubicBezTo>
                <a:cubicBezTo>
                  <a:pt x="1082777" y="34430"/>
                  <a:pt x="1081761" y="39180"/>
                  <a:pt x="1079602" y="43256"/>
                </a:cubicBezTo>
                <a:cubicBezTo>
                  <a:pt x="1077443" y="47334"/>
                  <a:pt x="1074395" y="50483"/>
                  <a:pt x="1070458" y="52693"/>
                </a:cubicBezTo>
                <a:cubicBezTo>
                  <a:pt x="1066648" y="54902"/>
                  <a:pt x="1062203" y="56007"/>
                  <a:pt x="1057250" y="56007"/>
                </a:cubicBezTo>
                <a:close/>
                <a:moveTo>
                  <a:pt x="1038835" y="29032"/>
                </a:moveTo>
                <a:cubicBezTo>
                  <a:pt x="1038835" y="33198"/>
                  <a:pt x="1039597" y="36818"/>
                  <a:pt x="1040994" y="39891"/>
                </a:cubicBezTo>
                <a:cubicBezTo>
                  <a:pt x="1042518" y="42964"/>
                  <a:pt x="1044677" y="45327"/>
                  <a:pt x="1047471" y="46978"/>
                </a:cubicBezTo>
                <a:cubicBezTo>
                  <a:pt x="1050138" y="48629"/>
                  <a:pt x="1053440" y="49454"/>
                  <a:pt x="1057250" y="49454"/>
                </a:cubicBezTo>
                <a:cubicBezTo>
                  <a:pt x="1060933" y="49454"/>
                  <a:pt x="1064235" y="48629"/>
                  <a:pt x="1066902" y="46978"/>
                </a:cubicBezTo>
                <a:cubicBezTo>
                  <a:pt x="1069696" y="45327"/>
                  <a:pt x="1071855" y="42964"/>
                  <a:pt x="1073379" y="39891"/>
                </a:cubicBezTo>
                <a:cubicBezTo>
                  <a:pt x="1074776" y="36818"/>
                  <a:pt x="1075538" y="33198"/>
                  <a:pt x="1075538" y="29032"/>
                </a:cubicBezTo>
                <a:cubicBezTo>
                  <a:pt x="1075538" y="24854"/>
                  <a:pt x="1074776" y="21248"/>
                  <a:pt x="1073379" y="18174"/>
                </a:cubicBezTo>
                <a:cubicBezTo>
                  <a:pt x="1071855" y="15113"/>
                  <a:pt x="1069696" y="12764"/>
                  <a:pt x="1066902" y="11112"/>
                </a:cubicBezTo>
                <a:cubicBezTo>
                  <a:pt x="1064235" y="9461"/>
                  <a:pt x="1060933" y="8636"/>
                  <a:pt x="1057250" y="8636"/>
                </a:cubicBezTo>
                <a:cubicBezTo>
                  <a:pt x="1053440" y="8636"/>
                  <a:pt x="1050138" y="9461"/>
                  <a:pt x="1047471" y="11112"/>
                </a:cubicBezTo>
                <a:cubicBezTo>
                  <a:pt x="1044677" y="12764"/>
                  <a:pt x="1042518" y="15113"/>
                  <a:pt x="1040994" y="18174"/>
                </a:cubicBezTo>
                <a:cubicBezTo>
                  <a:pt x="1039597" y="21248"/>
                  <a:pt x="1038835" y="24854"/>
                  <a:pt x="1038835" y="29032"/>
                </a:cubicBezTo>
                <a:close/>
                <a:moveTo>
                  <a:pt x="1091667" y="15037"/>
                </a:moveTo>
                <a:lnTo>
                  <a:pt x="1098017" y="15037"/>
                </a:lnTo>
                <a:lnTo>
                  <a:pt x="1098017" y="23406"/>
                </a:lnTo>
                <a:lnTo>
                  <a:pt x="1098144" y="23406"/>
                </a:lnTo>
                <a:cubicBezTo>
                  <a:pt x="1099160" y="20803"/>
                  <a:pt x="1100684" y="18631"/>
                  <a:pt x="1102716" y="16879"/>
                </a:cubicBezTo>
                <a:cubicBezTo>
                  <a:pt x="1104748" y="15126"/>
                  <a:pt x="1107542" y="14250"/>
                  <a:pt x="1111225" y="14250"/>
                </a:cubicBezTo>
                <a:cubicBezTo>
                  <a:pt x="1114019" y="14250"/>
                  <a:pt x="1116305" y="14834"/>
                  <a:pt x="1118210" y="16002"/>
                </a:cubicBezTo>
                <a:cubicBezTo>
                  <a:pt x="1120115" y="17171"/>
                  <a:pt x="1121512" y="18821"/>
                  <a:pt x="1122401" y="20955"/>
                </a:cubicBezTo>
                <a:cubicBezTo>
                  <a:pt x="1123290" y="23089"/>
                  <a:pt x="1123798" y="25578"/>
                  <a:pt x="1123798" y="28435"/>
                </a:cubicBezTo>
                <a:lnTo>
                  <a:pt x="1123798" y="55258"/>
                </a:lnTo>
                <a:lnTo>
                  <a:pt x="1117067" y="55258"/>
                </a:lnTo>
                <a:lnTo>
                  <a:pt x="1117067" y="29731"/>
                </a:lnTo>
                <a:cubicBezTo>
                  <a:pt x="1117067" y="26632"/>
                  <a:pt x="1116432" y="24270"/>
                  <a:pt x="1115162" y="22644"/>
                </a:cubicBezTo>
                <a:cubicBezTo>
                  <a:pt x="1113892" y="21019"/>
                  <a:pt x="1111733" y="20206"/>
                  <a:pt x="1108812" y="20206"/>
                </a:cubicBezTo>
                <a:cubicBezTo>
                  <a:pt x="1106653" y="20206"/>
                  <a:pt x="1104875" y="20663"/>
                  <a:pt x="1103224" y="21590"/>
                </a:cubicBezTo>
                <a:cubicBezTo>
                  <a:pt x="1101700" y="22505"/>
                  <a:pt x="1100430" y="23838"/>
                  <a:pt x="1099668" y="25603"/>
                </a:cubicBezTo>
                <a:cubicBezTo>
                  <a:pt x="1098779" y="27369"/>
                  <a:pt x="1098271" y="29477"/>
                  <a:pt x="1098271" y="31928"/>
                </a:cubicBezTo>
                <a:lnTo>
                  <a:pt x="1098271" y="55258"/>
                </a:lnTo>
                <a:lnTo>
                  <a:pt x="1091667" y="55258"/>
                </a:lnTo>
                <a:lnTo>
                  <a:pt x="1091667" y="15037"/>
                </a:lnTo>
                <a:close/>
                <a:moveTo>
                  <a:pt x="1143229" y="55855"/>
                </a:moveTo>
                <a:cubicBezTo>
                  <a:pt x="1141070" y="55855"/>
                  <a:pt x="1139292" y="55487"/>
                  <a:pt x="1137895" y="54776"/>
                </a:cubicBezTo>
                <a:cubicBezTo>
                  <a:pt x="1136498" y="54052"/>
                  <a:pt x="1135609" y="52984"/>
                  <a:pt x="1134974" y="51550"/>
                </a:cubicBezTo>
                <a:cubicBezTo>
                  <a:pt x="1134339" y="50127"/>
                  <a:pt x="1133958" y="48311"/>
                  <a:pt x="1133958" y="46101"/>
                </a:cubicBezTo>
                <a:lnTo>
                  <a:pt x="1133958" y="0"/>
                </a:lnTo>
                <a:lnTo>
                  <a:pt x="1140689" y="0"/>
                </a:lnTo>
                <a:lnTo>
                  <a:pt x="1140689" y="45060"/>
                </a:lnTo>
                <a:cubicBezTo>
                  <a:pt x="1140689" y="46304"/>
                  <a:pt x="1140816" y="47257"/>
                  <a:pt x="1141070" y="47930"/>
                </a:cubicBezTo>
                <a:cubicBezTo>
                  <a:pt x="1141324" y="48603"/>
                  <a:pt x="1141705" y="49073"/>
                  <a:pt x="1142213" y="49365"/>
                </a:cubicBezTo>
                <a:cubicBezTo>
                  <a:pt x="1142721" y="49644"/>
                  <a:pt x="1143483" y="49785"/>
                  <a:pt x="1144499" y="49785"/>
                </a:cubicBezTo>
                <a:cubicBezTo>
                  <a:pt x="1145134" y="49785"/>
                  <a:pt x="1145769" y="49733"/>
                  <a:pt x="1146404" y="49644"/>
                </a:cubicBezTo>
                <a:cubicBezTo>
                  <a:pt x="1147039" y="49543"/>
                  <a:pt x="1147547" y="49429"/>
                  <a:pt x="1148055" y="49302"/>
                </a:cubicBezTo>
                <a:lnTo>
                  <a:pt x="1148055" y="55258"/>
                </a:lnTo>
                <a:cubicBezTo>
                  <a:pt x="1147420" y="55461"/>
                  <a:pt x="1146658" y="55601"/>
                  <a:pt x="1145896" y="55703"/>
                </a:cubicBezTo>
                <a:cubicBezTo>
                  <a:pt x="1145007" y="55804"/>
                  <a:pt x="1144118" y="55855"/>
                  <a:pt x="1143229" y="55855"/>
                </a:cubicBezTo>
                <a:close/>
                <a:moveTo>
                  <a:pt x="1155294" y="71857"/>
                </a:moveTo>
                <a:cubicBezTo>
                  <a:pt x="1153897" y="71857"/>
                  <a:pt x="1152373" y="71755"/>
                  <a:pt x="1150976" y="71552"/>
                </a:cubicBezTo>
                <a:lnTo>
                  <a:pt x="1150976" y="65786"/>
                </a:lnTo>
                <a:cubicBezTo>
                  <a:pt x="1151992" y="66078"/>
                  <a:pt x="1153135" y="66231"/>
                  <a:pt x="1154786" y="66231"/>
                </a:cubicBezTo>
                <a:cubicBezTo>
                  <a:pt x="1156310" y="66231"/>
                  <a:pt x="1157580" y="66040"/>
                  <a:pt x="1158469" y="65660"/>
                </a:cubicBezTo>
                <a:cubicBezTo>
                  <a:pt x="1159485" y="65278"/>
                  <a:pt x="1160374" y="64694"/>
                  <a:pt x="1160882" y="63932"/>
                </a:cubicBezTo>
                <a:cubicBezTo>
                  <a:pt x="1161517" y="63157"/>
                  <a:pt x="1162152" y="62129"/>
                  <a:pt x="1162660" y="60833"/>
                </a:cubicBezTo>
                <a:lnTo>
                  <a:pt x="1164819" y="55144"/>
                </a:lnTo>
                <a:lnTo>
                  <a:pt x="1148690" y="15037"/>
                </a:lnTo>
                <a:lnTo>
                  <a:pt x="1155802" y="15037"/>
                </a:lnTo>
                <a:lnTo>
                  <a:pt x="1164438" y="37288"/>
                </a:lnTo>
                <a:cubicBezTo>
                  <a:pt x="1165073" y="39142"/>
                  <a:pt x="1165835" y="41237"/>
                  <a:pt x="1166597" y="43574"/>
                </a:cubicBezTo>
                <a:cubicBezTo>
                  <a:pt x="1167359" y="45910"/>
                  <a:pt x="1167867" y="47282"/>
                  <a:pt x="1167994" y="47702"/>
                </a:cubicBezTo>
                <a:cubicBezTo>
                  <a:pt x="1168121" y="47358"/>
                  <a:pt x="1168629" y="46038"/>
                  <a:pt x="1169391" y="43765"/>
                </a:cubicBezTo>
                <a:cubicBezTo>
                  <a:pt x="1170534" y="40932"/>
                  <a:pt x="1171169" y="39002"/>
                  <a:pt x="1171550" y="37960"/>
                </a:cubicBezTo>
                <a:lnTo>
                  <a:pt x="1179424" y="15037"/>
                </a:lnTo>
                <a:lnTo>
                  <a:pt x="1186536" y="15037"/>
                </a:lnTo>
                <a:lnTo>
                  <a:pt x="1167994" y="63030"/>
                </a:lnTo>
                <a:cubicBezTo>
                  <a:pt x="1167232" y="65088"/>
                  <a:pt x="1166343" y="66752"/>
                  <a:pt x="1165327" y="67996"/>
                </a:cubicBezTo>
                <a:cubicBezTo>
                  <a:pt x="1164438" y="69253"/>
                  <a:pt x="1163041" y="70206"/>
                  <a:pt x="1161517" y="70866"/>
                </a:cubicBezTo>
                <a:cubicBezTo>
                  <a:pt x="1159866" y="71527"/>
                  <a:pt x="1157834" y="71857"/>
                  <a:pt x="1155294" y="71857"/>
                </a:cubicBezTo>
                <a:close/>
              </a:path>
            </a:pathLst>
          </a:custGeom>
          <a:solidFill>
            <a:srgbClr val="000000">
              <a:alpha val="50196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100" y="1765300"/>
            <a:ext cx="8623300" cy="4889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100" y="1765300"/>
            <a:ext cx="8623300" cy="4889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0100" y="1752600"/>
            <a:ext cx="8636000" cy="4902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0100" y="1752600"/>
            <a:ext cx="8636000" cy="4902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3233" y="1932356"/>
            <a:ext cx="7571105" cy="425869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0579" y="156959"/>
            <a:ext cx="368820" cy="36882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3900" y="1422400"/>
            <a:ext cx="114300" cy="63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1811" y="106705"/>
            <a:ext cx="463283" cy="528802"/>
          </a:xfrm>
          <a:prstGeom prst="rect">
            <a:avLst/>
          </a:prstGeom>
        </p:spPr>
      </p:pic>
      <p:sp>
        <p:nvSpPr>
          <p:cNvPr id="21" name="Editable vector"/>
          <p:cNvSpPr/>
          <p:nvPr/>
        </p:nvSpPr>
        <p:spPr>
          <a:xfrm>
            <a:off x="4698365" y="215265"/>
            <a:ext cx="257175" cy="256285"/>
          </a:xfrm>
          <a:custGeom>
            <a:avLst/>
            <a:gdLst/>
            <a:ahLst/>
            <a:cxnLst/>
            <a:rect l="0" t="0" r="r" b="b"/>
            <a:pathLst>
              <a:path w="257175" h="256286" fill="norm" stroke="1" extrusionOk="0">
                <a:moveTo>
                  <a:pt x="0" y="42672"/>
                </a:moveTo>
                <a:cubicBezTo>
                  <a:pt x="0" y="19177"/>
                  <a:pt x="19050" y="0"/>
                  <a:pt x="42672" y="0"/>
                </a:cubicBezTo>
                <a:lnTo>
                  <a:pt x="214503" y="0"/>
                </a:lnTo>
                <a:cubicBezTo>
                  <a:pt x="238125" y="0"/>
                  <a:pt x="257175" y="19177"/>
                  <a:pt x="257175" y="42672"/>
                </a:cubicBezTo>
                <a:lnTo>
                  <a:pt x="257175" y="213487"/>
                </a:lnTo>
                <a:cubicBezTo>
                  <a:pt x="257175" y="237109"/>
                  <a:pt x="238125" y="256286"/>
                  <a:pt x="214503" y="256286"/>
                </a:cubicBezTo>
                <a:lnTo>
                  <a:pt x="42672" y="256286"/>
                </a:lnTo>
                <a:cubicBezTo>
                  <a:pt x="19050" y="256286"/>
                  <a:pt x="0" y="237109"/>
                  <a:pt x="0" y="213487"/>
                </a:cubicBezTo>
                <a:lnTo>
                  <a:pt x="0" y="42672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Editable text — 22"/>
          <p:cNvSpPr txBox="1"/>
          <p:nvPr/>
        </p:nvSpPr>
        <p:spPr>
          <a:xfrm>
            <a:off x="11500739" y="6546075"/>
            <a:ext cx="191058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3">
                <a:solidFill>
                  <a:srgbClr val="000000"/>
                </a:solidFill>
                <a:latin typeface="Arial"/>
              </a:rPr>
              <a:t>22</a:t>
            </a:r>
          </a:p>
        </p:txBody>
      </p:sp>
      <p:sp>
        <p:nvSpPr>
          <p:cNvPr id="5" name="Editable text — PUBLIC"/>
          <p:cNvSpPr txBox="1"/>
          <p:nvPr/>
        </p:nvSpPr>
        <p:spPr>
          <a:xfrm>
            <a:off x="578815" y="6567449"/>
            <a:ext cx="318846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00" b="0" i="0" spc="-31">
                <a:solidFill>
                  <a:srgbClr val="000000"/>
                </a:solidFill>
                <a:latin typeface="Arial"/>
              </a:rPr>
              <a:t>PUBLIC</a:t>
            </a:r>
          </a:p>
        </p:txBody>
      </p:sp>
      <p:sp>
        <p:nvSpPr>
          <p:cNvPr id="12" name="Editable text — Discover and observe agents in a context-rich AI inventory"/>
          <p:cNvSpPr txBox="1"/>
          <p:nvPr/>
        </p:nvSpPr>
        <p:spPr>
          <a:xfrm>
            <a:off x="448360" y="810062"/>
            <a:ext cx="9543390" cy="5711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798" b="1" i="0" spc="-63">
                <a:solidFill>
                  <a:srgbClr val="FFFFFF"/>
                </a:solidFill>
                <a:latin typeface="Arial"/>
              </a:rPr>
              <a:t>Discover and observe agents in a context-rich AI inventory</a:t>
            </a:r>
          </a:p>
        </p:txBody>
      </p:sp>
      <p:sp>
        <p:nvSpPr>
          <p:cNvPr id="13" name="Editable text — Demo:"/>
          <p:cNvSpPr txBox="1"/>
          <p:nvPr/>
        </p:nvSpPr>
        <p:spPr>
          <a:xfrm>
            <a:off x="5487034" y="705279"/>
            <a:ext cx="1281376" cy="6484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3204" b="1" i="0" spc="-95">
                <a:solidFill>
                  <a:srgbClr val="002A86"/>
                </a:solidFill>
                <a:latin typeface="Arial"/>
              </a:rPr>
              <a:t>Demo:</a:t>
            </a:r>
          </a:p>
        </p:txBody>
      </p:sp>
      <p:sp>
        <p:nvSpPr>
          <p:cNvPr id="14" name="Editable text — Discover and observe agents in a context"/>
          <p:cNvSpPr txBox="1"/>
          <p:nvPr/>
        </p:nvSpPr>
        <p:spPr>
          <a:xfrm>
            <a:off x="672083" y="1192683"/>
            <a:ext cx="7728058" cy="6489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3206" b="1" i="0" spc="-75">
                <a:solidFill>
                  <a:srgbClr val="002A86"/>
                </a:solidFill>
                <a:latin typeface="Arial"/>
              </a:rPr>
              <a:t>Discover and observe agents in a context</a:t>
            </a:r>
          </a:p>
        </p:txBody>
      </p:sp>
      <p:sp>
        <p:nvSpPr>
          <p:cNvPr id="15" name="Editable text — -"/>
          <p:cNvSpPr txBox="1"/>
          <p:nvPr/>
        </p:nvSpPr>
        <p:spPr>
          <a:xfrm>
            <a:off x="8338693" y="1192683"/>
            <a:ext cx="199101" cy="6489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3206" b="1" i="0">
                <a:solidFill>
                  <a:srgbClr val="000000">
                    <a:alpha val="0"/>
                  </a:srgbClr>
                </a:solidFill>
                <a:latin typeface="Arial"/>
              </a:rPr>
              <a:t>-</a:t>
            </a:r>
          </a:p>
        </p:txBody>
      </p:sp>
      <p:sp>
        <p:nvSpPr>
          <p:cNvPr id="16" name="Editable text — rich AI inventory"/>
          <p:cNvSpPr txBox="1"/>
          <p:nvPr/>
        </p:nvSpPr>
        <p:spPr>
          <a:xfrm>
            <a:off x="8474329" y="1192683"/>
            <a:ext cx="3109859" cy="6489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3206" b="1" i="0" spc="-82">
                <a:solidFill>
                  <a:srgbClr val="002A86"/>
                </a:solidFill>
                <a:latin typeface="Arial"/>
              </a:rPr>
              <a:t>rich AI inventory</a:t>
            </a:r>
          </a:p>
        </p:txBody>
      </p:sp>
      <p:sp>
        <p:nvSpPr>
          <p:cNvPr id="17" name="Editable text — SAP Business AI Platform "/>
          <p:cNvSpPr txBox="1"/>
          <p:nvPr/>
        </p:nvSpPr>
        <p:spPr>
          <a:xfrm>
            <a:off x="5087111" y="232340"/>
            <a:ext cx="2446884" cy="3425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8" b="1" i="0" spc="-62">
                <a:solidFill>
                  <a:srgbClr val="002986"/>
                </a:solidFill>
                <a:latin typeface="Arial"/>
              </a:rPr>
              <a:t>SAP Business AI Platform </a:t>
            </a:r>
          </a:p>
        </p:txBody>
      </p:sp>
      <p:sp>
        <p:nvSpPr>
          <p:cNvPr id="22" name="Editable text — 4"/>
          <p:cNvSpPr txBox="1"/>
          <p:nvPr/>
        </p:nvSpPr>
        <p:spPr>
          <a:xfrm>
            <a:off x="4767960" y="236298"/>
            <a:ext cx="180047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1" i="0">
                <a:solidFill>
                  <a:srgbClr val="002986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"/>
          <p:cNvSpPr/>
          <p:nvPr/>
        </p:nvSpPr>
        <p:spPr>
          <a:xfrm>
            <a:off x="0" y="0"/>
            <a:ext cx="12195175" cy="6858000"/>
          </a:xfrm>
          <a:custGeom>
            <a:avLst/>
            <a:gdLst/>
            <a:ahLst/>
            <a:cxnLst/>
            <a:rect l="0" t="0" r="r" b="b"/>
            <a:pathLst>
              <a:path w="12195175" h="6858000" fill="norm" stroke="0" extrusionOk="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Editable vector"/>
          <p:cNvSpPr/>
          <p:nvPr/>
        </p:nvSpPr>
        <p:spPr>
          <a:xfrm>
            <a:off x="531876" y="6537959"/>
            <a:ext cx="348995" cy="161544"/>
          </a:xfrm>
          <a:custGeom>
            <a:avLst/>
            <a:gdLst/>
            <a:ahLst/>
            <a:cxnLst/>
            <a:rect l="0" t="0" r="r" b="b"/>
            <a:pathLst>
              <a:path w="348996" h="161544" fill="none" stroke="1" extrusionOk="0">
                <a:moveTo>
                  <a:pt x="0" y="0"/>
                </a:moveTo>
                <a:lnTo>
                  <a:pt x="348996" y="0"/>
                </a:lnTo>
                <a:lnTo>
                  <a:pt x="348996" y="161544"/>
                </a:lnTo>
                <a:lnTo>
                  <a:pt x="0" y="161544"/>
                </a:lnTo>
                <a:close/>
              </a:path>
            </a:pathLst>
          </a:custGeom>
          <a:noFill/>
          <a:ln w="1778" cap="flat">
            <a:solidFill>
              <a:srgbClr val="000000">
                <a:alpha val="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Editable vector"/>
          <p:cNvSpPr/>
          <p:nvPr/>
        </p:nvSpPr>
        <p:spPr>
          <a:xfrm>
            <a:off x="506628" y="6582778"/>
            <a:ext cx="1186535" cy="71856"/>
          </a:xfrm>
          <a:custGeom>
            <a:avLst/>
            <a:gdLst/>
            <a:ahLst/>
            <a:cxnLst/>
            <a:rect l="0" t="0" r="r" b="b"/>
            <a:pathLst>
              <a:path w="1186536" h="71857" fill="norm" stroke="0" extrusionOk="0">
                <a:moveTo>
                  <a:pt x="0" y="2832"/>
                </a:moveTo>
                <a:lnTo>
                  <a:pt x="0" y="55258"/>
                </a:lnTo>
                <a:lnTo>
                  <a:pt x="7074" y="55258"/>
                </a:lnTo>
                <a:lnTo>
                  <a:pt x="7074" y="2832"/>
                </a:lnTo>
                <a:close/>
                <a:moveTo>
                  <a:pt x="19812" y="2832"/>
                </a:moveTo>
                <a:lnTo>
                  <a:pt x="28181" y="2832"/>
                </a:lnTo>
                <a:lnTo>
                  <a:pt x="54712" y="47410"/>
                </a:lnTo>
                <a:cubicBezTo>
                  <a:pt x="54661" y="46266"/>
                  <a:pt x="54610" y="44717"/>
                  <a:pt x="54572" y="42761"/>
                </a:cubicBezTo>
                <a:cubicBezTo>
                  <a:pt x="54521" y="40793"/>
                  <a:pt x="54496" y="38862"/>
                  <a:pt x="54496" y="36957"/>
                </a:cubicBezTo>
                <a:lnTo>
                  <a:pt x="54496" y="2832"/>
                </a:lnTo>
                <a:lnTo>
                  <a:pt x="60820" y="2832"/>
                </a:lnTo>
                <a:lnTo>
                  <a:pt x="60820" y="55258"/>
                </a:lnTo>
                <a:lnTo>
                  <a:pt x="52108" y="55258"/>
                </a:lnTo>
                <a:lnTo>
                  <a:pt x="25921" y="11202"/>
                </a:lnTo>
                <a:cubicBezTo>
                  <a:pt x="25972" y="12345"/>
                  <a:pt x="26010" y="13894"/>
                  <a:pt x="26060" y="15837"/>
                </a:cubicBezTo>
                <a:cubicBezTo>
                  <a:pt x="26111" y="17780"/>
                  <a:pt x="26137" y="19724"/>
                  <a:pt x="26137" y="21654"/>
                </a:cubicBezTo>
                <a:lnTo>
                  <a:pt x="26137" y="55258"/>
                </a:lnTo>
                <a:lnTo>
                  <a:pt x="19812" y="55258"/>
                </a:lnTo>
                <a:lnTo>
                  <a:pt x="19812" y="2832"/>
                </a:lnTo>
                <a:close/>
                <a:moveTo>
                  <a:pt x="84125" y="9385"/>
                </a:moveTo>
                <a:lnTo>
                  <a:pt x="67653" y="9385"/>
                </a:lnTo>
                <a:lnTo>
                  <a:pt x="67653" y="2832"/>
                </a:lnTo>
                <a:lnTo>
                  <a:pt x="107683" y="2832"/>
                </a:lnTo>
                <a:lnTo>
                  <a:pt x="107683" y="9385"/>
                </a:lnTo>
                <a:lnTo>
                  <a:pt x="91199" y="9385"/>
                </a:lnTo>
                <a:lnTo>
                  <a:pt x="91199" y="55258"/>
                </a:lnTo>
                <a:lnTo>
                  <a:pt x="84125" y="55258"/>
                </a:lnTo>
                <a:lnTo>
                  <a:pt x="84125" y="9385"/>
                </a:lnTo>
                <a:close/>
                <a:moveTo>
                  <a:pt x="114300" y="2832"/>
                </a:moveTo>
                <a:lnTo>
                  <a:pt x="147980" y="2832"/>
                </a:lnTo>
                <a:lnTo>
                  <a:pt x="147980" y="9385"/>
                </a:lnTo>
                <a:lnTo>
                  <a:pt x="121374" y="9385"/>
                </a:lnTo>
                <a:lnTo>
                  <a:pt x="121374" y="25083"/>
                </a:lnTo>
                <a:lnTo>
                  <a:pt x="145783" y="25083"/>
                </a:lnTo>
                <a:lnTo>
                  <a:pt x="145783" y="31483"/>
                </a:lnTo>
                <a:lnTo>
                  <a:pt x="121374" y="31483"/>
                </a:lnTo>
                <a:lnTo>
                  <a:pt x="121374" y="48705"/>
                </a:lnTo>
                <a:lnTo>
                  <a:pt x="149504" y="48705"/>
                </a:lnTo>
                <a:lnTo>
                  <a:pt x="149504" y="55258"/>
                </a:lnTo>
                <a:lnTo>
                  <a:pt x="114300" y="55258"/>
                </a:lnTo>
                <a:lnTo>
                  <a:pt x="114300" y="2832"/>
                </a:lnTo>
                <a:close/>
                <a:moveTo>
                  <a:pt x="158496" y="2832"/>
                </a:moveTo>
                <a:lnTo>
                  <a:pt x="178626" y="2832"/>
                </a:lnTo>
                <a:cubicBezTo>
                  <a:pt x="182550" y="2832"/>
                  <a:pt x="185877" y="3442"/>
                  <a:pt x="188633" y="4674"/>
                </a:cubicBezTo>
                <a:cubicBezTo>
                  <a:pt x="191389" y="5906"/>
                  <a:pt x="193485" y="7671"/>
                  <a:pt x="194907" y="9996"/>
                </a:cubicBezTo>
                <a:cubicBezTo>
                  <a:pt x="196329" y="12319"/>
                  <a:pt x="197041" y="15088"/>
                  <a:pt x="197041" y="18314"/>
                </a:cubicBezTo>
                <a:cubicBezTo>
                  <a:pt x="197041" y="20613"/>
                  <a:pt x="196596" y="22797"/>
                  <a:pt x="195707" y="24854"/>
                </a:cubicBezTo>
                <a:cubicBezTo>
                  <a:pt x="194818" y="26912"/>
                  <a:pt x="193408" y="28702"/>
                  <a:pt x="191478" y="30214"/>
                </a:cubicBezTo>
                <a:cubicBezTo>
                  <a:pt x="189560" y="31725"/>
                  <a:pt x="187122" y="32766"/>
                  <a:pt x="184175" y="33338"/>
                </a:cubicBezTo>
                <a:lnTo>
                  <a:pt x="199200" y="55258"/>
                </a:lnTo>
                <a:lnTo>
                  <a:pt x="190944" y="55258"/>
                </a:lnTo>
                <a:lnTo>
                  <a:pt x="177254" y="34240"/>
                </a:lnTo>
                <a:lnTo>
                  <a:pt x="165570" y="34240"/>
                </a:lnTo>
                <a:lnTo>
                  <a:pt x="165570" y="55258"/>
                </a:lnTo>
                <a:lnTo>
                  <a:pt x="158496" y="55258"/>
                </a:lnTo>
                <a:lnTo>
                  <a:pt x="158496" y="2832"/>
                </a:lnTo>
                <a:close/>
                <a:moveTo>
                  <a:pt x="178143" y="27915"/>
                </a:moveTo>
                <a:cubicBezTo>
                  <a:pt x="180797" y="27915"/>
                  <a:pt x="183007" y="27496"/>
                  <a:pt x="184785" y="26657"/>
                </a:cubicBezTo>
                <a:cubicBezTo>
                  <a:pt x="186563" y="25832"/>
                  <a:pt x="187871" y="24702"/>
                  <a:pt x="188709" y="23279"/>
                </a:cubicBezTo>
                <a:cubicBezTo>
                  <a:pt x="189548" y="21857"/>
                  <a:pt x="189979" y="20219"/>
                  <a:pt x="189979" y="18390"/>
                </a:cubicBezTo>
                <a:cubicBezTo>
                  <a:pt x="189979" y="15380"/>
                  <a:pt x="188925" y="13119"/>
                  <a:pt x="186817" y="11595"/>
                </a:cubicBezTo>
                <a:cubicBezTo>
                  <a:pt x="184709" y="10071"/>
                  <a:pt x="181712" y="9310"/>
                  <a:pt x="177851" y="9310"/>
                </a:cubicBezTo>
                <a:lnTo>
                  <a:pt x="165570" y="9310"/>
                </a:lnTo>
                <a:lnTo>
                  <a:pt x="165570" y="27915"/>
                </a:lnTo>
                <a:lnTo>
                  <a:pt x="178143" y="27915"/>
                </a:lnTo>
                <a:close/>
                <a:moveTo>
                  <a:pt x="207264" y="2832"/>
                </a:moveTo>
                <a:lnTo>
                  <a:pt x="215633" y="2832"/>
                </a:lnTo>
                <a:lnTo>
                  <a:pt x="242164" y="47410"/>
                </a:lnTo>
                <a:cubicBezTo>
                  <a:pt x="242113" y="46266"/>
                  <a:pt x="242062" y="44717"/>
                  <a:pt x="242024" y="42761"/>
                </a:cubicBezTo>
                <a:cubicBezTo>
                  <a:pt x="241973" y="40793"/>
                  <a:pt x="241948" y="38862"/>
                  <a:pt x="241948" y="36957"/>
                </a:cubicBezTo>
                <a:lnTo>
                  <a:pt x="241948" y="2832"/>
                </a:lnTo>
                <a:lnTo>
                  <a:pt x="248272" y="2832"/>
                </a:lnTo>
                <a:lnTo>
                  <a:pt x="248272" y="55258"/>
                </a:lnTo>
                <a:lnTo>
                  <a:pt x="239560" y="55258"/>
                </a:lnTo>
                <a:lnTo>
                  <a:pt x="213373" y="11202"/>
                </a:lnTo>
                <a:cubicBezTo>
                  <a:pt x="213424" y="12345"/>
                  <a:pt x="213462" y="13894"/>
                  <a:pt x="213512" y="15837"/>
                </a:cubicBezTo>
                <a:cubicBezTo>
                  <a:pt x="213563" y="17780"/>
                  <a:pt x="213589" y="19724"/>
                  <a:pt x="213589" y="21654"/>
                </a:cubicBezTo>
                <a:lnTo>
                  <a:pt x="213589" y="55258"/>
                </a:lnTo>
                <a:lnTo>
                  <a:pt x="207264" y="55258"/>
                </a:lnTo>
                <a:lnTo>
                  <a:pt x="207264" y="2832"/>
                </a:lnTo>
                <a:close/>
                <a:moveTo>
                  <a:pt x="274079" y="2832"/>
                </a:moveTo>
                <a:lnTo>
                  <a:pt x="282181" y="2832"/>
                </a:lnTo>
                <a:lnTo>
                  <a:pt x="301904" y="55258"/>
                </a:lnTo>
                <a:lnTo>
                  <a:pt x="294500" y="55258"/>
                </a:lnTo>
                <a:lnTo>
                  <a:pt x="289547" y="41085"/>
                </a:lnTo>
                <a:lnTo>
                  <a:pt x="266560" y="41085"/>
                </a:lnTo>
                <a:lnTo>
                  <a:pt x="261607" y="55258"/>
                </a:lnTo>
                <a:lnTo>
                  <a:pt x="254356" y="55258"/>
                </a:lnTo>
                <a:lnTo>
                  <a:pt x="274079" y="2832"/>
                </a:lnTo>
                <a:close/>
                <a:moveTo>
                  <a:pt x="287401" y="34900"/>
                </a:moveTo>
                <a:lnTo>
                  <a:pt x="281178" y="17158"/>
                </a:lnTo>
                <a:cubicBezTo>
                  <a:pt x="280607" y="15545"/>
                  <a:pt x="280048" y="13932"/>
                  <a:pt x="279489" y="12319"/>
                </a:cubicBezTo>
                <a:cubicBezTo>
                  <a:pt x="278930" y="10706"/>
                  <a:pt x="278448" y="9322"/>
                  <a:pt x="278054" y="8154"/>
                </a:cubicBezTo>
                <a:cubicBezTo>
                  <a:pt x="277660" y="9322"/>
                  <a:pt x="277178" y="10706"/>
                  <a:pt x="276619" y="12319"/>
                </a:cubicBezTo>
                <a:cubicBezTo>
                  <a:pt x="276060" y="13932"/>
                  <a:pt x="275501" y="15545"/>
                  <a:pt x="274930" y="17158"/>
                </a:cubicBezTo>
                <a:lnTo>
                  <a:pt x="268719" y="34900"/>
                </a:lnTo>
                <a:lnTo>
                  <a:pt x="287401" y="34900"/>
                </a:lnTo>
                <a:close/>
                <a:moveTo>
                  <a:pt x="307848" y="2832"/>
                </a:moveTo>
                <a:lnTo>
                  <a:pt x="314922" y="2832"/>
                </a:lnTo>
                <a:lnTo>
                  <a:pt x="314922" y="48705"/>
                </a:lnTo>
                <a:lnTo>
                  <a:pt x="339179" y="48705"/>
                </a:lnTo>
                <a:lnTo>
                  <a:pt x="339179" y="55258"/>
                </a:lnTo>
                <a:lnTo>
                  <a:pt x="307848" y="55258"/>
                </a:lnTo>
                <a:lnTo>
                  <a:pt x="307848" y="2832"/>
                </a:lnTo>
                <a:close/>
                <a:moveTo>
                  <a:pt x="362268" y="32410"/>
                </a:moveTo>
                <a:lnTo>
                  <a:pt x="362268" y="37580"/>
                </a:lnTo>
                <a:lnTo>
                  <a:pt x="404609" y="37580"/>
                </a:lnTo>
                <a:lnTo>
                  <a:pt x="404609" y="32410"/>
                </a:lnTo>
                <a:close/>
                <a:moveTo>
                  <a:pt x="446773" y="56007"/>
                </a:moveTo>
                <a:cubicBezTo>
                  <a:pt x="442481" y="56007"/>
                  <a:pt x="438696" y="55309"/>
                  <a:pt x="435407" y="53911"/>
                </a:cubicBezTo>
                <a:cubicBezTo>
                  <a:pt x="432118" y="52528"/>
                  <a:pt x="429387" y="50432"/>
                  <a:pt x="427203" y="47625"/>
                </a:cubicBezTo>
                <a:lnTo>
                  <a:pt x="432041" y="42787"/>
                </a:lnTo>
                <a:cubicBezTo>
                  <a:pt x="433210" y="44260"/>
                  <a:pt x="434429" y="45492"/>
                  <a:pt x="435724" y="46495"/>
                </a:cubicBezTo>
                <a:cubicBezTo>
                  <a:pt x="437007" y="47498"/>
                  <a:pt x="438556" y="48299"/>
                  <a:pt x="440373" y="48895"/>
                </a:cubicBezTo>
                <a:cubicBezTo>
                  <a:pt x="442189" y="49492"/>
                  <a:pt x="444322" y="49785"/>
                  <a:pt x="446773" y="49785"/>
                </a:cubicBezTo>
                <a:cubicBezTo>
                  <a:pt x="449199" y="49785"/>
                  <a:pt x="451371" y="49479"/>
                  <a:pt x="453288" y="48870"/>
                </a:cubicBezTo>
                <a:cubicBezTo>
                  <a:pt x="455193" y="48273"/>
                  <a:pt x="456705" y="47320"/>
                  <a:pt x="457822" y="46025"/>
                </a:cubicBezTo>
                <a:cubicBezTo>
                  <a:pt x="458940" y="44742"/>
                  <a:pt x="459499" y="43117"/>
                  <a:pt x="459499" y="41161"/>
                </a:cubicBezTo>
                <a:cubicBezTo>
                  <a:pt x="459499" y="39192"/>
                  <a:pt x="458915" y="37605"/>
                  <a:pt x="457746" y="36399"/>
                </a:cubicBezTo>
                <a:cubicBezTo>
                  <a:pt x="456578" y="35179"/>
                  <a:pt x="455104" y="34227"/>
                  <a:pt x="453326" y="33541"/>
                </a:cubicBezTo>
                <a:cubicBezTo>
                  <a:pt x="451536" y="32868"/>
                  <a:pt x="449161" y="32157"/>
                  <a:pt x="446215" y="31407"/>
                </a:cubicBezTo>
                <a:cubicBezTo>
                  <a:pt x="442646" y="30518"/>
                  <a:pt x="439712" y="29579"/>
                  <a:pt x="437439" y="28601"/>
                </a:cubicBezTo>
                <a:cubicBezTo>
                  <a:pt x="435153" y="27623"/>
                  <a:pt x="433222" y="26124"/>
                  <a:pt x="431635" y="24118"/>
                </a:cubicBezTo>
                <a:cubicBezTo>
                  <a:pt x="430047" y="22111"/>
                  <a:pt x="429247" y="19431"/>
                  <a:pt x="429247" y="16078"/>
                </a:cubicBezTo>
                <a:cubicBezTo>
                  <a:pt x="429247" y="12878"/>
                  <a:pt x="430060" y="10237"/>
                  <a:pt x="431660" y="8128"/>
                </a:cubicBezTo>
                <a:cubicBezTo>
                  <a:pt x="433273" y="6033"/>
                  <a:pt x="435458" y="4496"/>
                  <a:pt x="438201" y="3518"/>
                </a:cubicBezTo>
                <a:cubicBezTo>
                  <a:pt x="440931" y="2540"/>
                  <a:pt x="444017" y="2045"/>
                  <a:pt x="447446" y="2045"/>
                </a:cubicBezTo>
                <a:cubicBezTo>
                  <a:pt x="451561" y="2045"/>
                  <a:pt x="455054" y="2718"/>
                  <a:pt x="457937" y="4039"/>
                </a:cubicBezTo>
                <a:cubicBezTo>
                  <a:pt x="460807" y="5373"/>
                  <a:pt x="463220" y="7201"/>
                  <a:pt x="465150" y="9525"/>
                </a:cubicBezTo>
                <a:lnTo>
                  <a:pt x="460426" y="14212"/>
                </a:lnTo>
                <a:cubicBezTo>
                  <a:pt x="458762" y="12306"/>
                  <a:pt x="456870" y="10833"/>
                  <a:pt x="454736" y="9792"/>
                </a:cubicBezTo>
                <a:cubicBezTo>
                  <a:pt x="452603" y="8751"/>
                  <a:pt x="450050" y="8230"/>
                  <a:pt x="447065" y="8230"/>
                </a:cubicBezTo>
                <a:cubicBezTo>
                  <a:pt x="444665" y="8230"/>
                  <a:pt x="442646" y="8560"/>
                  <a:pt x="441007" y="9208"/>
                </a:cubicBezTo>
                <a:cubicBezTo>
                  <a:pt x="439369" y="9868"/>
                  <a:pt x="438150" y="10770"/>
                  <a:pt x="437363" y="11913"/>
                </a:cubicBezTo>
                <a:cubicBezTo>
                  <a:pt x="436562" y="13056"/>
                  <a:pt x="436169" y="14364"/>
                  <a:pt x="436169" y="15850"/>
                </a:cubicBezTo>
                <a:cubicBezTo>
                  <a:pt x="436169" y="17666"/>
                  <a:pt x="436715" y="19139"/>
                  <a:pt x="437820" y="20269"/>
                </a:cubicBezTo>
                <a:cubicBezTo>
                  <a:pt x="438925" y="21387"/>
                  <a:pt x="440309" y="22276"/>
                  <a:pt x="441960" y="22911"/>
                </a:cubicBezTo>
                <a:cubicBezTo>
                  <a:pt x="443598" y="23533"/>
                  <a:pt x="445872" y="24244"/>
                  <a:pt x="448742" y="25006"/>
                </a:cubicBezTo>
                <a:cubicBezTo>
                  <a:pt x="452514" y="25946"/>
                  <a:pt x="455587" y="26912"/>
                  <a:pt x="457949" y="27915"/>
                </a:cubicBezTo>
                <a:cubicBezTo>
                  <a:pt x="460324" y="28905"/>
                  <a:pt x="462343" y="30429"/>
                  <a:pt x="463995" y="32487"/>
                </a:cubicBezTo>
                <a:cubicBezTo>
                  <a:pt x="465658" y="34544"/>
                  <a:pt x="466496" y="37313"/>
                  <a:pt x="466496" y="40780"/>
                </a:cubicBezTo>
                <a:cubicBezTo>
                  <a:pt x="466496" y="43765"/>
                  <a:pt x="465734" y="46393"/>
                  <a:pt x="464223" y="48692"/>
                </a:cubicBezTo>
                <a:cubicBezTo>
                  <a:pt x="462712" y="50991"/>
                  <a:pt x="460477" y="52781"/>
                  <a:pt x="457505" y="54064"/>
                </a:cubicBezTo>
                <a:cubicBezTo>
                  <a:pt x="454546" y="55359"/>
                  <a:pt x="450964" y="56007"/>
                  <a:pt x="446773" y="56007"/>
                </a:cubicBezTo>
                <a:close/>
                <a:moveTo>
                  <a:pt x="488963" y="2832"/>
                </a:moveTo>
                <a:lnTo>
                  <a:pt x="497065" y="2832"/>
                </a:lnTo>
                <a:lnTo>
                  <a:pt x="516788" y="55258"/>
                </a:lnTo>
                <a:lnTo>
                  <a:pt x="509384" y="55258"/>
                </a:lnTo>
                <a:lnTo>
                  <a:pt x="504431" y="41085"/>
                </a:lnTo>
                <a:lnTo>
                  <a:pt x="481444" y="41085"/>
                </a:lnTo>
                <a:lnTo>
                  <a:pt x="476491" y="55258"/>
                </a:lnTo>
                <a:lnTo>
                  <a:pt x="469240" y="55258"/>
                </a:lnTo>
                <a:lnTo>
                  <a:pt x="488963" y="2832"/>
                </a:lnTo>
                <a:close/>
                <a:moveTo>
                  <a:pt x="502285" y="34900"/>
                </a:moveTo>
                <a:lnTo>
                  <a:pt x="496062" y="17158"/>
                </a:lnTo>
                <a:cubicBezTo>
                  <a:pt x="495490" y="15545"/>
                  <a:pt x="494932" y="13932"/>
                  <a:pt x="494373" y="12319"/>
                </a:cubicBezTo>
                <a:cubicBezTo>
                  <a:pt x="493814" y="10706"/>
                  <a:pt x="493332" y="9322"/>
                  <a:pt x="492938" y="8154"/>
                </a:cubicBezTo>
                <a:cubicBezTo>
                  <a:pt x="492544" y="9322"/>
                  <a:pt x="492062" y="10706"/>
                  <a:pt x="491503" y="12319"/>
                </a:cubicBezTo>
                <a:cubicBezTo>
                  <a:pt x="490944" y="13932"/>
                  <a:pt x="490385" y="15545"/>
                  <a:pt x="489814" y="17158"/>
                </a:cubicBezTo>
                <a:lnTo>
                  <a:pt x="483603" y="34900"/>
                </a:lnTo>
                <a:lnTo>
                  <a:pt x="502285" y="34900"/>
                </a:lnTo>
                <a:close/>
                <a:moveTo>
                  <a:pt x="522732" y="2832"/>
                </a:moveTo>
                <a:lnTo>
                  <a:pt x="542531" y="2832"/>
                </a:lnTo>
                <a:cubicBezTo>
                  <a:pt x="546570" y="2832"/>
                  <a:pt x="549974" y="3493"/>
                  <a:pt x="552729" y="4801"/>
                </a:cubicBezTo>
                <a:cubicBezTo>
                  <a:pt x="555473" y="6121"/>
                  <a:pt x="557543" y="7963"/>
                  <a:pt x="558914" y="10351"/>
                </a:cubicBezTo>
                <a:cubicBezTo>
                  <a:pt x="560299" y="12726"/>
                  <a:pt x="560984" y="15532"/>
                  <a:pt x="560984" y="18759"/>
                </a:cubicBezTo>
                <a:cubicBezTo>
                  <a:pt x="560984" y="21908"/>
                  <a:pt x="560299" y="24727"/>
                  <a:pt x="558940" y="27204"/>
                </a:cubicBezTo>
                <a:cubicBezTo>
                  <a:pt x="557568" y="29680"/>
                  <a:pt x="555536" y="31636"/>
                  <a:pt x="552831" y="33058"/>
                </a:cubicBezTo>
                <a:cubicBezTo>
                  <a:pt x="550126" y="34493"/>
                  <a:pt x="546837" y="35205"/>
                  <a:pt x="542938" y="35205"/>
                </a:cubicBezTo>
                <a:lnTo>
                  <a:pt x="529806" y="35205"/>
                </a:lnTo>
                <a:lnTo>
                  <a:pt x="529806" y="55258"/>
                </a:lnTo>
                <a:lnTo>
                  <a:pt x="522732" y="55258"/>
                </a:lnTo>
                <a:lnTo>
                  <a:pt x="522732" y="2832"/>
                </a:lnTo>
                <a:close/>
                <a:moveTo>
                  <a:pt x="541934" y="28804"/>
                </a:moveTo>
                <a:cubicBezTo>
                  <a:pt x="545948" y="28804"/>
                  <a:pt x="548957" y="27953"/>
                  <a:pt x="550939" y="26251"/>
                </a:cubicBezTo>
                <a:cubicBezTo>
                  <a:pt x="552920" y="24550"/>
                  <a:pt x="553911" y="22085"/>
                  <a:pt x="553911" y="18835"/>
                </a:cubicBezTo>
                <a:cubicBezTo>
                  <a:pt x="553911" y="15710"/>
                  <a:pt x="552882" y="13336"/>
                  <a:pt x="550812" y="11723"/>
                </a:cubicBezTo>
                <a:cubicBezTo>
                  <a:pt x="548742" y="10109"/>
                  <a:pt x="545681" y="9310"/>
                  <a:pt x="541630" y="9310"/>
                </a:cubicBezTo>
                <a:lnTo>
                  <a:pt x="529806" y="9310"/>
                </a:lnTo>
                <a:lnTo>
                  <a:pt x="529806" y="28804"/>
                </a:lnTo>
                <a:lnTo>
                  <a:pt x="541934" y="28804"/>
                </a:lnTo>
                <a:close/>
                <a:moveTo>
                  <a:pt x="595973" y="56007"/>
                </a:moveTo>
                <a:cubicBezTo>
                  <a:pt x="593585" y="56007"/>
                  <a:pt x="591464" y="55538"/>
                  <a:pt x="589610" y="54623"/>
                </a:cubicBezTo>
                <a:cubicBezTo>
                  <a:pt x="587743" y="53708"/>
                  <a:pt x="586296" y="52363"/>
                  <a:pt x="585254" y="50610"/>
                </a:cubicBezTo>
                <a:cubicBezTo>
                  <a:pt x="584213" y="48844"/>
                  <a:pt x="583692" y="46736"/>
                  <a:pt x="583692" y="44285"/>
                </a:cubicBezTo>
                <a:cubicBezTo>
                  <a:pt x="583692" y="41275"/>
                  <a:pt x="584479" y="38812"/>
                  <a:pt x="586054" y="36881"/>
                </a:cubicBezTo>
                <a:cubicBezTo>
                  <a:pt x="587629" y="34938"/>
                  <a:pt x="589775" y="33528"/>
                  <a:pt x="592506" y="32652"/>
                </a:cubicBezTo>
                <a:cubicBezTo>
                  <a:pt x="595236" y="31776"/>
                  <a:pt x="598399" y="31331"/>
                  <a:pt x="601993" y="31331"/>
                </a:cubicBezTo>
                <a:lnTo>
                  <a:pt x="609143" y="31331"/>
                </a:lnTo>
                <a:lnTo>
                  <a:pt x="609143" y="28575"/>
                </a:lnTo>
                <a:cubicBezTo>
                  <a:pt x="609143" y="25756"/>
                  <a:pt x="608470" y="23597"/>
                  <a:pt x="607111" y="22123"/>
                </a:cubicBezTo>
                <a:cubicBezTo>
                  <a:pt x="605765" y="20651"/>
                  <a:pt x="603720" y="19914"/>
                  <a:pt x="600989" y="19914"/>
                </a:cubicBezTo>
                <a:cubicBezTo>
                  <a:pt x="598513" y="19914"/>
                  <a:pt x="596354" y="20409"/>
                  <a:pt x="594500" y="21413"/>
                </a:cubicBezTo>
                <a:cubicBezTo>
                  <a:pt x="592658" y="22416"/>
                  <a:pt x="591020" y="23876"/>
                  <a:pt x="589610" y="25794"/>
                </a:cubicBezTo>
                <a:lnTo>
                  <a:pt x="585292" y="21476"/>
                </a:lnTo>
                <a:cubicBezTo>
                  <a:pt x="589305" y="16663"/>
                  <a:pt x="594690" y="14250"/>
                  <a:pt x="601434" y="14250"/>
                </a:cubicBezTo>
                <a:cubicBezTo>
                  <a:pt x="604545" y="14250"/>
                  <a:pt x="607174" y="14846"/>
                  <a:pt x="609333" y="16040"/>
                </a:cubicBezTo>
                <a:cubicBezTo>
                  <a:pt x="611480" y="17234"/>
                  <a:pt x="613105" y="18898"/>
                  <a:pt x="614197" y="21044"/>
                </a:cubicBezTo>
                <a:cubicBezTo>
                  <a:pt x="615290" y="23191"/>
                  <a:pt x="615836" y="25705"/>
                  <a:pt x="615836" y="28575"/>
                </a:cubicBezTo>
                <a:lnTo>
                  <a:pt x="615836" y="55258"/>
                </a:lnTo>
                <a:lnTo>
                  <a:pt x="609435" y="55258"/>
                </a:lnTo>
                <a:lnTo>
                  <a:pt x="609435" y="47778"/>
                </a:lnTo>
                <a:lnTo>
                  <a:pt x="609295" y="47778"/>
                </a:lnTo>
                <a:cubicBezTo>
                  <a:pt x="607949" y="50635"/>
                  <a:pt x="606209" y="52718"/>
                  <a:pt x="604076" y="54026"/>
                </a:cubicBezTo>
                <a:cubicBezTo>
                  <a:pt x="601942" y="55347"/>
                  <a:pt x="599250" y="56007"/>
                  <a:pt x="595973" y="56007"/>
                </a:cubicBezTo>
                <a:close/>
                <a:moveTo>
                  <a:pt x="590614" y="44133"/>
                </a:moveTo>
                <a:cubicBezTo>
                  <a:pt x="590614" y="45403"/>
                  <a:pt x="590893" y="46495"/>
                  <a:pt x="591464" y="47447"/>
                </a:cubicBezTo>
                <a:cubicBezTo>
                  <a:pt x="592036" y="48387"/>
                  <a:pt x="592861" y="49111"/>
                  <a:pt x="593941" y="49619"/>
                </a:cubicBezTo>
                <a:cubicBezTo>
                  <a:pt x="595020" y="50127"/>
                  <a:pt x="596303" y="50381"/>
                  <a:pt x="597789" y="50381"/>
                </a:cubicBezTo>
                <a:cubicBezTo>
                  <a:pt x="600151" y="50381"/>
                  <a:pt x="602183" y="49911"/>
                  <a:pt x="603898" y="48946"/>
                </a:cubicBezTo>
                <a:cubicBezTo>
                  <a:pt x="605612" y="47993"/>
                  <a:pt x="606908" y="46749"/>
                  <a:pt x="607797" y="45187"/>
                </a:cubicBezTo>
                <a:cubicBezTo>
                  <a:pt x="608698" y="43638"/>
                  <a:pt x="609143" y="41999"/>
                  <a:pt x="609143" y="40260"/>
                </a:cubicBezTo>
                <a:lnTo>
                  <a:pt x="609143" y="36361"/>
                </a:lnTo>
                <a:lnTo>
                  <a:pt x="602894" y="36361"/>
                </a:lnTo>
                <a:cubicBezTo>
                  <a:pt x="599199" y="36361"/>
                  <a:pt x="596227" y="36919"/>
                  <a:pt x="593979" y="38050"/>
                </a:cubicBezTo>
                <a:cubicBezTo>
                  <a:pt x="591731" y="39180"/>
                  <a:pt x="590614" y="41199"/>
                  <a:pt x="590614" y="44133"/>
                </a:cubicBezTo>
                <a:close/>
                <a:moveTo>
                  <a:pt x="625285" y="15037"/>
                </a:moveTo>
                <a:lnTo>
                  <a:pt x="631685" y="15037"/>
                </a:lnTo>
                <a:lnTo>
                  <a:pt x="631685" y="23406"/>
                </a:lnTo>
                <a:lnTo>
                  <a:pt x="631838" y="23406"/>
                </a:lnTo>
                <a:cubicBezTo>
                  <a:pt x="632828" y="20803"/>
                  <a:pt x="634340" y="18631"/>
                  <a:pt x="636372" y="16879"/>
                </a:cubicBezTo>
                <a:cubicBezTo>
                  <a:pt x="638404" y="15126"/>
                  <a:pt x="641248" y="14250"/>
                  <a:pt x="644893" y="14250"/>
                </a:cubicBezTo>
                <a:cubicBezTo>
                  <a:pt x="647675" y="14250"/>
                  <a:pt x="649999" y="14834"/>
                  <a:pt x="651866" y="16002"/>
                </a:cubicBezTo>
                <a:cubicBezTo>
                  <a:pt x="653745" y="17171"/>
                  <a:pt x="655142" y="18821"/>
                  <a:pt x="656082" y="20955"/>
                </a:cubicBezTo>
                <a:cubicBezTo>
                  <a:pt x="657009" y="23089"/>
                  <a:pt x="657466" y="25578"/>
                  <a:pt x="657466" y="28435"/>
                </a:cubicBezTo>
                <a:lnTo>
                  <a:pt x="657466" y="55258"/>
                </a:lnTo>
                <a:lnTo>
                  <a:pt x="650735" y="55258"/>
                </a:lnTo>
                <a:lnTo>
                  <a:pt x="650735" y="29731"/>
                </a:lnTo>
                <a:cubicBezTo>
                  <a:pt x="650735" y="26632"/>
                  <a:pt x="650088" y="24270"/>
                  <a:pt x="648805" y="22644"/>
                </a:cubicBezTo>
                <a:cubicBezTo>
                  <a:pt x="647510" y="21019"/>
                  <a:pt x="645389" y="20206"/>
                  <a:pt x="642442" y="20206"/>
                </a:cubicBezTo>
                <a:cubicBezTo>
                  <a:pt x="640334" y="20206"/>
                  <a:pt x="638493" y="20663"/>
                  <a:pt x="636918" y="21590"/>
                </a:cubicBezTo>
                <a:cubicBezTo>
                  <a:pt x="635343" y="22505"/>
                  <a:pt x="634124" y="23838"/>
                  <a:pt x="633273" y="25603"/>
                </a:cubicBezTo>
                <a:cubicBezTo>
                  <a:pt x="632409" y="27369"/>
                  <a:pt x="631990" y="29477"/>
                  <a:pt x="631990" y="31928"/>
                </a:cubicBezTo>
                <a:lnTo>
                  <a:pt x="631990" y="55258"/>
                </a:lnTo>
                <a:lnTo>
                  <a:pt x="625285" y="55258"/>
                </a:lnTo>
                <a:lnTo>
                  <a:pt x="625285" y="15037"/>
                </a:lnTo>
                <a:close/>
                <a:moveTo>
                  <a:pt x="683209" y="56007"/>
                </a:moveTo>
                <a:cubicBezTo>
                  <a:pt x="679691" y="56007"/>
                  <a:pt x="676593" y="55118"/>
                  <a:pt x="673926" y="53366"/>
                </a:cubicBezTo>
                <a:cubicBezTo>
                  <a:pt x="671259" y="51601"/>
                  <a:pt x="669201" y="49137"/>
                  <a:pt x="667741" y="45987"/>
                </a:cubicBezTo>
                <a:cubicBezTo>
                  <a:pt x="666267" y="42838"/>
                  <a:pt x="665543" y="39218"/>
                  <a:pt x="665543" y="35128"/>
                </a:cubicBezTo>
                <a:cubicBezTo>
                  <a:pt x="665543" y="31039"/>
                  <a:pt x="666255" y="27419"/>
                  <a:pt x="667677" y="24270"/>
                </a:cubicBezTo>
                <a:cubicBezTo>
                  <a:pt x="669112" y="21108"/>
                  <a:pt x="671144" y="18656"/>
                  <a:pt x="673786" y="16891"/>
                </a:cubicBezTo>
                <a:cubicBezTo>
                  <a:pt x="676427" y="15139"/>
                  <a:pt x="679488" y="14250"/>
                  <a:pt x="682993" y="14250"/>
                </a:cubicBezTo>
                <a:cubicBezTo>
                  <a:pt x="685571" y="14250"/>
                  <a:pt x="687857" y="14656"/>
                  <a:pt x="689839" y="15443"/>
                </a:cubicBezTo>
                <a:cubicBezTo>
                  <a:pt x="691820" y="16243"/>
                  <a:pt x="693471" y="17297"/>
                  <a:pt x="694792" y="18631"/>
                </a:cubicBezTo>
                <a:cubicBezTo>
                  <a:pt x="696100" y="19952"/>
                  <a:pt x="697116" y="21451"/>
                  <a:pt x="697840" y="23114"/>
                </a:cubicBezTo>
                <a:lnTo>
                  <a:pt x="697979" y="23114"/>
                </a:lnTo>
                <a:lnTo>
                  <a:pt x="697979" y="0"/>
                </a:lnTo>
                <a:lnTo>
                  <a:pt x="704685" y="0"/>
                </a:lnTo>
                <a:lnTo>
                  <a:pt x="704685" y="55258"/>
                </a:lnTo>
                <a:lnTo>
                  <a:pt x="698284" y="55258"/>
                </a:lnTo>
                <a:lnTo>
                  <a:pt x="698284" y="46736"/>
                </a:lnTo>
                <a:lnTo>
                  <a:pt x="698208" y="46736"/>
                </a:lnTo>
                <a:cubicBezTo>
                  <a:pt x="697090" y="49492"/>
                  <a:pt x="695363" y="51727"/>
                  <a:pt x="693014" y="53429"/>
                </a:cubicBezTo>
                <a:cubicBezTo>
                  <a:pt x="690677" y="55144"/>
                  <a:pt x="687400" y="56007"/>
                  <a:pt x="683209" y="56007"/>
                </a:cubicBezTo>
                <a:close/>
                <a:moveTo>
                  <a:pt x="672541" y="35128"/>
                </a:moveTo>
                <a:cubicBezTo>
                  <a:pt x="672541" y="38380"/>
                  <a:pt x="673087" y="41148"/>
                  <a:pt x="674192" y="43421"/>
                </a:cubicBezTo>
                <a:cubicBezTo>
                  <a:pt x="675297" y="45707"/>
                  <a:pt x="676808" y="47422"/>
                  <a:pt x="678726" y="48578"/>
                </a:cubicBezTo>
                <a:cubicBezTo>
                  <a:pt x="680657" y="49733"/>
                  <a:pt x="682828" y="50305"/>
                  <a:pt x="685267" y="50305"/>
                </a:cubicBezTo>
                <a:cubicBezTo>
                  <a:pt x="687692" y="50305"/>
                  <a:pt x="689864" y="49733"/>
                  <a:pt x="691794" y="48578"/>
                </a:cubicBezTo>
                <a:cubicBezTo>
                  <a:pt x="693712" y="47422"/>
                  <a:pt x="695223" y="45707"/>
                  <a:pt x="696328" y="43447"/>
                </a:cubicBezTo>
                <a:cubicBezTo>
                  <a:pt x="697433" y="41173"/>
                  <a:pt x="697979" y="38405"/>
                  <a:pt x="697979" y="35128"/>
                </a:cubicBezTo>
                <a:cubicBezTo>
                  <a:pt x="697979" y="31877"/>
                  <a:pt x="697433" y="29121"/>
                  <a:pt x="696328" y="26848"/>
                </a:cubicBezTo>
                <a:cubicBezTo>
                  <a:pt x="695223" y="24574"/>
                  <a:pt x="693712" y="22873"/>
                  <a:pt x="691794" y="21717"/>
                </a:cubicBezTo>
                <a:cubicBezTo>
                  <a:pt x="689864" y="20562"/>
                  <a:pt x="687692" y="19990"/>
                  <a:pt x="685267" y="19990"/>
                </a:cubicBezTo>
                <a:cubicBezTo>
                  <a:pt x="682828" y="19990"/>
                  <a:pt x="680657" y="20562"/>
                  <a:pt x="678726" y="21717"/>
                </a:cubicBezTo>
                <a:cubicBezTo>
                  <a:pt x="676808" y="22873"/>
                  <a:pt x="675297" y="24574"/>
                  <a:pt x="674192" y="26848"/>
                </a:cubicBezTo>
                <a:cubicBezTo>
                  <a:pt x="673087" y="29121"/>
                  <a:pt x="672541" y="31877"/>
                  <a:pt x="672541" y="35128"/>
                </a:cubicBezTo>
                <a:close/>
                <a:moveTo>
                  <a:pt x="734568" y="2832"/>
                </a:moveTo>
                <a:lnTo>
                  <a:pt x="754367" y="2832"/>
                </a:lnTo>
                <a:cubicBezTo>
                  <a:pt x="758406" y="2832"/>
                  <a:pt x="761810" y="3493"/>
                  <a:pt x="764515" y="4801"/>
                </a:cubicBezTo>
                <a:cubicBezTo>
                  <a:pt x="767309" y="6121"/>
                  <a:pt x="769341" y="7963"/>
                  <a:pt x="770738" y="10351"/>
                </a:cubicBezTo>
                <a:cubicBezTo>
                  <a:pt x="772135" y="12726"/>
                  <a:pt x="772770" y="15532"/>
                  <a:pt x="772770" y="18759"/>
                </a:cubicBezTo>
                <a:cubicBezTo>
                  <a:pt x="772770" y="21908"/>
                  <a:pt x="772135" y="24727"/>
                  <a:pt x="770738" y="27204"/>
                </a:cubicBezTo>
                <a:cubicBezTo>
                  <a:pt x="769468" y="29680"/>
                  <a:pt x="767436" y="31636"/>
                  <a:pt x="764642" y="33058"/>
                </a:cubicBezTo>
                <a:cubicBezTo>
                  <a:pt x="761962" y="34493"/>
                  <a:pt x="758673" y="35205"/>
                  <a:pt x="754774" y="35205"/>
                </a:cubicBezTo>
                <a:lnTo>
                  <a:pt x="741642" y="35205"/>
                </a:lnTo>
                <a:lnTo>
                  <a:pt x="741642" y="55258"/>
                </a:lnTo>
                <a:lnTo>
                  <a:pt x="734568" y="55258"/>
                </a:lnTo>
                <a:lnTo>
                  <a:pt x="734568" y="2832"/>
                </a:lnTo>
                <a:close/>
                <a:moveTo>
                  <a:pt x="753770" y="28804"/>
                </a:moveTo>
                <a:cubicBezTo>
                  <a:pt x="757784" y="28804"/>
                  <a:pt x="760793" y="27953"/>
                  <a:pt x="762775" y="26251"/>
                </a:cubicBezTo>
                <a:cubicBezTo>
                  <a:pt x="764769" y="24550"/>
                  <a:pt x="765785" y="22085"/>
                  <a:pt x="765785" y="18835"/>
                </a:cubicBezTo>
                <a:cubicBezTo>
                  <a:pt x="765785" y="15710"/>
                  <a:pt x="764769" y="13336"/>
                  <a:pt x="762648" y="11723"/>
                </a:cubicBezTo>
                <a:cubicBezTo>
                  <a:pt x="760578" y="10109"/>
                  <a:pt x="757517" y="9310"/>
                  <a:pt x="753466" y="9310"/>
                </a:cubicBezTo>
                <a:lnTo>
                  <a:pt x="741642" y="9310"/>
                </a:lnTo>
                <a:lnTo>
                  <a:pt x="741642" y="28804"/>
                </a:lnTo>
                <a:lnTo>
                  <a:pt x="753770" y="28804"/>
                </a:lnTo>
                <a:close/>
                <a:moveTo>
                  <a:pt x="789534" y="56007"/>
                </a:moveTo>
                <a:cubicBezTo>
                  <a:pt x="787121" y="56007"/>
                  <a:pt x="784962" y="55538"/>
                  <a:pt x="783184" y="54623"/>
                </a:cubicBezTo>
                <a:cubicBezTo>
                  <a:pt x="781279" y="53708"/>
                  <a:pt x="779882" y="52363"/>
                  <a:pt x="778739" y="50610"/>
                </a:cubicBezTo>
                <a:cubicBezTo>
                  <a:pt x="777723" y="48844"/>
                  <a:pt x="777215" y="46736"/>
                  <a:pt x="777215" y="44285"/>
                </a:cubicBezTo>
                <a:cubicBezTo>
                  <a:pt x="777215" y="41275"/>
                  <a:pt x="777977" y="38812"/>
                  <a:pt x="779628" y="36881"/>
                </a:cubicBezTo>
                <a:cubicBezTo>
                  <a:pt x="781152" y="34938"/>
                  <a:pt x="783311" y="33528"/>
                  <a:pt x="786105" y="32652"/>
                </a:cubicBezTo>
                <a:cubicBezTo>
                  <a:pt x="788772" y="31776"/>
                  <a:pt x="791947" y="31331"/>
                  <a:pt x="795503" y="31331"/>
                </a:cubicBezTo>
                <a:lnTo>
                  <a:pt x="802742" y="31331"/>
                </a:lnTo>
                <a:lnTo>
                  <a:pt x="802742" y="28575"/>
                </a:lnTo>
                <a:cubicBezTo>
                  <a:pt x="802742" y="25756"/>
                  <a:pt x="801980" y="23597"/>
                  <a:pt x="800710" y="22123"/>
                </a:cubicBezTo>
                <a:cubicBezTo>
                  <a:pt x="799313" y="20651"/>
                  <a:pt x="797281" y="19914"/>
                  <a:pt x="794487" y="19914"/>
                </a:cubicBezTo>
                <a:cubicBezTo>
                  <a:pt x="792074" y="19914"/>
                  <a:pt x="789915" y="20409"/>
                  <a:pt x="788010" y="21413"/>
                </a:cubicBezTo>
                <a:cubicBezTo>
                  <a:pt x="786232" y="22416"/>
                  <a:pt x="784581" y="23876"/>
                  <a:pt x="783184" y="25794"/>
                </a:cubicBezTo>
                <a:lnTo>
                  <a:pt x="778866" y="21476"/>
                </a:lnTo>
                <a:cubicBezTo>
                  <a:pt x="782803" y="16663"/>
                  <a:pt x="788264" y="14250"/>
                  <a:pt x="794995" y="14250"/>
                </a:cubicBezTo>
                <a:cubicBezTo>
                  <a:pt x="798043" y="14250"/>
                  <a:pt x="800710" y="14846"/>
                  <a:pt x="802869" y="16040"/>
                </a:cubicBezTo>
                <a:cubicBezTo>
                  <a:pt x="805028" y="17234"/>
                  <a:pt x="806679" y="18898"/>
                  <a:pt x="807695" y="21044"/>
                </a:cubicBezTo>
                <a:cubicBezTo>
                  <a:pt x="808838" y="23191"/>
                  <a:pt x="809346" y="25705"/>
                  <a:pt x="809346" y="28575"/>
                </a:cubicBezTo>
                <a:lnTo>
                  <a:pt x="809346" y="55258"/>
                </a:lnTo>
                <a:lnTo>
                  <a:pt x="802996" y="55258"/>
                </a:lnTo>
                <a:lnTo>
                  <a:pt x="802996" y="47778"/>
                </a:lnTo>
                <a:lnTo>
                  <a:pt x="802869" y="47778"/>
                </a:lnTo>
                <a:cubicBezTo>
                  <a:pt x="801472" y="50635"/>
                  <a:pt x="799821" y="52718"/>
                  <a:pt x="797662" y="54026"/>
                </a:cubicBezTo>
                <a:cubicBezTo>
                  <a:pt x="795503" y="55347"/>
                  <a:pt x="792836" y="56007"/>
                  <a:pt x="789534" y="56007"/>
                </a:cubicBezTo>
                <a:close/>
                <a:moveTo>
                  <a:pt x="784200" y="44133"/>
                </a:moveTo>
                <a:cubicBezTo>
                  <a:pt x="784200" y="45403"/>
                  <a:pt x="784454" y="46495"/>
                  <a:pt x="784962" y="47447"/>
                </a:cubicBezTo>
                <a:cubicBezTo>
                  <a:pt x="785597" y="48387"/>
                  <a:pt x="786359" y="49111"/>
                  <a:pt x="787502" y="49619"/>
                </a:cubicBezTo>
                <a:cubicBezTo>
                  <a:pt x="788518" y="50127"/>
                  <a:pt x="789915" y="50381"/>
                  <a:pt x="791312" y="50381"/>
                </a:cubicBezTo>
                <a:cubicBezTo>
                  <a:pt x="793725" y="50381"/>
                  <a:pt x="795757" y="49911"/>
                  <a:pt x="797408" y="48946"/>
                </a:cubicBezTo>
                <a:cubicBezTo>
                  <a:pt x="799186" y="47993"/>
                  <a:pt x="800456" y="46749"/>
                  <a:pt x="801345" y="45187"/>
                </a:cubicBezTo>
                <a:cubicBezTo>
                  <a:pt x="802234" y="43638"/>
                  <a:pt x="802742" y="41999"/>
                  <a:pt x="802742" y="40260"/>
                </a:cubicBezTo>
                <a:lnTo>
                  <a:pt x="802742" y="36361"/>
                </a:lnTo>
                <a:lnTo>
                  <a:pt x="796392" y="36361"/>
                </a:lnTo>
                <a:cubicBezTo>
                  <a:pt x="792709" y="36361"/>
                  <a:pt x="789788" y="36919"/>
                  <a:pt x="787502" y="38050"/>
                </a:cubicBezTo>
                <a:cubicBezTo>
                  <a:pt x="785343" y="39180"/>
                  <a:pt x="784200" y="41199"/>
                  <a:pt x="784200" y="44133"/>
                </a:cubicBezTo>
                <a:close/>
                <a:moveTo>
                  <a:pt x="818871" y="15037"/>
                </a:moveTo>
                <a:lnTo>
                  <a:pt x="825221" y="15037"/>
                </a:lnTo>
                <a:lnTo>
                  <a:pt x="825221" y="23635"/>
                </a:lnTo>
                <a:lnTo>
                  <a:pt x="825348" y="23635"/>
                </a:lnTo>
                <a:cubicBezTo>
                  <a:pt x="826110" y="20333"/>
                  <a:pt x="827253" y="17945"/>
                  <a:pt x="828904" y="16472"/>
                </a:cubicBezTo>
                <a:cubicBezTo>
                  <a:pt x="830428" y="14999"/>
                  <a:pt x="832460" y="14250"/>
                  <a:pt x="834873" y="14250"/>
                </a:cubicBezTo>
                <a:cubicBezTo>
                  <a:pt x="835508" y="14250"/>
                  <a:pt x="836016" y="14288"/>
                  <a:pt x="836651" y="14364"/>
                </a:cubicBezTo>
                <a:cubicBezTo>
                  <a:pt x="837159" y="14440"/>
                  <a:pt x="837667" y="14529"/>
                  <a:pt x="838048" y="14631"/>
                </a:cubicBezTo>
                <a:lnTo>
                  <a:pt x="838048" y="21210"/>
                </a:lnTo>
                <a:cubicBezTo>
                  <a:pt x="837667" y="21095"/>
                  <a:pt x="837159" y="20993"/>
                  <a:pt x="836524" y="20917"/>
                </a:cubicBezTo>
                <a:cubicBezTo>
                  <a:pt x="835889" y="20841"/>
                  <a:pt x="835254" y="20803"/>
                  <a:pt x="834746" y="20803"/>
                </a:cubicBezTo>
                <a:cubicBezTo>
                  <a:pt x="831444" y="20803"/>
                  <a:pt x="829031" y="21946"/>
                  <a:pt x="827634" y="24244"/>
                </a:cubicBezTo>
                <a:cubicBezTo>
                  <a:pt x="826237" y="26543"/>
                  <a:pt x="825475" y="29896"/>
                  <a:pt x="825475" y="34316"/>
                </a:cubicBezTo>
                <a:lnTo>
                  <a:pt x="825475" y="55258"/>
                </a:lnTo>
                <a:lnTo>
                  <a:pt x="818871" y="55258"/>
                </a:lnTo>
                <a:lnTo>
                  <a:pt x="818871" y="15037"/>
                </a:lnTo>
                <a:close/>
                <a:moveTo>
                  <a:pt x="855701" y="55855"/>
                </a:moveTo>
                <a:cubicBezTo>
                  <a:pt x="853288" y="55855"/>
                  <a:pt x="851383" y="55525"/>
                  <a:pt x="849859" y="54890"/>
                </a:cubicBezTo>
                <a:cubicBezTo>
                  <a:pt x="848462" y="54242"/>
                  <a:pt x="847319" y="53239"/>
                  <a:pt x="846557" y="51867"/>
                </a:cubicBezTo>
                <a:cubicBezTo>
                  <a:pt x="845922" y="50509"/>
                  <a:pt x="845541" y="48743"/>
                  <a:pt x="845541" y="46584"/>
                </a:cubicBezTo>
                <a:lnTo>
                  <a:pt x="845541" y="20651"/>
                </a:lnTo>
                <a:lnTo>
                  <a:pt x="839572" y="20651"/>
                </a:lnTo>
                <a:lnTo>
                  <a:pt x="839572" y="17158"/>
                </a:lnTo>
                <a:lnTo>
                  <a:pt x="851383" y="5283"/>
                </a:lnTo>
                <a:lnTo>
                  <a:pt x="852272" y="5283"/>
                </a:lnTo>
                <a:lnTo>
                  <a:pt x="852272" y="15037"/>
                </a:lnTo>
                <a:lnTo>
                  <a:pt x="861289" y="15037"/>
                </a:lnTo>
                <a:lnTo>
                  <a:pt x="861289" y="20651"/>
                </a:lnTo>
                <a:lnTo>
                  <a:pt x="852272" y="20651"/>
                </a:lnTo>
                <a:lnTo>
                  <a:pt x="852272" y="45212"/>
                </a:lnTo>
                <a:cubicBezTo>
                  <a:pt x="852272" y="46406"/>
                  <a:pt x="852399" y="47320"/>
                  <a:pt x="852653" y="47981"/>
                </a:cubicBezTo>
                <a:cubicBezTo>
                  <a:pt x="852907" y="48641"/>
                  <a:pt x="853415" y="49111"/>
                  <a:pt x="854050" y="49378"/>
                </a:cubicBezTo>
                <a:cubicBezTo>
                  <a:pt x="854685" y="49657"/>
                  <a:pt x="855574" y="49785"/>
                  <a:pt x="856590" y="49785"/>
                </a:cubicBezTo>
                <a:cubicBezTo>
                  <a:pt x="858114" y="49785"/>
                  <a:pt x="859638" y="49581"/>
                  <a:pt x="861289" y="49149"/>
                </a:cubicBezTo>
                <a:lnTo>
                  <a:pt x="861289" y="55258"/>
                </a:lnTo>
                <a:cubicBezTo>
                  <a:pt x="860527" y="55435"/>
                  <a:pt x="859638" y="55576"/>
                  <a:pt x="858622" y="55690"/>
                </a:cubicBezTo>
                <a:cubicBezTo>
                  <a:pt x="857606" y="55791"/>
                  <a:pt x="856590" y="55855"/>
                  <a:pt x="855701" y="55855"/>
                </a:cubicBezTo>
                <a:close/>
                <a:moveTo>
                  <a:pt x="869163" y="15037"/>
                </a:moveTo>
                <a:lnTo>
                  <a:pt x="875513" y="15037"/>
                </a:lnTo>
                <a:lnTo>
                  <a:pt x="875513" y="23406"/>
                </a:lnTo>
                <a:lnTo>
                  <a:pt x="875640" y="23406"/>
                </a:lnTo>
                <a:cubicBezTo>
                  <a:pt x="876656" y="20803"/>
                  <a:pt x="878180" y="18631"/>
                  <a:pt x="880212" y="16879"/>
                </a:cubicBezTo>
                <a:cubicBezTo>
                  <a:pt x="882244" y="15126"/>
                  <a:pt x="885038" y="14250"/>
                  <a:pt x="888721" y="14250"/>
                </a:cubicBezTo>
                <a:cubicBezTo>
                  <a:pt x="891515" y="14250"/>
                  <a:pt x="893801" y="14834"/>
                  <a:pt x="895706" y="16002"/>
                </a:cubicBezTo>
                <a:cubicBezTo>
                  <a:pt x="897611" y="17171"/>
                  <a:pt x="899008" y="18821"/>
                  <a:pt x="899897" y="20955"/>
                </a:cubicBezTo>
                <a:cubicBezTo>
                  <a:pt x="900786" y="23089"/>
                  <a:pt x="901294" y="25578"/>
                  <a:pt x="901294" y="28435"/>
                </a:cubicBezTo>
                <a:lnTo>
                  <a:pt x="901294" y="55258"/>
                </a:lnTo>
                <a:lnTo>
                  <a:pt x="894563" y="55258"/>
                </a:lnTo>
                <a:lnTo>
                  <a:pt x="894563" y="29731"/>
                </a:lnTo>
                <a:cubicBezTo>
                  <a:pt x="894563" y="26632"/>
                  <a:pt x="893928" y="24270"/>
                  <a:pt x="892658" y="22644"/>
                </a:cubicBezTo>
                <a:cubicBezTo>
                  <a:pt x="891388" y="21019"/>
                  <a:pt x="889229" y="20206"/>
                  <a:pt x="886308" y="20206"/>
                </a:cubicBezTo>
                <a:cubicBezTo>
                  <a:pt x="884149" y="20206"/>
                  <a:pt x="882371" y="20663"/>
                  <a:pt x="880720" y="21590"/>
                </a:cubicBezTo>
                <a:cubicBezTo>
                  <a:pt x="879196" y="22505"/>
                  <a:pt x="877926" y="23838"/>
                  <a:pt x="877164" y="25603"/>
                </a:cubicBezTo>
                <a:cubicBezTo>
                  <a:pt x="876275" y="27369"/>
                  <a:pt x="875767" y="29477"/>
                  <a:pt x="875767" y="31928"/>
                </a:cubicBezTo>
                <a:lnTo>
                  <a:pt x="875767" y="55258"/>
                </a:lnTo>
                <a:lnTo>
                  <a:pt x="869163" y="55258"/>
                </a:lnTo>
                <a:lnTo>
                  <a:pt x="869163" y="15037"/>
                </a:lnTo>
                <a:close/>
                <a:moveTo>
                  <a:pt x="929615" y="56007"/>
                </a:moveTo>
                <a:cubicBezTo>
                  <a:pt x="925551" y="56007"/>
                  <a:pt x="921995" y="55207"/>
                  <a:pt x="918947" y="53607"/>
                </a:cubicBezTo>
                <a:cubicBezTo>
                  <a:pt x="915899" y="52007"/>
                  <a:pt x="913486" y="49632"/>
                  <a:pt x="911835" y="46495"/>
                </a:cubicBezTo>
                <a:cubicBezTo>
                  <a:pt x="910184" y="43358"/>
                  <a:pt x="909422" y="39574"/>
                  <a:pt x="909422" y="35128"/>
                </a:cubicBezTo>
                <a:cubicBezTo>
                  <a:pt x="909422" y="30633"/>
                  <a:pt x="910311" y="26822"/>
                  <a:pt x="911962" y="23685"/>
                </a:cubicBezTo>
                <a:cubicBezTo>
                  <a:pt x="913740" y="20549"/>
                  <a:pt x="916153" y="18186"/>
                  <a:pt x="919074" y="16612"/>
                </a:cubicBezTo>
                <a:cubicBezTo>
                  <a:pt x="921995" y="15037"/>
                  <a:pt x="925297" y="14250"/>
                  <a:pt x="928853" y="14250"/>
                </a:cubicBezTo>
                <a:cubicBezTo>
                  <a:pt x="932917" y="14250"/>
                  <a:pt x="936346" y="15202"/>
                  <a:pt x="938886" y="17107"/>
                </a:cubicBezTo>
                <a:cubicBezTo>
                  <a:pt x="941553" y="19000"/>
                  <a:pt x="943458" y="21425"/>
                  <a:pt x="944601" y="24371"/>
                </a:cubicBezTo>
                <a:cubicBezTo>
                  <a:pt x="945871" y="27331"/>
                  <a:pt x="946379" y="30429"/>
                  <a:pt x="946379" y="33681"/>
                </a:cubicBezTo>
                <a:cubicBezTo>
                  <a:pt x="946379" y="34798"/>
                  <a:pt x="946379" y="35840"/>
                  <a:pt x="946252" y="36805"/>
                </a:cubicBezTo>
                <a:lnTo>
                  <a:pt x="916407" y="36805"/>
                </a:lnTo>
                <a:cubicBezTo>
                  <a:pt x="916661" y="41199"/>
                  <a:pt x="917931" y="44539"/>
                  <a:pt x="920090" y="46851"/>
                </a:cubicBezTo>
                <a:cubicBezTo>
                  <a:pt x="922376" y="49149"/>
                  <a:pt x="925551" y="50305"/>
                  <a:pt x="929615" y="50305"/>
                </a:cubicBezTo>
                <a:cubicBezTo>
                  <a:pt x="932155" y="50305"/>
                  <a:pt x="934187" y="49936"/>
                  <a:pt x="935965" y="49188"/>
                </a:cubicBezTo>
                <a:cubicBezTo>
                  <a:pt x="937743" y="48451"/>
                  <a:pt x="939394" y="47219"/>
                  <a:pt x="940791" y="45504"/>
                </a:cubicBezTo>
                <a:lnTo>
                  <a:pt x="944982" y="49670"/>
                </a:lnTo>
                <a:cubicBezTo>
                  <a:pt x="943712" y="51168"/>
                  <a:pt x="942315" y="52375"/>
                  <a:pt x="940791" y="53302"/>
                </a:cubicBezTo>
                <a:cubicBezTo>
                  <a:pt x="939267" y="54229"/>
                  <a:pt x="937743" y="54915"/>
                  <a:pt x="935838" y="55347"/>
                </a:cubicBezTo>
                <a:cubicBezTo>
                  <a:pt x="934060" y="55779"/>
                  <a:pt x="932028" y="56007"/>
                  <a:pt x="929615" y="56007"/>
                </a:cubicBezTo>
                <a:close/>
                <a:moveTo>
                  <a:pt x="939648" y="31636"/>
                </a:moveTo>
                <a:cubicBezTo>
                  <a:pt x="939267" y="27763"/>
                  <a:pt x="938124" y="24854"/>
                  <a:pt x="936219" y="22911"/>
                </a:cubicBezTo>
                <a:cubicBezTo>
                  <a:pt x="934314" y="20955"/>
                  <a:pt x="931774" y="19990"/>
                  <a:pt x="928599" y="19990"/>
                </a:cubicBezTo>
                <a:cubicBezTo>
                  <a:pt x="926440" y="19990"/>
                  <a:pt x="924662" y="20422"/>
                  <a:pt x="922884" y="21286"/>
                </a:cubicBezTo>
                <a:cubicBezTo>
                  <a:pt x="921233" y="22149"/>
                  <a:pt x="919836" y="23457"/>
                  <a:pt x="918820" y="25197"/>
                </a:cubicBezTo>
                <a:cubicBezTo>
                  <a:pt x="917677" y="26924"/>
                  <a:pt x="916915" y="29070"/>
                  <a:pt x="916661" y="31636"/>
                </a:cubicBezTo>
                <a:lnTo>
                  <a:pt x="939648" y="31636"/>
                </a:lnTo>
                <a:close/>
                <a:moveTo>
                  <a:pt x="954507" y="15037"/>
                </a:moveTo>
                <a:lnTo>
                  <a:pt x="960857" y="15037"/>
                </a:lnTo>
                <a:lnTo>
                  <a:pt x="960857" y="23635"/>
                </a:lnTo>
                <a:lnTo>
                  <a:pt x="960984" y="23635"/>
                </a:lnTo>
                <a:cubicBezTo>
                  <a:pt x="961746" y="20333"/>
                  <a:pt x="962889" y="17945"/>
                  <a:pt x="964540" y="16472"/>
                </a:cubicBezTo>
                <a:cubicBezTo>
                  <a:pt x="966064" y="14999"/>
                  <a:pt x="968096" y="14250"/>
                  <a:pt x="970509" y="14250"/>
                </a:cubicBezTo>
                <a:cubicBezTo>
                  <a:pt x="971144" y="14250"/>
                  <a:pt x="971652" y="14288"/>
                  <a:pt x="972287" y="14364"/>
                </a:cubicBezTo>
                <a:cubicBezTo>
                  <a:pt x="972795" y="14440"/>
                  <a:pt x="973303" y="14529"/>
                  <a:pt x="973684" y="14631"/>
                </a:cubicBezTo>
                <a:lnTo>
                  <a:pt x="973684" y="21210"/>
                </a:lnTo>
                <a:cubicBezTo>
                  <a:pt x="973303" y="21095"/>
                  <a:pt x="972795" y="20993"/>
                  <a:pt x="972160" y="20917"/>
                </a:cubicBezTo>
                <a:cubicBezTo>
                  <a:pt x="971525" y="20841"/>
                  <a:pt x="970890" y="20803"/>
                  <a:pt x="970382" y="20803"/>
                </a:cubicBezTo>
                <a:cubicBezTo>
                  <a:pt x="967080" y="20803"/>
                  <a:pt x="964667" y="21946"/>
                  <a:pt x="963270" y="24244"/>
                </a:cubicBezTo>
                <a:cubicBezTo>
                  <a:pt x="961873" y="26543"/>
                  <a:pt x="961111" y="29896"/>
                  <a:pt x="961111" y="34316"/>
                </a:cubicBezTo>
                <a:lnTo>
                  <a:pt x="961111" y="55258"/>
                </a:lnTo>
                <a:lnTo>
                  <a:pt x="954507" y="55258"/>
                </a:lnTo>
                <a:lnTo>
                  <a:pt x="954507" y="15037"/>
                </a:lnTo>
                <a:close/>
                <a:moveTo>
                  <a:pt x="992988" y="56007"/>
                </a:moveTo>
                <a:cubicBezTo>
                  <a:pt x="986130" y="56007"/>
                  <a:pt x="980669" y="53899"/>
                  <a:pt x="976859" y="49670"/>
                </a:cubicBezTo>
                <a:lnTo>
                  <a:pt x="981177" y="45403"/>
                </a:lnTo>
                <a:cubicBezTo>
                  <a:pt x="982955" y="47257"/>
                  <a:pt x="984733" y="48565"/>
                  <a:pt x="986638" y="49327"/>
                </a:cubicBezTo>
                <a:cubicBezTo>
                  <a:pt x="988416" y="50076"/>
                  <a:pt x="990575" y="50457"/>
                  <a:pt x="992988" y="50457"/>
                </a:cubicBezTo>
                <a:cubicBezTo>
                  <a:pt x="995401" y="50457"/>
                  <a:pt x="997433" y="50000"/>
                  <a:pt x="999084" y="49099"/>
                </a:cubicBezTo>
                <a:cubicBezTo>
                  <a:pt x="1000735" y="48197"/>
                  <a:pt x="1001624" y="46711"/>
                  <a:pt x="1001624" y="44653"/>
                </a:cubicBezTo>
                <a:cubicBezTo>
                  <a:pt x="1001624" y="43193"/>
                  <a:pt x="1001243" y="41999"/>
                  <a:pt x="1000354" y="41097"/>
                </a:cubicBezTo>
                <a:cubicBezTo>
                  <a:pt x="999592" y="40196"/>
                  <a:pt x="998449" y="39484"/>
                  <a:pt x="997179" y="38964"/>
                </a:cubicBezTo>
                <a:cubicBezTo>
                  <a:pt x="995909" y="38443"/>
                  <a:pt x="993877" y="37833"/>
                  <a:pt x="991464" y="37135"/>
                </a:cubicBezTo>
                <a:cubicBezTo>
                  <a:pt x="988924" y="36424"/>
                  <a:pt x="986765" y="35649"/>
                  <a:pt x="984987" y="34837"/>
                </a:cubicBezTo>
                <a:cubicBezTo>
                  <a:pt x="983209" y="34011"/>
                  <a:pt x="981685" y="32842"/>
                  <a:pt x="980542" y="31318"/>
                </a:cubicBezTo>
                <a:cubicBezTo>
                  <a:pt x="979272" y="29794"/>
                  <a:pt x="978764" y="27839"/>
                  <a:pt x="978764" y="25451"/>
                </a:cubicBezTo>
                <a:cubicBezTo>
                  <a:pt x="978764" y="23076"/>
                  <a:pt x="979272" y="21044"/>
                  <a:pt x="980415" y="19355"/>
                </a:cubicBezTo>
                <a:cubicBezTo>
                  <a:pt x="981685" y="17666"/>
                  <a:pt x="983336" y="16396"/>
                  <a:pt x="985495" y="15532"/>
                </a:cubicBezTo>
                <a:cubicBezTo>
                  <a:pt x="987527" y="14681"/>
                  <a:pt x="990067" y="14250"/>
                  <a:pt x="992861" y="14250"/>
                </a:cubicBezTo>
                <a:cubicBezTo>
                  <a:pt x="995655" y="14250"/>
                  <a:pt x="998195" y="14707"/>
                  <a:pt x="1000735" y="15608"/>
                </a:cubicBezTo>
                <a:cubicBezTo>
                  <a:pt x="1003275" y="16523"/>
                  <a:pt x="1005307" y="17844"/>
                  <a:pt x="1006958" y="19571"/>
                </a:cubicBezTo>
                <a:lnTo>
                  <a:pt x="1002767" y="23851"/>
                </a:lnTo>
                <a:cubicBezTo>
                  <a:pt x="1000100" y="21222"/>
                  <a:pt x="996798" y="19914"/>
                  <a:pt x="992861" y="19914"/>
                </a:cubicBezTo>
                <a:cubicBezTo>
                  <a:pt x="990448" y="19914"/>
                  <a:pt x="988670" y="20346"/>
                  <a:pt x="987273" y="21210"/>
                </a:cubicBezTo>
                <a:cubicBezTo>
                  <a:pt x="985876" y="22085"/>
                  <a:pt x="985241" y="23394"/>
                  <a:pt x="985241" y="25159"/>
                </a:cubicBezTo>
                <a:cubicBezTo>
                  <a:pt x="985241" y="26327"/>
                  <a:pt x="985622" y="27293"/>
                  <a:pt x="986384" y="28055"/>
                </a:cubicBezTo>
                <a:cubicBezTo>
                  <a:pt x="987273" y="28829"/>
                  <a:pt x="988289" y="29464"/>
                  <a:pt x="989686" y="29973"/>
                </a:cubicBezTo>
                <a:cubicBezTo>
                  <a:pt x="990956" y="30480"/>
                  <a:pt x="992861" y="31090"/>
                  <a:pt x="995401" y="31776"/>
                </a:cubicBezTo>
                <a:cubicBezTo>
                  <a:pt x="997941" y="32500"/>
                  <a:pt x="1000100" y="33262"/>
                  <a:pt x="1001878" y="34049"/>
                </a:cubicBezTo>
                <a:cubicBezTo>
                  <a:pt x="1003529" y="34849"/>
                  <a:pt x="1005053" y="36055"/>
                  <a:pt x="1006323" y="37681"/>
                </a:cubicBezTo>
                <a:cubicBezTo>
                  <a:pt x="1007466" y="39307"/>
                  <a:pt x="1008101" y="41453"/>
                  <a:pt x="1008101" y="44133"/>
                </a:cubicBezTo>
                <a:cubicBezTo>
                  <a:pt x="1008101" y="46610"/>
                  <a:pt x="1007466" y="48743"/>
                  <a:pt x="1006196" y="50533"/>
                </a:cubicBezTo>
                <a:cubicBezTo>
                  <a:pt x="1004926" y="52312"/>
                  <a:pt x="1003148" y="53670"/>
                  <a:pt x="1000862" y="54611"/>
                </a:cubicBezTo>
                <a:cubicBezTo>
                  <a:pt x="998576" y="55538"/>
                  <a:pt x="995909" y="56007"/>
                  <a:pt x="992988" y="56007"/>
                </a:cubicBezTo>
                <a:close/>
                <a:moveTo>
                  <a:pt x="1057250" y="56007"/>
                </a:moveTo>
                <a:cubicBezTo>
                  <a:pt x="1052170" y="56007"/>
                  <a:pt x="1047725" y="54902"/>
                  <a:pt x="1043915" y="52693"/>
                </a:cubicBezTo>
                <a:cubicBezTo>
                  <a:pt x="1039978" y="50483"/>
                  <a:pt x="1037057" y="47334"/>
                  <a:pt x="1034898" y="43256"/>
                </a:cubicBezTo>
                <a:cubicBezTo>
                  <a:pt x="1032739" y="39180"/>
                  <a:pt x="1031596" y="34430"/>
                  <a:pt x="1031596" y="29032"/>
                </a:cubicBezTo>
                <a:cubicBezTo>
                  <a:pt x="1031596" y="23623"/>
                  <a:pt x="1032739" y="18885"/>
                  <a:pt x="1034898" y="14808"/>
                </a:cubicBezTo>
                <a:cubicBezTo>
                  <a:pt x="1037057" y="10744"/>
                  <a:pt x="1039978" y="7595"/>
                  <a:pt x="1043915" y="5385"/>
                </a:cubicBezTo>
                <a:cubicBezTo>
                  <a:pt x="1047725" y="3163"/>
                  <a:pt x="1052170" y="2045"/>
                  <a:pt x="1057250" y="2045"/>
                </a:cubicBezTo>
                <a:cubicBezTo>
                  <a:pt x="1062203" y="2045"/>
                  <a:pt x="1066648" y="3163"/>
                  <a:pt x="1070458" y="5385"/>
                </a:cubicBezTo>
                <a:cubicBezTo>
                  <a:pt x="1074395" y="7595"/>
                  <a:pt x="1077443" y="10744"/>
                  <a:pt x="1079602" y="14808"/>
                </a:cubicBezTo>
                <a:cubicBezTo>
                  <a:pt x="1081761" y="18885"/>
                  <a:pt x="1082777" y="23623"/>
                  <a:pt x="1082777" y="29032"/>
                </a:cubicBezTo>
                <a:cubicBezTo>
                  <a:pt x="1082777" y="34430"/>
                  <a:pt x="1081761" y="39180"/>
                  <a:pt x="1079602" y="43256"/>
                </a:cubicBezTo>
                <a:cubicBezTo>
                  <a:pt x="1077443" y="47334"/>
                  <a:pt x="1074395" y="50483"/>
                  <a:pt x="1070458" y="52693"/>
                </a:cubicBezTo>
                <a:cubicBezTo>
                  <a:pt x="1066648" y="54902"/>
                  <a:pt x="1062203" y="56007"/>
                  <a:pt x="1057250" y="56007"/>
                </a:cubicBezTo>
                <a:close/>
                <a:moveTo>
                  <a:pt x="1038835" y="29032"/>
                </a:moveTo>
                <a:cubicBezTo>
                  <a:pt x="1038835" y="33198"/>
                  <a:pt x="1039597" y="36818"/>
                  <a:pt x="1040994" y="39891"/>
                </a:cubicBezTo>
                <a:cubicBezTo>
                  <a:pt x="1042518" y="42964"/>
                  <a:pt x="1044677" y="45327"/>
                  <a:pt x="1047471" y="46978"/>
                </a:cubicBezTo>
                <a:cubicBezTo>
                  <a:pt x="1050138" y="48629"/>
                  <a:pt x="1053440" y="49454"/>
                  <a:pt x="1057250" y="49454"/>
                </a:cubicBezTo>
                <a:cubicBezTo>
                  <a:pt x="1060933" y="49454"/>
                  <a:pt x="1064235" y="48629"/>
                  <a:pt x="1066902" y="46978"/>
                </a:cubicBezTo>
                <a:cubicBezTo>
                  <a:pt x="1069696" y="45327"/>
                  <a:pt x="1071855" y="42964"/>
                  <a:pt x="1073379" y="39891"/>
                </a:cubicBezTo>
                <a:cubicBezTo>
                  <a:pt x="1074776" y="36818"/>
                  <a:pt x="1075538" y="33198"/>
                  <a:pt x="1075538" y="29032"/>
                </a:cubicBezTo>
                <a:cubicBezTo>
                  <a:pt x="1075538" y="24854"/>
                  <a:pt x="1074776" y="21248"/>
                  <a:pt x="1073379" y="18174"/>
                </a:cubicBezTo>
                <a:cubicBezTo>
                  <a:pt x="1071855" y="15113"/>
                  <a:pt x="1069696" y="12764"/>
                  <a:pt x="1066902" y="11112"/>
                </a:cubicBezTo>
                <a:cubicBezTo>
                  <a:pt x="1064235" y="9461"/>
                  <a:pt x="1060933" y="8636"/>
                  <a:pt x="1057250" y="8636"/>
                </a:cubicBezTo>
                <a:cubicBezTo>
                  <a:pt x="1053440" y="8636"/>
                  <a:pt x="1050138" y="9461"/>
                  <a:pt x="1047471" y="11112"/>
                </a:cubicBezTo>
                <a:cubicBezTo>
                  <a:pt x="1044677" y="12764"/>
                  <a:pt x="1042518" y="15113"/>
                  <a:pt x="1040994" y="18174"/>
                </a:cubicBezTo>
                <a:cubicBezTo>
                  <a:pt x="1039597" y="21248"/>
                  <a:pt x="1038835" y="24854"/>
                  <a:pt x="1038835" y="29032"/>
                </a:cubicBezTo>
                <a:close/>
                <a:moveTo>
                  <a:pt x="1091667" y="15037"/>
                </a:moveTo>
                <a:lnTo>
                  <a:pt x="1098017" y="15037"/>
                </a:lnTo>
                <a:lnTo>
                  <a:pt x="1098017" y="23406"/>
                </a:lnTo>
                <a:lnTo>
                  <a:pt x="1098144" y="23406"/>
                </a:lnTo>
                <a:cubicBezTo>
                  <a:pt x="1099160" y="20803"/>
                  <a:pt x="1100684" y="18631"/>
                  <a:pt x="1102716" y="16879"/>
                </a:cubicBezTo>
                <a:cubicBezTo>
                  <a:pt x="1104748" y="15126"/>
                  <a:pt x="1107542" y="14250"/>
                  <a:pt x="1111225" y="14250"/>
                </a:cubicBezTo>
                <a:cubicBezTo>
                  <a:pt x="1114019" y="14250"/>
                  <a:pt x="1116305" y="14834"/>
                  <a:pt x="1118210" y="16002"/>
                </a:cubicBezTo>
                <a:cubicBezTo>
                  <a:pt x="1120115" y="17171"/>
                  <a:pt x="1121512" y="18821"/>
                  <a:pt x="1122401" y="20955"/>
                </a:cubicBezTo>
                <a:cubicBezTo>
                  <a:pt x="1123290" y="23089"/>
                  <a:pt x="1123798" y="25578"/>
                  <a:pt x="1123798" y="28435"/>
                </a:cubicBezTo>
                <a:lnTo>
                  <a:pt x="1123798" y="55258"/>
                </a:lnTo>
                <a:lnTo>
                  <a:pt x="1117067" y="55258"/>
                </a:lnTo>
                <a:lnTo>
                  <a:pt x="1117067" y="29731"/>
                </a:lnTo>
                <a:cubicBezTo>
                  <a:pt x="1117067" y="26632"/>
                  <a:pt x="1116432" y="24270"/>
                  <a:pt x="1115162" y="22644"/>
                </a:cubicBezTo>
                <a:cubicBezTo>
                  <a:pt x="1113892" y="21019"/>
                  <a:pt x="1111733" y="20206"/>
                  <a:pt x="1108812" y="20206"/>
                </a:cubicBezTo>
                <a:cubicBezTo>
                  <a:pt x="1106653" y="20206"/>
                  <a:pt x="1104875" y="20663"/>
                  <a:pt x="1103224" y="21590"/>
                </a:cubicBezTo>
                <a:cubicBezTo>
                  <a:pt x="1101700" y="22505"/>
                  <a:pt x="1100430" y="23838"/>
                  <a:pt x="1099668" y="25603"/>
                </a:cubicBezTo>
                <a:cubicBezTo>
                  <a:pt x="1098779" y="27369"/>
                  <a:pt x="1098271" y="29477"/>
                  <a:pt x="1098271" y="31928"/>
                </a:cubicBezTo>
                <a:lnTo>
                  <a:pt x="1098271" y="55258"/>
                </a:lnTo>
                <a:lnTo>
                  <a:pt x="1091667" y="55258"/>
                </a:lnTo>
                <a:lnTo>
                  <a:pt x="1091667" y="15037"/>
                </a:lnTo>
                <a:close/>
                <a:moveTo>
                  <a:pt x="1143229" y="55855"/>
                </a:moveTo>
                <a:cubicBezTo>
                  <a:pt x="1141070" y="55855"/>
                  <a:pt x="1139292" y="55487"/>
                  <a:pt x="1137895" y="54776"/>
                </a:cubicBezTo>
                <a:cubicBezTo>
                  <a:pt x="1136498" y="54052"/>
                  <a:pt x="1135609" y="52984"/>
                  <a:pt x="1134974" y="51550"/>
                </a:cubicBezTo>
                <a:cubicBezTo>
                  <a:pt x="1134339" y="50127"/>
                  <a:pt x="1133958" y="48311"/>
                  <a:pt x="1133958" y="46101"/>
                </a:cubicBezTo>
                <a:lnTo>
                  <a:pt x="1133958" y="0"/>
                </a:lnTo>
                <a:lnTo>
                  <a:pt x="1140689" y="0"/>
                </a:lnTo>
                <a:lnTo>
                  <a:pt x="1140689" y="45060"/>
                </a:lnTo>
                <a:cubicBezTo>
                  <a:pt x="1140689" y="46304"/>
                  <a:pt x="1140816" y="47257"/>
                  <a:pt x="1141070" y="47930"/>
                </a:cubicBezTo>
                <a:cubicBezTo>
                  <a:pt x="1141324" y="48603"/>
                  <a:pt x="1141705" y="49073"/>
                  <a:pt x="1142213" y="49365"/>
                </a:cubicBezTo>
                <a:cubicBezTo>
                  <a:pt x="1142721" y="49644"/>
                  <a:pt x="1143483" y="49785"/>
                  <a:pt x="1144499" y="49785"/>
                </a:cubicBezTo>
                <a:cubicBezTo>
                  <a:pt x="1145134" y="49785"/>
                  <a:pt x="1145769" y="49733"/>
                  <a:pt x="1146404" y="49644"/>
                </a:cubicBezTo>
                <a:cubicBezTo>
                  <a:pt x="1147039" y="49543"/>
                  <a:pt x="1147547" y="49429"/>
                  <a:pt x="1148055" y="49302"/>
                </a:cubicBezTo>
                <a:lnTo>
                  <a:pt x="1148055" y="55258"/>
                </a:lnTo>
                <a:cubicBezTo>
                  <a:pt x="1147420" y="55461"/>
                  <a:pt x="1146658" y="55601"/>
                  <a:pt x="1145896" y="55703"/>
                </a:cubicBezTo>
                <a:cubicBezTo>
                  <a:pt x="1145007" y="55804"/>
                  <a:pt x="1144118" y="55855"/>
                  <a:pt x="1143229" y="55855"/>
                </a:cubicBezTo>
                <a:close/>
                <a:moveTo>
                  <a:pt x="1155294" y="71857"/>
                </a:moveTo>
                <a:cubicBezTo>
                  <a:pt x="1153897" y="71857"/>
                  <a:pt x="1152373" y="71755"/>
                  <a:pt x="1150976" y="71552"/>
                </a:cubicBezTo>
                <a:lnTo>
                  <a:pt x="1150976" y="65786"/>
                </a:lnTo>
                <a:cubicBezTo>
                  <a:pt x="1151992" y="66078"/>
                  <a:pt x="1153135" y="66231"/>
                  <a:pt x="1154786" y="66231"/>
                </a:cubicBezTo>
                <a:cubicBezTo>
                  <a:pt x="1156310" y="66231"/>
                  <a:pt x="1157580" y="66040"/>
                  <a:pt x="1158469" y="65660"/>
                </a:cubicBezTo>
                <a:cubicBezTo>
                  <a:pt x="1159485" y="65278"/>
                  <a:pt x="1160374" y="64694"/>
                  <a:pt x="1160882" y="63932"/>
                </a:cubicBezTo>
                <a:cubicBezTo>
                  <a:pt x="1161517" y="63157"/>
                  <a:pt x="1162152" y="62129"/>
                  <a:pt x="1162660" y="60833"/>
                </a:cubicBezTo>
                <a:lnTo>
                  <a:pt x="1164819" y="55144"/>
                </a:lnTo>
                <a:lnTo>
                  <a:pt x="1148690" y="15037"/>
                </a:lnTo>
                <a:lnTo>
                  <a:pt x="1155802" y="15037"/>
                </a:lnTo>
                <a:lnTo>
                  <a:pt x="1164438" y="37288"/>
                </a:lnTo>
                <a:cubicBezTo>
                  <a:pt x="1165073" y="39142"/>
                  <a:pt x="1165835" y="41237"/>
                  <a:pt x="1166597" y="43574"/>
                </a:cubicBezTo>
                <a:cubicBezTo>
                  <a:pt x="1167359" y="45910"/>
                  <a:pt x="1167867" y="47282"/>
                  <a:pt x="1167994" y="47702"/>
                </a:cubicBezTo>
                <a:cubicBezTo>
                  <a:pt x="1168121" y="47358"/>
                  <a:pt x="1168629" y="46038"/>
                  <a:pt x="1169391" y="43765"/>
                </a:cubicBezTo>
                <a:cubicBezTo>
                  <a:pt x="1170534" y="40932"/>
                  <a:pt x="1171169" y="39002"/>
                  <a:pt x="1171550" y="37960"/>
                </a:cubicBezTo>
                <a:lnTo>
                  <a:pt x="1179424" y="15037"/>
                </a:lnTo>
                <a:lnTo>
                  <a:pt x="1186536" y="15037"/>
                </a:lnTo>
                <a:lnTo>
                  <a:pt x="1167994" y="63030"/>
                </a:lnTo>
                <a:cubicBezTo>
                  <a:pt x="1167232" y="65088"/>
                  <a:pt x="1166343" y="66752"/>
                  <a:pt x="1165327" y="67996"/>
                </a:cubicBezTo>
                <a:cubicBezTo>
                  <a:pt x="1164438" y="69253"/>
                  <a:pt x="1163041" y="70206"/>
                  <a:pt x="1161517" y="70866"/>
                </a:cubicBezTo>
                <a:cubicBezTo>
                  <a:pt x="1159866" y="71527"/>
                  <a:pt x="1157834" y="71857"/>
                  <a:pt x="1155294" y="71857"/>
                </a:cubicBezTo>
                <a:close/>
              </a:path>
            </a:pathLst>
          </a:custGeom>
          <a:solidFill>
            <a:srgbClr val="000000">
              <a:alpha val="50196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18" y="-1"/>
            <a:ext cx="12199620" cy="6858000"/>
          </a:xfrm>
          <a:prstGeom prst="rect">
            <a:avLst/>
          </a:prstGeom>
        </p:spPr>
      </p:pic>
      <p:sp>
        <p:nvSpPr>
          <p:cNvPr id="3" name="Editable text — 23"/>
          <p:cNvSpPr txBox="1"/>
          <p:nvPr/>
        </p:nvSpPr>
        <p:spPr>
          <a:xfrm>
            <a:off x="11500739" y="6546075"/>
            <a:ext cx="191058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3">
                <a:solidFill>
                  <a:srgbClr val="000000"/>
                </a:solidFill>
                <a:latin typeface="Arial"/>
              </a:rPr>
              <a:t>23</a:t>
            </a:r>
          </a:p>
        </p:txBody>
      </p:sp>
      <p:sp>
        <p:nvSpPr>
          <p:cNvPr id="5" name="Editable text — PUBLIC"/>
          <p:cNvSpPr txBox="1"/>
          <p:nvPr/>
        </p:nvSpPr>
        <p:spPr>
          <a:xfrm>
            <a:off x="578815" y="6567449"/>
            <a:ext cx="318846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00" b="0" i="0" spc="-31">
                <a:solidFill>
                  <a:srgbClr val="000000"/>
                </a:solidFill>
                <a:latin typeface="Arial"/>
              </a:rPr>
              <a:t>PUBLIC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"/>
          <p:cNvSpPr/>
          <p:nvPr/>
        </p:nvSpPr>
        <p:spPr>
          <a:xfrm>
            <a:off x="0" y="0"/>
            <a:ext cx="12195175" cy="6858000"/>
          </a:xfrm>
          <a:custGeom>
            <a:avLst/>
            <a:gdLst/>
            <a:ahLst/>
            <a:cxnLst/>
            <a:rect l="0" t="0" r="r" b="b"/>
            <a:pathLst>
              <a:path w="12195175" h="6858000" fill="norm" stroke="0" extrusionOk="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Editable vector"/>
          <p:cNvSpPr/>
          <p:nvPr/>
        </p:nvSpPr>
        <p:spPr>
          <a:xfrm>
            <a:off x="506628" y="6582778"/>
            <a:ext cx="1186535" cy="71856"/>
          </a:xfrm>
          <a:custGeom>
            <a:avLst/>
            <a:gdLst/>
            <a:ahLst/>
            <a:cxnLst/>
            <a:rect l="0" t="0" r="r" b="b"/>
            <a:pathLst>
              <a:path w="1186536" h="71857" fill="norm" stroke="0" extrusionOk="0">
                <a:moveTo>
                  <a:pt x="0" y="2832"/>
                </a:moveTo>
                <a:lnTo>
                  <a:pt x="0" y="55258"/>
                </a:lnTo>
                <a:lnTo>
                  <a:pt x="7074" y="55258"/>
                </a:lnTo>
                <a:lnTo>
                  <a:pt x="7074" y="2832"/>
                </a:lnTo>
                <a:close/>
                <a:moveTo>
                  <a:pt x="19812" y="2832"/>
                </a:moveTo>
                <a:lnTo>
                  <a:pt x="28181" y="2832"/>
                </a:lnTo>
                <a:lnTo>
                  <a:pt x="54712" y="47410"/>
                </a:lnTo>
                <a:cubicBezTo>
                  <a:pt x="54661" y="46266"/>
                  <a:pt x="54610" y="44717"/>
                  <a:pt x="54572" y="42761"/>
                </a:cubicBezTo>
                <a:cubicBezTo>
                  <a:pt x="54521" y="40793"/>
                  <a:pt x="54496" y="38862"/>
                  <a:pt x="54496" y="36957"/>
                </a:cubicBezTo>
                <a:lnTo>
                  <a:pt x="54496" y="2832"/>
                </a:lnTo>
                <a:lnTo>
                  <a:pt x="60820" y="2832"/>
                </a:lnTo>
                <a:lnTo>
                  <a:pt x="60820" y="55258"/>
                </a:lnTo>
                <a:lnTo>
                  <a:pt x="52108" y="55258"/>
                </a:lnTo>
                <a:lnTo>
                  <a:pt x="25921" y="11202"/>
                </a:lnTo>
                <a:cubicBezTo>
                  <a:pt x="25972" y="12345"/>
                  <a:pt x="26010" y="13894"/>
                  <a:pt x="26060" y="15837"/>
                </a:cubicBezTo>
                <a:cubicBezTo>
                  <a:pt x="26111" y="17780"/>
                  <a:pt x="26137" y="19724"/>
                  <a:pt x="26137" y="21654"/>
                </a:cubicBezTo>
                <a:lnTo>
                  <a:pt x="26137" y="55258"/>
                </a:lnTo>
                <a:lnTo>
                  <a:pt x="19812" y="55258"/>
                </a:lnTo>
                <a:lnTo>
                  <a:pt x="19812" y="2832"/>
                </a:lnTo>
                <a:close/>
                <a:moveTo>
                  <a:pt x="84125" y="9385"/>
                </a:moveTo>
                <a:lnTo>
                  <a:pt x="67653" y="9385"/>
                </a:lnTo>
                <a:lnTo>
                  <a:pt x="67653" y="2832"/>
                </a:lnTo>
                <a:lnTo>
                  <a:pt x="107683" y="2832"/>
                </a:lnTo>
                <a:lnTo>
                  <a:pt x="107683" y="9385"/>
                </a:lnTo>
                <a:lnTo>
                  <a:pt x="91199" y="9385"/>
                </a:lnTo>
                <a:lnTo>
                  <a:pt x="91199" y="55258"/>
                </a:lnTo>
                <a:lnTo>
                  <a:pt x="84125" y="55258"/>
                </a:lnTo>
                <a:lnTo>
                  <a:pt x="84125" y="9385"/>
                </a:lnTo>
                <a:close/>
                <a:moveTo>
                  <a:pt x="114300" y="2832"/>
                </a:moveTo>
                <a:lnTo>
                  <a:pt x="147980" y="2832"/>
                </a:lnTo>
                <a:lnTo>
                  <a:pt x="147980" y="9385"/>
                </a:lnTo>
                <a:lnTo>
                  <a:pt x="121374" y="9385"/>
                </a:lnTo>
                <a:lnTo>
                  <a:pt x="121374" y="25083"/>
                </a:lnTo>
                <a:lnTo>
                  <a:pt x="145783" y="25083"/>
                </a:lnTo>
                <a:lnTo>
                  <a:pt x="145783" y="31483"/>
                </a:lnTo>
                <a:lnTo>
                  <a:pt x="121374" y="31483"/>
                </a:lnTo>
                <a:lnTo>
                  <a:pt x="121374" y="48705"/>
                </a:lnTo>
                <a:lnTo>
                  <a:pt x="149504" y="48705"/>
                </a:lnTo>
                <a:lnTo>
                  <a:pt x="149504" y="55258"/>
                </a:lnTo>
                <a:lnTo>
                  <a:pt x="114300" y="55258"/>
                </a:lnTo>
                <a:lnTo>
                  <a:pt x="114300" y="2832"/>
                </a:lnTo>
                <a:close/>
                <a:moveTo>
                  <a:pt x="158496" y="2832"/>
                </a:moveTo>
                <a:lnTo>
                  <a:pt x="178626" y="2832"/>
                </a:lnTo>
                <a:cubicBezTo>
                  <a:pt x="182550" y="2832"/>
                  <a:pt x="185877" y="3442"/>
                  <a:pt x="188633" y="4674"/>
                </a:cubicBezTo>
                <a:cubicBezTo>
                  <a:pt x="191389" y="5906"/>
                  <a:pt x="193485" y="7671"/>
                  <a:pt x="194907" y="9996"/>
                </a:cubicBezTo>
                <a:cubicBezTo>
                  <a:pt x="196329" y="12319"/>
                  <a:pt x="197041" y="15088"/>
                  <a:pt x="197041" y="18314"/>
                </a:cubicBezTo>
                <a:cubicBezTo>
                  <a:pt x="197041" y="20613"/>
                  <a:pt x="196596" y="22797"/>
                  <a:pt x="195707" y="24854"/>
                </a:cubicBezTo>
                <a:cubicBezTo>
                  <a:pt x="194818" y="26912"/>
                  <a:pt x="193408" y="28702"/>
                  <a:pt x="191478" y="30214"/>
                </a:cubicBezTo>
                <a:cubicBezTo>
                  <a:pt x="189560" y="31725"/>
                  <a:pt x="187122" y="32766"/>
                  <a:pt x="184175" y="33338"/>
                </a:cubicBezTo>
                <a:lnTo>
                  <a:pt x="199200" y="55258"/>
                </a:lnTo>
                <a:lnTo>
                  <a:pt x="190944" y="55258"/>
                </a:lnTo>
                <a:lnTo>
                  <a:pt x="177254" y="34240"/>
                </a:lnTo>
                <a:lnTo>
                  <a:pt x="165570" y="34240"/>
                </a:lnTo>
                <a:lnTo>
                  <a:pt x="165570" y="55258"/>
                </a:lnTo>
                <a:lnTo>
                  <a:pt x="158496" y="55258"/>
                </a:lnTo>
                <a:lnTo>
                  <a:pt x="158496" y="2832"/>
                </a:lnTo>
                <a:close/>
                <a:moveTo>
                  <a:pt x="178143" y="27915"/>
                </a:moveTo>
                <a:cubicBezTo>
                  <a:pt x="180797" y="27915"/>
                  <a:pt x="183007" y="27496"/>
                  <a:pt x="184785" y="26657"/>
                </a:cubicBezTo>
                <a:cubicBezTo>
                  <a:pt x="186563" y="25832"/>
                  <a:pt x="187871" y="24702"/>
                  <a:pt x="188709" y="23279"/>
                </a:cubicBezTo>
                <a:cubicBezTo>
                  <a:pt x="189548" y="21857"/>
                  <a:pt x="189979" y="20219"/>
                  <a:pt x="189979" y="18390"/>
                </a:cubicBezTo>
                <a:cubicBezTo>
                  <a:pt x="189979" y="15380"/>
                  <a:pt x="188925" y="13119"/>
                  <a:pt x="186817" y="11595"/>
                </a:cubicBezTo>
                <a:cubicBezTo>
                  <a:pt x="184709" y="10071"/>
                  <a:pt x="181712" y="9310"/>
                  <a:pt x="177851" y="9310"/>
                </a:cubicBezTo>
                <a:lnTo>
                  <a:pt x="165570" y="9310"/>
                </a:lnTo>
                <a:lnTo>
                  <a:pt x="165570" y="27915"/>
                </a:lnTo>
                <a:lnTo>
                  <a:pt x="178143" y="27915"/>
                </a:lnTo>
                <a:close/>
                <a:moveTo>
                  <a:pt x="207264" y="2832"/>
                </a:moveTo>
                <a:lnTo>
                  <a:pt x="215633" y="2832"/>
                </a:lnTo>
                <a:lnTo>
                  <a:pt x="242164" y="47410"/>
                </a:lnTo>
                <a:cubicBezTo>
                  <a:pt x="242113" y="46266"/>
                  <a:pt x="242062" y="44717"/>
                  <a:pt x="242024" y="42761"/>
                </a:cubicBezTo>
                <a:cubicBezTo>
                  <a:pt x="241973" y="40793"/>
                  <a:pt x="241948" y="38862"/>
                  <a:pt x="241948" y="36957"/>
                </a:cubicBezTo>
                <a:lnTo>
                  <a:pt x="241948" y="2832"/>
                </a:lnTo>
                <a:lnTo>
                  <a:pt x="248272" y="2832"/>
                </a:lnTo>
                <a:lnTo>
                  <a:pt x="248272" y="55258"/>
                </a:lnTo>
                <a:lnTo>
                  <a:pt x="239560" y="55258"/>
                </a:lnTo>
                <a:lnTo>
                  <a:pt x="213373" y="11202"/>
                </a:lnTo>
                <a:cubicBezTo>
                  <a:pt x="213424" y="12345"/>
                  <a:pt x="213462" y="13894"/>
                  <a:pt x="213512" y="15837"/>
                </a:cubicBezTo>
                <a:cubicBezTo>
                  <a:pt x="213563" y="17780"/>
                  <a:pt x="213589" y="19724"/>
                  <a:pt x="213589" y="21654"/>
                </a:cubicBezTo>
                <a:lnTo>
                  <a:pt x="213589" y="55258"/>
                </a:lnTo>
                <a:lnTo>
                  <a:pt x="207264" y="55258"/>
                </a:lnTo>
                <a:lnTo>
                  <a:pt x="207264" y="2832"/>
                </a:lnTo>
                <a:close/>
                <a:moveTo>
                  <a:pt x="274079" y="2832"/>
                </a:moveTo>
                <a:lnTo>
                  <a:pt x="282181" y="2832"/>
                </a:lnTo>
                <a:lnTo>
                  <a:pt x="301904" y="55258"/>
                </a:lnTo>
                <a:lnTo>
                  <a:pt x="294500" y="55258"/>
                </a:lnTo>
                <a:lnTo>
                  <a:pt x="289547" y="41085"/>
                </a:lnTo>
                <a:lnTo>
                  <a:pt x="266560" y="41085"/>
                </a:lnTo>
                <a:lnTo>
                  <a:pt x="261607" y="55258"/>
                </a:lnTo>
                <a:lnTo>
                  <a:pt x="254356" y="55258"/>
                </a:lnTo>
                <a:lnTo>
                  <a:pt x="274079" y="2832"/>
                </a:lnTo>
                <a:close/>
                <a:moveTo>
                  <a:pt x="287401" y="34900"/>
                </a:moveTo>
                <a:lnTo>
                  <a:pt x="281178" y="17158"/>
                </a:lnTo>
                <a:cubicBezTo>
                  <a:pt x="280607" y="15545"/>
                  <a:pt x="280048" y="13932"/>
                  <a:pt x="279489" y="12319"/>
                </a:cubicBezTo>
                <a:cubicBezTo>
                  <a:pt x="278930" y="10706"/>
                  <a:pt x="278448" y="9322"/>
                  <a:pt x="278054" y="8154"/>
                </a:cubicBezTo>
                <a:cubicBezTo>
                  <a:pt x="277660" y="9322"/>
                  <a:pt x="277178" y="10706"/>
                  <a:pt x="276619" y="12319"/>
                </a:cubicBezTo>
                <a:cubicBezTo>
                  <a:pt x="276060" y="13932"/>
                  <a:pt x="275501" y="15545"/>
                  <a:pt x="274930" y="17158"/>
                </a:cubicBezTo>
                <a:lnTo>
                  <a:pt x="268719" y="34900"/>
                </a:lnTo>
                <a:lnTo>
                  <a:pt x="287401" y="34900"/>
                </a:lnTo>
                <a:close/>
                <a:moveTo>
                  <a:pt x="307848" y="2832"/>
                </a:moveTo>
                <a:lnTo>
                  <a:pt x="314922" y="2832"/>
                </a:lnTo>
                <a:lnTo>
                  <a:pt x="314922" y="48705"/>
                </a:lnTo>
                <a:lnTo>
                  <a:pt x="339179" y="48705"/>
                </a:lnTo>
                <a:lnTo>
                  <a:pt x="339179" y="55258"/>
                </a:lnTo>
                <a:lnTo>
                  <a:pt x="307848" y="55258"/>
                </a:lnTo>
                <a:lnTo>
                  <a:pt x="307848" y="2832"/>
                </a:lnTo>
                <a:close/>
                <a:moveTo>
                  <a:pt x="362268" y="32410"/>
                </a:moveTo>
                <a:lnTo>
                  <a:pt x="362268" y="37580"/>
                </a:lnTo>
                <a:lnTo>
                  <a:pt x="404609" y="37580"/>
                </a:lnTo>
                <a:lnTo>
                  <a:pt x="404609" y="32410"/>
                </a:lnTo>
                <a:close/>
                <a:moveTo>
                  <a:pt x="446773" y="56007"/>
                </a:moveTo>
                <a:cubicBezTo>
                  <a:pt x="442481" y="56007"/>
                  <a:pt x="438696" y="55309"/>
                  <a:pt x="435407" y="53911"/>
                </a:cubicBezTo>
                <a:cubicBezTo>
                  <a:pt x="432118" y="52528"/>
                  <a:pt x="429387" y="50432"/>
                  <a:pt x="427203" y="47625"/>
                </a:cubicBezTo>
                <a:lnTo>
                  <a:pt x="432041" y="42787"/>
                </a:lnTo>
                <a:cubicBezTo>
                  <a:pt x="433210" y="44260"/>
                  <a:pt x="434429" y="45492"/>
                  <a:pt x="435724" y="46495"/>
                </a:cubicBezTo>
                <a:cubicBezTo>
                  <a:pt x="437007" y="47498"/>
                  <a:pt x="438556" y="48299"/>
                  <a:pt x="440373" y="48895"/>
                </a:cubicBezTo>
                <a:cubicBezTo>
                  <a:pt x="442189" y="49492"/>
                  <a:pt x="444322" y="49785"/>
                  <a:pt x="446773" y="49785"/>
                </a:cubicBezTo>
                <a:cubicBezTo>
                  <a:pt x="449199" y="49785"/>
                  <a:pt x="451371" y="49479"/>
                  <a:pt x="453288" y="48870"/>
                </a:cubicBezTo>
                <a:cubicBezTo>
                  <a:pt x="455193" y="48273"/>
                  <a:pt x="456705" y="47320"/>
                  <a:pt x="457822" y="46025"/>
                </a:cubicBezTo>
                <a:cubicBezTo>
                  <a:pt x="458940" y="44742"/>
                  <a:pt x="459499" y="43117"/>
                  <a:pt x="459499" y="41161"/>
                </a:cubicBezTo>
                <a:cubicBezTo>
                  <a:pt x="459499" y="39192"/>
                  <a:pt x="458915" y="37605"/>
                  <a:pt x="457746" y="36399"/>
                </a:cubicBezTo>
                <a:cubicBezTo>
                  <a:pt x="456578" y="35179"/>
                  <a:pt x="455104" y="34227"/>
                  <a:pt x="453326" y="33541"/>
                </a:cubicBezTo>
                <a:cubicBezTo>
                  <a:pt x="451536" y="32868"/>
                  <a:pt x="449161" y="32157"/>
                  <a:pt x="446215" y="31407"/>
                </a:cubicBezTo>
                <a:cubicBezTo>
                  <a:pt x="442646" y="30518"/>
                  <a:pt x="439712" y="29579"/>
                  <a:pt x="437439" y="28601"/>
                </a:cubicBezTo>
                <a:cubicBezTo>
                  <a:pt x="435153" y="27623"/>
                  <a:pt x="433222" y="26124"/>
                  <a:pt x="431635" y="24118"/>
                </a:cubicBezTo>
                <a:cubicBezTo>
                  <a:pt x="430047" y="22111"/>
                  <a:pt x="429247" y="19431"/>
                  <a:pt x="429247" y="16078"/>
                </a:cubicBezTo>
                <a:cubicBezTo>
                  <a:pt x="429247" y="12878"/>
                  <a:pt x="430060" y="10237"/>
                  <a:pt x="431660" y="8128"/>
                </a:cubicBezTo>
                <a:cubicBezTo>
                  <a:pt x="433273" y="6033"/>
                  <a:pt x="435458" y="4496"/>
                  <a:pt x="438201" y="3518"/>
                </a:cubicBezTo>
                <a:cubicBezTo>
                  <a:pt x="440931" y="2540"/>
                  <a:pt x="444017" y="2045"/>
                  <a:pt x="447446" y="2045"/>
                </a:cubicBezTo>
                <a:cubicBezTo>
                  <a:pt x="451561" y="2045"/>
                  <a:pt x="455054" y="2718"/>
                  <a:pt x="457937" y="4039"/>
                </a:cubicBezTo>
                <a:cubicBezTo>
                  <a:pt x="460807" y="5373"/>
                  <a:pt x="463220" y="7201"/>
                  <a:pt x="465150" y="9525"/>
                </a:cubicBezTo>
                <a:lnTo>
                  <a:pt x="460426" y="14212"/>
                </a:lnTo>
                <a:cubicBezTo>
                  <a:pt x="458762" y="12306"/>
                  <a:pt x="456870" y="10833"/>
                  <a:pt x="454736" y="9792"/>
                </a:cubicBezTo>
                <a:cubicBezTo>
                  <a:pt x="452603" y="8751"/>
                  <a:pt x="450050" y="8230"/>
                  <a:pt x="447065" y="8230"/>
                </a:cubicBezTo>
                <a:cubicBezTo>
                  <a:pt x="444665" y="8230"/>
                  <a:pt x="442646" y="8560"/>
                  <a:pt x="441007" y="9208"/>
                </a:cubicBezTo>
                <a:cubicBezTo>
                  <a:pt x="439369" y="9868"/>
                  <a:pt x="438150" y="10770"/>
                  <a:pt x="437363" y="11913"/>
                </a:cubicBezTo>
                <a:cubicBezTo>
                  <a:pt x="436562" y="13056"/>
                  <a:pt x="436169" y="14364"/>
                  <a:pt x="436169" y="15850"/>
                </a:cubicBezTo>
                <a:cubicBezTo>
                  <a:pt x="436169" y="17666"/>
                  <a:pt x="436715" y="19139"/>
                  <a:pt x="437820" y="20269"/>
                </a:cubicBezTo>
                <a:cubicBezTo>
                  <a:pt x="438925" y="21387"/>
                  <a:pt x="440309" y="22276"/>
                  <a:pt x="441960" y="22911"/>
                </a:cubicBezTo>
                <a:cubicBezTo>
                  <a:pt x="443598" y="23533"/>
                  <a:pt x="445872" y="24244"/>
                  <a:pt x="448742" y="25006"/>
                </a:cubicBezTo>
                <a:cubicBezTo>
                  <a:pt x="452514" y="25946"/>
                  <a:pt x="455587" y="26912"/>
                  <a:pt x="457949" y="27915"/>
                </a:cubicBezTo>
                <a:cubicBezTo>
                  <a:pt x="460324" y="28905"/>
                  <a:pt x="462343" y="30429"/>
                  <a:pt x="463995" y="32487"/>
                </a:cubicBezTo>
                <a:cubicBezTo>
                  <a:pt x="465658" y="34544"/>
                  <a:pt x="466496" y="37313"/>
                  <a:pt x="466496" y="40780"/>
                </a:cubicBezTo>
                <a:cubicBezTo>
                  <a:pt x="466496" y="43765"/>
                  <a:pt x="465734" y="46393"/>
                  <a:pt x="464223" y="48692"/>
                </a:cubicBezTo>
                <a:cubicBezTo>
                  <a:pt x="462712" y="50991"/>
                  <a:pt x="460477" y="52781"/>
                  <a:pt x="457505" y="54064"/>
                </a:cubicBezTo>
                <a:cubicBezTo>
                  <a:pt x="454546" y="55359"/>
                  <a:pt x="450964" y="56007"/>
                  <a:pt x="446773" y="56007"/>
                </a:cubicBezTo>
                <a:close/>
                <a:moveTo>
                  <a:pt x="488963" y="2832"/>
                </a:moveTo>
                <a:lnTo>
                  <a:pt x="497065" y="2832"/>
                </a:lnTo>
                <a:lnTo>
                  <a:pt x="516788" y="55258"/>
                </a:lnTo>
                <a:lnTo>
                  <a:pt x="509384" y="55258"/>
                </a:lnTo>
                <a:lnTo>
                  <a:pt x="504431" y="41085"/>
                </a:lnTo>
                <a:lnTo>
                  <a:pt x="481444" y="41085"/>
                </a:lnTo>
                <a:lnTo>
                  <a:pt x="476491" y="55258"/>
                </a:lnTo>
                <a:lnTo>
                  <a:pt x="469240" y="55258"/>
                </a:lnTo>
                <a:lnTo>
                  <a:pt x="488963" y="2832"/>
                </a:lnTo>
                <a:close/>
                <a:moveTo>
                  <a:pt x="502285" y="34900"/>
                </a:moveTo>
                <a:lnTo>
                  <a:pt x="496062" y="17158"/>
                </a:lnTo>
                <a:cubicBezTo>
                  <a:pt x="495490" y="15545"/>
                  <a:pt x="494932" y="13932"/>
                  <a:pt x="494373" y="12319"/>
                </a:cubicBezTo>
                <a:cubicBezTo>
                  <a:pt x="493814" y="10706"/>
                  <a:pt x="493332" y="9322"/>
                  <a:pt x="492938" y="8154"/>
                </a:cubicBezTo>
                <a:cubicBezTo>
                  <a:pt x="492544" y="9322"/>
                  <a:pt x="492062" y="10706"/>
                  <a:pt x="491503" y="12319"/>
                </a:cubicBezTo>
                <a:cubicBezTo>
                  <a:pt x="490944" y="13932"/>
                  <a:pt x="490385" y="15545"/>
                  <a:pt x="489814" y="17158"/>
                </a:cubicBezTo>
                <a:lnTo>
                  <a:pt x="483603" y="34900"/>
                </a:lnTo>
                <a:lnTo>
                  <a:pt x="502285" y="34900"/>
                </a:lnTo>
                <a:close/>
                <a:moveTo>
                  <a:pt x="522732" y="2832"/>
                </a:moveTo>
                <a:lnTo>
                  <a:pt x="542531" y="2832"/>
                </a:lnTo>
                <a:cubicBezTo>
                  <a:pt x="546570" y="2832"/>
                  <a:pt x="549974" y="3493"/>
                  <a:pt x="552729" y="4801"/>
                </a:cubicBezTo>
                <a:cubicBezTo>
                  <a:pt x="555473" y="6121"/>
                  <a:pt x="557543" y="7963"/>
                  <a:pt x="558914" y="10351"/>
                </a:cubicBezTo>
                <a:cubicBezTo>
                  <a:pt x="560299" y="12726"/>
                  <a:pt x="560984" y="15532"/>
                  <a:pt x="560984" y="18759"/>
                </a:cubicBezTo>
                <a:cubicBezTo>
                  <a:pt x="560984" y="21908"/>
                  <a:pt x="560299" y="24727"/>
                  <a:pt x="558940" y="27204"/>
                </a:cubicBezTo>
                <a:cubicBezTo>
                  <a:pt x="557568" y="29680"/>
                  <a:pt x="555536" y="31636"/>
                  <a:pt x="552831" y="33058"/>
                </a:cubicBezTo>
                <a:cubicBezTo>
                  <a:pt x="550126" y="34493"/>
                  <a:pt x="546837" y="35205"/>
                  <a:pt x="542938" y="35205"/>
                </a:cubicBezTo>
                <a:lnTo>
                  <a:pt x="529806" y="35205"/>
                </a:lnTo>
                <a:lnTo>
                  <a:pt x="529806" y="55258"/>
                </a:lnTo>
                <a:lnTo>
                  <a:pt x="522732" y="55258"/>
                </a:lnTo>
                <a:lnTo>
                  <a:pt x="522732" y="2832"/>
                </a:lnTo>
                <a:close/>
                <a:moveTo>
                  <a:pt x="541934" y="28804"/>
                </a:moveTo>
                <a:cubicBezTo>
                  <a:pt x="545948" y="28804"/>
                  <a:pt x="548957" y="27953"/>
                  <a:pt x="550939" y="26251"/>
                </a:cubicBezTo>
                <a:cubicBezTo>
                  <a:pt x="552920" y="24550"/>
                  <a:pt x="553911" y="22085"/>
                  <a:pt x="553911" y="18835"/>
                </a:cubicBezTo>
                <a:cubicBezTo>
                  <a:pt x="553911" y="15710"/>
                  <a:pt x="552882" y="13336"/>
                  <a:pt x="550812" y="11723"/>
                </a:cubicBezTo>
                <a:cubicBezTo>
                  <a:pt x="548742" y="10109"/>
                  <a:pt x="545681" y="9310"/>
                  <a:pt x="541630" y="9310"/>
                </a:cubicBezTo>
                <a:lnTo>
                  <a:pt x="529806" y="9310"/>
                </a:lnTo>
                <a:lnTo>
                  <a:pt x="529806" y="28804"/>
                </a:lnTo>
                <a:lnTo>
                  <a:pt x="541934" y="28804"/>
                </a:lnTo>
                <a:close/>
                <a:moveTo>
                  <a:pt x="595973" y="56007"/>
                </a:moveTo>
                <a:cubicBezTo>
                  <a:pt x="593585" y="56007"/>
                  <a:pt x="591464" y="55538"/>
                  <a:pt x="589610" y="54623"/>
                </a:cubicBezTo>
                <a:cubicBezTo>
                  <a:pt x="587743" y="53708"/>
                  <a:pt x="586296" y="52363"/>
                  <a:pt x="585254" y="50610"/>
                </a:cubicBezTo>
                <a:cubicBezTo>
                  <a:pt x="584213" y="48844"/>
                  <a:pt x="583692" y="46736"/>
                  <a:pt x="583692" y="44285"/>
                </a:cubicBezTo>
                <a:cubicBezTo>
                  <a:pt x="583692" y="41275"/>
                  <a:pt x="584479" y="38812"/>
                  <a:pt x="586054" y="36881"/>
                </a:cubicBezTo>
                <a:cubicBezTo>
                  <a:pt x="587629" y="34938"/>
                  <a:pt x="589775" y="33528"/>
                  <a:pt x="592506" y="32652"/>
                </a:cubicBezTo>
                <a:cubicBezTo>
                  <a:pt x="595236" y="31776"/>
                  <a:pt x="598399" y="31331"/>
                  <a:pt x="601993" y="31331"/>
                </a:cubicBezTo>
                <a:lnTo>
                  <a:pt x="609143" y="31331"/>
                </a:lnTo>
                <a:lnTo>
                  <a:pt x="609143" y="28575"/>
                </a:lnTo>
                <a:cubicBezTo>
                  <a:pt x="609143" y="25756"/>
                  <a:pt x="608470" y="23597"/>
                  <a:pt x="607111" y="22123"/>
                </a:cubicBezTo>
                <a:cubicBezTo>
                  <a:pt x="605765" y="20651"/>
                  <a:pt x="603720" y="19914"/>
                  <a:pt x="600989" y="19914"/>
                </a:cubicBezTo>
                <a:cubicBezTo>
                  <a:pt x="598513" y="19914"/>
                  <a:pt x="596354" y="20409"/>
                  <a:pt x="594500" y="21413"/>
                </a:cubicBezTo>
                <a:cubicBezTo>
                  <a:pt x="592658" y="22416"/>
                  <a:pt x="591020" y="23876"/>
                  <a:pt x="589610" y="25794"/>
                </a:cubicBezTo>
                <a:lnTo>
                  <a:pt x="585292" y="21476"/>
                </a:lnTo>
                <a:cubicBezTo>
                  <a:pt x="589305" y="16663"/>
                  <a:pt x="594690" y="14250"/>
                  <a:pt x="601434" y="14250"/>
                </a:cubicBezTo>
                <a:cubicBezTo>
                  <a:pt x="604545" y="14250"/>
                  <a:pt x="607174" y="14846"/>
                  <a:pt x="609333" y="16040"/>
                </a:cubicBezTo>
                <a:cubicBezTo>
                  <a:pt x="611480" y="17234"/>
                  <a:pt x="613105" y="18898"/>
                  <a:pt x="614197" y="21044"/>
                </a:cubicBezTo>
                <a:cubicBezTo>
                  <a:pt x="615290" y="23191"/>
                  <a:pt x="615836" y="25705"/>
                  <a:pt x="615836" y="28575"/>
                </a:cubicBezTo>
                <a:lnTo>
                  <a:pt x="615836" y="55258"/>
                </a:lnTo>
                <a:lnTo>
                  <a:pt x="609435" y="55258"/>
                </a:lnTo>
                <a:lnTo>
                  <a:pt x="609435" y="47778"/>
                </a:lnTo>
                <a:lnTo>
                  <a:pt x="609295" y="47778"/>
                </a:lnTo>
                <a:cubicBezTo>
                  <a:pt x="607949" y="50635"/>
                  <a:pt x="606209" y="52718"/>
                  <a:pt x="604076" y="54026"/>
                </a:cubicBezTo>
                <a:cubicBezTo>
                  <a:pt x="601942" y="55347"/>
                  <a:pt x="599250" y="56007"/>
                  <a:pt x="595973" y="56007"/>
                </a:cubicBezTo>
                <a:close/>
                <a:moveTo>
                  <a:pt x="590614" y="44133"/>
                </a:moveTo>
                <a:cubicBezTo>
                  <a:pt x="590614" y="45403"/>
                  <a:pt x="590893" y="46495"/>
                  <a:pt x="591464" y="47447"/>
                </a:cubicBezTo>
                <a:cubicBezTo>
                  <a:pt x="592036" y="48387"/>
                  <a:pt x="592861" y="49111"/>
                  <a:pt x="593941" y="49619"/>
                </a:cubicBezTo>
                <a:cubicBezTo>
                  <a:pt x="595020" y="50127"/>
                  <a:pt x="596303" y="50381"/>
                  <a:pt x="597789" y="50381"/>
                </a:cubicBezTo>
                <a:cubicBezTo>
                  <a:pt x="600151" y="50381"/>
                  <a:pt x="602183" y="49911"/>
                  <a:pt x="603898" y="48946"/>
                </a:cubicBezTo>
                <a:cubicBezTo>
                  <a:pt x="605612" y="47993"/>
                  <a:pt x="606908" y="46749"/>
                  <a:pt x="607797" y="45187"/>
                </a:cubicBezTo>
                <a:cubicBezTo>
                  <a:pt x="608698" y="43638"/>
                  <a:pt x="609143" y="41999"/>
                  <a:pt x="609143" y="40260"/>
                </a:cubicBezTo>
                <a:lnTo>
                  <a:pt x="609143" y="36361"/>
                </a:lnTo>
                <a:lnTo>
                  <a:pt x="602894" y="36361"/>
                </a:lnTo>
                <a:cubicBezTo>
                  <a:pt x="599199" y="36361"/>
                  <a:pt x="596227" y="36919"/>
                  <a:pt x="593979" y="38050"/>
                </a:cubicBezTo>
                <a:cubicBezTo>
                  <a:pt x="591731" y="39180"/>
                  <a:pt x="590614" y="41199"/>
                  <a:pt x="590614" y="44133"/>
                </a:cubicBezTo>
                <a:close/>
                <a:moveTo>
                  <a:pt x="625285" y="15037"/>
                </a:moveTo>
                <a:lnTo>
                  <a:pt x="631685" y="15037"/>
                </a:lnTo>
                <a:lnTo>
                  <a:pt x="631685" y="23406"/>
                </a:lnTo>
                <a:lnTo>
                  <a:pt x="631838" y="23406"/>
                </a:lnTo>
                <a:cubicBezTo>
                  <a:pt x="632828" y="20803"/>
                  <a:pt x="634340" y="18631"/>
                  <a:pt x="636372" y="16879"/>
                </a:cubicBezTo>
                <a:cubicBezTo>
                  <a:pt x="638404" y="15126"/>
                  <a:pt x="641248" y="14250"/>
                  <a:pt x="644893" y="14250"/>
                </a:cubicBezTo>
                <a:cubicBezTo>
                  <a:pt x="647675" y="14250"/>
                  <a:pt x="649999" y="14834"/>
                  <a:pt x="651866" y="16002"/>
                </a:cubicBezTo>
                <a:cubicBezTo>
                  <a:pt x="653745" y="17171"/>
                  <a:pt x="655142" y="18821"/>
                  <a:pt x="656082" y="20955"/>
                </a:cubicBezTo>
                <a:cubicBezTo>
                  <a:pt x="657009" y="23089"/>
                  <a:pt x="657466" y="25578"/>
                  <a:pt x="657466" y="28435"/>
                </a:cubicBezTo>
                <a:lnTo>
                  <a:pt x="657466" y="55258"/>
                </a:lnTo>
                <a:lnTo>
                  <a:pt x="650735" y="55258"/>
                </a:lnTo>
                <a:lnTo>
                  <a:pt x="650735" y="29731"/>
                </a:lnTo>
                <a:cubicBezTo>
                  <a:pt x="650735" y="26632"/>
                  <a:pt x="650088" y="24270"/>
                  <a:pt x="648805" y="22644"/>
                </a:cubicBezTo>
                <a:cubicBezTo>
                  <a:pt x="647510" y="21019"/>
                  <a:pt x="645389" y="20206"/>
                  <a:pt x="642442" y="20206"/>
                </a:cubicBezTo>
                <a:cubicBezTo>
                  <a:pt x="640334" y="20206"/>
                  <a:pt x="638493" y="20663"/>
                  <a:pt x="636918" y="21590"/>
                </a:cubicBezTo>
                <a:cubicBezTo>
                  <a:pt x="635343" y="22505"/>
                  <a:pt x="634124" y="23838"/>
                  <a:pt x="633273" y="25603"/>
                </a:cubicBezTo>
                <a:cubicBezTo>
                  <a:pt x="632409" y="27369"/>
                  <a:pt x="631990" y="29477"/>
                  <a:pt x="631990" y="31928"/>
                </a:cubicBezTo>
                <a:lnTo>
                  <a:pt x="631990" y="55258"/>
                </a:lnTo>
                <a:lnTo>
                  <a:pt x="625285" y="55258"/>
                </a:lnTo>
                <a:lnTo>
                  <a:pt x="625285" y="15037"/>
                </a:lnTo>
                <a:close/>
                <a:moveTo>
                  <a:pt x="683209" y="56007"/>
                </a:moveTo>
                <a:cubicBezTo>
                  <a:pt x="679691" y="56007"/>
                  <a:pt x="676593" y="55118"/>
                  <a:pt x="673926" y="53366"/>
                </a:cubicBezTo>
                <a:cubicBezTo>
                  <a:pt x="671259" y="51601"/>
                  <a:pt x="669201" y="49137"/>
                  <a:pt x="667741" y="45987"/>
                </a:cubicBezTo>
                <a:cubicBezTo>
                  <a:pt x="666267" y="42838"/>
                  <a:pt x="665543" y="39218"/>
                  <a:pt x="665543" y="35128"/>
                </a:cubicBezTo>
                <a:cubicBezTo>
                  <a:pt x="665543" y="31039"/>
                  <a:pt x="666255" y="27419"/>
                  <a:pt x="667677" y="24270"/>
                </a:cubicBezTo>
                <a:cubicBezTo>
                  <a:pt x="669112" y="21108"/>
                  <a:pt x="671144" y="18656"/>
                  <a:pt x="673786" y="16891"/>
                </a:cubicBezTo>
                <a:cubicBezTo>
                  <a:pt x="676427" y="15139"/>
                  <a:pt x="679488" y="14250"/>
                  <a:pt x="682993" y="14250"/>
                </a:cubicBezTo>
                <a:cubicBezTo>
                  <a:pt x="685571" y="14250"/>
                  <a:pt x="687857" y="14656"/>
                  <a:pt x="689839" y="15443"/>
                </a:cubicBezTo>
                <a:cubicBezTo>
                  <a:pt x="691820" y="16243"/>
                  <a:pt x="693471" y="17297"/>
                  <a:pt x="694792" y="18631"/>
                </a:cubicBezTo>
                <a:cubicBezTo>
                  <a:pt x="696100" y="19952"/>
                  <a:pt x="697116" y="21451"/>
                  <a:pt x="697840" y="23114"/>
                </a:cubicBezTo>
                <a:lnTo>
                  <a:pt x="697979" y="23114"/>
                </a:lnTo>
                <a:lnTo>
                  <a:pt x="697979" y="0"/>
                </a:lnTo>
                <a:lnTo>
                  <a:pt x="704685" y="0"/>
                </a:lnTo>
                <a:lnTo>
                  <a:pt x="704685" y="55258"/>
                </a:lnTo>
                <a:lnTo>
                  <a:pt x="698284" y="55258"/>
                </a:lnTo>
                <a:lnTo>
                  <a:pt x="698284" y="46736"/>
                </a:lnTo>
                <a:lnTo>
                  <a:pt x="698208" y="46736"/>
                </a:lnTo>
                <a:cubicBezTo>
                  <a:pt x="697090" y="49492"/>
                  <a:pt x="695363" y="51727"/>
                  <a:pt x="693014" y="53429"/>
                </a:cubicBezTo>
                <a:cubicBezTo>
                  <a:pt x="690677" y="55144"/>
                  <a:pt x="687400" y="56007"/>
                  <a:pt x="683209" y="56007"/>
                </a:cubicBezTo>
                <a:close/>
                <a:moveTo>
                  <a:pt x="672541" y="35128"/>
                </a:moveTo>
                <a:cubicBezTo>
                  <a:pt x="672541" y="38380"/>
                  <a:pt x="673087" y="41148"/>
                  <a:pt x="674192" y="43421"/>
                </a:cubicBezTo>
                <a:cubicBezTo>
                  <a:pt x="675297" y="45707"/>
                  <a:pt x="676808" y="47422"/>
                  <a:pt x="678726" y="48578"/>
                </a:cubicBezTo>
                <a:cubicBezTo>
                  <a:pt x="680657" y="49733"/>
                  <a:pt x="682828" y="50305"/>
                  <a:pt x="685267" y="50305"/>
                </a:cubicBezTo>
                <a:cubicBezTo>
                  <a:pt x="687692" y="50305"/>
                  <a:pt x="689864" y="49733"/>
                  <a:pt x="691794" y="48578"/>
                </a:cubicBezTo>
                <a:cubicBezTo>
                  <a:pt x="693712" y="47422"/>
                  <a:pt x="695223" y="45707"/>
                  <a:pt x="696328" y="43447"/>
                </a:cubicBezTo>
                <a:cubicBezTo>
                  <a:pt x="697433" y="41173"/>
                  <a:pt x="697979" y="38405"/>
                  <a:pt x="697979" y="35128"/>
                </a:cubicBezTo>
                <a:cubicBezTo>
                  <a:pt x="697979" y="31877"/>
                  <a:pt x="697433" y="29121"/>
                  <a:pt x="696328" y="26848"/>
                </a:cubicBezTo>
                <a:cubicBezTo>
                  <a:pt x="695223" y="24574"/>
                  <a:pt x="693712" y="22873"/>
                  <a:pt x="691794" y="21717"/>
                </a:cubicBezTo>
                <a:cubicBezTo>
                  <a:pt x="689864" y="20562"/>
                  <a:pt x="687692" y="19990"/>
                  <a:pt x="685267" y="19990"/>
                </a:cubicBezTo>
                <a:cubicBezTo>
                  <a:pt x="682828" y="19990"/>
                  <a:pt x="680657" y="20562"/>
                  <a:pt x="678726" y="21717"/>
                </a:cubicBezTo>
                <a:cubicBezTo>
                  <a:pt x="676808" y="22873"/>
                  <a:pt x="675297" y="24574"/>
                  <a:pt x="674192" y="26848"/>
                </a:cubicBezTo>
                <a:cubicBezTo>
                  <a:pt x="673087" y="29121"/>
                  <a:pt x="672541" y="31877"/>
                  <a:pt x="672541" y="35128"/>
                </a:cubicBezTo>
                <a:close/>
                <a:moveTo>
                  <a:pt x="734568" y="2832"/>
                </a:moveTo>
                <a:lnTo>
                  <a:pt x="754367" y="2832"/>
                </a:lnTo>
                <a:cubicBezTo>
                  <a:pt x="758406" y="2832"/>
                  <a:pt x="761810" y="3493"/>
                  <a:pt x="764515" y="4801"/>
                </a:cubicBezTo>
                <a:cubicBezTo>
                  <a:pt x="767309" y="6121"/>
                  <a:pt x="769341" y="7963"/>
                  <a:pt x="770738" y="10351"/>
                </a:cubicBezTo>
                <a:cubicBezTo>
                  <a:pt x="772135" y="12726"/>
                  <a:pt x="772770" y="15532"/>
                  <a:pt x="772770" y="18759"/>
                </a:cubicBezTo>
                <a:cubicBezTo>
                  <a:pt x="772770" y="21908"/>
                  <a:pt x="772135" y="24727"/>
                  <a:pt x="770738" y="27204"/>
                </a:cubicBezTo>
                <a:cubicBezTo>
                  <a:pt x="769468" y="29680"/>
                  <a:pt x="767436" y="31636"/>
                  <a:pt x="764642" y="33058"/>
                </a:cubicBezTo>
                <a:cubicBezTo>
                  <a:pt x="761962" y="34493"/>
                  <a:pt x="758673" y="35205"/>
                  <a:pt x="754774" y="35205"/>
                </a:cubicBezTo>
                <a:lnTo>
                  <a:pt x="741642" y="35205"/>
                </a:lnTo>
                <a:lnTo>
                  <a:pt x="741642" y="55258"/>
                </a:lnTo>
                <a:lnTo>
                  <a:pt x="734568" y="55258"/>
                </a:lnTo>
                <a:lnTo>
                  <a:pt x="734568" y="2832"/>
                </a:lnTo>
                <a:close/>
                <a:moveTo>
                  <a:pt x="753770" y="28804"/>
                </a:moveTo>
                <a:cubicBezTo>
                  <a:pt x="757784" y="28804"/>
                  <a:pt x="760793" y="27953"/>
                  <a:pt x="762775" y="26251"/>
                </a:cubicBezTo>
                <a:cubicBezTo>
                  <a:pt x="764769" y="24550"/>
                  <a:pt x="765785" y="22085"/>
                  <a:pt x="765785" y="18835"/>
                </a:cubicBezTo>
                <a:cubicBezTo>
                  <a:pt x="765785" y="15710"/>
                  <a:pt x="764769" y="13336"/>
                  <a:pt x="762648" y="11723"/>
                </a:cubicBezTo>
                <a:cubicBezTo>
                  <a:pt x="760578" y="10109"/>
                  <a:pt x="757517" y="9310"/>
                  <a:pt x="753466" y="9310"/>
                </a:cubicBezTo>
                <a:lnTo>
                  <a:pt x="741642" y="9310"/>
                </a:lnTo>
                <a:lnTo>
                  <a:pt x="741642" y="28804"/>
                </a:lnTo>
                <a:lnTo>
                  <a:pt x="753770" y="28804"/>
                </a:lnTo>
                <a:close/>
                <a:moveTo>
                  <a:pt x="789534" y="56007"/>
                </a:moveTo>
                <a:cubicBezTo>
                  <a:pt x="787121" y="56007"/>
                  <a:pt x="784962" y="55538"/>
                  <a:pt x="783184" y="54623"/>
                </a:cubicBezTo>
                <a:cubicBezTo>
                  <a:pt x="781279" y="53708"/>
                  <a:pt x="779882" y="52363"/>
                  <a:pt x="778739" y="50610"/>
                </a:cubicBezTo>
                <a:cubicBezTo>
                  <a:pt x="777723" y="48844"/>
                  <a:pt x="777215" y="46736"/>
                  <a:pt x="777215" y="44285"/>
                </a:cubicBezTo>
                <a:cubicBezTo>
                  <a:pt x="777215" y="41275"/>
                  <a:pt x="777977" y="38812"/>
                  <a:pt x="779628" y="36881"/>
                </a:cubicBezTo>
                <a:cubicBezTo>
                  <a:pt x="781152" y="34938"/>
                  <a:pt x="783311" y="33528"/>
                  <a:pt x="786105" y="32652"/>
                </a:cubicBezTo>
                <a:cubicBezTo>
                  <a:pt x="788772" y="31776"/>
                  <a:pt x="791947" y="31331"/>
                  <a:pt x="795503" y="31331"/>
                </a:cubicBezTo>
                <a:lnTo>
                  <a:pt x="802742" y="31331"/>
                </a:lnTo>
                <a:lnTo>
                  <a:pt x="802742" y="28575"/>
                </a:lnTo>
                <a:cubicBezTo>
                  <a:pt x="802742" y="25756"/>
                  <a:pt x="801980" y="23597"/>
                  <a:pt x="800710" y="22123"/>
                </a:cubicBezTo>
                <a:cubicBezTo>
                  <a:pt x="799313" y="20651"/>
                  <a:pt x="797281" y="19914"/>
                  <a:pt x="794487" y="19914"/>
                </a:cubicBezTo>
                <a:cubicBezTo>
                  <a:pt x="792074" y="19914"/>
                  <a:pt x="789915" y="20409"/>
                  <a:pt x="788010" y="21413"/>
                </a:cubicBezTo>
                <a:cubicBezTo>
                  <a:pt x="786232" y="22416"/>
                  <a:pt x="784581" y="23876"/>
                  <a:pt x="783184" y="25794"/>
                </a:cubicBezTo>
                <a:lnTo>
                  <a:pt x="778866" y="21476"/>
                </a:lnTo>
                <a:cubicBezTo>
                  <a:pt x="782803" y="16663"/>
                  <a:pt x="788264" y="14250"/>
                  <a:pt x="794995" y="14250"/>
                </a:cubicBezTo>
                <a:cubicBezTo>
                  <a:pt x="798043" y="14250"/>
                  <a:pt x="800710" y="14846"/>
                  <a:pt x="802869" y="16040"/>
                </a:cubicBezTo>
                <a:cubicBezTo>
                  <a:pt x="805028" y="17234"/>
                  <a:pt x="806679" y="18898"/>
                  <a:pt x="807695" y="21044"/>
                </a:cubicBezTo>
                <a:cubicBezTo>
                  <a:pt x="808838" y="23191"/>
                  <a:pt x="809346" y="25705"/>
                  <a:pt x="809346" y="28575"/>
                </a:cubicBezTo>
                <a:lnTo>
                  <a:pt x="809346" y="55258"/>
                </a:lnTo>
                <a:lnTo>
                  <a:pt x="802996" y="55258"/>
                </a:lnTo>
                <a:lnTo>
                  <a:pt x="802996" y="47778"/>
                </a:lnTo>
                <a:lnTo>
                  <a:pt x="802869" y="47778"/>
                </a:lnTo>
                <a:cubicBezTo>
                  <a:pt x="801472" y="50635"/>
                  <a:pt x="799821" y="52718"/>
                  <a:pt x="797662" y="54026"/>
                </a:cubicBezTo>
                <a:cubicBezTo>
                  <a:pt x="795503" y="55347"/>
                  <a:pt x="792836" y="56007"/>
                  <a:pt x="789534" y="56007"/>
                </a:cubicBezTo>
                <a:close/>
                <a:moveTo>
                  <a:pt x="784200" y="44133"/>
                </a:moveTo>
                <a:cubicBezTo>
                  <a:pt x="784200" y="45403"/>
                  <a:pt x="784454" y="46495"/>
                  <a:pt x="784962" y="47447"/>
                </a:cubicBezTo>
                <a:cubicBezTo>
                  <a:pt x="785597" y="48387"/>
                  <a:pt x="786359" y="49111"/>
                  <a:pt x="787502" y="49619"/>
                </a:cubicBezTo>
                <a:cubicBezTo>
                  <a:pt x="788518" y="50127"/>
                  <a:pt x="789915" y="50381"/>
                  <a:pt x="791312" y="50381"/>
                </a:cubicBezTo>
                <a:cubicBezTo>
                  <a:pt x="793725" y="50381"/>
                  <a:pt x="795757" y="49911"/>
                  <a:pt x="797408" y="48946"/>
                </a:cubicBezTo>
                <a:cubicBezTo>
                  <a:pt x="799186" y="47993"/>
                  <a:pt x="800456" y="46749"/>
                  <a:pt x="801345" y="45187"/>
                </a:cubicBezTo>
                <a:cubicBezTo>
                  <a:pt x="802234" y="43638"/>
                  <a:pt x="802742" y="41999"/>
                  <a:pt x="802742" y="40260"/>
                </a:cubicBezTo>
                <a:lnTo>
                  <a:pt x="802742" y="36361"/>
                </a:lnTo>
                <a:lnTo>
                  <a:pt x="796392" y="36361"/>
                </a:lnTo>
                <a:cubicBezTo>
                  <a:pt x="792709" y="36361"/>
                  <a:pt x="789788" y="36919"/>
                  <a:pt x="787502" y="38050"/>
                </a:cubicBezTo>
                <a:cubicBezTo>
                  <a:pt x="785343" y="39180"/>
                  <a:pt x="784200" y="41199"/>
                  <a:pt x="784200" y="44133"/>
                </a:cubicBezTo>
                <a:close/>
                <a:moveTo>
                  <a:pt x="818871" y="15037"/>
                </a:moveTo>
                <a:lnTo>
                  <a:pt x="825221" y="15037"/>
                </a:lnTo>
                <a:lnTo>
                  <a:pt x="825221" y="23635"/>
                </a:lnTo>
                <a:lnTo>
                  <a:pt x="825348" y="23635"/>
                </a:lnTo>
                <a:cubicBezTo>
                  <a:pt x="826110" y="20333"/>
                  <a:pt x="827253" y="17945"/>
                  <a:pt x="828904" y="16472"/>
                </a:cubicBezTo>
                <a:cubicBezTo>
                  <a:pt x="830428" y="14999"/>
                  <a:pt x="832460" y="14250"/>
                  <a:pt x="834873" y="14250"/>
                </a:cubicBezTo>
                <a:cubicBezTo>
                  <a:pt x="835508" y="14250"/>
                  <a:pt x="836016" y="14288"/>
                  <a:pt x="836651" y="14364"/>
                </a:cubicBezTo>
                <a:cubicBezTo>
                  <a:pt x="837159" y="14440"/>
                  <a:pt x="837667" y="14529"/>
                  <a:pt x="838048" y="14631"/>
                </a:cubicBezTo>
                <a:lnTo>
                  <a:pt x="838048" y="21210"/>
                </a:lnTo>
                <a:cubicBezTo>
                  <a:pt x="837667" y="21095"/>
                  <a:pt x="837159" y="20993"/>
                  <a:pt x="836524" y="20917"/>
                </a:cubicBezTo>
                <a:cubicBezTo>
                  <a:pt x="835889" y="20841"/>
                  <a:pt x="835254" y="20803"/>
                  <a:pt x="834746" y="20803"/>
                </a:cubicBezTo>
                <a:cubicBezTo>
                  <a:pt x="831444" y="20803"/>
                  <a:pt x="829031" y="21946"/>
                  <a:pt x="827634" y="24244"/>
                </a:cubicBezTo>
                <a:cubicBezTo>
                  <a:pt x="826237" y="26543"/>
                  <a:pt x="825475" y="29896"/>
                  <a:pt x="825475" y="34316"/>
                </a:cubicBezTo>
                <a:lnTo>
                  <a:pt x="825475" y="55258"/>
                </a:lnTo>
                <a:lnTo>
                  <a:pt x="818871" y="55258"/>
                </a:lnTo>
                <a:lnTo>
                  <a:pt x="818871" y="15037"/>
                </a:lnTo>
                <a:close/>
                <a:moveTo>
                  <a:pt x="855701" y="55855"/>
                </a:moveTo>
                <a:cubicBezTo>
                  <a:pt x="853288" y="55855"/>
                  <a:pt x="851383" y="55525"/>
                  <a:pt x="849859" y="54890"/>
                </a:cubicBezTo>
                <a:cubicBezTo>
                  <a:pt x="848462" y="54242"/>
                  <a:pt x="847319" y="53239"/>
                  <a:pt x="846557" y="51867"/>
                </a:cubicBezTo>
                <a:cubicBezTo>
                  <a:pt x="845922" y="50509"/>
                  <a:pt x="845541" y="48743"/>
                  <a:pt x="845541" y="46584"/>
                </a:cubicBezTo>
                <a:lnTo>
                  <a:pt x="845541" y="20651"/>
                </a:lnTo>
                <a:lnTo>
                  <a:pt x="839572" y="20651"/>
                </a:lnTo>
                <a:lnTo>
                  <a:pt x="839572" y="17158"/>
                </a:lnTo>
                <a:lnTo>
                  <a:pt x="851383" y="5283"/>
                </a:lnTo>
                <a:lnTo>
                  <a:pt x="852272" y="5283"/>
                </a:lnTo>
                <a:lnTo>
                  <a:pt x="852272" y="15037"/>
                </a:lnTo>
                <a:lnTo>
                  <a:pt x="861289" y="15037"/>
                </a:lnTo>
                <a:lnTo>
                  <a:pt x="861289" y="20651"/>
                </a:lnTo>
                <a:lnTo>
                  <a:pt x="852272" y="20651"/>
                </a:lnTo>
                <a:lnTo>
                  <a:pt x="852272" y="45212"/>
                </a:lnTo>
                <a:cubicBezTo>
                  <a:pt x="852272" y="46406"/>
                  <a:pt x="852399" y="47320"/>
                  <a:pt x="852653" y="47981"/>
                </a:cubicBezTo>
                <a:cubicBezTo>
                  <a:pt x="852907" y="48641"/>
                  <a:pt x="853415" y="49111"/>
                  <a:pt x="854050" y="49378"/>
                </a:cubicBezTo>
                <a:cubicBezTo>
                  <a:pt x="854685" y="49657"/>
                  <a:pt x="855574" y="49785"/>
                  <a:pt x="856590" y="49785"/>
                </a:cubicBezTo>
                <a:cubicBezTo>
                  <a:pt x="858114" y="49785"/>
                  <a:pt x="859638" y="49581"/>
                  <a:pt x="861289" y="49149"/>
                </a:cubicBezTo>
                <a:lnTo>
                  <a:pt x="861289" y="55258"/>
                </a:lnTo>
                <a:cubicBezTo>
                  <a:pt x="860527" y="55435"/>
                  <a:pt x="859638" y="55576"/>
                  <a:pt x="858622" y="55690"/>
                </a:cubicBezTo>
                <a:cubicBezTo>
                  <a:pt x="857606" y="55791"/>
                  <a:pt x="856590" y="55855"/>
                  <a:pt x="855701" y="55855"/>
                </a:cubicBezTo>
                <a:close/>
                <a:moveTo>
                  <a:pt x="869163" y="15037"/>
                </a:moveTo>
                <a:lnTo>
                  <a:pt x="875513" y="15037"/>
                </a:lnTo>
                <a:lnTo>
                  <a:pt x="875513" y="23406"/>
                </a:lnTo>
                <a:lnTo>
                  <a:pt x="875640" y="23406"/>
                </a:lnTo>
                <a:cubicBezTo>
                  <a:pt x="876656" y="20803"/>
                  <a:pt x="878180" y="18631"/>
                  <a:pt x="880212" y="16879"/>
                </a:cubicBezTo>
                <a:cubicBezTo>
                  <a:pt x="882244" y="15126"/>
                  <a:pt x="885038" y="14250"/>
                  <a:pt x="888721" y="14250"/>
                </a:cubicBezTo>
                <a:cubicBezTo>
                  <a:pt x="891515" y="14250"/>
                  <a:pt x="893801" y="14834"/>
                  <a:pt x="895706" y="16002"/>
                </a:cubicBezTo>
                <a:cubicBezTo>
                  <a:pt x="897611" y="17171"/>
                  <a:pt x="899008" y="18821"/>
                  <a:pt x="899897" y="20955"/>
                </a:cubicBezTo>
                <a:cubicBezTo>
                  <a:pt x="900786" y="23089"/>
                  <a:pt x="901294" y="25578"/>
                  <a:pt x="901294" y="28435"/>
                </a:cubicBezTo>
                <a:lnTo>
                  <a:pt x="901294" y="55258"/>
                </a:lnTo>
                <a:lnTo>
                  <a:pt x="894563" y="55258"/>
                </a:lnTo>
                <a:lnTo>
                  <a:pt x="894563" y="29731"/>
                </a:lnTo>
                <a:cubicBezTo>
                  <a:pt x="894563" y="26632"/>
                  <a:pt x="893928" y="24270"/>
                  <a:pt x="892658" y="22644"/>
                </a:cubicBezTo>
                <a:cubicBezTo>
                  <a:pt x="891388" y="21019"/>
                  <a:pt x="889229" y="20206"/>
                  <a:pt x="886308" y="20206"/>
                </a:cubicBezTo>
                <a:cubicBezTo>
                  <a:pt x="884149" y="20206"/>
                  <a:pt x="882371" y="20663"/>
                  <a:pt x="880720" y="21590"/>
                </a:cubicBezTo>
                <a:cubicBezTo>
                  <a:pt x="879196" y="22505"/>
                  <a:pt x="877926" y="23838"/>
                  <a:pt x="877164" y="25603"/>
                </a:cubicBezTo>
                <a:cubicBezTo>
                  <a:pt x="876275" y="27369"/>
                  <a:pt x="875767" y="29477"/>
                  <a:pt x="875767" y="31928"/>
                </a:cubicBezTo>
                <a:lnTo>
                  <a:pt x="875767" y="55258"/>
                </a:lnTo>
                <a:lnTo>
                  <a:pt x="869163" y="55258"/>
                </a:lnTo>
                <a:lnTo>
                  <a:pt x="869163" y="15037"/>
                </a:lnTo>
                <a:close/>
                <a:moveTo>
                  <a:pt x="929615" y="56007"/>
                </a:moveTo>
                <a:cubicBezTo>
                  <a:pt x="925551" y="56007"/>
                  <a:pt x="921995" y="55207"/>
                  <a:pt x="918947" y="53607"/>
                </a:cubicBezTo>
                <a:cubicBezTo>
                  <a:pt x="915899" y="52007"/>
                  <a:pt x="913486" y="49632"/>
                  <a:pt x="911835" y="46495"/>
                </a:cubicBezTo>
                <a:cubicBezTo>
                  <a:pt x="910184" y="43358"/>
                  <a:pt x="909422" y="39574"/>
                  <a:pt x="909422" y="35128"/>
                </a:cubicBezTo>
                <a:cubicBezTo>
                  <a:pt x="909422" y="30633"/>
                  <a:pt x="910311" y="26822"/>
                  <a:pt x="911962" y="23685"/>
                </a:cubicBezTo>
                <a:cubicBezTo>
                  <a:pt x="913740" y="20549"/>
                  <a:pt x="916153" y="18186"/>
                  <a:pt x="919074" y="16612"/>
                </a:cubicBezTo>
                <a:cubicBezTo>
                  <a:pt x="921995" y="15037"/>
                  <a:pt x="925297" y="14250"/>
                  <a:pt x="928853" y="14250"/>
                </a:cubicBezTo>
                <a:cubicBezTo>
                  <a:pt x="932917" y="14250"/>
                  <a:pt x="936346" y="15202"/>
                  <a:pt x="938886" y="17107"/>
                </a:cubicBezTo>
                <a:cubicBezTo>
                  <a:pt x="941553" y="19000"/>
                  <a:pt x="943458" y="21425"/>
                  <a:pt x="944601" y="24371"/>
                </a:cubicBezTo>
                <a:cubicBezTo>
                  <a:pt x="945871" y="27331"/>
                  <a:pt x="946379" y="30429"/>
                  <a:pt x="946379" y="33681"/>
                </a:cubicBezTo>
                <a:cubicBezTo>
                  <a:pt x="946379" y="34798"/>
                  <a:pt x="946379" y="35840"/>
                  <a:pt x="946252" y="36805"/>
                </a:cubicBezTo>
                <a:lnTo>
                  <a:pt x="916407" y="36805"/>
                </a:lnTo>
                <a:cubicBezTo>
                  <a:pt x="916661" y="41199"/>
                  <a:pt x="917931" y="44539"/>
                  <a:pt x="920090" y="46851"/>
                </a:cubicBezTo>
                <a:cubicBezTo>
                  <a:pt x="922376" y="49149"/>
                  <a:pt x="925551" y="50305"/>
                  <a:pt x="929615" y="50305"/>
                </a:cubicBezTo>
                <a:cubicBezTo>
                  <a:pt x="932155" y="50305"/>
                  <a:pt x="934187" y="49936"/>
                  <a:pt x="935965" y="49188"/>
                </a:cubicBezTo>
                <a:cubicBezTo>
                  <a:pt x="937743" y="48451"/>
                  <a:pt x="939394" y="47219"/>
                  <a:pt x="940791" y="45504"/>
                </a:cubicBezTo>
                <a:lnTo>
                  <a:pt x="944982" y="49670"/>
                </a:lnTo>
                <a:cubicBezTo>
                  <a:pt x="943712" y="51168"/>
                  <a:pt x="942315" y="52375"/>
                  <a:pt x="940791" y="53302"/>
                </a:cubicBezTo>
                <a:cubicBezTo>
                  <a:pt x="939267" y="54229"/>
                  <a:pt x="937743" y="54915"/>
                  <a:pt x="935838" y="55347"/>
                </a:cubicBezTo>
                <a:cubicBezTo>
                  <a:pt x="934060" y="55779"/>
                  <a:pt x="932028" y="56007"/>
                  <a:pt x="929615" y="56007"/>
                </a:cubicBezTo>
                <a:close/>
                <a:moveTo>
                  <a:pt x="939648" y="31636"/>
                </a:moveTo>
                <a:cubicBezTo>
                  <a:pt x="939267" y="27763"/>
                  <a:pt x="938124" y="24854"/>
                  <a:pt x="936219" y="22911"/>
                </a:cubicBezTo>
                <a:cubicBezTo>
                  <a:pt x="934314" y="20955"/>
                  <a:pt x="931774" y="19990"/>
                  <a:pt x="928599" y="19990"/>
                </a:cubicBezTo>
                <a:cubicBezTo>
                  <a:pt x="926440" y="19990"/>
                  <a:pt x="924662" y="20422"/>
                  <a:pt x="922884" y="21286"/>
                </a:cubicBezTo>
                <a:cubicBezTo>
                  <a:pt x="921233" y="22149"/>
                  <a:pt x="919836" y="23457"/>
                  <a:pt x="918820" y="25197"/>
                </a:cubicBezTo>
                <a:cubicBezTo>
                  <a:pt x="917677" y="26924"/>
                  <a:pt x="916915" y="29070"/>
                  <a:pt x="916661" y="31636"/>
                </a:cubicBezTo>
                <a:lnTo>
                  <a:pt x="939648" y="31636"/>
                </a:lnTo>
                <a:close/>
                <a:moveTo>
                  <a:pt x="954507" y="15037"/>
                </a:moveTo>
                <a:lnTo>
                  <a:pt x="960857" y="15037"/>
                </a:lnTo>
                <a:lnTo>
                  <a:pt x="960857" y="23635"/>
                </a:lnTo>
                <a:lnTo>
                  <a:pt x="960984" y="23635"/>
                </a:lnTo>
                <a:cubicBezTo>
                  <a:pt x="961746" y="20333"/>
                  <a:pt x="962889" y="17945"/>
                  <a:pt x="964540" y="16472"/>
                </a:cubicBezTo>
                <a:cubicBezTo>
                  <a:pt x="966064" y="14999"/>
                  <a:pt x="968096" y="14250"/>
                  <a:pt x="970509" y="14250"/>
                </a:cubicBezTo>
                <a:cubicBezTo>
                  <a:pt x="971144" y="14250"/>
                  <a:pt x="971652" y="14288"/>
                  <a:pt x="972287" y="14364"/>
                </a:cubicBezTo>
                <a:cubicBezTo>
                  <a:pt x="972795" y="14440"/>
                  <a:pt x="973303" y="14529"/>
                  <a:pt x="973684" y="14631"/>
                </a:cubicBezTo>
                <a:lnTo>
                  <a:pt x="973684" y="21210"/>
                </a:lnTo>
                <a:cubicBezTo>
                  <a:pt x="973303" y="21095"/>
                  <a:pt x="972795" y="20993"/>
                  <a:pt x="972160" y="20917"/>
                </a:cubicBezTo>
                <a:cubicBezTo>
                  <a:pt x="971525" y="20841"/>
                  <a:pt x="970890" y="20803"/>
                  <a:pt x="970382" y="20803"/>
                </a:cubicBezTo>
                <a:cubicBezTo>
                  <a:pt x="967080" y="20803"/>
                  <a:pt x="964667" y="21946"/>
                  <a:pt x="963270" y="24244"/>
                </a:cubicBezTo>
                <a:cubicBezTo>
                  <a:pt x="961873" y="26543"/>
                  <a:pt x="961111" y="29896"/>
                  <a:pt x="961111" y="34316"/>
                </a:cubicBezTo>
                <a:lnTo>
                  <a:pt x="961111" y="55258"/>
                </a:lnTo>
                <a:lnTo>
                  <a:pt x="954507" y="55258"/>
                </a:lnTo>
                <a:lnTo>
                  <a:pt x="954507" y="15037"/>
                </a:lnTo>
                <a:close/>
                <a:moveTo>
                  <a:pt x="992988" y="56007"/>
                </a:moveTo>
                <a:cubicBezTo>
                  <a:pt x="986130" y="56007"/>
                  <a:pt x="980669" y="53899"/>
                  <a:pt x="976859" y="49670"/>
                </a:cubicBezTo>
                <a:lnTo>
                  <a:pt x="981177" y="45403"/>
                </a:lnTo>
                <a:cubicBezTo>
                  <a:pt x="982955" y="47257"/>
                  <a:pt x="984733" y="48565"/>
                  <a:pt x="986638" y="49327"/>
                </a:cubicBezTo>
                <a:cubicBezTo>
                  <a:pt x="988416" y="50076"/>
                  <a:pt x="990575" y="50457"/>
                  <a:pt x="992988" y="50457"/>
                </a:cubicBezTo>
                <a:cubicBezTo>
                  <a:pt x="995401" y="50457"/>
                  <a:pt x="997433" y="50000"/>
                  <a:pt x="999084" y="49099"/>
                </a:cubicBezTo>
                <a:cubicBezTo>
                  <a:pt x="1000735" y="48197"/>
                  <a:pt x="1001624" y="46711"/>
                  <a:pt x="1001624" y="44653"/>
                </a:cubicBezTo>
                <a:cubicBezTo>
                  <a:pt x="1001624" y="43193"/>
                  <a:pt x="1001243" y="41999"/>
                  <a:pt x="1000354" y="41097"/>
                </a:cubicBezTo>
                <a:cubicBezTo>
                  <a:pt x="999592" y="40196"/>
                  <a:pt x="998449" y="39484"/>
                  <a:pt x="997179" y="38964"/>
                </a:cubicBezTo>
                <a:cubicBezTo>
                  <a:pt x="995909" y="38443"/>
                  <a:pt x="993877" y="37833"/>
                  <a:pt x="991464" y="37135"/>
                </a:cubicBezTo>
                <a:cubicBezTo>
                  <a:pt x="988924" y="36424"/>
                  <a:pt x="986765" y="35649"/>
                  <a:pt x="984987" y="34837"/>
                </a:cubicBezTo>
                <a:cubicBezTo>
                  <a:pt x="983209" y="34011"/>
                  <a:pt x="981685" y="32842"/>
                  <a:pt x="980542" y="31318"/>
                </a:cubicBezTo>
                <a:cubicBezTo>
                  <a:pt x="979272" y="29794"/>
                  <a:pt x="978764" y="27839"/>
                  <a:pt x="978764" y="25451"/>
                </a:cubicBezTo>
                <a:cubicBezTo>
                  <a:pt x="978764" y="23076"/>
                  <a:pt x="979272" y="21044"/>
                  <a:pt x="980415" y="19355"/>
                </a:cubicBezTo>
                <a:cubicBezTo>
                  <a:pt x="981685" y="17666"/>
                  <a:pt x="983336" y="16396"/>
                  <a:pt x="985495" y="15532"/>
                </a:cubicBezTo>
                <a:cubicBezTo>
                  <a:pt x="987527" y="14681"/>
                  <a:pt x="990067" y="14250"/>
                  <a:pt x="992861" y="14250"/>
                </a:cubicBezTo>
                <a:cubicBezTo>
                  <a:pt x="995655" y="14250"/>
                  <a:pt x="998195" y="14707"/>
                  <a:pt x="1000735" y="15608"/>
                </a:cubicBezTo>
                <a:cubicBezTo>
                  <a:pt x="1003275" y="16523"/>
                  <a:pt x="1005307" y="17844"/>
                  <a:pt x="1006958" y="19571"/>
                </a:cubicBezTo>
                <a:lnTo>
                  <a:pt x="1002767" y="23851"/>
                </a:lnTo>
                <a:cubicBezTo>
                  <a:pt x="1000100" y="21222"/>
                  <a:pt x="996798" y="19914"/>
                  <a:pt x="992861" y="19914"/>
                </a:cubicBezTo>
                <a:cubicBezTo>
                  <a:pt x="990448" y="19914"/>
                  <a:pt x="988670" y="20346"/>
                  <a:pt x="987273" y="21210"/>
                </a:cubicBezTo>
                <a:cubicBezTo>
                  <a:pt x="985876" y="22085"/>
                  <a:pt x="985241" y="23394"/>
                  <a:pt x="985241" y="25159"/>
                </a:cubicBezTo>
                <a:cubicBezTo>
                  <a:pt x="985241" y="26327"/>
                  <a:pt x="985622" y="27293"/>
                  <a:pt x="986384" y="28055"/>
                </a:cubicBezTo>
                <a:cubicBezTo>
                  <a:pt x="987273" y="28829"/>
                  <a:pt x="988289" y="29464"/>
                  <a:pt x="989686" y="29973"/>
                </a:cubicBezTo>
                <a:cubicBezTo>
                  <a:pt x="990956" y="30480"/>
                  <a:pt x="992861" y="31090"/>
                  <a:pt x="995401" y="31776"/>
                </a:cubicBezTo>
                <a:cubicBezTo>
                  <a:pt x="997941" y="32500"/>
                  <a:pt x="1000100" y="33262"/>
                  <a:pt x="1001878" y="34049"/>
                </a:cubicBezTo>
                <a:cubicBezTo>
                  <a:pt x="1003529" y="34849"/>
                  <a:pt x="1005053" y="36055"/>
                  <a:pt x="1006323" y="37681"/>
                </a:cubicBezTo>
                <a:cubicBezTo>
                  <a:pt x="1007466" y="39307"/>
                  <a:pt x="1008101" y="41453"/>
                  <a:pt x="1008101" y="44133"/>
                </a:cubicBezTo>
                <a:cubicBezTo>
                  <a:pt x="1008101" y="46610"/>
                  <a:pt x="1007466" y="48743"/>
                  <a:pt x="1006196" y="50533"/>
                </a:cubicBezTo>
                <a:cubicBezTo>
                  <a:pt x="1004926" y="52312"/>
                  <a:pt x="1003148" y="53670"/>
                  <a:pt x="1000862" y="54611"/>
                </a:cubicBezTo>
                <a:cubicBezTo>
                  <a:pt x="998576" y="55538"/>
                  <a:pt x="995909" y="56007"/>
                  <a:pt x="992988" y="56007"/>
                </a:cubicBezTo>
                <a:close/>
                <a:moveTo>
                  <a:pt x="1057250" y="56007"/>
                </a:moveTo>
                <a:cubicBezTo>
                  <a:pt x="1052170" y="56007"/>
                  <a:pt x="1047725" y="54902"/>
                  <a:pt x="1043915" y="52693"/>
                </a:cubicBezTo>
                <a:cubicBezTo>
                  <a:pt x="1039978" y="50483"/>
                  <a:pt x="1037057" y="47334"/>
                  <a:pt x="1034898" y="43256"/>
                </a:cubicBezTo>
                <a:cubicBezTo>
                  <a:pt x="1032739" y="39180"/>
                  <a:pt x="1031596" y="34430"/>
                  <a:pt x="1031596" y="29032"/>
                </a:cubicBezTo>
                <a:cubicBezTo>
                  <a:pt x="1031596" y="23623"/>
                  <a:pt x="1032739" y="18885"/>
                  <a:pt x="1034898" y="14808"/>
                </a:cubicBezTo>
                <a:cubicBezTo>
                  <a:pt x="1037057" y="10744"/>
                  <a:pt x="1039978" y="7595"/>
                  <a:pt x="1043915" y="5385"/>
                </a:cubicBezTo>
                <a:cubicBezTo>
                  <a:pt x="1047725" y="3163"/>
                  <a:pt x="1052170" y="2045"/>
                  <a:pt x="1057250" y="2045"/>
                </a:cubicBezTo>
                <a:cubicBezTo>
                  <a:pt x="1062203" y="2045"/>
                  <a:pt x="1066648" y="3163"/>
                  <a:pt x="1070458" y="5385"/>
                </a:cubicBezTo>
                <a:cubicBezTo>
                  <a:pt x="1074395" y="7595"/>
                  <a:pt x="1077443" y="10744"/>
                  <a:pt x="1079602" y="14808"/>
                </a:cubicBezTo>
                <a:cubicBezTo>
                  <a:pt x="1081761" y="18885"/>
                  <a:pt x="1082777" y="23623"/>
                  <a:pt x="1082777" y="29032"/>
                </a:cubicBezTo>
                <a:cubicBezTo>
                  <a:pt x="1082777" y="34430"/>
                  <a:pt x="1081761" y="39180"/>
                  <a:pt x="1079602" y="43256"/>
                </a:cubicBezTo>
                <a:cubicBezTo>
                  <a:pt x="1077443" y="47334"/>
                  <a:pt x="1074395" y="50483"/>
                  <a:pt x="1070458" y="52693"/>
                </a:cubicBezTo>
                <a:cubicBezTo>
                  <a:pt x="1066648" y="54902"/>
                  <a:pt x="1062203" y="56007"/>
                  <a:pt x="1057250" y="56007"/>
                </a:cubicBezTo>
                <a:close/>
                <a:moveTo>
                  <a:pt x="1038835" y="29032"/>
                </a:moveTo>
                <a:cubicBezTo>
                  <a:pt x="1038835" y="33198"/>
                  <a:pt x="1039597" y="36818"/>
                  <a:pt x="1040994" y="39891"/>
                </a:cubicBezTo>
                <a:cubicBezTo>
                  <a:pt x="1042518" y="42964"/>
                  <a:pt x="1044677" y="45327"/>
                  <a:pt x="1047471" y="46978"/>
                </a:cubicBezTo>
                <a:cubicBezTo>
                  <a:pt x="1050138" y="48629"/>
                  <a:pt x="1053440" y="49454"/>
                  <a:pt x="1057250" y="49454"/>
                </a:cubicBezTo>
                <a:cubicBezTo>
                  <a:pt x="1060933" y="49454"/>
                  <a:pt x="1064235" y="48629"/>
                  <a:pt x="1066902" y="46978"/>
                </a:cubicBezTo>
                <a:cubicBezTo>
                  <a:pt x="1069696" y="45327"/>
                  <a:pt x="1071855" y="42964"/>
                  <a:pt x="1073379" y="39891"/>
                </a:cubicBezTo>
                <a:cubicBezTo>
                  <a:pt x="1074776" y="36818"/>
                  <a:pt x="1075538" y="33198"/>
                  <a:pt x="1075538" y="29032"/>
                </a:cubicBezTo>
                <a:cubicBezTo>
                  <a:pt x="1075538" y="24854"/>
                  <a:pt x="1074776" y="21248"/>
                  <a:pt x="1073379" y="18174"/>
                </a:cubicBezTo>
                <a:cubicBezTo>
                  <a:pt x="1071855" y="15113"/>
                  <a:pt x="1069696" y="12764"/>
                  <a:pt x="1066902" y="11112"/>
                </a:cubicBezTo>
                <a:cubicBezTo>
                  <a:pt x="1064235" y="9461"/>
                  <a:pt x="1060933" y="8636"/>
                  <a:pt x="1057250" y="8636"/>
                </a:cubicBezTo>
                <a:cubicBezTo>
                  <a:pt x="1053440" y="8636"/>
                  <a:pt x="1050138" y="9461"/>
                  <a:pt x="1047471" y="11112"/>
                </a:cubicBezTo>
                <a:cubicBezTo>
                  <a:pt x="1044677" y="12764"/>
                  <a:pt x="1042518" y="15113"/>
                  <a:pt x="1040994" y="18174"/>
                </a:cubicBezTo>
                <a:cubicBezTo>
                  <a:pt x="1039597" y="21248"/>
                  <a:pt x="1038835" y="24854"/>
                  <a:pt x="1038835" y="29032"/>
                </a:cubicBezTo>
                <a:close/>
                <a:moveTo>
                  <a:pt x="1091667" y="15037"/>
                </a:moveTo>
                <a:lnTo>
                  <a:pt x="1098017" y="15037"/>
                </a:lnTo>
                <a:lnTo>
                  <a:pt x="1098017" y="23406"/>
                </a:lnTo>
                <a:lnTo>
                  <a:pt x="1098144" y="23406"/>
                </a:lnTo>
                <a:cubicBezTo>
                  <a:pt x="1099160" y="20803"/>
                  <a:pt x="1100684" y="18631"/>
                  <a:pt x="1102716" y="16879"/>
                </a:cubicBezTo>
                <a:cubicBezTo>
                  <a:pt x="1104748" y="15126"/>
                  <a:pt x="1107542" y="14250"/>
                  <a:pt x="1111225" y="14250"/>
                </a:cubicBezTo>
                <a:cubicBezTo>
                  <a:pt x="1114019" y="14250"/>
                  <a:pt x="1116305" y="14834"/>
                  <a:pt x="1118210" y="16002"/>
                </a:cubicBezTo>
                <a:cubicBezTo>
                  <a:pt x="1120115" y="17171"/>
                  <a:pt x="1121512" y="18821"/>
                  <a:pt x="1122401" y="20955"/>
                </a:cubicBezTo>
                <a:cubicBezTo>
                  <a:pt x="1123290" y="23089"/>
                  <a:pt x="1123798" y="25578"/>
                  <a:pt x="1123798" y="28435"/>
                </a:cubicBezTo>
                <a:lnTo>
                  <a:pt x="1123798" y="55258"/>
                </a:lnTo>
                <a:lnTo>
                  <a:pt x="1117067" y="55258"/>
                </a:lnTo>
                <a:lnTo>
                  <a:pt x="1117067" y="29731"/>
                </a:lnTo>
                <a:cubicBezTo>
                  <a:pt x="1117067" y="26632"/>
                  <a:pt x="1116432" y="24270"/>
                  <a:pt x="1115162" y="22644"/>
                </a:cubicBezTo>
                <a:cubicBezTo>
                  <a:pt x="1113892" y="21019"/>
                  <a:pt x="1111733" y="20206"/>
                  <a:pt x="1108812" y="20206"/>
                </a:cubicBezTo>
                <a:cubicBezTo>
                  <a:pt x="1106653" y="20206"/>
                  <a:pt x="1104875" y="20663"/>
                  <a:pt x="1103224" y="21590"/>
                </a:cubicBezTo>
                <a:cubicBezTo>
                  <a:pt x="1101700" y="22505"/>
                  <a:pt x="1100430" y="23838"/>
                  <a:pt x="1099668" y="25603"/>
                </a:cubicBezTo>
                <a:cubicBezTo>
                  <a:pt x="1098779" y="27369"/>
                  <a:pt x="1098271" y="29477"/>
                  <a:pt x="1098271" y="31928"/>
                </a:cubicBezTo>
                <a:lnTo>
                  <a:pt x="1098271" y="55258"/>
                </a:lnTo>
                <a:lnTo>
                  <a:pt x="1091667" y="55258"/>
                </a:lnTo>
                <a:lnTo>
                  <a:pt x="1091667" y="15037"/>
                </a:lnTo>
                <a:close/>
                <a:moveTo>
                  <a:pt x="1143229" y="55855"/>
                </a:moveTo>
                <a:cubicBezTo>
                  <a:pt x="1141070" y="55855"/>
                  <a:pt x="1139292" y="55487"/>
                  <a:pt x="1137895" y="54776"/>
                </a:cubicBezTo>
                <a:cubicBezTo>
                  <a:pt x="1136498" y="54052"/>
                  <a:pt x="1135609" y="52984"/>
                  <a:pt x="1134974" y="51550"/>
                </a:cubicBezTo>
                <a:cubicBezTo>
                  <a:pt x="1134339" y="50127"/>
                  <a:pt x="1133958" y="48311"/>
                  <a:pt x="1133958" y="46101"/>
                </a:cubicBezTo>
                <a:lnTo>
                  <a:pt x="1133958" y="0"/>
                </a:lnTo>
                <a:lnTo>
                  <a:pt x="1140689" y="0"/>
                </a:lnTo>
                <a:lnTo>
                  <a:pt x="1140689" y="45060"/>
                </a:lnTo>
                <a:cubicBezTo>
                  <a:pt x="1140689" y="46304"/>
                  <a:pt x="1140816" y="47257"/>
                  <a:pt x="1141070" y="47930"/>
                </a:cubicBezTo>
                <a:cubicBezTo>
                  <a:pt x="1141324" y="48603"/>
                  <a:pt x="1141705" y="49073"/>
                  <a:pt x="1142213" y="49365"/>
                </a:cubicBezTo>
                <a:cubicBezTo>
                  <a:pt x="1142721" y="49644"/>
                  <a:pt x="1143483" y="49785"/>
                  <a:pt x="1144499" y="49785"/>
                </a:cubicBezTo>
                <a:cubicBezTo>
                  <a:pt x="1145134" y="49785"/>
                  <a:pt x="1145769" y="49733"/>
                  <a:pt x="1146404" y="49644"/>
                </a:cubicBezTo>
                <a:cubicBezTo>
                  <a:pt x="1147039" y="49543"/>
                  <a:pt x="1147547" y="49429"/>
                  <a:pt x="1148055" y="49302"/>
                </a:cubicBezTo>
                <a:lnTo>
                  <a:pt x="1148055" y="55258"/>
                </a:lnTo>
                <a:cubicBezTo>
                  <a:pt x="1147420" y="55461"/>
                  <a:pt x="1146658" y="55601"/>
                  <a:pt x="1145896" y="55703"/>
                </a:cubicBezTo>
                <a:cubicBezTo>
                  <a:pt x="1145007" y="55804"/>
                  <a:pt x="1144118" y="55855"/>
                  <a:pt x="1143229" y="55855"/>
                </a:cubicBezTo>
                <a:close/>
                <a:moveTo>
                  <a:pt x="1155294" y="71857"/>
                </a:moveTo>
                <a:cubicBezTo>
                  <a:pt x="1153897" y="71857"/>
                  <a:pt x="1152373" y="71755"/>
                  <a:pt x="1150976" y="71552"/>
                </a:cubicBezTo>
                <a:lnTo>
                  <a:pt x="1150976" y="65786"/>
                </a:lnTo>
                <a:cubicBezTo>
                  <a:pt x="1151992" y="66078"/>
                  <a:pt x="1153135" y="66231"/>
                  <a:pt x="1154786" y="66231"/>
                </a:cubicBezTo>
                <a:cubicBezTo>
                  <a:pt x="1156310" y="66231"/>
                  <a:pt x="1157580" y="66040"/>
                  <a:pt x="1158469" y="65660"/>
                </a:cubicBezTo>
                <a:cubicBezTo>
                  <a:pt x="1159485" y="65278"/>
                  <a:pt x="1160374" y="64694"/>
                  <a:pt x="1160882" y="63932"/>
                </a:cubicBezTo>
                <a:cubicBezTo>
                  <a:pt x="1161517" y="63157"/>
                  <a:pt x="1162152" y="62129"/>
                  <a:pt x="1162660" y="60833"/>
                </a:cubicBezTo>
                <a:lnTo>
                  <a:pt x="1164819" y="55144"/>
                </a:lnTo>
                <a:lnTo>
                  <a:pt x="1148690" y="15037"/>
                </a:lnTo>
                <a:lnTo>
                  <a:pt x="1155802" y="15037"/>
                </a:lnTo>
                <a:lnTo>
                  <a:pt x="1164438" y="37288"/>
                </a:lnTo>
                <a:cubicBezTo>
                  <a:pt x="1165073" y="39142"/>
                  <a:pt x="1165835" y="41237"/>
                  <a:pt x="1166597" y="43574"/>
                </a:cubicBezTo>
                <a:cubicBezTo>
                  <a:pt x="1167359" y="45910"/>
                  <a:pt x="1167867" y="47282"/>
                  <a:pt x="1167994" y="47702"/>
                </a:cubicBezTo>
                <a:cubicBezTo>
                  <a:pt x="1168121" y="47358"/>
                  <a:pt x="1168629" y="46038"/>
                  <a:pt x="1169391" y="43765"/>
                </a:cubicBezTo>
                <a:cubicBezTo>
                  <a:pt x="1170534" y="40932"/>
                  <a:pt x="1171169" y="39002"/>
                  <a:pt x="1171550" y="37960"/>
                </a:cubicBezTo>
                <a:lnTo>
                  <a:pt x="1179424" y="15037"/>
                </a:lnTo>
                <a:lnTo>
                  <a:pt x="1186536" y="15037"/>
                </a:lnTo>
                <a:lnTo>
                  <a:pt x="1167994" y="63030"/>
                </a:lnTo>
                <a:cubicBezTo>
                  <a:pt x="1167232" y="65088"/>
                  <a:pt x="1166343" y="66752"/>
                  <a:pt x="1165327" y="67996"/>
                </a:cubicBezTo>
                <a:cubicBezTo>
                  <a:pt x="1164438" y="69253"/>
                  <a:pt x="1163041" y="70206"/>
                  <a:pt x="1161517" y="70866"/>
                </a:cubicBezTo>
                <a:cubicBezTo>
                  <a:pt x="1159866" y="71527"/>
                  <a:pt x="1157834" y="71857"/>
                  <a:pt x="1155294" y="71857"/>
                </a:cubicBezTo>
                <a:close/>
              </a:path>
            </a:pathLst>
          </a:custGeom>
          <a:solidFill>
            <a:srgbClr val="000000">
              <a:alpha val="50196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5808" y="-3178"/>
            <a:ext cx="4576191" cy="685622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301" y="2875495"/>
            <a:ext cx="661212" cy="32909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301" y="1976970"/>
            <a:ext cx="661212" cy="32909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9900" y="685800"/>
            <a:ext cx="177800" cy="508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301" y="3906735"/>
            <a:ext cx="661212" cy="329095"/>
          </a:xfrm>
          <a:prstGeom prst="rect">
            <a:avLst/>
          </a:prstGeom>
        </p:spPr>
      </p:pic>
      <p:sp>
        <p:nvSpPr>
          <p:cNvPr id="3" name="Editable text — 24"/>
          <p:cNvSpPr txBox="1"/>
          <p:nvPr/>
        </p:nvSpPr>
        <p:spPr>
          <a:xfrm>
            <a:off x="11500739" y="6546075"/>
            <a:ext cx="191058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3">
                <a:solidFill>
                  <a:srgbClr val="000000"/>
                </a:solidFill>
                <a:latin typeface="Arial"/>
              </a:rPr>
              <a:t>24</a:t>
            </a:r>
          </a:p>
        </p:txBody>
      </p:sp>
      <p:sp>
        <p:nvSpPr>
          <p:cNvPr id="4" name="Editable text — PUBLIC"/>
          <p:cNvSpPr txBox="1"/>
          <p:nvPr/>
        </p:nvSpPr>
        <p:spPr>
          <a:xfrm>
            <a:off x="281940" y="6590857"/>
            <a:ext cx="381711" cy="170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6" b="0" i="0" spc="-2">
                <a:solidFill>
                  <a:srgbClr val="000000"/>
                </a:solidFill>
                <a:latin typeface="Arial"/>
              </a:rPr>
              <a:t>PUBLIC</a:t>
            </a:r>
          </a:p>
        </p:txBody>
      </p:sp>
      <p:sp>
        <p:nvSpPr>
          <p:cNvPr id="10" name="Editable text — Autonomous Enterprise and Business AI Platform"/>
          <p:cNvSpPr txBox="1"/>
          <p:nvPr/>
        </p:nvSpPr>
        <p:spPr>
          <a:xfrm>
            <a:off x="1890648" y="1970707"/>
            <a:ext cx="4276144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5">
                <a:solidFill>
                  <a:srgbClr val="BFBFBF"/>
                </a:solidFill>
                <a:latin typeface="Arial"/>
              </a:rPr>
              <a:t>Autonomous Enterprise and Business AI Platform</a:t>
            </a:r>
          </a:p>
        </p:txBody>
      </p:sp>
      <p:sp>
        <p:nvSpPr>
          <p:cNvPr id="11" name="Editable text — Business AI Partner Programs"/>
          <p:cNvSpPr txBox="1"/>
          <p:nvPr/>
        </p:nvSpPr>
        <p:spPr>
          <a:xfrm>
            <a:off x="1890648" y="2839641"/>
            <a:ext cx="2624280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5">
                <a:solidFill>
                  <a:srgbClr val="000000"/>
                </a:solidFill>
                <a:latin typeface="Arial"/>
              </a:rPr>
              <a:t>Business AI Partner Programs</a:t>
            </a:r>
          </a:p>
        </p:txBody>
      </p:sp>
      <p:sp>
        <p:nvSpPr>
          <p:cNvPr id="12" name="Editable text — ▪"/>
          <p:cNvSpPr txBox="1"/>
          <p:nvPr/>
        </p:nvSpPr>
        <p:spPr>
          <a:xfrm>
            <a:off x="1890648" y="3129201"/>
            <a:ext cx="145164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>
                <a:solidFill>
                  <a:srgbClr val="BFBFBF"/>
                </a:solidFill>
                <a:latin typeface="Arial"/>
              </a:rPr>
              <a:t>▪</a:t>
            </a:r>
          </a:p>
        </p:txBody>
      </p:sp>
      <p:sp>
        <p:nvSpPr>
          <p:cNvPr id="13" name="Editable text — SAP Partner-led AI Adoption Incentive"/>
          <p:cNvSpPr txBox="1"/>
          <p:nvPr/>
        </p:nvSpPr>
        <p:spPr>
          <a:xfrm>
            <a:off x="2177160" y="3129201"/>
            <a:ext cx="3051750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8">
                <a:solidFill>
                  <a:srgbClr val="BFBFBF"/>
                </a:solidFill>
                <a:latin typeface="Arial"/>
              </a:rPr>
              <a:t>SAP Partner-led AI Adoption Incentive</a:t>
            </a:r>
          </a:p>
        </p:txBody>
      </p:sp>
      <p:sp>
        <p:nvSpPr>
          <p:cNvPr id="14" name="Editable text — ▪"/>
          <p:cNvSpPr txBox="1"/>
          <p:nvPr/>
        </p:nvSpPr>
        <p:spPr>
          <a:xfrm>
            <a:off x="1890648" y="3418761"/>
            <a:ext cx="145164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>
                <a:solidFill>
                  <a:srgbClr val="BFBFBF"/>
                </a:solidFill>
                <a:latin typeface="Arial"/>
              </a:rPr>
              <a:t>▪</a:t>
            </a:r>
          </a:p>
        </p:txBody>
      </p:sp>
      <p:sp>
        <p:nvSpPr>
          <p:cNvPr id="15" name="Editable text — Partner agent race to SAP TechEd"/>
          <p:cNvSpPr txBox="1"/>
          <p:nvPr/>
        </p:nvSpPr>
        <p:spPr>
          <a:xfrm>
            <a:off x="2177160" y="3418761"/>
            <a:ext cx="2770623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10">
                <a:solidFill>
                  <a:srgbClr val="BFBFBF"/>
                </a:solidFill>
                <a:latin typeface="Arial"/>
              </a:rPr>
              <a:t>Partner agent race to SAP TechEd</a:t>
            </a:r>
          </a:p>
        </p:txBody>
      </p:sp>
      <p:sp>
        <p:nvSpPr>
          <p:cNvPr id="16" name="Editable text — Marketing Assets, Learning &amp; Enablement for Partners"/>
          <p:cNvSpPr txBox="1"/>
          <p:nvPr/>
        </p:nvSpPr>
        <p:spPr>
          <a:xfrm>
            <a:off x="1890648" y="3922062"/>
            <a:ext cx="4661567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5">
                <a:solidFill>
                  <a:srgbClr val="BFBFBF"/>
                </a:solidFill>
                <a:latin typeface="Arial"/>
              </a:rPr>
              <a:t>Marketing Assets, Learning &amp; Enablement for Partners</a:t>
            </a:r>
          </a:p>
        </p:txBody>
      </p:sp>
      <p:sp>
        <p:nvSpPr>
          <p:cNvPr id="17" name="Editable text — Agenda"/>
          <p:cNvSpPr txBox="1"/>
          <p:nvPr/>
        </p:nvSpPr>
        <p:spPr>
          <a:xfrm>
            <a:off x="555955" y="516890"/>
            <a:ext cx="1179677" cy="495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400" b="1" i="0" spc="-2">
                <a:solidFill>
                  <a:srgbClr val="000000"/>
                </a:solidFill>
                <a:latin typeface="Arial"/>
              </a:rPr>
              <a:t>Agenda</a:t>
            </a:r>
          </a:p>
        </p:txBody>
      </p:sp>
      <p:sp>
        <p:nvSpPr>
          <p:cNvPr id="18" name="Editable text — –"/>
          <p:cNvSpPr txBox="1"/>
          <p:nvPr/>
        </p:nvSpPr>
        <p:spPr>
          <a:xfrm>
            <a:off x="1740154" y="516890"/>
            <a:ext cx="248818" cy="495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400" b="1" i="0">
                <a:solidFill>
                  <a:srgbClr val="000000">
                    <a:alpha val="0"/>
                  </a:srgbClr>
                </a:solidFill>
                <a:latin typeface="Arial"/>
              </a:rPr>
              <a:t>–</a:t>
            </a:r>
          </a:p>
        </p:txBody>
      </p:sp>
      <p:sp>
        <p:nvSpPr>
          <p:cNvPr id="19" name="Editable text — Deep Dive"/>
          <p:cNvSpPr txBox="1"/>
          <p:nvPr/>
        </p:nvSpPr>
        <p:spPr>
          <a:xfrm>
            <a:off x="1994661" y="516890"/>
            <a:ext cx="1560372" cy="495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400" b="1" i="0" spc="23">
                <a:solidFill>
                  <a:srgbClr val="000000"/>
                </a:solidFill>
                <a:latin typeface="Arial"/>
              </a:rPr>
              <a:t>Deep Dive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"/>
          <p:cNvSpPr/>
          <p:nvPr/>
        </p:nvSpPr>
        <p:spPr>
          <a:xfrm>
            <a:off x="0" y="0"/>
            <a:ext cx="12195175" cy="6858000"/>
          </a:xfrm>
          <a:custGeom>
            <a:avLst/>
            <a:gdLst/>
            <a:ahLst/>
            <a:cxnLst/>
            <a:rect l="0" t="0" r="r" b="b"/>
            <a:pathLst>
              <a:path w="12195175" h="6858000" fill="norm" stroke="0" extrusionOk="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Editable vector"/>
          <p:cNvSpPr/>
          <p:nvPr/>
        </p:nvSpPr>
        <p:spPr>
          <a:xfrm>
            <a:off x="531876" y="6537959"/>
            <a:ext cx="348995" cy="161544"/>
          </a:xfrm>
          <a:custGeom>
            <a:avLst/>
            <a:gdLst/>
            <a:ahLst/>
            <a:cxnLst/>
            <a:rect l="0" t="0" r="r" b="b"/>
            <a:pathLst>
              <a:path w="348996" h="161544" fill="none" stroke="1" extrusionOk="0">
                <a:moveTo>
                  <a:pt x="0" y="0"/>
                </a:moveTo>
                <a:lnTo>
                  <a:pt x="348996" y="0"/>
                </a:lnTo>
                <a:lnTo>
                  <a:pt x="348996" y="161544"/>
                </a:lnTo>
                <a:lnTo>
                  <a:pt x="0" y="161544"/>
                </a:lnTo>
                <a:close/>
              </a:path>
            </a:pathLst>
          </a:custGeom>
          <a:noFill/>
          <a:ln w="1778" cap="flat">
            <a:solidFill>
              <a:srgbClr val="000000">
                <a:alpha val="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Editable vector"/>
          <p:cNvSpPr/>
          <p:nvPr/>
        </p:nvSpPr>
        <p:spPr>
          <a:xfrm>
            <a:off x="506628" y="6582778"/>
            <a:ext cx="1186535" cy="71856"/>
          </a:xfrm>
          <a:custGeom>
            <a:avLst/>
            <a:gdLst/>
            <a:ahLst/>
            <a:cxnLst/>
            <a:rect l="0" t="0" r="r" b="b"/>
            <a:pathLst>
              <a:path w="1186536" h="71857" fill="norm" stroke="0" extrusionOk="0">
                <a:moveTo>
                  <a:pt x="0" y="2832"/>
                </a:moveTo>
                <a:lnTo>
                  <a:pt x="0" y="55258"/>
                </a:lnTo>
                <a:lnTo>
                  <a:pt x="7074" y="55258"/>
                </a:lnTo>
                <a:lnTo>
                  <a:pt x="7074" y="2832"/>
                </a:lnTo>
                <a:close/>
                <a:moveTo>
                  <a:pt x="19812" y="2832"/>
                </a:moveTo>
                <a:lnTo>
                  <a:pt x="28181" y="2832"/>
                </a:lnTo>
                <a:lnTo>
                  <a:pt x="54712" y="47410"/>
                </a:lnTo>
                <a:cubicBezTo>
                  <a:pt x="54661" y="46266"/>
                  <a:pt x="54610" y="44717"/>
                  <a:pt x="54572" y="42761"/>
                </a:cubicBezTo>
                <a:cubicBezTo>
                  <a:pt x="54521" y="40793"/>
                  <a:pt x="54496" y="38862"/>
                  <a:pt x="54496" y="36957"/>
                </a:cubicBezTo>
                <a:lnTo>
                  <a:pt x="54496" y="2832"/>
                </a:lnTo>
                <a:lnTo>
                  <a:pt x="60820" y="2832"/>
                </a:lnTo>
                <a:lnTo>
                  <a:pt x="60820" y="55258"/>
                </a:lnTo>
                <a:lnTo>
                  <a:pt x="52108" y="55258"/>
                </a:lnTo>
                <a:lnTo>
                  <a:pt x="25921" y="11202"/>
                </a:lnTo>
                <a:cubicBezTo>
                  <a:pt x="25972" y="12345"/>
                  <a:pt x="26010" y="13894"/>
                  <a:pt x="26060" y="15837"/>
                </a:cubicBezTo>
                <a:cubicBezTo>
                  <a:pt x="26111" y="17780"/>
                  <a:pt x="26137" y="19724"/>
                  <a:pt x="26137" y="21654"/>
                </a:cubicBezTo>
                <a:lnTo>
                  <a:pt x="26137" y="55258"/>
                </a:lnTo>
                <a:lnTo>
                  <a:pt x="19812" y="55258"/>
                </a:lnTo>
                <a:lnTo>
                  <a:pt x="19812" y="2832"/>
                </a:lnTo>
                <a:close/>
                <a:moveTo>
                  <a:pt x="84125" y="9385"/>
                </a:moveTo>
                <a:lnTo>
                  <a:pt x="67653" y="9385"/>
                </a:lnTo>
                <a:lnTo>
                  <a:pt x="67653" y="2832"/>
                </a:lnTo>
                <a:lnTo>
                  <a:pt x="107683" y="2832"/>
                </a:lnTo>
                <a:lnTo>
                  <a:pt x="107683" y="9385"/>
                </a:lnTo>
                <a:lnTo>
                  <a:pt x="91199" y="9385"/>
                </a:lnTo>
                <a:lnTo>
                  <a:pt x="91199" y="55258"/>
                </a:lnTo>
                <a:lnTo>
                  <a:pt x="84125" y="55258"/>
                </a:lnTo>
                <a:lnTo>
                  <a:pt x="84125" y="9385"/>
                </a:lnTo>
                <a:close/>
                <a:moveTo>
                  <a:pt x="114300" y="2832"/>
                </a:moveTo>
                <a:lnTo>
                  <a:pt x="147980" y="2832"/>
                </a:lnTo>
                <a:lnTo>
                  <a:pt x="147980" y="9385"/>
                </a:lnTo>
                <a:lnTo>
                  <a:pt x="121374" y="9385"/>
                </a:lnTo>
                <a:lnTo>
                  <a:pt x="121374" y="25083"/>
                </a:lnTo>
                <a:lnTo>
                  <a:pt x="145783" y="25083"/>
                </a:lnTo>
                <a:lnTo>
                  <a:pt x="145783" y="31483"/>
                </a:lnTo>
                <a:lnTo>
                  <a:pt x="121374" y="31483"/>
                </a:lnTo>
                <a:lnTo>
                  <a:pt x="121374" y="48705"/>
                </a:lnTo>
                <a:lnTo>
                  <a:pt x="149504" y="48705"/>
                </a:lnTo>
                <a:lnTo>
                  <a:pt x="149504" y="55258"/>
                </a:lnTo>
                <a:lnTo>
                  <a:pt x="114300" y="55258"/>
                </a:lnTo>
                <a:lnTo>
                  <a:pt x="114300" y="2832"/>
                </a:lnTo>
                <a:close/>
                <a:moveTo>
                  <a:pt x="158496" y="2832"/>
                </a:moveTo>
                <a:lnTo>
                  <a:pt x="178626" y="2832"/>
                </a:lnTo>
                <a:cubicBezTo>
                  <a:pt x="182550" y="2832"/>
                  <a:pt x="185877" y="3442"/>
                  <a:pt x="188633" y="4674"/>
                </a:cubicBezTo>
                <a:cubicBezTo>
                  <a:pt x="191389" y="5906"/>
                  <a:pt x="193485" y="7671"/>
                  <a:pt x="194907" y="9996"/>
                </a:cubicBezTo>
                <a:cubicBezTo>
                  <a:pt x="196329" y="12319"/>
                  <a:pt x="197041" y="15088"/>
                  <a:pt x="197041" y="18314"/>
                </a:cubicBezTo>
                <a:cubicBezTo>
                  <a:pt x="197041" y="20613"/>
                  <a:pt x="196596" y="22797"/>
                  <a:pt x="195707" y="24854"/>
                </a:cubicBezTo>
                <a:cubicBezTo>
                  <a:pt x="194818" y="26912"/>
                  <a:pt x="193408" y="28702"/>
                  <a:pt x="191478" y="30214"/>
                </a:cubicBezTo>
                <a:cubicBezTo>
                  <a:pt x="189560" y="31725"/>
                  <a:pt x="187122" y="32766"/>
                  <a:pt x="184175" y="33338"/>
                </a:cubicBezTo>
                <a:lnTo>
                  <a:pt x="199200" y="55258"/>
                </a:lnTo>
                <a:lnTo>
                  <a:pt x="190944" y="55258"/>
                </a:lnTo>
                <a:lnTo>
                  <a:pt x="177254" y="34240"/>
                </a:lnTo>
                <a:lnTo>
                  <a:pt x="165570" y="34240"/>
                </a:lnTo>
                <a:lnTo>
                  <a:pt x="165570" y="55258"/>
                </a:lnTo>
                <a:lnTo>
                  <a:pt x="158496" y="55258"/>
                </a:lnTo>
                <a:lnTo>
                  <a:pt x="158496" y="2832"/>
                </a:lnTo>
                <a:close/>
                <a:moveTo>
                  <a:pt x="178143" y="27915"/>
                </a:moveTo>
                <a:cubicBezTo>
                  <a:pt x="180797" y="27915"/>
                  <a:pt x="183007" y="27496"/>
                  <a:pt x="184785" y="26657"/>
                </a:cubicBezTo>
                <a:cubicBezTo>
                  <a:pt x="186563" y="25832"/>
                  <a:pt x="187871" y="24702"/>
                  <a:pt x="188709" y="23279"/>
                </a:cubicBezTo>
                <a:cubicBezTo>
                  <a:pt x="189548" y="21857"/>
                  <a:pt x="189979" y="20219"/>
                  <a:pt x="189979" y="18390"/>
                </a:cubicBezTo>
                <a:cubicBezTo>
                  <a:pt x="189979" y="15380"/>
                  <a:pt x="188925" y="13119"/>
                  <a:pt x="186817" y="11595"/>
                </a:cubicBezTo>
                <a:cubicBezTo>
                  <a:pt x="184709" y="10071"/>
                  <a:pt x="181712" y="9310"/>
                  <a:pt x="177851" y="9310"/>
                </a:cubicBezTo>
                <a:lnTo>
                  <a:pt x="165570" y="9310"/>
                </a:lnTo>
                <a:lnTo>
                  <a:pt x="165570" y="27915"/>
                </a:lnTo>
                <a:lnTo>
                  <a:pt x="178143" y="27915"/>
                </a:lnTo>
                <a:close/>
                <a:moveTo>
                  <a:pt x="207264" y="2832"/>
                </a:moveTo>
                <a:lnTo>
                  <a:pt x="215633" y="2832"/>
                </a:lnTo>
                <a:lnTo>
                  <a:pt x="242164" y="47410"/>
                </a:lnTo>
                <a:cubicBezTo>
                  <a:pt x="242113" y="46266"/>
                  <a:pt x="242062" y="44717"/>
                  <a:pt x="242024" y="42761"/>
                </a:cubicBezTo>
                <a:cubicBezTo>
                  <a:pt x="241973" y="40793"/>
                  <a:pt x="241948" y="38862"/>
                  <a:pt x="241948" y="36957"/>
                </a:cubicBezTo>
                <a:lnTo>
                  <a:pt x="241948" y="2832"/>
                </a:lnTo>
                <a:lnTo>
                  <a:pt x="248272" y="2832"/>
                </a:lnTo>
                <a:lnTo>
                  <a:pt x="248272" y="55258"/>
                </a:lnTo>
                <a:lnTo>
                  <a:pt x="239560" y="55258"/>
                </a:lnTo>
                <a:lnTo>
                  <a:pt x="213373" y="11202"/>
                </a:lnTo>
                <a:cubicBezTo>
                  <a:pt x="213424" y="12345"/>
                  <a:pt x="213462" y="13894"/>
                  <a:pt x="213512" y="15837"/>
                </a:cubicBezTo>
                <a:cubicBezTo>
                  <a:pt x="213563" y="17780"/>
                  <a:pt x="213589" y="19724"/>
                  <a:pt x="213589" y="21654"/>
                </a:cubicBezTo>
                <a:lnTo>
                  <a:pt x="213589" y="55258"/>
                </a:lnTo>
                <a:lnTo>
                  <a:pt x="207264" y="55258"/>
                </a:lnTo>
                <a:lnTo>
                  <a:pt x="207264" y="2832"/>
                </a:lnTo>
                <a:close/>
                <a:moveTo>
                  <a:pt x="274079" y="2832"/>
                </a:moveTo>
                <a:lnTo>
                  <a:pt x="282181" y="2832"/>
                </a:lnTo>
                <a:lnTo>
                  <a:pt x="301904" y="55258"/>
                </a:lnTo>
                <a:lnTo>
                  <a:pt x="294500" y="55258"/>
                </a:lnTo>
                <a:lnTo>
                  <a:pt x="289547" y="41085"/>
                </a:lnTo>
                <a:lnTo>
                  <a:pt x="266560" y="41085"/>
                </a:lnTo>
                <a:lnTo>
                  <a:pt x="261607" y="55258"/>
                </a:lnTo>
                <a:lnTo>
                  <a:pt x="254356" y="55258"/>
                </a:lnTo>
                <a:lnTo>
                  <a:pt x="274079" y="2832"/>
                </a:lnTo>
                <a:close/>
                <a:moveTo>
                  <a:pt x="287401" y="34900"/>
                </a:moveTo>
                <a:lnTo>
                  <a:pt x="281178" y="17158"/>
                </a:lnTo>
                <a:cubicBezTo>
                  <a:pt x="280607" y="15545"/>
                  <a:pt x="280048" y="13932"/>
                  <a:pt x="279489" y="12319"/>
                </a:cubicBezTo>
                <a:cubicBezTo>
                  <a:pt x="278930" y="10706"/>
                  <a:pt x="278448" y="9322"/>
                  <a:pt x="278054" y="8154"/>
                </a:cubicBezTo>
                <a:cubicBezTo>
                  <a:pt x="277660" y="9322"/>
                  <a:pt x="277178" y="10706"/>
                  <a:pt x="276619" y="12319"/>
                </a:cubicBezTo>
                <a:cubicBezTo>
                  <a:pt x="276060" y="13932"/>
                  <a:pt x="275501" y="15545"/>
                  <a:pt x="274930" y="17158"/>
                </a:cubicBezTo>
                <a:lnTo>
                  <a:pt x="268719" y="34900"/>
                </a:lnTo>
                <a:lnTo>
                  <a:pt x="287401" y="34900"/>
                </a:lnTo>
                <a:close/>
                <a:moveTo>
                  <a:pt x="307848" y="2832"/>
                </a:moveTo>
                <a:lnTo>
                  <a:pt x="314922" y="2832"/>
                </a:lnTo>
                <a:lnTo>
                  <a:pt x="314922" y="48705"/>
                </a:lnTo>
                <a:lnTo>
                  <a:pt x="339179" y="48705"/>
                </a:lnTo>
                <a:lnTo>
                  <a:pt x="339179" y="55258"/>
                </a:lnTo>
                <a:lnTo>
                  <a:pt x="307848" y="55258"/>
                </a:lnTo>
                <a:lnTo>
                  <a:pt x="307848" y="2832"/>
                </a:lnTo>
                <a:close/>
                <a:moveTo>
                  <a:pt x="362268" y="32410"/>
                </a:moveTo>
                <a:lnTo>
                  <a:pt x="362268" y="37580"/>
                </a:lnTo>
                <a:lnTo>
                  <a:pt x="404609" y="37580"/>
                </a:lnTo>
                <a:lnTo>
                  <a:pt x="404609" y="32410"/>
                </a:lnTo>
                <a:close/>
                <a:moveTo>
                  <a:pt x="446773" y="56007"/>
                </a:moveTo>
                <a:cubicBezTo>
                  <a:pt x="442481" y="56007"/>
                  <a:pt x="438696" y="55309"/>
                  <a:pt x="435407" y="53911"/>
                </a:cubicBezTo>
                <a:cubicBezTo>
                  <a:pt x="432118" y="52528"/>
                  <a:pt x="429387" y="50432"/>
                  <a:pt x="427203" y="47625"/>
                </a:cubicBezTo>
                <a:lnTo>
                  <a:pt x="432041" y="42787"/>
                </a:lnTo>
                <a:cubicBezTo>
                  <a:pt x="433210" y="44260"/>
                  <a:pt x="434429" y="45492"/>
                  <a:pt x="435724" y="46495"/>
                </a:cubicBezTo>
                <a:cubicBezTo>
                  <a:pt x="437007" y="47498"/>
                  <a:pt x="438556" y="48299"/>
                  <a:pt x="440373" y="48895"/>
                </a:cubicBezTo>
                <a:cubicBezTo>
                  <a:pt x="442189" y="49492"/>
                  <a:pt x="444322" y="49785"/>
                  <a:pt x="446773" y="49785"/>
                </a:cubicBezTo>
                <a:cubicBezTo>
                  <a:pt x="449199" y="49785"/>
                  <a:pt x="451371" y="49479"/>
                  <a:pt x="453288" y="48870"/>
                </a:cubicBezTo>
                <a:cubicBezTo>
                  <a:pt x="455193" y="48273"/>
                  <a:pt x="456705" y="47320"/>
                  <a:pt x="457822" y="46025"/>
                </a:cubicBezTo>
                <a:cubicBezTo>
                  <a:pt x="458940" y="44742"/>
                  <a:pt x="459499" y="43117"/>
                  <a:pt x="459499" y="41161"/>
                </a:cubicBezTo>
                <a:cubicBezTo>
                  <a:pt x="459499" y="39192"/>
                  <a:pt x="458915" y="37605"/>
                  <a:pt x="457746" y="36399"/>
                </a:cubicBezTo>
                <a:cubicBezTo>
                  <a:pt x="456578" y="35179"/>
                  <a:pt x="455104" y="34227"/>
                  <a:pt x="453326" y="33541"/>
                </a:cubicBezTo>
                <a:cubicBezTo>
                  <a:pt x="451536" y="32868"/>
                  <a:pt x="449161" y="32157"/>
                  <a:pt x="446215" y="31407"/>
                </a:cubicBezTo>
                <a:cubicBezTo>
                  <a:pt x="442646" y="30518"/>
                  <a:pt x="439712" y="29579"/>
                  <a:pt x="437439" y="28601"/>
                </a:cubicBezTo>
                <a:cubicBezTo>
                  <a:pt x="435153" y="27623"/>
                  <a:pt x="433222" y="26124"/>
                  <a:pt x="431635" y="24118"/>
                </a:cubicBezTo>
                <a:cubicBezTo>
                  <a:pt x="430047" y="22111"/>
                  <a:pt x="429247" y="19431"/>
                  <a:pt x="429247" y="16078"/>
                </a:cubicBezTo>
                <a:cubicBezTo>
                  <a:pt x="429247" y="12878"/>
                  <a:pt x="430060" y="10237"/>
                  <a:pt x="431660" y="8128"/>
                </a:cubicBezTo>
                <a:cubicBezTo>
                  <a:pt x="433273" y="6033"/>
                  <a:pt x="435458" y="4496"/>
                  <a:pt x="438201" y="3518"/>
                </a:cubicBezTo>
                <a:cubicBezTo>
                  <a:pt x="440931" y="2540"/>
                  <a:pt x="444017" y="2045"/>
                  <a:pt x="447446" y="2045"/>
                </a:cubicBezTo>
                <a:cubicBezTo>
                  <a:pt x="451561" y="2045"/>
                  <a:pt x="455054" y="2718"/>
                  <a:pt x="457937" y="4039"/>
                </a:cubicBezTo>
                <a:cubicBezTo>
                  <a:pt x="460807" y="5373"/>
                  <a:pt x="463220" y="7201"/>
                  <a:pt x="465150" y="9525"/>
                </a:cubicBezTo>
                <a:lnTo>
                  <a:pt x="460426" y="14212"/>
                </a:lnTo>
                <a:cubicBezTo>
                  <a:pt x="458762" y="12306"/>
                  <a:pt x="456870" y="10833"/>
                  <a:pt x="454736" y="9792"/>
                </a:cubicBezTo>
                <a:cubicBezTo>
                  <a:pt x="452603" y="8751"/>
                  <a:pt x="450050" y="8230"/>
                  <a:pt x="447065" y="8230"/>
                </a:cubicBezTo>
                <a:cubicBezTo>
                  <a:pt x="444665" y="8230"/>
                  <a:pt x="442646" y="8560"/>
                  <a:pt x="441007" y="9208"/>
                </a:cubicBezTo>
                <a:cubicBezTo>
                  <a:pt x="439369" y="9868"/>
                  <a:pt x="438150" y="10770"/>
                  <a:pt x="437363" y="11913"/>
                </a:cubicBezTo>
                <a:cubicBezTo>
                  <a:pt x="436562" y="13056"/>
                  <a:pt x="436169" y="14364"/>
                  <a:pt x="436169" y="15850"/>
                </a:cubicBezTo>
                <a:cubicBezTo>
                  <a:pt x="436169" y="17666"/>
                  <a:pt x="436715" y="19139"/>
                  <a:pt x="437820" y="20269"/>
                </a:cubicBezTo>
                <a:cubicBezTo>
                  <a:pt x="438925" y="21387"/>
                  <a:pt x="440309" y="22276"/>
                  <a:pt x="441960" y="22911"/>
                </a:cubicBezTo>
                <a:cubicBezTo>
                  <a:pt x="443598" y="23533"/>
                  <a:pt x="445872" y="24244"/>
                  <a:pt x="448742" y="25006"/>
                </a:cubicBezTo>
                <a:cubicBezTo>
                  <a:pt x="452514" y="25946"/>
                  <a:pt x="455587" y="26912"/>
                  <a:pt x="457949" y="27915"/>
                </a:cubicBezTo>
                <a:cubicBezTo>
                  <a:pt x="460324" y="28905"/>
                  <a:pt x="462343" y="30429"/>
                  <a:pt x="463995" y="32487"/>
                </a:cubicBezTo>
                <a:cubicBezTo>
                  <a:pt x="465658" y="34544"/>
                  <a:pt x="466496" y="37313"/>
                  <a:pt x="466496" y="40780"/>
                </a:cubicBezTo>
                <a:cubicBezTo>
                  <a:pt x="466496" y="43765"/>
                  <a:pt x="465734" y="46393"/>
                  <a:pt x="464223" y="48692"/>
                </a:cubicBezTo>
                <a:cubicBezTo>
                  <a:pt x="462712" y="50991"/>
                  <a:pt x="460477" y="52781"/>
                  <a:pt x="457505" y="54064"/>
                </a:cubicBezTo>
                <a:cubicBezTo>
                  <a:pt x="454546" y="55359"/>
                  <a:pt x="450964" y="56007"/>
                  <a:pt x="446773" y="56007"/>
                </a:cubicBezTo>
                <a:close/>
                <a:moveTo>
                  <a:pt x="488963" y="2832"/>
                </a:moveTo>
                <a:lnTo>
                  <a:pt x="497065" y="2832"/>
                </a:lnTo>
                <a:lnTo>
                  <a:pt x="516788" y="55258"/>
                </a:lnTo>
                <a:lnTo>
                  <a:pt x="509384" y="55258"/>
                </a:lnTo>
                <a:lnTo>
                  <a:pt x="504431" y="41085"/>
                </a:lnTo>
                <a:lnTo>
                  <a:pt x="481444" y="41085"/>
                </a:lnTo>
                <a:lnTo>
                  <a:pt x="476491" y="55258"/>
                </a:lnTo>
                <a:lnTo>
                  <a:pt x="469240" y="55258"/>
                </a:lnTo>
                <a:lnTo>
                  <a:pt x="488963" y="2832"/>
                </a:lnTo>
                <a:close/>
                <a:moveTo>
                  <a:pt x="502285" y="34900"/>
                </a:moveTo>
                <a:lnTo>
                  <a:pt x="496062" y="17158"/>
                </a:lnTo>
                <a:cubicBezTo>
                  <a:pt x="495490" y="15545"/>
                  <a:pt x="494932" y="13932"/>
                  <a:pt x="494373" y="12319"/>
                </a:cubicBezTo>
                <a:cubicBezTo>
                  <a:pt x="493814" y="10706"/>
                  <a:pt x="493332" y="9322"/>
                  <a:pt x="492938" y="8154"/>
                </a:cubicBezTo>
                <a:cubicBezTo>
                  <a:pt x="492544" y="9322"/>
                  <a:pt x="492062" y="10706"/>
                  <a:pt x="491503" y="12319"/>
                </a:cubicBezTo>
                <a:cubicBezTo>
                  <a:pt x="490944" y="13932"/>
                  <a:pt x="490385" y="15545"/>
                  <a:pt x="489814" y="17158"/>
                </a:cubicBezTo>
                <a:lnTo>
                  <a:pt x="483603" y="34900"/>
                </a:lnTo>
                <a:lnTo>
                  <a:pt x="502285" y="34900"/>
                </a:lnTo>
                <a:close/>
                <a:moveTo>
                  <a:pt x="522732" y="2832"/>
                </a:moveTo>
                <a:lnTo>
                  <a:pt x="542531" y="2832"/>
                </a:lnTo>
                <a:cubicBezTo>
                  <a:pt x="546570" y="2832"/>
                  <a:pt x="549974" y="3493"/>
                  <a:pt x="552729" y="4801"/>
                </a:cubicBezTo>
                <a:cubicBezTo>
                  <a:pt x="555473" y="6121"/>
                  <a:pt x="557543" y="7963"/>
                  <a:pt x="558914" y="10351"/>
                </a:cubicBezTo>
                <a:cubicBezTo>
                  <a:pt x="560299" y="12726"/>
                  <a:pt x="560984" y="15532"/>
                  <a:pt x="560984" y="18759"/>
                </a:cubicBezTo>
                <a:cubicBezTo>
                  <a:pt x="560984" y="21908"/>
                  <a:pt x="560299" y="24727"/>
                  <a:pt x="558940" y="27204"/>
                </a:cubicBezTo>
                <a:cubicBezTo>
                  <a:pt x="557568" y="29680"/>
                  <a:pt x="555536" y="31636"/>
                  <a:pt x="552831" y="33058"/>
                </a:cubicBezTo>
                <a:cubicBezTo>
                  <a:pt x="550126" y="34493"/>
                  <a:pt x="546837" y="35205"/>
                  <a:pt x="542938" y="35205"/>
                </a:cubicBezTo>
                <a:lnTo>
                  <a:pt x="529806" y="35205"/>
                </a:lnTo>
                <a:lnTo>
                  <a:pt x="529806" y="55258"/>
                </a:lnTo>
                <a:lnTo>
                  <a:pt x="522732" y="55258"/>
                </a:lnTo>
                <a:lnTo>
                  <a:pt x="522732" y="2832"/>
                </a:lnTo>
                <a:close/>
                <a:moveTo>
                  <a:pt x="541934" y="28804"/>
                </a:moveTo>
                <a:cubicBezTo>
                  <a:pt x="545948" y="28804"/>
                  <a:pt x="548957" y="27953"/>
                  <a:pt x="550939" y="26251"/>
                </a:cubicBezTo>
                <a:cubicBezTo>
                  <a:pt x="552920" y="24550"/>
                  <a:pt x="553911" y="22085"/>
                  <a:pt x="553911" y="18835"/>
                </a:cubicBezTo>
                <a:cubicBezTo>
                  <a:pt x="553911" y="15710"/>
                  <a:pt x="552882" y="13336"/>
                  <a:pt x="550812" y="11723"/>
                </a:cubicBezTo>
                <a:cubicBezTo>
                  <a:pt x="548742" y="10109"/>
                  <a:pt x="545681" y="9310"/>
                  <a:pt x="541630" y="9310"/>
                </a:cubicBezTo>
                <a:lnTo>
                  <a:pt x="529806" y="9310"/>
                </a:lnTo>
                <a:lnTo>
                  <a:pt x="529806" y="28804"/>
                </a:lnTo>
                <a:lnTo>
                  <a:pt x="541934" y="28804"/>
                </a:lnTo>
                <a:close/>
                <a:moveTo>
                  <a:pt x="595973" y="56007"/>
                </a:moveTo>
                <a:cubicBezTo>
                  <a:pt x="593585" y="56007"/>
                  <a:pt x="591464" y="55538"/>
                  <a:pt x="589610" y="54623"/>
                </a:cubicBezTo>
                <a:cubicBezTo>
                  <a:pt x="587743" y="53708"/>
                  <a:pt x="586296" y="52363"/>
                  <a:pt x="585254" y="50610"/>
                </a:cubicBezTo>
                <a:cubicBezTo>
                  <a:pt x="584213" y="48844"/>
                  <a:pt x="583692" y="46736"/>
                  <a:pt x="583692" y="44285"/>
                </a:cubicBezTo>
                <a:cubicBezTo>
                  <a:pt x="583692" y="41275"/>
                  <a:pt x="584479" y="38812"/>
                  <a:pt x="586054" y="36881"/>
                </a:cubicBezTo>
                <a:cubicBezTo>
                  <a:pt x="587629" y="34938"/>
                  <a:pt x="589775" y="33528"/>
                  <a:pt x="592506" y="32652"/>
                </a:cubicBezTo>
                <a:cubicBezTo>
                  <a:pt x="595236" y="31776"/>
                  <a:pt x="598399" y="31331"/>
                  <a:pt x="601993" y="31331"/>
                </a:cubicBezTo>
                <a:lnTo>
                  <a:pt x="609143" y="31331"/>
                </a:lnTo>
                <a:lnTo>
                  <a:pt x="609143" y="28575"/>
                </a:lnTo>
                <a:cubicBezTo>
                  <a:pt x="609143" y="25756"/>
                  <a:pt x="608470" y="23597"/>
                  <a:pt x="607111" y="22123"/>
                </a:cubicBezTo>
                <a:cubicBezTo>
                  <a:pt x="605765" y="20651"/>
                  <a:pt x="603720" y="19914"/>
                  <a:pt x="600989" y="19914"/>
                </a:cubicBezTo>
                <a:cubicBezTo>
                  <a:pt x="598513" y="19914"/>
                  <a:pt x="596354" y="20409"/>
                  <a:pt x="594500" y="21413"/>
                </a:cubicBezTo>
                <a:cubicBezTo>
                  <a:pt x="592658" y="22416"/>
                  <a:pt x="591020" y="23876"/>
                  <a:pt x="589610" y="25794"/>
                </a:cubicBezTo>
                <a:lnTo>
                  <a:pt x="585292" y="21476"/>
                </a:lnTo>
                <a:cubicBezTo>
                  <a:pt x="589305" y="16663"/>
                  <a:pt x="594690" y="14250"/>
                  <a:pt x="601434" y="14250"/>
                </a:cubicBezTo>
                <a:cubicBezTo>
                  <a:pt x="604545" y="14250"/>
                  <a:pt x="607174" y="14846"/>
                  <a:pt x="609333" y="16040"/>
                </a:cubicBezTo>
                <a:cubicBezTo>
                  <a:pt x="611480" y="17234"/>
                  <a:pt x="613105" y="18898"/>
                  <a:pt x="614197" y="21044"/>
                </a:cubicBezTo>
                <a:cubicBezTo>
                  <a:pt x="615290" y="23191"/>
                  <a:pt x="615836" y="25705"/>
                  <a:pt x="615836" y="28575"/>
                </a:cubicBezTo>
                <a:lnTo>
                  <a:pt x="615836" y="55258"/>
                </a:lnTo>
                <a:lnTo>
                  <a:pt x="609435" y="55258"/>
                </a:lnTo>
                <a:lnTo>
                  <a:pt x="609435" y="47778"/>
                </a:lnTo>
                <a:lnTo>
                  <a:pt x="609295" y="47778"/>
                </a:lnTo>
                <a:cubicBezTo>
                  <a:pt x="607949" y="50635"/>
                  <a:pt x="606209" y="52718"/>
                  <a:pt x="604076" y="54026"/>
                </a:cubicBezTo>
                <a:cubicBezTo>
                  <a:pt x="601942" y="55347"/>
                  <a:pt x="599250" y="56007"/>
                  <a:pt x="595973" y="56007"/>
                </a:cubicBezTo>
                <a:close/>
                <a:moveTo>
                  <a:pt x="590614" y="44133"/>
                </a:moveTo>
                <a:cubicBezTo>
                  <a:pt x="590614" y="45403"/>
                  <a:pt x="590893" y="46495"/>
                  <a:pt x="591464" y="47447"/>
                </a:cubicBezTo>
                <a:cubicBezTo>
                  <a:pt x="592036" y="48387"/>
                  <a:pt x="592861" y="49111"/>
                  <a:pt x="593941" y="49619"/>
                </a:cubicBezTo>
                <a:cubicBezTo>
                  <a:pt x="595020" y="50127"/>
                  <a:pt x="596303" y="50381"/>
                  <a:pt x="597789" y="50381"/>
                </a:cubicBezTo>
                <a:cubicBezTo>
                  <a:pt x="600151" y="50381"/>
                  <a:pt x="602183" y="49911"/>
                  <a:pt x="603898" y="48946"/>
                </a:cubicBezTo>
                <a:cubicBezTo>
                  <a:pt x="605612" y="47993"/>
                  <a:pt x="606908" y="46749"/>
                  <a:pt x="607797" y="45187"/>
                </a:cubicBezTo>
                <a:cubicBezTo>
                  <a:pt x="608698" y="43638"/>
                  <a:pt x="609143" y="41999"/>
                  <a:pt x="609143" y="40260"/>
                </a:cubicBezTo>
                <a:lnTo>
                  <a:pt x="609143" y="36361"/>
                </a:lnTo>
                <a:lnTo>
                  <a:pt x="602894" y="36361"/>
                </a:lnTo>
                <a:cubicBezTo>
                  <a:pt x="599199" y="36361"/>
                  <a:pt x="596227" y="36919"/>
                  <a:pt x="593979" y="38050"/>
                </a:cubicBezTo>
                <a:cubicBezTo>
                  <a:pt x="591731" y="39180"/>
                  <a:pt x="590614" y="41199"/>
                  <a:pt x="590614" y="44133"/>
                </a:cubicBezTo>
                <a:close/>
                <a:moveTo>
                  <a:pt x="625285" y="15037"/>
                </a:moveTo>
                <a:lnTo>
                  <a:pt x="631685" y="15037"/>
                </a:lnTo>
                <a:lnTo>
                  <a:pt x="631685" y="23406"/>
                </a:lnTo>
                <a:lnTo>
                  <a:pt x="631838" y="23406"/>
                </a:lnTo>
                <a:cubicBezTo>
                  <a:pt x="632828" y="20803"/>
                  <a:pt x="634340" y="18631"/>
                  <a:pt x="636372" y="16879"/>
                </a:cubicBezTo>
                <a:cubicBezTo>
                  <a:pt x="638404" y="15126"/>
                  <a:pt x="641248" y="14250"/>
                  <a:pt x="644893" y="14250"/>
                </a:cubicBezTo>
                <a:cubicBezTo>
                  <a:pt x="647675" y="14250"/>
                  <a:pt x="649999" y="14834"/>
                  <a:pt x="651866" y="16002"/>
                </a:cubicBezTo>
                <a:cubicBezTo>
                  <a:pt x="653745" y="17171"/>
                  <a:pt x="655142" y="18821"/>
                  <a:pt x="656082" y="20955"/>
                </a:cubicBezTo>
                <a:cubicBezTo>
                  <a:pt x="657009" y="23089"/>
                  <a:pt x="657466" y="25578"/>
                  <a:pt x="657466" y="28435"/>
                </a:cubicBezTo>
                <a:lnTo>
                  <a:pt x="657466" y="55258"/>
                </a:lnTo>
                <a:lnTo>
                  <a:pt x="650735" y="55258"/>
                </a:lnTo>
                <a:lnTo>
                  <a:pt x="650735" y="29731"/>
                </a:lnTo>
                <a:cubicBezTo>
                  <a:pt x="650735" y="26632"/>
                  <a:pt x="650088" y="24270"/>
                  <a:pt x="648805" y="22644"/>
                </a:cubicBezTo>
                <a:cubicBezTo>
                  <a:pt x="647510" y="21019"/>
                  <a:pt x="645389" y="20206"/>
                  <a:pt x="642442" y="20206"/>
                </a:cubicBezTo>
                <a:cubicBezTo>
                  <a:pt x="640334" y="20206"/>
                  <a:pt x="638493" y="20663"/>
                  <a:pt x="636918" y="21590"/>
                </a:cubicBezTo>
                <a:cubicBezTo>
                  <a:pt x="635343" y="22505"/>
                  <a:pt x="634124" y="23838"/>
                  <a:pt x="633273" y="25603"/>
                </a:cubicBezTo>
                <a:cubicBezTo>
                  <a:pt x="632409" y="27369"/>
                  <a:pt x="631990" y="29477"/>
                  <a:pt x="631990" y="31928"/>
                </a:cubicBezTo>
                <a:lnTo>
                  <a:pt x="631990" y="55258"/>
                </a:lnTo>
                <a:lnTo>
                  <a:pt x="625285" y="55258"/>
                </a:lnTo>
                <a:lnTo>
                  <a:pt x="625285" y="15037"/>
                </a:lnTo>
                <a:close/>
                <a:moveTo>
                  <a:pt x="683209" y="56007"/>
                </a:moveTo>
                <a:cubicBezTo>
                  <a:pt x="679691" y="56007"/>
                  <a:pt x="676593" y="55118"/>
                  <a:pt x="673926" y="53366"/>
                </a:cubicBezTo>
                <a:cubicBezTo>
                  <a:pt x="671259" y="51601"/>
                  <a:pt x="669201" y="49137"/>
                  <a:pt x="667741" y="45987"/>
                </a:cubicBezTo>
                <a:cubicBezTo>
                  <a:pt x="666267" y="42838"/>
                  <a:pt x="665543" y="39218"/>
                  <a:pt x="665543" y="35128"/>
                </a:cubicBezTo>
                <a:cubicBezTo>
                  <a:pt x="665543" y="31039"/>
                  <a:pt x="666255" y="27419"/>
                  <a:pt x="667677" y="24270"/>
                </a:cubicBezTo>
                <a:cubicBezTo>
                  <a:pt x="669112" y="21108"/>
                  <a:pt x="671144" y="18656"/>
                  <a:pt x="673786" y="16891"/>
                </a:cubicBezTo>
                <a:cubicBezTo>
                  <a:pt x="676427" y="15139"/>
                  <a:pt x="679488" y="14250"/>
                  <a:pt x="682993" y="14250"/>
                </a:cubicBezTo>
                <a:cubicBezTo>
                  <a:pt x="685571" y="14250"/>
                  <a:pt x="687857" y="14656"/>
                  <a:pt x="689839" y="15443"/>
                </a:cubicBezTo>
                <a:cubicBezTo>
                  <a:pt x="691820" y="16243"/>
                  <a:pt x="693471" y="17297"/>
                  <a:pt x="694792" y="18631"/>
                </a:cubicBezTo>
                <a:cubicBezTo>
                  <a:pt x="696100" y="19952"/>
                  <a:pt x="697116" y="21451"/>
                  <a:pt x="697840" y="23114"/>
                </a:cubicBezTo>
                <a:lnTo>
                  <a:pt x="697979" y="23114"/>
                </a:lnTo>
                <a:lnTo>
                  <a:pt x="697979" y="0"/>
                </a:lnTo>
                <a:lnTo>
                  <a:pt x="704685" y="0"/>
                </a:lnTo>
                <a:lnTo>
                  <a:pt x="704685" y="55258"/>
                </a:lnTo>
                <a:lnTo>
                  <a:pt x="698284" y="55258"/>
                </a:lnTo>
                <a:lnTo>
                  <a:pt x="698284" y="46736"/>
                </a:lnTo>
                <a:lnTo>
                  <a:pt x="698208" y="46736"/>
                </a:lnTo>
                <a:cubicBezTo>
                  <a:pt x="697090" y="49492"/>
                  <a:pt x="695363" y="51727"/>
                  <a:pt x="693014" y="53429"/>
                </a:cubicBezTo>
                <a:cubicBezTo>
                  <a:pt x="690677" y="55144"/>
                  <a:pt x="687400" y="56007"/>
                  <a:pt x="683209" y="56007"/>
                </a:cubicBezTo>
                <a:close/>
                <a:moveTo>
                  <a:pt x="672541" y="35128"/>
                </a:moveTo>
                <a:cubicBezTo>
                  <a:pt x="672541" y="38380"/>
                  <a:pt x="673087" y="41148"/>
                  <a:pt x="674192" y="43421"/>
                </a:cubicBezTo>
                <a:cubicBezTo>
                  <a:pt x="675297" y="45707"/>
                  <a:pt x="676808" y="47422"/>
                  <a:pt x="678726" y="48578"/>
                </a:cubicBezTo>
                <a:cubicBezTo>
                  <a:pt x="680657" y="49733"/>
                  <a:pt x="682828" y="50305"/>
                  <a:pt x="685267" y="50305"/>
                </a:cubicBezTo>
                <a:cubicBezTo>
                  <a:pt x="687692" y="50305"/>
                  <a:pt x="689864" y="49733"/>
                  <a:pt x="691794" y="48578"/>
                </a:cubicBezTo>
                <a:cubicBezTo>
                  <a:pt x="693712" y="47422"/>
                  <a:pt x="695223" y="45707"/>
                  <a:pt x="696328" y="43447"/>
                </a:cubicBezTo>
                <a:cubicBezTo>
                  <a:pt x="697433" y="41173"/>
                  <a:pt x="697979" y="38405"/>
                  <a:pt x="697979" y="35128"/>
                </a:cubicBezTo>
                <a:cubicBezTo>
                  <a:pt x="697979" y="31877"/>
                  <a:pt x="697433" y="29121"/>
                  <a:pt x="696328" y="26848"/>
                </a:cubicBezTo>
                <a:cubicBezTo>
                  <a:pt x="695223" y="24574"/>
                  <a:pt x="693712" y="22873"/>
                  <a:pt x="691794" y="21717"/>
                </a:cubicBezTo>
                <a:cubicBezTo>
                  <a:pt x="689864" y="20562"/>
                  <a:pt x="687692" y="19990"/>
                  <a:pt x="685267" y="19990"/>
                </a:cubicBezTo>
                <a:cubicBezTo>
                  <a:pt x="682828" y="19990"/>
                  <a:pt x="680657" y="20562"/>
                  <a:pt x="678726" y="21717"/>
                </a:cubicBezTo>
                <a:cubicBezTo>
                  <a:pt x="676808" y="22873"/>
                  <a:pt x="675297" y="24574"/>
                  <a:pt x="674192" y="26848"/>
                </a:cubicBezTo>
                <a:cubicBezTo>
                  <a:pt x="673087" y="29121"/>
                  <a:pt x="672541" y="31877"/>
                  <a:pt x="672541" y="35128"/>
                </a:cubicBezTo>
                <a:close/>
                <a:moveTo>
                  <a:pt x="734568" y="2832"/>
                </a:moveTo>
                <a:lnTo>
                  <a:pt x="754367" y="2832"/>
                </a:lnTo>
                <a:cubicBezTo>
                  <a:pt x="758406" y="2832"/>
                  <a:pt x="761810" y="3493"/>
                  <a:pt x="764515" y="4801"/>
                </a:cubicBezTo>
                <a:cubicBezTo>
                  <a:pt x="767309" y="6121"/>
                  <a:pt x="769341" y="7963"/>
                  <a:pt x="770738" y="10351"/>
                </a:cubicBezTo>
                <a:cubicBezTo>
                  <a:pt x="772135" y="12726"/>
                  <a:pt x="772770" y="15532"/>
                  <a:pt x="772770" y="18759"/>
                </a:cubicBezTo>
                <a:cubicBezTo>
                  <a:pt x="772770" y="21908"/>
                  <a:pt x="772135" y="24727"/>
                  <a:pt x="770738" y="27204"/>
                </a:cubicBezTo>
                <a:cubicBezTo>
                  <a:pt x="769468" y="29680"/>
                  <a:pt x="767436" y="31636"/>
                  <a:pt x="764642" y="33058"/>
                </a:cubicBezTo>
                <a:cubicBezTo>
                  <a:pt x="761962" y="34493"/>
                  <a:pt x="758673" y="35205"/>
                  <a:pt x="754774" y="35205"/>
                </a:cubicBezTo>
                <a:lnTo>
                  <a:pt x="741642" y="35205"/>
                </a:lnTo>
                <a:lnTo>
                  <a:pt x="741642" y="55258"/>
                </a:lnTo>
                <a:lnTo>
                  <a:pt x="734568" y="55258"/>
                </a:lnTo>
                <a:lnTo>
                  <a:pt x="734568" y="2832"/>
                </a:lnTo>
                <a:close/>
                <a:moveTo>
                  <a:pt x="753770" y="28804"/>
                </a:moveTo>
                <a:cubicBezTo>
                  <a:pt x="757784" y="28804"/>
                  <a:pt x="760793" y="27953"/>
                  <a:pt x="762775" y="26251"/>
                </a:cubicBezTo>
                <a:cubicBezTo>
                  <a:pt x="764769" y="24550"/>
                  <a:pt x="765785" y="22085"/>
                  <a:pt x="765785" y="18835"/>
                </a:cubicBezTo>
                <a:cubicBezTo>
                  <a:pt x="765785" y="15710"/>
                  <a:pt x="764769" y="13336"/>
                  <a:pt x="762648" y="11723"/>
                </a:cubicBezTo>
                <a:cubicBezTo>
                  <a:pt x="760578" y="10109"/>
                  <a:pt x="757517" y="9310"/>
                  <a:pt x="753466" y="9310"/>
                </a:cubicBezTo>
                <a:lnTo>
                  <a:pt x="741642" y="9310"/>
                </a:lnTo>
                <a:lnTo>
                  <a:pt x="741642" y="28804"/>
                </a:lnTo>
                <a:lnTo>
                  <a:pt x="753770" y="28804"/>
                </a:lnTo>
                <a:close/>
                <a:moveTo>
                  <a:pt x="789534" y="56007"/>
                </a:moveTo>
                <a:cubicBezTo>
                  <a:pt x="787121" y="56007"/>
                  <a:pt x="784962" y="55538"/>
                  <a:pt x="783184" y="54623"/>
                </a:cubicBezTo>
                <a:cubicBezTo>
                  <a:pt x="781279" y="53708"/>
                  <a:pt x="779882" y="52363"/>
                  <a:pt x="778739" y="50610"/>
                </a:cubicBezTo>
                <a:cubicBezTo>
                  <a:pt x="777723" y="48844"/>
                  <a:pt x="777215" y="46736"/>
                  <a:pt x="777215" y="44285"/>
                </a:cubicBezTo>
                <a:cubicBezTo>
                  <a:pt x="777215" y="41275"/>
                  <a:pt x="777977" y="38812"/>
                  <a:pt x="779628" y="36881"/>
                </a:cubicBezTo>
                <a:cubicBezTo>
                  <a:pt x="781152" y="34938"/>
                  <a:pt x="783311" y="33528"/>
                  <a:pt x="786105" y="32652"/>
                </a:cubicBezTo>
                <a:cubicBezTo>
                  <a:pt x="788772" y="31776"/>
                  <a:pt x="791947" y="31331"/>
                  <a:pt x="795503" y="31331"/>
                </a:cubicBezTo>
                <a:lnTo>
                  <a:pt x="802742" y="31331"/>
                </a:lnTo>
                <a:lnTo>
                  <a:pt x="802742" y="28575"/>
                </a:lnTo>
                <a:cubicBezTo>
                  <a:pt x="802742" y="25756"/>
                  <a:pt x="801980" y="23597"/>
                  <a:pt x="800710" y="22123"/>
                </a:cubicBezTo>
                <a:cubicBezTo>
                  <a:pt x="799313" y="20651"/>
                  <a:pt x="797281" y="19914"/>
                  <a:pt x="794487" y="19914"/>
                </a:cubicBezTo>
                <a:cubicBezTo>
                  <a:pt x="792074" y="19914"/>
                  <a:pt x="789915" y="20409"/>
                  <a:pt x="788010" y="21413"/>
                </a:cubicBezTo>
                <a:cubicBezTo>
                  <a:pt x="786232" y="22416"/>
                  <a:pt x="784581" y="23876"/>
                  <a:pt x="783184" y="25794"/>
                </a:cubicBezTo>
                <a:lnTo>
                  <a:pt x="778866" y="21476"/>
                </a:lnTo>
                <a:cubicBezTo>
                  <a:pt x="782803" y="16663"/>
                  <a:pt x="788264" y="14250"/>
                  <a:pt x="794995" y="14250"/>
                </a:cubicBezTo>
                <a:cubicBezTo>
                  <a:pt x="798043" y="14250"/>
                  <a:pt x="800710" y="14846"/>
                  <a:pt x="802869" y="16040"/>
                </a:cubicBezTo>
                <a:cubicBezTo>
                  <a:pt x="805028" y="17234"/>
                  <a:pt x="806679" y="18898"/>
                  <a:pt x="807695" y="21044"/>
                </a:cubicBezTo>
                <a:cubicBezTo>
                  <a:pt x="808838" y="23191"/>
                  <a:pt x="809346" y="25705"/>
                  <a:pt x="809346" y="28575"/>
                </a:cubicBezTo>
                <a:lnTo>
                  <a:pt x="809346" y="55258"/>
                </a:lnTo>
                <a:lnTo>
                  <a:pt x="802996" y="55258"/>
                </a:lnTo>
                <a:lnTo>
                  <a:pt x="802996" y="47778"/>
                </a:lnTo>
                <a:lnTo>
                  <a:pt x="802869" y="47778"/>
                </a:lnTo>
                <a:cubicBezTo>
                  <a:pt x="801472" y="50635"/>
                  <a:pt x="799821" y="52718"/>
                  <a:pt x="797662" y="54026"/>
                </a:cubicBezTo>
                <a:cubicBezTo>
                  <a:pt x="795503" y="55347"/>
                  <a:pt x="792836" y="56007"/>
                  <a:pt x="789534" y="56007"/>
                </a:cubicBezTo>
                <a:close/>
                <a:moveTo>
                  <a:pt x="784200" y="44133"/>
                </a:moveTo>
                <a:cubicBezTo>
                  <a:pt x="784200" y="45403"/>
                  <a:pt x="784454" y="46495"/>
                  <a:pt x="784962" y="47447"/>
                </a:cubicBezTo>
                <a:cubicBezTo>
                  <a:pt x="785597" y="48387"/>
                  <a:pt x="786359" y="49111"/>
                  <a:pt x="787502" y="49619"/>
                </a:cubicBezTo>
                <a:cubicBezTo>
                  <a:pt x="788518" y="50127"/>
                  <a:pt x="789915" y="50381"/>
                  <a:pt x="791312" y="50381"/>
                </a:cubicBezTo>
                <a:cubicBezTo>
                  <a:pt x="793725" y="50381"/>
                  <a:pt x="795757" y="49911"/>
                  <a:pt x="797408" y="48946"/>
                </a:cubicBezTo>
                <a:cubicBezTo>
                  <a:pt x="799186" y="47993"/>
                  <a:pt x="800456" y="46749"/>
                  <a:pt x="801345" y="45187"/>
                </a:cubicBezTo>
                <a:cubicBezTo>
                  <a:pt x="802234" y="43638"/>
                  <a:pt x="802742" y="41999"/>
                  <a:pt x="802742" y="40260"/>
                </a:cubicBezTo>
                <a:lnTo>
                  <a:pt x="802742" y="36361"/>
                </a:lnTo>
                <a:lnTo>
                  <a:pt x="796392" y="36361"/>
                </a:lnTo>
                <a:cubicBezTo>
                  <a:pt x="792709" y="36361"/>
                  <a:pt x="789788" y="36919"/>
                  <a:pt x="787502" y="38050"/>
                </a:cubicBezTo>
                <a:cubicBezTo>
                  <a:pt x="785343" y="39180"/>
                  <a:pt x="784200" y="41199"/>
                  <a:pt x="784200" y="44133"/>
                </a:cubicBezTo>
                <a:close/>
                <a:moveTo>
                  <a:pt x="818871" y="15037"/>
                </a:moveTo>
                <a:lnTo>
                  <a:pt x="825221" y="15037"/>
                </a:lnTo>
                <a:lnTo>
                  <a:pt x="825221" y="23635"/>
                </a:lnTo>
                <a:lnTo>
                  <a:pt x="825348" y="23635"/>
                </a:lnTo>
                <a:cubicBezTo>
                  <a:pt x="826110" y="20333"/>
                  <a:pt x="827253" y="17945"/>
                  <a:pt x="828904" y="16472"/>
                </a:cubicBezTo>
                <a:cubicBezTo>
                  <a:pt x="830428" y="14999"/>
                  <a:pt x="832460" y="14250"/>
                  <a:pt x="834873" y="14250"/>
                </a:cubicBezTo>
                <a:cubicBezTo>
                  <a:pt x="835508" y="14250"/>
                  <a:pt x="836016" y="14288"/>
                  <a:pt x="836651" y="14364"/>
                </a:cubicBezTo>
                <a:cubicBezTo>
                  <a:pt x="837159" y="14440"/>
                  <a:pt x="837667" y="14529"/>
                  <a:pt x="838048" y="14631"/>
                </a:cubicBezTo>
                <a:lnTo>
                  <a:pt x="838048" y="21210"/>
                </a:lnTo>
                <a:cubicBezTo>
                  <a:pt x="837667" y="21095"/>
                  <a:pt x="837159" y="20993"/>
                  <a:pt x="836524" y="20917"/>
                </a:cubicBezTo>
                <a:cubicBezTo>
                  <a:pt x="835889" y="20841"/>
                  <a:pt x="835254" y="20803"/>
                  <a:pt x="834746" y="20803"/>
                </a:cubicBezTo>
                <a:cubicBezTo>
                  <a:pt x="831444" y="20803"/>
                  <a:pt x="829031" y="21946"/>
                  <a:pt x="827634" y="24244"/>
                </a:cubicBezTo>
                <a:cubicBezTo>
                  <a:pt x="826237" y="26543"/>
                  <a:pt x="825475" y="29896"/>
                  <a:pt x="825475" y="34316"/>
                </a:cubicBezTo>
                <a:lnTo>
                  <a:pt x="825475" y="55258"/>
                </a:lnTo>
                <a:lnTo>
                  <a:pt x="818871" y="55258"/>
                </a:lnTo>
                <a:lnTo>
                  <a:pt x="818871" y="15037"/>
                </a:lnTo>
                <a:close/>
                <a:moveTo>
                  <a:pt x="855701" y="55855"/>
                </a:moveTo>
                <a:cubicBezTo>
                  <a:pt x="853288" y="55855"/>
                  <a:pt x="851383" y="55525"/>
                  <a:pt x="849859" y="54890"/>
                </a:cubicBezTo>
                <a:cubicBezTo>
                  <a:pt x="848462" y="54242"/>
                  <a:pt x="847319" y="53239"/>
                  <a:pt x="846557" y="51867"/>
                </a:cubicBezTo>
                <a:cubicBezTo>
                  <a:pt x="845922" y="50509"/>
                  <a:pt x="845541" y="48743"/>
                  <a:pt x="845541" y="46584"/>
                </a:cubicBezTo>
                <a:lnTo>
                  <a:pt x="845541" y="20651"/>
                </a:lnTo>
                <a:lnTo>
                  <a:pt x="839572" y="20651"/>
                </a:lnTo>
                <a:lnTo>
                  <a:pt x="839572" y="17158"/>
                </a:lnTo>
                <a:lnTo>
                  <a:pt x="851383" y="5283"/>
                </a:lnTo>
                <a:lnTo>
                  <a:pt x="852272" y="5283"/>
                </a:lnTo>
                <a:lnTo>
                  <a:pt x="852272" y="15037"/>
                </a:lnTo>
                <a:lnTo>
                  <a:pt x="861289" y="15037"/>
                </a:lnTo>
                <a:lnTo>
                  <a:pt x="861289" y="20651"/>
                </a:lnTo>
                <a:lnTo>
                  <a:pt x="852272" y="20651"/>
                </a:lnTo>
                <a:lnTo>
                  <a:pt x="852272" y="45212"/>
                </a:lnTo>
                <a:cubicBezTo>
                  <a:pt x="852272" y="46406"/>
                  <a:pt x="852399" y="47320"/>
                  <a:pt x="852653" y="47981"/>
                </a:cubicBezTo>
                <a:cubicBezTo>
                  <a:pt x="852907" y="48641"/>
                  <a:pt x="853415" y="49111"/>
                  <a:pt x="854050" y="49378"/>
                </a:cubicBezTo>
                <a:cubicBezTo>
                  <a:pt x="854685" y="49657"/>
                  <a:pt x="855574" y="49785"/>
                  <a:pt x="856590" y="49785"/>
                </a:cubicBezTo>
                <a:cubicBezTo>
                  <a:pt x="858114" y="49785"/>
                  <a:pt x="859638" y="49581"/>
                  <a:pt x="861289" y="49149"/>
                </a:cubicBezTo>
                <a:lnTo>
                  <a:pt x="861289" y="55258"/>
                </a:lnTo>
                <a:cubicBezTo>
                  <a:pt x="860527" y="55435"/>
                  <a:pt x="859638" y="55576"/>
                  <a:pt x="858622" y="55690"/>
                </a:cubicBezTo>
                <a:cubicBezTo>
                  <a:pt x="857606" y="55791"/>
                  <a:pt x="856590" y="55855"/>
                  <a:pt x="855701" y="55855"/>
                </a:cubicBezTo>
                <a:close/>
                <a:moveTo>
                  <a:pt x="869163" y="15037"/>
                </a:moveTo>
                <a:lnTo>
                  <a:pt x="875513" y="15037"/>
                </a:lnTo>
                <a:lnTo>
                  <a:pt x="875513" y="23406"/>
                </a:lnTo>
                <a:lnTo>
                  <a:pt x="875640" y="23406"/>
                </a:lnTo>
                <a:cubicBezTo>
                  <a:pt x="876656" y="20803"/>
                  <a:pt x="878180" y="18631"/>
                  <a:pt x="880212" y="16879"/>
                </a:cubicBezTo>
                <a:cubicBezTo>
                  <a:pt x="882244" y="15126"/>
                  <a:pt x="885038" y="14250"/>
                  <a:pt x="888721" y="14250"/>
                </a:cubicBezTo>
                <a:cubicBezTo>
                  <a:pt x="891515" y="14250"/>
                  <a:pt x="893801" y="14834"/>
                  <a:pt x="895706" y="16002"/>
                </a:cubicBezTo>
                <a:cubicBezTo>
                  <a:pt x="897611" y="17171"/>
                  <a:pt x="899008" y="18821"/>
                  <a:pt x="899897" y="20955"/>
                </a:cubicBezTo>
                <a:cubicBezTo>
                  <a:pt x="900786" y="23089"/>
                  <a:pt x="901294" y="25578"/>
                  <a:pt x="901294" y="28435"/>
                </a:cubicBezTo>
                <a:lnTo>
                  <a:pt x="901294" y="55258"/>
                </a:lnTo>
                <a:lnTo>
                  <a:pt x="894563" y="55258"/>
                </a:lnTo>
                <a:lnTo>
                  <a:pt x="894563" y="29731"/>
                </a:lnTo>
                <a:cubicBezTo>
                  <a:pt x="894563" y="26632"/>
                  <a:pt x="893928" y="24270"/>
                  <a:pt x="892658" y="22644"/>
                </a:cubicBezTo>
                <a:cubicBezTo>
                  <a:pt x="891388" y="21019"/>
                  <a:pt x="889229" y="20206"/>
                  <a:pt x="886308" y="20206"/>
                </a:cubicBezTo>
                <a:cubicBezTo>
                  <a:pt x="884149" y="20206"/>
                  <a:pt x="882371" y="20663"/>
                  <a:pt x="880720" y="21590"/>
                </a:cubicBezTo>
                <a:cubicBezTo>
                  <a:pt x="879196" y="22505"/>
                  <a:pt x="877926" y="23838"/>
                  <a:pt x="877164" y="25603"/>
                </a:cubicBezTo>
                <a:cubicBezTo>
                  <a:pt x="876275" y="27369"/>
                  <a:pt x="875767" y="29477"/>
                  <a:pt x="875767" y="31928"/>
                </a:cubicBezTo>
                <a:lnTo>
                  <a:pt x="875767" y="55258"/>
                </a:lnTo>
                <a:lnTo>
                  <a:pt x="869163" y="55258"/>
                </a:lnTo>
                <a:lnTo>
                  <a:pt x="869163" y="15037"/>
                </a:lnTo>
                <a:close/>
                <a:moveTo>
                  <a:pt x="929615" y="56007"/>
                </a:moveTo>
                <a:cubicBezTo>
                  <a:pt x="925551" y="56007"/>
                  <a:pt x="921995" y="55207"/>
                  <a:pt x="918947" y="53607"/>
                </a:cubicBezTo>
                <a:cubicBezTo>
                  <a:pt x="915899" y="52007"/>
                  <a:pt x="913486" y="49632"/>
                  <a:pt x="911835" y="46495"/>
                </a:cubicBezTo>
                <a:cubicBezTo>
                  <a:pt x="910184" y="43358"/>
                  <a:pt x="909422" y="39574"/>
                  <a:pt x="909422" y="35128"/>
                </a:cubicBezTo>
                <a:cubicBezTo>
                  <a:pt x="909422" y="30633"/>
                  <a:pt x="910311" y="26822"/>
                  <a:pt x="911962" y="23685"/>
                </a:cubicBezTo>
                <a:cubicBezTo>
                  <a:pt x="913740" y="20549"/>
                  <a:pt x="916153" y="18186"/>
                  <a:pt x="919074" y="16612"/>
                </a:cubicBezTo>
                <a:cubicBezTo>
                  <a:pt x="921995" y="15037"/>
                  <a:pt x="925297" y="14250"/>
                  <a:pt x="928853" y="14250"/>
                </a:cubicBezTo>
                <a:cubicBezTo>
                  <a:pt x="932917" y="14250"/>
                  <a:pt x="936346" y="15202"/>
                  <a:pt x="938886" y="17107"/>
                </a:cubicBezTo>
                <a:cubicBezTo>
                  <a:pt x="941553" y="19000"/>
                  <a:pt x="943458" y="21425"/>
                  <a:pt x="944601" y="24371"/>
                </a:cubicBezTo>
                <a:cubicBezTo>
                  <a:pt x="945871" y="27331"/>
                  <a:pt x="946379" y="30429"/>
                  <a:pt x="946379" y="33681"/>
                </a:cubicBezTo>
                <a:cubicBezTo>
                  <a:pt x="946379" y="34798"/>
                  <a:pt x="946379" y="35840"/>
                  <a:pt x="946252" y="36805"/>
                </a:cubicBezTo>
                <a:lnTo>
                  <a:pt x="916407" y="36805"/>
                </a:lnTo>
                <a:cubicBezTo>
                  <a:pt x="916661" y="41199"/>
                  <a:pt x="917931" y="44539"/>
                  <a:pt x="920090" y="46851"/>
                </a:cubicBezTo>
                <a:cubicBezTo>
                  <a:pt x="922376" y="49149"/>
                  <a:pt x="925551" y="50305"/>
                  <a:pt x="929615" y="50305"/>
                </a:cubicBezTo>
                <a:cubicBezTo>
                  <a:pt x="932155" y="50305"/>
                  <a:pt x="934187" y="49936"/>
                  <a:pt x="935965" y="49188"/>
                </a:cubicBezTo>
                <a:cubicBezTo>
                  <a:pt x="937743" y="48451"/>
                  <a:pt x="939394" y="47219"/>
                  <a:pt x="940791" y="45504"/>
                </a:cubicBezTo>
                <a:lnTo>
                  <a:pt x="944982" y="49670"/>
                </a:lnTo>
                <a:cubicBezTo>
                  <a:pt x="943712" y="51168"/>
                  <a:pt x="942315" y="52375"/>
                  <a:pt x="940791" y="53302"/>
                </a:cubicBezTo>
                <a:cubicBezTo>
                  <a:pt x="939267" y="54229"/>
                  <a:pt x="937743" y="54915"/>
                  <a:pt x="935838" y="55347"/>
                </a:cubicBezTo>
                <a:cubicBezTo>
                  <a:pt x="934060" y="55779"/>
                  <a:pt x="932028" y="56007"/>
                  <a:pt x="929615" y="56007"/>
                </a:cubicBezTo>
                <a:close/>
                <a:moveTo>
                  <a:pt x="939648" y="31636"/>
                </a:moveTo>
                <a:cubicBezTo>
                  <a:pt x="939267" y="27763"/>
                  <a:pt x="938124" y="24854"/>
                  <a:pt x="936219" y="22911"/>
                </a:cubicBezTo>
                <a:cubicBezTo>
                  <a:pt x="934314" y="20955"/>
                  <a:pt x="931774" y="19990"/>
                  <a:pt x="928599" y="19990"/>
                </a:cubicBezTo>
                <a:cubicBezTo>
                  <a:pt x="926440" y="19990"/>
                  <a:pt x="924662" y="20422"/>
                  <a:pt x="922884" y="21286"/>
                </a:cubicBezTo>
                <a:cubicBezTo>
                  <a:pt x="921233" y="22149"/>
                  <a:pt x="919836" y="23457"/>
                  <a:pt x="918820" y="25197"/>
                </a:cubicBezTo>
                <a:cubicBezTo>
                  <a:pt x="917677" y="26924"/>
                  <a:pt x="916915" y="29070"/>
                  <a:pt x="916661" y="31636"/>
                </a:cubicBezTo>
                <a:lnTo>
                  <a:pt x="939648" y="31636"/>
                </a:lnTo>
                <a:close/>
                <a:moveTo>
                  <a:pt x="954507" y="15037"/>
                </a:moveTo>
                <a:lnTo>
                  <a:pt x="960857" y="15037"/>
                </a:lnTo>
                <a:lnTo>
                  <a:pt x="960857" y="23635"/>
                </a:lnTo>
                <a:lnTo>
                  <a:pt x="960984" y="23635"/>
                </a:lnTo>
                <a:cubicBezTo>
                  <a:pt x="961746" y="20333"/>
                  <a:pt x="962889" y="17945"/>
                  <a:pt x="964540" y="16472"/>
                </a:cubicBezTo>
                <a:cubicBezTo>
                  <a:pt x="966064" y="14999"/>
                  <a:pt x="968096" y="14250"/>
                  <a:pt x="970509" y="14250"/>
                </a:cubicBezTo>
                <a:cubicBezTo>
                  <a:pt x="971144" y="14250"/>
                  <a:pt x="971652" y="14288"/>
                  <a:pt x="972287" y="14364"/>
                </a:cubicBezTo>
                <a:cubicBezTo>
                  <a:pt x="972795" y="14440"/>
                  <a:pt x="973303" y="14529"/>
                  <a:pt x="973684" y="14631"/>
                </a:cubicBezTo>
                <a:lnTo>
                  <a:pt x="973684" y="21210"/>
                </a:lnTo>
                <a:cubicBezTo>
                  <a:pt x="973303" y="21095"/>
                  <a:pt x="972795" y="20993"/>
                  <a:pt x="972160" y="20917"/>
                </a:cubicBezTo>
                <a:cubicBezTo>
                  <a:pt x="971525" y="20841"/>
                  <a:pt x="970890" y="20803"/>
                  <a:pt x="970382" y="20803"/>
                </a:cubicBezTo>
                <a:cubicBezTo>
                  <a:pt x="967080" y="20803"/>
                  <a:pt x="964667" y="21946"/>
                  <a:pt x="963270" y="24244"/>
                </a:cubicBezTo>
                <a:cubicBezTo>
                  <a:pt x="961873" y="26543"/>
                  <a:pt x="961111" y="29896"/>
                  <a:pt x="961111" y="34316"/>
                </a:cubicBezTo>
                <a:lnTo>
                  <a:pt x="961111" y="55258"/>
                </a:lnTo>
                <a:lnTo>
                  <a:pt x="954507" y="55258"/>
                </a:lnTo>
                <a:lnTo>
                  <a:pt x="954507" y="15037"/>
                </a:lnTo>
                <a:close/>
                <a:moveTo>
                  <a:pt x="992988" y="56007"/>
                </a:moveTo>
                <a:cubicBezTo>
                  <a:pt x="986130" y="56007"/>
                  <a:pt x="980669" y="53899"/>
                  <a:pt x="976859" y="49670"/>
                </a:cubicBezTo>
                <a:lnTo>
                  <a:pt x="981177" y="45403"/>
                </a:lnTo>
                <a:cubicBezTo>
                  <a:pt x="982955" y="47257"/>
                  <a:pt x="984733" y="48565"/>
                  <a:pt x="986638" y="49327"/>
                </a:cubicBezTo>
                <a:cubicBezTo>
                  <a:pt x="988416" y="50076"/>
                  <a:pt x="990575" y="50457"/>
                  <a:pt x="992988" y="50457"/>
                </a:cubicBezTo>
                <a:cubicBezTo>
                  <a:pt x="995401" y="50457"/>
                  <a:pt x="997433" y="50000"/>
                  <a:pt x="999084" y="49099"/>
                </a:cubicBezTo>
                <a:cubicBezTo>
                  <a:pt x="1000735" y="48197"/>
                  <a:pt x="1001624" y="46711"/>
                  <a:pt x="1001624" y="44653"/>
                </a:cubicBezTo>
                <a:cubicBezTo>
                  <a:pt x="1001624" y="43193"/>
                  <a:pt x="1001243" y="41999"/>
                  <a:pt x="1000354" y="41097"/>
                </a:cubicBezTo>
                <a:cubicBezTo>
                  <a:pt x="999592" y="40196"/>
                  <a:pt x="998449" y="39484"/>
                  <a:pt x="997179" y="38964"/>
                </a:cubicBezTo>
                <a:cubicBezTo>
                  <a:pt x="995909" y="38443"/>
                  <a:pt x="993877" y="37833"/>
                  <a:pt x="991464" y="37135"/>
                </a:cubicBezTo>
                <a:cubicBezTo>
                  <a:pt x="988924" y="36424"/>
                  <a:pt x="986765" y="35649"/>
                  <a:pt x="984987" y="34837"/>
                </a:cubicBezTo>
                <a:cubicBezTo>
                  <a:pt x="983209" y="34011"/>
                  <a:pt x="981685" y="32842"/>
                  <a:pt x="980542" y="31318"/>
                </a:cubicBezTo>
                <a:cubicBezTo>
                  <a:pt x="979272" y="29794"/>
                  <a:pt x="978764" y="27839"/>
                  <a:pt x="978764" y="25451"/>
                </a:cubicBezTo>
                <a:cubicBezTo>
                  <a:pt x="978764" y="23076"/>
                  <a:pt x="979272" y="21044"/>
                  <a:pt x="980415" y="19355"/>
                </a:cubicBezTo>
                <a:cubicBezTo>
                  <a:pt x="981685" y="17666"/>
                  <a:pt x="983336" y="16396"/>
                  <a:pt x="985495" y="15532"/>
                </a:cubicBezTo>
                <a:cubicBezTo>
                  <a:pt x="987527" y="14681"/>
                  <a:pt x="990067" y="14250"/>
                  <a:pt x="992861" y="14250"/>
                </a:cubicBezTo>
                <a:cubicBezTo>
                  <a:pt x="995655" y="14250"/>
                  <a:pt x="998195" y="14707"/>
                  <a:pt x="1000735" y="15608"/>
                </a:cubicBezTo>
                <a:cubicBezTo>
                  <a:pt x="1003275" y="16523"/>
                  <a:pt x="1005307" y="17844"/>
                  <a:pt x="1006958" y="19571"/>
                </a:cubicBezTo>
                <a:lnTo>
                  <a:pt x="1002767" y="23851"/>
                </a:lnTo>
                <a:cubicBezTo>
                  <a:pt x="1000100" y="21222"/>
                  <a:pt x="996798" y="19914"/>
                  <a:pt x="992861" y="19914"/>
                </a:cubicBezTo>
                <a:cubicBezTo>
                  <a:pt x="990448" y="19914"/>
                  <a:pt x="988670" y="20346"/>
                  <a:pt x="987273" y="21210"/>
                </a:cubicBezTo>
                <a:cubicBezTo>
                  <a:pt x="985876" y="22085"/>
                  <a:pt x="985241" y="23394"/>
                  <a:pt x="985241" y="25159"/>
                </a:cubicBezTo>
                <a:cubicBezTo>
                  <a:pt x="985241" y="26327"/>
                  <a:pt x="985622" y="27293"/>
                  <a:pt x="986384" y="28055"/>
                </a:cubicBezTo>
                <a:cubicBezTo>
                  <a:pt x="987273" y="28829"/>
                  <a:pt x="988289" y="29464"/>
                  <a:pt x="989686" y="29973"/>
                </a:cubicBezTo>
                <a:cubicBezTo>
                  <a:pt x="990956" y="30480"/>
                  <a:pt x="992861" y="31090"/>
                  <a:pt x="995401" y="31776"/>
                </a:cubicBezTo>
                <a:cubicBezTo>
                  <a:pt x="997941" y="32500"/>
                  <a:pt x="1000100" y="33262"/>
                  <a:pt x="1001878" y="34049"/>
                </a:cubicBezTo>
                <a:cubicBezTo>
                  <a:pt x="1003529" y="34849"/>
                  <a:pt x="1005053" y="36055"/>
                  <a:pt x="1006323" y="37681"/>
                </a:cubicBezTo>
                <a:cubicBezTo>
                  <a:pt x="1007466" y="39307"/>
                  <a:pt x="1008101" y="41453"/>
                  <a:pt x="1008101" y="44133"/>
                </a:cubicBezTo>
                <a:cubicBezTo>
                  <a:pt x="1008101" y="46610"/>
                  <a:pt x="1007466" y="48743"/>
                  <a:pt x="1006196" y="50533"/>
                </a:cubicBezTo>
                <a:cubicBezTo>
                  <a:pt x="1004926" y="52312"/>
                  <a:pt x="1003148" y="53670"/>
                  <a:pt x="1000862" y="54611"/>
                </a:cubicBezTo>
                <a:cubicBezTo>
                  <a:pt x="998576" y="55538"/>
                  <a:pt x="995909" y="56007"/>
                  <a:pt x="992988" y="56007"/>
                </a:cubicBezTo>
                <a:close/>
                <a:moveTo>
                  <a:pt x="1057250" y="56007"/>
                </a:moveTo>
                <a:cubicBezTo>
                  <a:pt x="1052170" y="56007"/>
                  <a:pt x="1047725" y="54902"/>
                  <a:pt x="1043915" y="52693"/>
                </a:cubicBezTo>
                <a:cubicBezTo>
                  <a:pt x="1039978" y="50483"/>
                  <a:pt x="1037057" y="47334"/>
                  <a:pt x="1034898" y="43256"/>
                </a:cubicBezTo>
                <a:cubicBezTo>
                  <a:pt x="1032739" y="39180"/>
                  <a:pt x="1031596" y="34430"/>
                  <a:pt x="1031596" y="29032"/>
                </a:cubicBezTo>
                <a:cubicBezTo>
                  <a:pt x="1031596" y="23623"/>
                  <a:pt x="1032739" y="18885"/>
                  <a:pt x="1034898" y="14808"/>
                </a:cubicBezTo>
                <a:cubicBezTo>
                  <a:pt x="1037057" y="10744"/>
                  <a:pt x="1039978" y="7595"/>
                  <a:pt x="1043915" y="5385"/>
                </a:cubicBezTo>
                <a:cubicBezTo>
                  <a:pt x="1047725" y="3163"/>
                  <a:pt x="1052170" y="2045"/>
                  <a:pt x="1057250" y="2045"/>
                </a:cubicBezTo>
                <a:cubicBezTo>
                  <a:pt x="1062203" y="2045"/>
                  <a:pt x="1066648" y="3163"/>
                  <a:pt x="1070458" y="5385"/>
                </a:cubicBezTo>
                <a:cubicBezTo>
                  <a:pt x="1074395" y="7595"/>
                  <a:pt x="1077443" y="10744"/>
                  <a:pt x="1079602" y="14808"/>
                </a:cubicBezTo>
                <a:cubicBezTo>
                  <a:pt x="1081761" y="18885"/>
                  <a:pt x="1082777" y="23623"/>
                  <a:pt x="1082777" y="29032"/>
                </a:cubicBezTo>
                <a:cubicBezTo>
                  <a:pt x="1082777" y="34430"/>
                  <a:pt x="1081761" y="39180"/>
                  <a:pt x="1079602" y="43256"/>
                </a:cubicBezTo>
                <a:cubicBezTo>
                  <a:pt x="1077443" y="47334"/>
                  <a:pt x="1074395" y="50483"/>
                  <a:pt x="1070458" y="52693"/>
                </a:cubicBezTo>
                <a:cubicBezTo>
                  <a:pt x="1066648" y="54902"/>
                  <a:pt x="1062203" y="56007"/>
                  <a:pt x="1057250" y="56007"/>
                </a:cubicBezTo>
                <a:close/>
                <a:moveTo>
                  <a:pt x="1038835" y="29032"/>
                </a:moveTo>
                <a:cubicBezTo>
                  <a:pt x="1038835" y="33198"/>
                  <a:pt x="1039597" y="36818"/>
                  <a:pt x="1040994" y="39891"/>
                </a:cubicBezTo>
                <a:cubicBezTo>
                  <a:pt x="1042518" y="42964"/>
                  <a:pt x="1044677" y="45327"/>
                  <a:pt x="1047471" y="46978"/>
                </a:cubicBezTo>
                <a:cubicBezTo>
                  <a:pt x="1050138" y="48629"/>
                  <a:pt x="1053440" y="49454"/>
                  <a:pt x="1057250" y="49454"/>
                </a:cubicBezTo>
                <a:cubicBezTo>
                  <a:pt x="1060933" y="49454"/>
                  <a:pt x="1064235" y="48629"/>
                  <a:pt x="1066902" y="46978"/>
                </a:cubicBezTo>
                <a:cubicBezTo>
                  <a:pt x="1069696" y="45327"/>
                  <a:pt x="1071855" y="42964"/>
                  <a:pt x="1073379" y="39891"/>
                </a:cubicBezTo>
                <a:cubicBezTo>
                  <a:pt x="1074776" y="36818"/>
                  <a:pt x="1075538" y="33198"/>
                  <a:pt x="1075538" y="29032"/>
                </a:cubicBezTo>
                <a:cubicBezTo>
                  <a:pt x="1075538" y="24854"/>
                  <a:pt x="1074776" y="21248"/>
                  <a:pt x="1073379" y="18174"/>
                </a:cubicBezTo>
                <a:cubicBezTo>
                  <a:pt x="1071855" y="15113"/>
                  <a:pt x="1069696" y="12764"/>
                  <a:pt x="1066902" y="11112"/>
                </a:cubicBezTo>
                <a:cubicBezTo>
                  <a:pt x="1064235" y="9461"/>
                  <a:pt x="1060933" y="8636"/>
                  <a:pt x="1057250" y="8636"/>
                </a:cubicBezTo>
                <a:cubicBezTo>
                  <a:pt x="1053440" y="8636"/>
                  <a:pt x="1050138" y="9461"/>
                  <a:pt x="1047471" y="11112"/>
                </a:cubicBezTo>
                <a:cubicBezTo>
                  <a:pt x="1044677" y="12764"/>
                  <a:pt x="1042518" y="15113"/>
                  <a:pt x="1040994" y="18174"/>
                </a:cubicBezTo>
                <a:cubicBezTo>
                  <a:pt x="1039597" y="21248"/>
                  <a:pt x="1038835" y="24854"/>
                  <a:pt x="1038835" y="29032"/>
                </a:cubicBezTo>
                <a:close/>
                <a:moveTo>
                  <a:pt x="1091667" y="15037"/>
                </a:moveTo>
                <a:lnTo>
                  <a:pt x="1098017" y="15037"/>
                </a:lnTo>
                <a:lnTo>
                  <a:pt x="1098017" y="23406"/>
                </a:lnTo>
                <a:lnTo>
                  <a:pt x="1098144" y="23406"/>
                </a:lnTo>
                <a:cubicBezTo>
                  <a:pt x="1099160" y="20803"/>
                  <a:pt x="1100684" y="18631"/>
                  <a:pt x="1102716" y="16879"/>
                </a:cubicBezTo>
                <a:cubicBezTo>
                  <a:pt x="1104748" y="15126"/>
                  <a:pt x="1107542" y="14250"/>
                  <a:pt x="1111225" y="14250"/>
                </a:cubicBezTo>
                <a:cubicBezTo>
                  <a:pt x="1114019" y="14250"/>
                  <a:pt x="1116305" y="14834"/>
                  <a:pt x="1118210" y="16002"/>
                </a:cubicBezTo>
                <a:cubicBezTo>
                  <a:pt x="1120115" y="17171"/>
                  <a:pt x="1121512" y="18821"/>
                  <a:pt x="1122401" y="20955"/>
                </a:cubicBezTo>
                <a:cubicBezTo>
                  <a:pt x="1123290" y="23089"/>
                  <a:pt x="1123798" y="25578"/>
                  <a:pt x="1123798" y="28435"/>
                </a:cubicBezTo>
                <a:lnTo>
                  <a:pt x="1123798" y="55258"/>
                </a:lnTo>
                <a:lnTo>
                  <a:pt x="1117067" y="55258"/>
                </a:lnTo>
                <a:lnTo>
                  <a:pt x="1117067" y="29731"/>
                </a:lnTo>
                <a:cubicBezTo>
                  <a:pt x="1117067" y="26632"/>
                  <a:pt x="1116432" y="24270"/>
                  <a:pt x="1115162" y="22644"/>
                </a:cubicBezTo>
                <a:cubicBezTo>
                  <a:pt x="1113892" y="21019"/>
                  <a:pt x="1111733" y="20206"/>
                  <a:pt x="1108812" y="20206"/>
                </a:cubicBezTo>
                <a:cubicBezTo>
                  <a:pt x="1106653" y="20206"/>
                  <a:pt x="1104875" y="20663"/>
                  <a:pt x="1103224" y="21590"/>
                </a:cubicBezTo>
                <a:cubicBezTo>
                  <a:pt x="1101700" y="22505"/>
                  <a:pt x="1100430" y="23838"/>
                  <a:pt x="1099668" y="25603"/>
                </a:cubicBezTo>
                <a:cubicBezTo>
                  <a:pt x="1098779" y="27369"/>
                  <a:pt x="1098271" y="29477"/>
                  <a:pt x="1098271" y="31928"/>
                </a:cubicBezTo>
                <a:lnTo>
                  <a:pt x="1098271" y="55258"/>
                </a:lnTo>
                <a:lnTo>
                  <a:pt x="1091667" y="55258"/>
                </a:lnTo>
                <a:lnTo>
                  <a:pt x="1091667" y="15037"/>
                </a:lnTo>
                <a:close/>
                <a:moveTo>
                  <a:pt x="1143229" y="55855"/>
                </a:moveTo>
                <a:cubicBezTo>
                  <a:pt x="1141070" y="55855"/>
                  <a:pt x="1139292" y="55487"/>
                  <a:pt x="1137895" y="54776"/>
                </a:cubicBezTo>
                <a:cubicBezTo>
                  <a:pt x="1136498" y="54052"/>
                  <a:pt x="1135609" y="52984"/>
                  <a:pt x="1134974" y="51550"/>
                </a:cubicBezTo>
                <a:cubicBezTo>
                  <a:pt x="1134339" y="50127"/>
                  <a:pt x="1133958" y="48311"/>
                  <a:pt x="1133958" y="46101"/>
                </a:cubicBezTo>
                <a:lnTo>
                  <a:pt x="1133958" y="0"/>
                </a:lnTo>
                <a:lnTo>
                  <a:pt x="1140689" y="0"/>
                </a:lnTo>
                <a:lnTo>
                  <a:pt x="1140689" y="45060"/>
                </a:lnTo>
                <a:cubicBezTo>
                  <a:pt x="1140689" y="46304"/>
                  <a:pt x="1140816" y="47257"/>
                  <a:pt x="1141070" y="47930"/>
                </a:cubicBezTo>
                <a:cubicBezTo>
                  <a:pt x="1141324" y="48603"/>
                  <a:pt x="1141705" y="49073"/>
                  <a:pt x="1142213" y="49365"/>
                </a:cubicBezTo>
                <a:cubicBezTo>
                  <a:pt x="1142721" y="49644"/>
                  <a:pt x="1143483" y="49785"/>
                  <a:pt x="1144499" y="49785"/>
                </a:cubicBezTo>
                <a:cubicBezTo>
                  <a:pt x="1145134" y="49785"/>
                  <a:pt x="1145769" y="49733"/>
                  <a:pt x="1146404" y="49644"/>
                </a:cubicBezTo>
                <a:cubicBezTo>
                  <a:pt x="1147039" y="49543"/>
                  <a:pt x="1147547" y="49429"/>
                  <a:pt x="1148055" y="49302"/>
                </a:cubicBezTo>
                <a:lnTo>
                  <a:pt x="1148055" y="55258"/>
                </a:lnTo>
                <a:cubicBezTo>
                  <a:pt x="1147420" y="55461"/>
                  <a:pt x="1146658" y="55601"/>
                  <a:pt x="1145896" y="55703"/>
                </a:cubicBezTo>
                <a:cubicBezTo>
                  <a:pt x="1145007" y="55804"/>
                  <a:pt x="1144118" y="55855"/>
                  <a:pt x="1143229" y="55855"/>
                </a:cubicBezTo>
                <a:close/>
                <a:moveTo>
                  <a:pt x="1155294" y="71857"/>
                </a:moveTo>
                <a:cubicBezTo>
                  <a:pt x="1153897" y="71857"/>
                  <a:pt x="1152373" y="71755"/>
                  <a:pt x="1150976" y="71552"/>
                </a:cubicBezTo>
                <a:lnTo>
                  <a:pt x="1150976" y="65786"/>
                </a:lnTo>
                <a:cubicBezTo>
                  <a:pt x="1151992" y="66078"/>
                  <a:pt x="1153135" y="66231"/>
                  <a:pt x="1154786" y="66231"/>
                </a:cubicBezTo>
                <a:cubicBezTo>
                  <a:pt x="1156310" y="66231"/>
                  <a:pt x="1157580" y="66040"/>
                  <a:pt x="1158469" y="65660"/>
                </a:cubicBezTo>
                <a:cubicBezTo>
                  <a:pt x="1159485" y="65278"/>
                  <a:pt x="1160374" y="64694"/>
                  <a:pt x="1160882" y="63932"/>
                </a:cubicBezTo>
                <a:cubicBezTo>
                  <a:pt x="1161517" y="63157"/>
                  <a:pt x="1162152" y="62129"/>
                  <a:pt x="1162660" y="60833"/>
                </a:cubicBezTo>
                <a:lnTo>
                  <a:pt x="1164819" y="55144"/>
                </a:lnTo>
                <a:lnTo>
                  <a:pt x="1148690" y="15037"/>
                </a:lnTo>
                <a:lnTo>
                  <a:pt x="1155802" y="15037"/>
                </a:lnTo>
                <a:lnTo>
                  <a:pt x="1164438" y="37288"/>
                </a:lnTo>
                <a:cubicBezTo>
                  <a:pt x="1165073" y="39142"/>
                  <a:pt x="1165835" y="41237"/>
                  <a:pt x="1166597" y="43574"/>
                </a:cubicBezTo>
                <a:cubicBezTo>
                  <a:pt x="1167359" y="45910"/>
                  <a:pt x="1167867" y="47282"/>
                  <a:pt x="1167994" y="47702"/>
                </a:cubicBezTo>
                <a:cubicBezTo>
                  <a:pt x="1168121" y="47358"/>
                  <a:pt x="1168629" y="46038"/>
                  <a:pt x="1169391" y="43765"/>
                </a:cubicBezTo>
                <a:cubicBezTo>
                  <a:pt x="1170534" y="40932"/>
                  <a:pt x="1171169" y="39002"/>
                  <a:pt x="1171550" y="37960"/>
                </a:cubicBezTo>
                <a:lnTo>
                  <a:pt x="1179424" y="15037"/>
                </a:lnTo>
                <a:lnTo>
                  <a:pt x="1186536" y="15037"/>
                </a:lnTo>
                <a:lnTo>
                  <a:pt x="1167994" y="63030"/>
                </a:lnTo>
                <a:cubicBezTo>
                  <a:pt x="1167232" y="65088"/>
                  <a:pt x="1166343" y="66752"/>
                  <a:pt x="1165327" y="67996"/>
                </a:cubicBezTo>
                <a:cubicBezTo>
                  <a:pt x="1164438" y="69253"/>
                  <a:pt x="1163041" y="70206"/>
                  <a:pt x="1161517" y="70866"/>
                </a:cubicBezTo>
                <a:cubicBezTo>
                  <a:pt x="1159866" y="71527"/>
                  <a:pt x="1157834" y="71857"/>
                  <a:pt x="1155294" y="71857"/>
                </a:cubicBezTo>
                <a:close/>
              </a:path>
            </a:pathLst>
          </a:custGeom>
          <a:solidFill>
            <a:srgbClr val="000000">
              <a:alpha val="50196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700" y="2146300"/>
            <a:ext cx="63500" cy="381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88" y="2519298"/>
            <a:ext cx="4456176" cy="2506598"/>
          </a:xfrm>
          <a:prstGeom prst="rect">
            <a:avLst/>
          </a:prstGeom>
        </p:spPr>
      </p:pic>
      <p:sp>
        <p:nvSpPr>
          <p:cNvPr id="20" name="Editable vector"/>
          <p:cNvSpPr/>
          <p:nvPr/>
        </p:nvSpPr>
        <p:spPr>
          <a:xfrm>
            <a:off x="829703" y="5264658"/>
            <a:ext cx="1440167" cy="10667"/>
          </a:xfrm>
          <a:custGeom>
            <a:avLst/>
            <a:gdLst/>
            <a:ahLst/>
            <a:cxnLst/>
            <a:rect l="0" t="0" r="r" b="b"/>
            <a:pathLst>
              <a:path w="1440167" h="10668" fill="norm" stroke="0" extrusionOk="0">
                <a:moveTo>
                  <a:pt x="0" y="0"/>
                </a:moveTo>
                <a:lnTo>
                  <a:pt x="720077" y="0"/>
                </a:lnTo>
                <a:lnTo>
                  <a:pt x="1440167" y="0"/>
                </a:lnTo>
                <a:lnTo>
                  <a:pt x="1440167" y="10668"/>
                </a:lnTo>
                <a:lnTo>
                  <a:pt x="720077" y="10668"/>
                </a:lnTo>
                <a:lnTo>
                  <a:pt x="0" y="10668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Editable vector"/>
          <p:cNvSpPr/>
          <p:nvPr/>
        </p:nvSpPr>
        <p:spPr>
          <a:xfrm>
            <a:off x="6912102" y="5264658"/>
            <a:ext cx="1647443" cy="10667"/>
          </a:xfrm>
          <a:custGeom>
            <a:avLst/>
            <a:gdLst/>
            <a:ahLst/>
            <a:cxnLst/>
            <a:rect l="0" t="0" r="r" b="b"/>
            <a:pathLst>
              <a:path w="1647444" h="10668" fill="norm" stroke="0" extrusionOk="0">
                <a:moveTo>
                  <a:pt x="0" y="0"/>
                </a:moveTo>
                <a:lnTo>
                  <a:pt x="549148" y="0"/>
                </a:lnTo>
                <a:lnTo>
                  <a:pt x="1098296" y="0"/>
                </a:lnTo>
                <a:lnTo>
                  <a:pt x="1647444" y="0"/>
                </a:lnTo>
                <a:lnTo>
                  <a:pt x="1647444" y="10668"/>
                </a:lnTo>
                <a:lnTo>
                  <a:pt x="1098296" y="10668"/>
                </a:lnTo>
                <a:lnTo>
                  <a:pt x="549148" y="10668"/>
                </a:lnTo>
                <a:lnTo>
                  <a:pt x="0" y="10668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0900" y="2146300"/>
            <a:ext cx="63500" cy="381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8700" y="2146300"/>
            <a:ext cx="76200" cy="381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0608" y="2516632"/>
            <a:ext cx="4456176" cy="2506598"/>
          </a:xfrm>
          <a:prstGeom prst="rect">
            <a:avLst/>
          </a:prstGeom>
        </p:spPr>
      </p:pic>
      <p:sp>
        <p:nvSpPr>
          <p:cNvPr id="26" name="Editable vector"/>
          <p:cNvSpPr/>
          <p:nvPr/>
        </p:nvSpPr>
        <p:spPr>
          <a:xfrm>
            <a:off x="720788" y="2323846"/>
            <a:ext cx="4456112" cy="12"/>
          </a:xfrm>
          <a:custGeom>
            <a:avLst/>
            <a:gdLst/>
            <a:ahLst/>
            <a:cxnLst/>
            <a:rect l="0" t="0" r="r" b="b"/>
            <a:pathLst>
              <a:path w="4456113" h="13" fill="none" stroke="1" extrusionOk="0">
                <a:moveTo>
                  <a:pt x="0" y="0"/>
                </a:moveTo>
                <a:lnTo>
                  <a:pt x="4456113" y="0"/>
                </a:lnTo>
              </a:path>
            </a:pathLst>
          </a:custGeom>
          <a:noFill/>
          <a:ln w="12700" cap="flat">
            <a:solidFill>
              <a:srgbClr val="002A8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Editable vector"/>
          <p:cNvSpPr/>
          <p:nvPr/>
        </p:nvSpPr>
        <p:spPr>
          <a:xfrm>
            <a:off x="6650608" y="2323846"/>
            <a:ext cx="4456176" cy="12"/>
          </a:xfrm>
          <a:custGeom>
            <a:avLst/>
            <a:gdLst/>
            <a:ahLst/>
            <a:cxnLst/>
            <a:rect l="0" t="0" r="r" b="b"/>
            <a:pathLst>
              <a:path w="4456176" h="13" fill="none" stroke="1" extrusionOk="0">
                <a:moveTo>
                  <a:pt x="0" y="0"/>
                </a:moveTo>
                <a:lnTo>
                  <a:pt x="4456176" y="0"/>
                </a:lnTo>
              </a:path>
            </a:pathLst>
          </a:custGeom>
          <a:noFill/>
          <a:ln w="12700" cap="flat">
            <a:solidFill>
              <a:srgbClr val="002A8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Editable vector"/>
          <p:cNvSpPr/>
          <p:nvPr/>
        </p:nvSpPr>
        <p:spPr>
          <a:xfrm>
            <a:off x="203250" y="6563359"/>
            <a:ext cx="1508505" cy="91440"/>
          </a:xfrm>
          <a:custGeom>
            <a:avLst/>
            <a:gdLst/>
            <a:ahLst/>
            <a:cxnLst/>
            <a:rect l="0" t="0" r="r" b="b"/>
            <a:pathLst>
              <a:path w="1508506" h="91440" fill="norm" stroke="0" extrusionOk="0">
                <a:moveTo>
                  <a:pt x="0" y="0"/>
                </a:moveTo>
                <a:lnTo>
                  <a:pt x="1508506" y="0"/>
                </a:lnTo>
                <a:lnTo>
                  <a:pt x="1508506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Editable vector"/>
          <p:cNvSpPr/>
          <p:nvPr/>
        </p:nvSpPr>
        <p:spPr>
          <a:xfrm>
            <a:off x="506679" y="6582778"/>
            <a:ext cx="1186484" cy="71856"/>
          </a:xfrm>
          <a:custGeom>
            <a:avLst/>
            <a:gdLst/>
            <a:ahLst/>
            <a:cxnLst/>
            <a:rect l="0" t="0" r="r" b="b"/>
            <a:pathLst>
              <a:path w="1186485" h="71857" fill="norm" stroke="0" extrusionOk="0">
                <a:moveTo>
                  <a:pt x="0" y="2832"/>
                </a:moveTo>
                <a:lnTo>
                  <a:pt x="0" y="55258"/>
                </a:lnTo>
                <a:lnTo>
                  <a:pt x="7074" y="55258"/>
                </a:lnTo>
                <a:lnTo>
                  <a:pt x="7074" y="2832"/>
                </a:lnTo>
                <a:close/>
                <a:moveTo>
                  <a:pt x="19812" y="2832"/>
                </a:moveTo>
                <a:lnTo>
                  <a:pt x="28194" y="2832"/>
                </a:lnTo>
                <a:lnTo>
                  <a:pt x="54712" y="47410"/>
                </a:lnTo>
                <a:cubicBezTo>
                  <a:pt x="54674" y="46266"/>
                  <a:pt x="54623" y="44717"/>
                  <a:pt x="54572" y="42761"/>
                </a:cubicBezTo>
                <a:cubicBezTo>
                  <a:pt x="54521" y="40793"/>
                  <a:pt x="54496" y="38862"/>
                  <a:pt x="54496" y="36957"/>
                </a:cubicBezTo>
                <a:lnTo>
                  <a:pt x="54496" y="2832"/>
                </a:lnTo>
                <a:lnTo>
                  <a:pt x="60820" y="2832"/>
                </a:lnTo>
                <a:lnTo>
                  <a:pt x="60820" y="55258"/>
                </a:lnTo>
                <a:lnTo>
                  <a:pt x="52108" y="55258"/>
                </a:lnTo>
                <a:lnTo>
                  <a:pt x="25921" y="11202"/>
                </a:lnTo>
                <a:cubicBezTo>
                  <a:pt x="25972" y="12345"/>
                  <a:pt x="26022" y="13894"/>
                  <a:pt x="26073" y="15837"/>
                </a:cubicBezTo>
                <a:cubicBezTo>
                  <a:pt x="26111" y="17780"/>
                  <a:pt x="26137" y="19724"/>
                  <a:pt x="26137" y="21654"/>
                </a:cubicBezTo>
                <a:lnTo>
                  <a:pt x="26137" y="55258"/>
                </a:lnTo>
                <a:lnTo>
                  <a:pt x="19812" y="55258"/>
                </a:lnTo>
                <a:lnTo>
                  <a:pt x="19812" y="2832"/>
                </a:lnTo>
                <a:close/>
                <a:moveTo>
                  <a:pt x="84138" y="9385"/>
                </a:moveTo>
                <a:lnTo>
                  <a:pt x="67653" y="9385"/>
                </a:lnTo>
                <a:lnTo>
                  <a:pt x="67653" y="2832"/>
                </a:lnTo>
                <a:lnTo>
                  <a:pt x="107683" y="2832"/>
                </a:lnTo>
                <a:lnTo>
                  <a:pt x="107683" y="9385"/>
                </a:lnTo>
                <a:lnTo>
                  <a:pt x="91199" y="9385"/>
                </a:lnTo>
                <a:lnTo>
                  <a:pt x="91199" y="55258"/>
                </a:lnTo>
                <a:lnTo>
                  <a:pt x="84138" y="55258"/>
                </a:lnTo>
                <a:lnTo>
                  <a:pt x="84138" y="9385"/>
                </a:lnTo>
                <a:close/>
                <a:moveTo>
                  <a:pt x="114300" y="2832"/>
                </a:moveTo>
                <a:lnTo>
                  <a:pt x="147980" y="2832"/>
                </a:lnTo>
                <a:lnTo>
                  <a:pt x="147980" y="9385"/>
                </a:lnTo>
                <a:lnTo>
                  <a:pt x="121374" y="9385"/>
                </a:lnTo>
                <a:lnTo>
                  <a:pt x="121374" y="25083"/>
                </a:lnTo>
                <a:lnTo>
                  <a:pt x="145783" y="25083"/>
                </a:lnTo>
                <a:lnTo>
                  <a:pt x="145783" y="31483"/>
                </a:lnTo>
                <a:lnTo>
                  <a:pt x="121374" y="31483"/>
                </a:lnTo>
                <a:lnTo>
                  <a:pt x="121374" y="48705"/>
                </a:lnTo>
                <a:lnTo>
                  <a:pt x="149504" y="48705"/>
                </a:lnTo>
                <a:lnTo>
                  <a:pt x="149504" y="55258"/>
                </a:lnTo>
                <a:lnTo>
                  <a:pt x="114300" y="55258"/>
                </a:lnTo>
                <a:lnTo>
                  <a:pt x="114300" y="2832"/>
                </a:lnTo>
                <a:close/>
                <a:moveTo>
                  <a:pt x="158496" y="2832"/>
                </a:moveTo>
                <a:lnTo>
                  <a:pt x="178625" y="2832"/>
                </a:lnTo>
                <a:cubicBezTo>
                  <a:pt x="182550" y="2832"/>
                  <a:pt x="185890" y="3442"/>
                  <a:pt x="188633" y="4674"/>
                </a:cubicBezTo>
                <a:cubicBezTo>
                  <a:pt x="191389" y="5906"/>
                  <a:pt x="193485" y="7671"/>
                  <a:pt x="194907" y="9996"/>
                </a:cubicBezTo>
                <a:cubicBezTo>
                  <a:pt x="196329" y="12319"/>
                  <a:pt x="197053" y="15088"/>
                  <a:pt x="197053" y="18314"/>
                </a:cubicBezTo>
                <a:cubicBezTo>
                  <a:pt x="197053" y="20613"/>
                  <a:pt x="196596" y="22797"/>
                  <a:pt x="195707" y="24854"/>
                </a:cubicBezTo>
                <a:cubicBezTo>
                  <a:pt x="194818" y="26912"/>
                  <a:pt x="193408" y="28702"/>
                  <a:pt x="191491" y="30214"/>
                </a:cubicBezTo>
                <a:cubicBezTo>
                  <a:pt x="189560" y="31725"/>
                  <a:pt x="187122" y="32766"/>
                  <a:pt x="184175" y="33338"/>
                </a:cubicBezTo>
                <a:lnTo>
                  <a:pt x="199200" y="55258"/>
                </a:lnTo>
                <a:lnTo>
                  <a:pt x="190944" y="55258"/>
                </a:lnTo>
                <a:lnTo>
                  <a:pt x="177254" y="34240"/>
                </a:lnTo>
                <a:lnTo>
                  <a:pt x="165570" y="34240"/>
                </a:lnTo>
                <a:lnTo>
                  <a:pt x="165570" y="55258"/>
                </a:lnTo>
                <a:lnTo>
                  <a:pt x="158496" y="55258"/>
                </a:lnTo>
                <a:lnTo>
                  <a:pt x="158496" y="2832"/>
                </a:lnTo>
                <a:close/>
                <a:moveTo>
                  <a:pt x="178143" y="27915"/>
                </a:moveTo>
                <a:cubicBezTo>
                  <a:pt x="180797" y="27915"/>
                  <a:pt x="183020" y="27496"/>
                  <a:pt x="184785" y="26657"/>
                </a:cubicBezTo>
                <a:cubicBezTo>
                  <a:pt x="186563" y="25832"/>
                  <a:pt x="187871" y="24702"/>
                  <a:pt x="188709" y="23279"/>
                </a:cubicBezTo>
                <a:cubicBezTo>
                  <a:pt x="189560" y="21857"/>
                  <a:pt x="189979" y="20219"/>
                  <a:pt x="189979" y="18390"/>
                </a:cubicBezTo>
                <a:cubicBezTo>
                  <a:pt x="189979" y="15380"/>
                  <a:pt x="188925" y="13119"/>
                  <a:pt x="186817" y="11595"/>
                </a:cubicBezTo>
                <a:cubicBezTo>
                  <a:pt x="184709" y="10071"/>
                  <a:pt x="181712" y="9310"/>
                  <a:pt x="177851" y="9310"/>
                </a:cubicBezTo>
                <a:lnTo>
                  <a:pt x="165570" y="9310"/>
                </a:lnTo>
                <a:lnTo>
                  <a:pt x="165570" y="27915"/>
                </a:lnTo>
                <a:lnTo>
                  <a:pt x="178143" y="27915"/>
                </a:lnTo>
                <a:close/>
                <a:moveTo>
                  <a:pt x="207264" y="2832"/>
                </a:moveTo>
                <a:lnTo>
                  <a:pt x="215646" y="2832"/>
                </a:lnTo>
                <a:lnTo>
                  <a:pt x="242164" y="47410"/>
                </a:lnTo>
                <a:cubicBezTo>
                  <a:pt x="242113" y="46266"/>
                  <a:pt x="242075" y="44717"/>
                  <a:pt x="242024" y="42761"/>
                </a:cubicBezTo>
                <a:cubicBezTo>
                  <a:pt x="241973" y="40793"/>
                  <a:pt x="241948" y="38862"/>
                  <a:pt x="241948" y="36957"/>
                </a:cubicBezTo>
                <a:lnTo>
                  <a:pt x="241948" y="2832"/>
                </a:lnTo>
                <a:lnTo>
                  <a:pt x="248272" y="2832"/>
                </a:lnTo>
                <a:lnTo>
                  <a:pt x="248272" y="55258"/>
                </a:lnTo>
                <a:lnTo>
                  <a:pt x="239560" y="55258"/>
                </a:lnTo>
                <a:lnTo>
                  <a:pt x="213373" y="11202"/>
                </a:lnTo>
                <a:cubicBezTo>
                  <a:pt x="213424" y="12345"/>
                  <a:pt x="213474" y="13894"/>
                  <a:pt x="213525" y="15837"/>
                </a:cubicBezTo>
                <a:cubicBezTo>
                  <a:pt x="213563" y="17780"/>
                  <a:pt x="213589" y="19724"/>
                  <a:pt x="213589" y="21654"/>
                </a:cubicBezTo>
                <a:lnTo>
                  <a:pt x="213589" y="55258"/>
                </a:lnTo>
                <a:lnTo>
                  <a:pt x="207264" y="55258"/>
                </a:lnTo>
                <a:lnTo>
                  <a:pt x="207264" y="2832"/>
                </a:lnTo>
                <a:close/>
                <a:moveTo>
                  <a:pt x="274079" y="2832"/>
                </a:moveTo>
                <a:lnTo>
                  <a:pt x="282194" y="2832"/>
                </a:lnTo>
                <a:lnTo>
                  <a:pt x="301904" y="55258"/>
                </a:lnTo>
                <a:lnTo>
                  <a:pt x="294500" y="55258"/>
                </a:lnTo>
                <a:lnTo>
                  <a:pt x="289560" y="41085"/>
                </a:lnTo>
                <a:lnTo>
                  <a:pt x="266560" y="41085"/>
                </a:lnTo>
                <a:lnTo>
                  <a:pt x="261607" y="55258"/>
                </a:lnTo>
                <a:lnTo>
                  <a:pt x="254356" y="55258"/>
                </a:lnTo>
                <a:lnTo>
                  <a:pt x="274079" y="2832"/>
                </a:lnTo>
                <a:close/>
                <a:moveTo>
                  <a:pt x="287401" y="34900"/>
                </a:moveTo>
                <a:lnTo>
                  <a:pt x="281178" y="17158"/>
                </a:lnTo>
                <a:cubicBezTo>
                  <a:pt x="280619" y="15545"/>
                  <a:pt x="280048" y="13932"/>
                  <a:pt x="279489" y="12319"/>
                </a:cubicBezTo>
                <a:cubicBezTo>
                  <a:pt x="278930" y="10706"/>
                  <a:pt x="278460" y="9322"/>
                  <a:pt x="278054" y="8154"/>
                </a:cubicBezTo>
                <a:cubicBezTo>
                  <a:pt x="277660" y="9322"/>
                  <a:pt x="277190" y="10706"/>
                  <a:pt x="276631" y="12319"/>
                </a:cubicBezTo>
                <a:cubicBezTo>
                  <a:pt x="276073" y="13932"/>
                  <a:pt x="275501" y="15545"/>
                  <a:pt x="274930" y="17158"/>
                </a:cubicBezTo>
                <a:lnTo>
                  <a:pt x="268719" y="34900"/>
                </a:lnTo>
                <a:lnTo>
                  <a:pt x="287401" y="34900"/>
                </a:lnTo>
                <a:close/>
                <a:moveTo>
                  <a:pt x="307848" y="2832"/>
                </a:moveTo>
                <a:lnTo>
                  <a:pt x="314922" y="2832"/>
                </a:lnTo>
                <a:lnTo>
                  <a:pt x="314922" y="48705"/>
                </a:lnTo>
                <a:lnTo>
                  <a:pt x="339179" y="48705"/>
                </a:lnTo>
                <a:lnTo>
                  <a:pt x="339179" y="55258"/>
                </a:lnTo>
                <a:lnTo>
                  <a:pt x="307848" y="55258"/>
                </a:lnTo>
                <a:lnTo>
                  <a:pt x="307848" y="2832"/>
                </a:lnTo>
                <a:close/>
                <a:moveTo>
                  <a:pt x="362267" y="32410"/>
                </a:moveTo>
                <a:lnTo>
                  <a:pt x="362267" y="37580"/>
                </a:lnTo>
                <a:lnTo>
                  <a:pt x="404609" y="37580"/>
                </a:lnTo>
                <a:lnTo>
                  <a:pt x="404609" y="32410"/>
                </a:lnTo>
                <a:close/>
                <a:moveTo>
                  <a:pt x="446773" y="56007"/>
                </a:moveTo>
                <a:cubicBezTo>
                  <a:pt x="442481" y="56007"/>
                  <a:pt x="438696" y="55309"/>
                  <a:pt x="435407" y="53911"/>
                </a:cubicBezTo>
                <a:cubicBezTo>
                  <a:pt x="432117" y="52528"/>
                  <a:pt x="429387" y="50432"/>
                  <a:pt x="427203" y="47625"/>
                </a:cubicBezTo>
                <a:lnTo>
                  <a:pt x="432041" y="42787"/>
                </a:lnTo>
                <a:cubicBezTo>
                  <a:pt x="433210" y="44260"/>
                  <a:pt x="434429" y="45492"/>
                  <a:pt x="435724" y="46495"/>
                </a:cubicBezTo>
                <a:cubicBezTo>
                  <a:pt x="437020" y="47498"/>
                  <a:pt x="438569" y="48299"/>
                  <a:pt x="440372" y="48895"/>
                </a:cubicBezTo>
                <a:cubicBezTo>
                  <a:pt x="442189" y="49492"/>
                  <a:pt x="444322" y="49785"/>
                  <a:pt x="446773" y="49785"/>
                </a:cubicBezTo>
                <a:cubicBezTo>
                  <a:pt x="449212" y="49785"/>
                  <a:pt x="451371" y="49479"/>
                  <a:pt x="453288" y="48870"/>
                </a:cubicBezTo>
                <a:cubicBezTo>
                  <a:pt x="455193" y="48273"/>
                  <a:pt x="456705" y="47320"/>
                  <a:pt x="457822" y="46025"/>
                </a:cubicBezTo>
                <a:cubicBezTo>
                  <a:pt x="458940" y="44742"/>
                  <a:pt x="459499" y="43117"/>
                  <a:pt x="459499" y="41161"/>
                </a:cubicBezTo>
                <a:cubicBezTo>
                  <a:pt x="459499" y="39192"/>
                  <a:pt x="458914" y="37605"/>
                  <a:pt x="457746" y="36399"/>
                </a:cubicBezTo>
                <a:cubicBezTo>
                  <a:pt x="456590" y="35179"/>
                  <a:pt x="455105" y="34227"/>
                  <a:pt x="453327" y="33541"/>
                </a:cubicBezTo>
                <a:cubicBezTo>
                  <a:pt x="451536" y="32868"/>
                  <a:pt x="449174" y="32157"/>
                  <a:pt x="446214" y="31407"/>
                </a:cubicBezTo>
                <a:cubicBezTo>
                  <a:pt x="442646" y="30518"/>
                  <a:pt x="439712" y="29579"/>
                  <a:pt x="437439" y="28601"/>
                </a:cubicBezTo>
                <a:cubicBezTo>
                  <a:pt x="435153" y="27623"/>
                  <a:pt x="433222" y="26124"/>
                  <a:pt x="431635" y="24118"/>
                </a:cubicBezTo>
                <a:cubicBezTo>
                  <a:pt x="430047" y="22111"/>
                  <a:pt x="429247" y="19431"/>
                  <a:pt x="429247" y="16078"/>
                </a:cubicBezTo>
                <a:cubicBezTo>
                  <a:pt x="429247" y="12878"/>
                  <a:pt x="430060" y="10237"/>
                  <a:pt x="431673" y="8128"/>
                </a:cubicBezTo>
                <a:cubicBezTo>
                  <a:pt x="433286" y="6033"/>
                  <a:pt x="435458" y="4496"/>
                  <a:pt x="438201" y="3518"/>
                </a:cubicBezTo>
                <a:cubicBezTo>
                  <a:pt x="440944" y="2540"/>
                  <a:pt x="444017" y="2045"/>
                  <a:pt x="447446" y="2045"/>
                </a:cubicBezTo>
                <a:cubicBezTo>
                  <a:pt x="451561" y="2045"/>
                  <a:pt x="455054" y="2718"/>
                  <a:pt x="457937" y="4039"/>
                </a:cubicBezTo>
                <a:cubicBezTo>
                  <a:pt x="460819" y="5373"/>
                  <a:pt x="463220" y="7201"/>
                  <a:pt x="465150" y="9525"/>
                </a:cubicBezTo>
                <a:lnTo>
                  <a:pt x="460426" y="14212"/>
                </a:lnTo>
                <a:cubicBezTo>
                  <a:pt x="458762" y="12306"/>
                  <a:pt x="456870" y="10833"/>
                  <a:pt x="454736" y="9792"/>
                </a:cubicBezTo>
                <a:cubicBezTo>
                  <a:pt x="452603" y="8751"/>
                  <a:pt x="450050" y="8230"/>
                  <a:pt x="447078" y="8230"/>
                </a:cubicBezTo>
                <a:cubicBezTo>
                  <a:pt x="444665" y="8230"/>
                  <a:pt x="442646" y="8560"/>
                  <a:pt x="441008" y="9208"/>
                </a:cubicBezTo>
                <a:cubicBezTo>
                  <a:pt x="439369" y="9868"/>
                  <a:pt x="438150" y="10770"/>
                  <a:pt x="437363" y="11913"/>
                </a:cubicBezTo>
                <a:cubicBezTo>
                  <a:pt x="436563" y="13056"/>
                  <a:pt x="436169" y="14364"/>
                  <a:pt x="436169" y="15850"/>
                </a:cubicBezTo>
                <a:cubicBezTo>
                  <a:pt x="436169" y="17666"/>
                  <a:pt x="436728" y="19139"/>
                  <a:pt x="437833" y="20269"/>
                </a:cubicBezTo>
                <a:cubicBezTo>
                  <a:pt x="438925" y="21387"/>
                  <a:pt x="440309" y="22276"/>
                  <a:pt x="441960" y="22911"/>
                </a:cubicBezTo>
                <a:cubicBezTo>
                  <a:pt x="443611" y="23533"/>
                  <a:pt x="445872" y="24244"/>
                  <a:pt x="448742" y="25006"/>
                </a:cubicBezTo>
                <a:cubicBezTo>
                  <a:pt x="452514" y="25946"/>
                  <a:pt x="455587" y="26912"/>
                  <a:pt x="457949" y="27915"/>
                </a:cubicBezTo>
                <a:cubicBezTo>
                  <a:pt x="460324" y="28905"/>
                  <a:pt x="462344" y="30429"/>
                  <a:pt x="464007" y="32487"/>
                </a:cubicBezTo>
                <a:cubicBezTo>
                  <a:pt x="465658" y="34544"/>
                  <a:pt x="466496" y="37313"/>
                  <a:pt x="466496" y="40780"/>
                </a:cubicBezTo>
                <a:cubicBezTo>
                  <a:pt x="466496" y="43765"/>
                  <a:pt x="465734" y="46393"/>
                  <a:pt x="464223" y="48692"/>
                </a:cubicBezTo>
                <a:cubicBezTo>
                  <a:pt x="462712" y="50991"/>
                  <a:pt x="460477" y="52781"/>
                  <a:pt x="457505" y="54064"/>
                </a:cubicBezTo>
                <a:cubicBezTo>
                  <a:pt x="454546" y="55359"/>
                  <a:pt x="450964" y="56007"/>
                  <a:pt x="446773" y="56007"/>
                </a:cubicBezTo>
                <a:close/>
                <a:moveTo>
                  <a:pt x="488963" y="2832"/>
                </a:moveTo>
                <a:lnTo>
                  <a:pt x="497078" y="2832"/>
                </a:lnTo>
                <a:lnTo>
                  <a:pt x="516788" y="55258"/>
                </a:lnTo>
                <a:lnTo>
                  <a:pt x="509384" y="55258"/>
                </a:lnTo>
                <a:lnTo>
                  <a:pt x="504444" y="41085"/>
                </a:lnTo>
                <a:lnTo>
                  <a:pt x="481444" y="41085"/>
                </a:lnTo>
                <a:lnTo>
                  <a:pt x="476491" y="55258"/>
                </a:lnTo>
                <a:lnTo>
                  <a:pt x="469240" y="55258"/>
                </a:lnTo>
                <a:lnTo>
                  <a:pt x="488963" y="2832"/>
                </a:lnTo>
                <a:close/>
                <a:moveTo>
                  <a:pt x="502285" y="34900"/>
                </a:moveTo>
                <a:lnTo>
                  <a:pt x="496062" y="17158"/>
                </a:lnTo>
                <a:cubicBezTo>
                  <a:pt x="495503" y="15545"/>
                  <a:pt x="494932" y="13932"/>
                  <a:pt x="494373" y="12319"/>
                </a:cubicBezTo>
                <a:cubicBezTo>
                  <a:pt x="493814" y="10706"/>
                  <a:pt x="493344" y="9322"/>
                  <a:pt x="492938" y="8154"/>
                </a:cubicBezTo>
                <a:cubicBezTo>
                  <a:pt x="492544" y="9322"/>
                  <a:pt x="492074" y="10706"/>
                  <a:pt x="491515" y="12319"/>
                </a:cubicBezTo>
                <a:cubicBezTo>
                  <a:pt x="490957" y="13932"/>
                  <a:pt x="490385" y="15545"/>
                  <a:pt x="489814" y="17158"/>
                </a:cubicBezTo>
                <a:lnTo>
                  <a:pt x="483603" y="34900"/>
                </a:lnTo>
                <a:lnTo>
                  <a:pt x="502285" y="34900"/>
                </a:lnTo>
                <a:close/>
                <a:moveTo>
                  <a:pt x="522732" y="2832"/>
                </a:moveTo>
                <a:lnTo>
                  <a:pt x="542531" y="2832"/>
                </a:lnTo>
                <a:cubicBezTo>
                  <a:pt x="546570" y="2832"/>
                  <a:pt x="549973" y="3493"/>
                  <a:pt x="552729" y="4801"/>
                </a:cubicBezTo>
                <a:cubicBezTo>
                  <a:pt x="555473" y="6121"/>
                  <a:pt x="557543" y="7963"/>
                  <a:pt x="558914" y="10351"/>
                </a:cubicBezTo>
                <a:cubicBezTo>
                  <a:pt x="560299" y="12726"/>
                  <a:pt x="560984" y="15532"/>
                  <a:pt x="560984" y="18759"/>
                </a:cubicBezTo>
                <a:cubicBezTo>
                  <a:pt x="560984" y="21908"/>
                  <a:pt x="560299" y="24727"/>
                  <a:pt x="558940" y="27204"/>
                </a:cubicBezTo>
                <a:cubicBezTo>
                  <a:pt x="557581" y="29680"/>
                  <a:pt x="555536" y="31636"/>
                  <a:pt x="552831" y="33058"/>
                </a:cubicBezTo>
                <a:cubicBezTo>
                  <a:pt x="550139" y="34493"/>
                  <a:pt x="546837" y="35205"/>
                  <a:pt x="542938" y="35205"/>
                </a:cubicBezTo>
                <a:lnTo>
                  <a:pt x="529806" y="35205"/>
                </a:lnTo>
                <a:lnTo>
                  <a:pt x="529806" y="55258"/>
                </a:lnTo>
                <a:lnTo>
                  <a:pt x="522732" y="55258"/>
                </a:lnTo>
                <a:lnTo>
                  <a:pt x="522732" y="2832"/>
                </a:lnTo>
                <a:close/>
                <a:moveTo>
                  <a:pt x="541934" y="28804"/>
                </a:moveTo>
                <a:cubicBezTo>
                  <a:pt x="545948" y="28804"/>
                  <a:pt x="548958" y="27953"/>
                  <a:pt x="550939" y="26251"/>
                </a:cubicBezTo>
                <a:cubicBezTo>
                  <a:pt x="552920" y="24550"/>
                  <a:pt x="553911" y="22085"/>
                  <a:pt x="553911" y="18835"/>
                </a:cubicBezTo>
                <a:cubicBezTo>
                  <a:pt x="553911" y="15710"/>
                  <a:pt x="552882" y="13336"/>
                  <a:pt x="550812" y="11723"/>
                </a:cubicBezTo>
                <a:cubicBezTo>
                  <a:pt x="548742" y="10109"/>
                  <a:pt x="545681" y="9310"/>
                  <a:pt x="541642" y="9310"/>
                </a:cubicBezTo>
                <a:lnTo>
                  <a:pt x="529806" y="9310"/>
                </a:lnTo>
                <a:lnTo>
                  <a:pt x="529806" y="28804"/>
                </a:lnTo>
                <a:lnTo>
                  <a:pt x="541934" y="28804"/>
                </a:lnTo>
                <a:close/>
                <a:moveTo>
                  <a:pt x="595973" y="56007"/>
                </a:moveTo>
                <a:cubicBezTo>
                  <a:pt x="593585" y="56007"/>
                  <a:pt x="591464" y="55538"/>
                  <a:pt x="589610" y="54623"/>
                </a:cubicBezTo>
                <a:cubicBezTo>
                  <a:pt x="587743" y="53708"/>
                  <a:pt x="586295" y="52363"/>
                  <a:pt x="585254" y="50610"/>
                </a:cubicBezTo>
                <a:cubicBezTo>
                  <a:pt x="584213" y="48844"/>
                  <a:pt x="583692" y="46736"/>
                  <a:pt x="583692" y="44285"/>
                </a:cubicBezTo>
                <a:cubicBezTo>
                  <a:pt x="583692" y="41275"/>
                  <a:pt x="584479" y="38812"/>
                  <a:pt x="586054" y="36881"/>
                </a:cubicBezTo>
                <a:cubicBezTo>
                  <a:pt x="587629" y="34938"/>
                  <a:pt x="589788" y="33528"/>
                  <a:pt x="592506" y="32652"/>
                </a:cubicBezTo>
                <a:cubicBezTo>
                  <a:pt x="595236" y="31776"/>
                  <a:pt x="598399" y="31331"/>
                  <a:pt x="602005" y="31331"/>
                </a:cubicBezTo>
                <a:lnTo>
                  <a:pt x="609143" y="31331"/>
                </a:lnTo>
                <a:lnTo>
                  <a:pt x="609143" y="28575"/>
                </a:lnTo>
                <a:cubicBezTo>
                  <a:pt x="609143" y="25756"/>
                  <a:pt x="608470" y="23597"/>
                  <a:pt x="607111" y="22123"/>
                </a:cubicBezTo>
                <a:cubicBezTo>
                  <a:pt x="605765" y="20651"/>
                  <a:pt x="603720" y="19914"/>
                  <a:pt x="600989" y="19914"/>
                </a:cubicBezTo>
                <a:cubicBezTo>
                  <a:pt x="598513" y="19914"/>
                  <a:pt x="596354" y="20409"/>
                  <a:pt x="594500" y="21413"/>
                </a:cubicBezTo>
                <a:cubicBezTo>
                  <a:pt x="592658" y="22416"/>
                  <a:pt x="591020" y="23876"/>
                  <a:pt x="589610" y="25794"/>
                </a:cubicBezTo>
                <a:lnTo>
                  <a:pt x="585292" y="21476"/>
                </a:lnTo>
                <a:cubicBezTo>
                  <a:pt x="589318" y="16663"/>
                  <a:pt x="594690" y="14250"/>
                  <a:pt x="601447" y="14250"/>
                </a:cubicBezTo>
                <a:cubicBezTo>
                  <a:pt x="604545" y="14250"/>
                  <a:pt x="607174" y="14846"/>
                  <a:pt x="609333" y="16040"/>
                </a:cubicBezTo>
                <a:cubicBezTo>
                  <a:pt x="611492" y="17234"/>
                  <a:pt x="613118" y="18898"/>
                  <a:pt x="614197" y="21044"/>
                </a:cubicBezTo>
                <a:cubicBezTo>
                  <a:pt x="615290" y="23191"/>
                  <a:pt x="615836" y="25705"/>
                  <a:pt x="615836" y="28575"/>
                </a:cubicBezTo>
                <a:lnTo>
                  <a:pt x="615836" y="55258"/>
                </a:lnTo>
                <a:lnTo>
                  <a:pt x="609435" y="55258"/>
                </a:lnTo>
                <a:lnTo>
                  <a:pt x="609435" y="47778"/>
                </a:lnTo>
                <a:lnTo>
                  <a:pt x="609295" y="47778"/>
                </a:lnTo>
                <a:cubicBezTo>
                  <a:pt x="607949" y="50635"/>
                  <a:pt x="606222" y="52718"/>
                  <a:pt x="604088" y="54026"/>
                </a:cubicBezTo>
                <a:cubicBezTo>
                  <a:pt x="601955" y="55347"/>
                  <a:pt x="599250" y="56007"/>
                  <a:pt x="595973" y="56007"/>
                </a:cubicBezTo>
                <a:close/>
                <a:moveTo>
                  <a:pt x="590614" y="44133"/>
                </a:moveTo>
                <a:cubicBezTo>
                  <a:pt x="590614" y="45403"/>
                  <a:pt x="590906" y="46495"/>
                  <a:pt x="591464" y="47447"/>
                </a:cubicBezTo>
                <a:cubicBezTo>
                  <a:pt x="592036" y="48387"/>
                  <a:pt x="592861" y="49111"/>
                  <a:pt x="593941" y="49619"/>
                </a:cubicBezTo>
                <a:cubicBezTo>
                  <a:pt x="595020" y="50127"/>
                  <a:pt x="596303" y="50381"/>
                  <a:pt x="597789" y="50381"/>
                </a:cubicBezTo>
                <a:cubicBezTo>
                  <a:pt x="600151" y="50381"/>
                  <a:pt x="602183" y="49911"/>
                  <a:pt x="603898" y="48946"/>
                </a:cubicBezTo>
                <a:cubicBezTo>
                  <a:pt x="605612" y="47993"/>
                  <a:pt x="606908" y="46749"/>
                  <a:pt x="607809" y="45187"/>
                </a:cubicBezTo>
                <a:cubicBezTo>
                  <a:pt x="608698" y="43638"/>
                  <a:pt x="609143" y="41999"/>
                  <a:pt x="609143" y="40260"/>
                </a:cubicBezTo>
                <a:lnTo>
                  <a:pt x="609143" y="36361"/>
                </a:lnTo>
                <a:lnTo>
                  <a:pt x="602894" y="36361"/>
                </a:lnTo>
                <a:cubicBezTo>
                  <a:pt x="599199" y="36361"/>
                  <a:pt x="596227" y="36919"/>
                  <a:pt x="593979" y="38050"/>
                </a:cubicBezTo>
                <a:cubicBezTo>
                  <a:pt x="591731" y="39180"/>
                  <a:pt x="590614" y="41199"/>
                  <a:pt x="590614" y="44133"/>
                </a:cubicBezTo>
                <a:close/>
                <a:moveTo>
                  <a:pt x="625284" y="15037"/>
                </a:moveTo>
                <a:lnTo>
                  <a:pt x="631685" y="15037"/>
                </a:lnTo>
                <a:lnTo>
                  <a:pt x="631685" y="23406"/>
                </a:lnTo>
                <a:lnTo>
                  <a:pt x="631838" y="23406"/>
                </a:lnTo>
                <a:cubicBezTo>
                  <a:pt x="632828" y="20803"/>
                  <a:pt x="634340" y="18631"/>
                  <a:pt x="636372" y="16879"/>
                </a:cubicBezTo>
                <a:cubicBezTo>
                  <a:pt x="638416" y="15126"/>
                  <a:pt x="641248" y="14250"/>
                  <a:pt x="644893" y="14250"/>
                </a:cubicBezTo>
                <a:cubicBezTo>
                  <a:pt x="647675" y="14250"/>
                  <a:pt x="649999" y="14834"/>
                  <a:pt x="651878" y="16002"/>
                </a:cubicBezTo>
                <a:cubicBezTo>
                  <a:pt x="653745" y="17171"/>
                  <a:pt x="655142" y="18821"/>
                  <a:pt x="656082" y="20955"/>
                </a:cubicBezTo>
                <a:cubicBezTo>
                  <a:pt x="657009" y="23089"/>
                  <a:pt x="657479" y="25578"/>
                  <a:pt x="657479" y="28435"/>
                </a:cubicBezTo>
                <a:lnTo>
                  <a:pt x="657479" y="55258"/>
                </a:lnTo>
                <a:lnTo>
                  <a:pt x="650735" y="55258"/>
                </a:lnTo>
                <a:lnTo>
                  <a:pt x="650735" y="29731"/>
                </a:lnTo>
                <a:cubicBezTo>
                  <a:pt x="650735" y="26632"/>
                  <a:pt x="650100" y="24270"/>
                  <a:pt x="648805" y="22644"/>
                </a:cubicBezTo>
                <a:cubicBezTo>
                  <a:pt x="647509" y="21019"/>
                  <a:pt x="645389" y="20206"/>
                  <a:pt x="642442" y="20206"/>
                </a:cubicBezTo>
                <a:cubicBezTo>
                  <a:pt x="640334" y="20206"/>
                  <a:pt x="638492" y="20663"/>
                  <a:pt x="636918" y="21590"/>
                </a:cubicBezTo>
                <a:cubicBezTo>
                  <a:pt x="635343" y="22505"/>
                  <a:pt x="634124" y="23838"/>
                  <a:pt x="633273" y="25603"/>
                </a:cubicBezTo>
                <a:cubicBezTo>
                  <a:pt x="632409" y="27369"/>
                  <a:pt x="631990" y="29477"/>
                  <a:pt x="631990" y="31928"/>
                </a:cubicBezTo>
                <a:lnTo>
                  <a:pt x="631990" y="55258"/>
                </a:lnTo>
                <a:lnTo>
                  <a:pt x="625284" y="55258"/>
                </a:lnTo>
                <a:lnTo>
                  <a:pt x="625284" y="15037"/>
                </a:lnTo>
                <a:close/>
                <a:moveTo>
                  <a:pt x="683222" y="56007"/>
                </a:moveTo>
                <a:cubicBezTo>
                  <a:pt x="679691" y="56007"/>
                  <a:pt x="676605" y="55118"/>
                  <a:pt x="673938" y="53366"/>
                </a:cubicBezTo>
                <a:cubicBezTo>
                  <a:pt x="671271" y="51601"/>
                  <a:pt x="669201" y="49137"/>
                  <a:pt x="667741" y="45987"/>
                </a:cubicBezTo>
                <a:cubicBezTo>
                  <a:pt x="666280" y="42838"/>
                  <a:pt x="665544" y="39218"/>
                  <a:pt x="665544" y="35128"/>
                </a:cubicBezTo>
                <a:cubicBezTo>
                  <a:pt x="665544" y="31039"/>
                  <a:pt x="666255" y="27419"/>
                  <a:pt x="667677" y="24270"/>
                </a:cubicBezTo>
                <a:cubicBezTo>
                  <a:pt x="669112" y="21108"/>
                  <a:pt x="671144" y="18656"/>
                  <a:pt x="673786" y="16891"/>
                </a:cubicBezTo>
                <a:cubicBezTo>
                  <a:pt x="676427" y="15139"/>
                  <a:pt x="679501" y="14250"/>
                  <a:pt x="682993" y="14250"/>
                </a:cubicBezTo>
                <a:cubicBezTo>
                  <a:pt x="685571" y="14250"/>
                  <a:pt x="687857" y="14656"/>
                  <a:pt x="689839" y="15443"/>
                </a:cubicBezTo>
                <a:cubicBezTo>
                  <a:pt x="691820" y="16243"/>
                  <a:pt x="693471" y="17297"/>
                  <a:pt x="694792" y="18631"/>
                </a:cubicBezTo>
                <a:cubicBezTo>
                  <a:pt x="696100" y="19952"/>
                  <a:pt x="697116" y="21451"/>
                  <a:pt x="697840" y="23114"/>
                </a:cubicBezTo>
                <a:lnTo>
                  <a:pt x="697992" y="23114"/>
                </a:lnTo>
                <a:lnTo>
                  <a:pt x="697992" y="0"/>
                </a:lnTo>
                <a:lnTo>
                  <a:pt x="704685" y="0"/>
                </a:lnTo>
                <a:lnTo>
                  <a:pt x="704685" y="55258"/>
                </a:lnTo>
                <a:lnTo>
                  <a:pt x="698284" y="55258"/>
                </a:lnTo>
                <a:lnTo>
                  <a:pt x="698284" y="46736"/>
                </a:lnTo>
                <a:lnTo>
                  <a:pt x="698208" y="46736"/>
                </a:lnTo>
                <a:cubicBezTo>
                  <a:pt x="697090" y="49492"/>
                  <a:pt x="695363" y="51727"/>
                  <a:pt x="693026" y="53429"/>
                </a:cubicBezTo>
                <a:cubicBezTo>
                  <a:pt x="690677" y="55144"/>
                  <a:pt x="687413" y="56007"/>
                  <a:pt x="683222" y="56007"/>
                </a:cubicBezTo>
                <a:close/>
                <a:moveTo>
                  <a:pt x="672541" y="35128"/>
                </a:moveTo>
                <a:cubicBezTo>
                  <a:pt x="672541" y="38380"/>
                  <a:pt x="673087" y="41148"/>
                  <a:pt x="674192" y="43421"/>
                </a:cubicBezTo>
                <a:cubicBezTo>
                  <a:pt x="675297" y="45707"/>
                  <a:pt x="676808" y="47422"/>
                  <a:pt x="678739" y="48578"/>
                </a:cubicBezTo>
                <a:cubicBezTo>
                  <a:pt x="680656" y="49733"/>
                  <a:pt x="682828" y="50305"/>
                  <a:pt x="685267" y="50305"/>
                </a:cubicBezTo>
                <a:cubicBezTo>
                  <a:pt x="687692" y="50305"/>
                  <a:pt x="689864" y="49733"/>
                  <a:pt x="691794" y="48578"/>
                </a:cubicBezTo>
                <a:cubicBezTo>
                  <a:pt x="693712" y="47422"/>
                  <a:pt x="695223" y="45707"/>
                  <a:pt x="696328" y="43447"/>
                </a:cubicBezTo>
                <a:cubicBezTo>
                  <a:pt x="697433" y="41173"/>
                  <a:pt x="697992" y="38405"/>
                  <a:pt x="697992" y="35128"/>
                </a:cubicBezTo>
                <a:cubicBezTo>
                  <a:pt x="697992" y="31877"/>
                  <a:pt x="697433" y="29121"/>
                  <a:pt x="696328" y="26848"/>
                </a:cubicBezTo>
                <a:cubicBezTo>
                  <a:pt x="695223" y="24574"/>
                  <a:pt x="693712" y="22873"/>
                  <a:pt x="691794" y="21717"/>
                </a:cubicBezTo>
                <a:cubicBezTo>
                  <a:pt x="689864" y="20562"/>
                  <a:pt x="687692" y="19990"/>
                  <a:pt x="685267" y="19990"/>
                </a:cubicBezTo>
                <a:cubicBezTo>
                  <a:pt x="682828" y="19990"/>
                  <a:pt x="680656" y="20562"/>
                  <a:pt x="678739" y="21717"/>
                </a:cubicBezTo>
                <a:cubicBezTo>
                  <a:pt x="676808" y="22873"/>
                  <a:pt x="675297" y="24574"/>
                  <a:pt x="674192" y="26848"/>
                </a:cubicBezTo>
                <a:cubicBezTo>
                  <a:pt x="673087" y="29121"/>
                  <a:pt x="672541" y="31877"/>
                  <a:pt x="672541" y="35128"/>
                </a:cubicBezTo>
                <a:close/>
                <a:moveTo>
                  <a:pt x="734568" y="2832"/>
                </a:moveTo>
                <a:lnTo>
                  <a:pt x="754367" y="2832"/>
                </a:lnTo>
                <a:cubicBezTo>
                  <a:pt x="758406" y="2832"/>
                  <a:pt x="761809" y="3493"/>
                  <a:pt x="764591" y="4801"/>
                </a:cubicBezTo>
                <a:cubicBezTo>
                  <a:pt x="767258" y="6121"/>
                  <a:pt x="769417" y="7963"/>
                  <a:pt x="770814" y="10351"/>
                </a:cubicBezTo>
                <a:cubicBezTo>
                  <a:pt x="772084" y="12726"/>
                  <a:pt x="772846" y="15532"/>
                  <a:pt x="772846" y="18759"/>
                </a:cubicBezTo>
                <a:cubicBezTo>
                  <a:pt x="772846" y="21908"/>
                  <a:pt x="772084" y="24727"/>
                  <a:pt x="770814" y="27204"/>
                </a:cubicBezTo>
                <a:cubicBezTo>
                  <a:pt x="769417" y="29680"/>
                  <a:pt x="767385" y="31636"/>
                  <a:pt x="764718" y="33058"/>
                </a:cubicBezTo>
                <a:cubicBezTo>
                  <a:pt x="761975" y="34493"/>
                  <a:pt x="758673" y="35205"/>
                  <a:pt x="754774" y="35205"/>
                </a:cubicBezTo>
                <a:lnTo>
                  <a:pt x="741642" y="35205"/>
                </a:lnTo>
                <a:lnTo>
                  <a:pt x="741642" y="55258"/>
                </a:lnTo>
                <a:lnTo>
                  <a:pt x="734568" y="55258"/>
                </a:lnTo>
                <a:lnTo>
                  <a:pt x="734568" y="2832"/>
                </a:lnTo>
                <a:close/>
                <a:moveTo>
                  <a:pt x="753770" y="28804"/>
                </a:moveTo>
                <a:cubicBezTo>
                  <a:pt x="757784" y="28804"/>
                  <a:pt x="760794" y="27953"/>
                  <a:pt x="762775" y="26251"/>
                </a:cubicBezTo>
                <a:cubicBezTo>
                  <a:pt x="764718" y="24550"/>
                  <a:pt x="765734" y="22085"/>
                  <a:pt x="765734" y="18835"/>
                </a:cubicBezTo>
                <a:cubicBezTo>
                  <a:pt x="765734" y="15710"/>
                  <a:pt x="764718" y="13336"/>
                  <a:pt x="762648" y="11723"/>
                </a:cubicBezTo>
                <a:cubicBezTo>
                  <a:pt x="760578" y="10109"/>
                  <a:pt x="757517" y="9310"/>
                  <a:pt x="753478" y="9310"/>
                </a:cubicBezTo>
                <a:lnTo>
                  <a:pt x="741642" y="9310"/>
                </a:lnTo>
                <a:lnTo>
                  <a:pt x="741642" y="28804"/>
                </a:lnTo>
                <a:lnTo>
                  <a:pt x="753770" y="28804"/>
                </a:lnTo>
                <a:close/>
                <a:moveTo>
                  <a:pt x="789483" y="56007"/>
                </a:moveTo>
                <a:cubicBezTo>
                  <a:pt x="787197" y="56007"/>
                  <a:pt x="785038" y="55538"/>
                  <a:pt x="783133" y="54623"/>
                </a:cubicBezTo>
                <a:cubicBezTo>
                  <a:pt x="781355" y="53708"/>
                  <a:pt x="779831" y="52363"/>
                  <a:pt x="778815" y="50610"/>
                </a:cubicBezTo>
                <a:cubicBezTo>
                  <a:pt x="777799" y="48844"/>
                  <a:pt x="777291" y="46736"/>
                  <a:pt x="777291" y="44285"/>
                </a:cubicBezTo>
                <a:cubicBezTo>
                  <a:pt x="777291" y="41275"/>
                  <a:pt x="778053" y="38812"/>
                  <a:pt x="779577" y="36881"/>
                </a:cubicBezTo>
                <a:cubicBezTo>
                  <a:pt x="781228" y="34938"/>
                  <a:pt x="783387" y="33528"/>
                  <a:pt x="786054" y="32652"/>
                </a:cubicBezTo>
                <a:cubicBezTo>
                  <a:pt x="788848" y="31776"/>
                  <a:pt x="791896" y="31331"/>
                  <a:pt x="795579" y="31331"/>
                </a:cubicBezTo>
                <a:lnTo>
                  <a:pt x="802691" y="31331"/>
                </a:lnTo>
                <a:lnTo>
                  <a:pt x="802691" y="28575"/>
                </a:lnTo>
                <a:cubicBezTo>
                  <a:pt x="802691" y="25756"/>
                  <a:pt x="802056" y="23597"/>
                  <a:pt x="800659" y="22123"/>
                </a:cubicBezTo>
                <a:cubicBezTo>
                  <a:pt x="799262" y="20651"/>
                  <a:pt x="797230" y="19914"/>
                  <a:pt x="794563" y="19914"/>
                </a:cubicBezTo>
                <a:cubicBezTo>
                  <a:pt x="792023" y="19914"/>
                  <a:pt x="789864" y="20409"/>
                  <a:pt x="788086" y="21413"/>
                </a:cubicBezTo>
                <a:cubicBezTo>
                  <a:pt x="786181" y="22416"/>
                  <a:pt x="784530" y="23876"/>
                  <a:pt x="783133" y="25794"/>
                </a:cubicBezTo>
                <a:lnTo>
                  <a:pt x="778815" y="21476"/>
                </a:lnTo>
                <a:cubicBezTo>
                  <a:pt x="782879" y="16663"/>
                  <a:pt x="788213" y="14250"/>
                  <a:pt x="794944" y="14250"/>
                </a:cubicBezTo>
                <a:cubicBezTo>
                  <a:pt x="798119" y="14250"/>
                  <a:pt x="800659" y="14846"/>
                  <a:pt x="802818" y="16040"/>
                </a:cubicBezTo>
                <a:cubicBezTo>
                  <a:pt x="804977" y="17234"/>
                  <a:pt x="806628" y="18898"/>
                  <a:pt x="807771" y="21044"/>
                </a:cubicBezTo>
                <a:cubicBezTo>
                  <a:pt x="808787" y="23191"/>
                  <a:pt x="809422" y="25705"/>
                  <a:pt x="809422" y="28575"/>
                </a:cubicBezTo>
                <a:lnTo>
                  <a:pt x="809422" y="55258"/>
                </a:lnTo>
                <a:lnTo>
                  <a:pt x="802945" y="55258"/>
                </a:lnTo>
                <a:lnTo>
                  <a:pt x="802945" y="47778"/>
                </a:lnTo>
                <a:lnTo>
                  <a:pt x="802818" y="47778"/>
                </a:lnTo>
                <a:cubicBezTo>
                  <a:pt x="801548" y="50635"/>
                  <a:pt x="799770" y="52718"/>
                  <a:pt x="797611" y="54026"/>
                </a:cubicBezTo>
                <a:cubicBezTo>
                  <a:pt x="795452" y="55347"/>
                  <a:pt x="792785" y="56007"/>
                  <a:pt x="789483" y="56007"/>
                </a:cubicBezTo>
                <a:close/>
                <a:moveTo>
                  <a:pt x="784149" y="44133"/>
                </a:moveTo>
                <a:cubicBezTo>
                  <a:pt x="784149" y="45403"/>
                  <a:pt x="784403" y="46495"/>
                  <a:pt x="785038" y="47447"/>
                </a:cubicBezTo>
                <a:cubicBezTo>
                  <a:pt x="785546" y="48387"/>
                  <a:pt x="786435" y="49111"/>
                  <a:pt x="787451" y="49619"/>
                </a:cubicBezTo>
                <a:cubicBezTo>
                  <a:pt x="788594" y="50127"/>
                  <a:pt x="789864" y="50381"/>
                  <a:pt x="791388" y="50381"/>
                </a:cubicBezTo>
                <a:cubicBezTo>
                  <a:pt x="793674" y="50381"/>
                  <a:pt x="795706" y="49911"/>
                  <a:pt x="797484" y="48946"/>
                </a:cubicBezTo>
                <a:cubicBezTo>
                  <a:pt x="799135" y="47993"/>
                  <a:pt x="800405" y="46749"/>
                  <a:pt x="801294" y="45187"/>
                </a:cubicBezTo>
                <a:cubicBezTo>
                  <a:pt x="802183" y="43638"/>
                  <a:pt x="802691" y="41999"/>
                  <a:pt x="802691" y="40260"/>
                </a:cubicBezTo>
                <a:lnTo>
                  <a:pt x="802691" y="36361"/>
                </a:lnTo>
                <a:lnTo>
                  <a:pt x="796468" y="36361"/>
                </a:lnTo>
                <a:cubicBezTo>
                  <a:pt x="792785" y="36361"/>
                  <a:pt x="789737" y="36919"/>
                  <a:pt x="787578" y="38050"/>
                </a:cubicBezTo>
                <a:cubicBezTo>
                  <a:pt x="785292" y="39180"/>
                  <a:pt x="784149" y="41199"/>
                  <a:pt x="784149" y="44133"/>
                </a:cubicBezTo>
                <a:close/>
                <a:moveTo>
                  <a:pt x="818820" y="15037"/>
                </a:moveTo>
                <a:lnTo>
                  <a:pt x="825297" y="15037"/>
                </a:lnTo>
                <a:lnTo>
                  <a:pt x="825297" y="23635"/>
                </a:lnTo>
                <a:lnTo>
                  <a:pt x="825424" y="23635"/>
                </a:lnTo>
                <a:cubicBezTo>
                  <a:pt x="826186" y="20333"/>
                  <a:pt x="827329" y="17945"/>
                  <a:pt x="828853" y="16472"/>
                </a:cubicBezTo>
                <a:cubicBezTo>
                  <a:pt x="830504" y="14999"/>
                  <a:pt x="832409" y="14250"/>
                  <a:pt x="834822" y="14250"/>
                </a:cubicBezTo>
                <a:cubicBezTo>
                  <a:pt x="835457" y="14250"/>
                  <a:pt x="836092" y="14288"/>
                  <a:pt x="836600" y="14364"/>
                </a:cubicBezTo>
                <a:cubicBezTo>
                  <a:pt x="837235" y="14440"/>
                  <a:pt x="837616" y="14529"/>
                  <a:pt x="837997" y="14631"/>
                </a:cubicBezTo>
                <a:lnTo>
                  <a:pt x="837997" y="21210"/>
                </a:lnTo>
                <a:cubicBezTo>
                  <a:pt x="837616" y="21095"/>
                  <a:pt x="837108" y="20993"/>
                  <a:pt x="836473" y="20917"/>
                </a:cubicBezTo>
                <a:cubicBezTo>
                  <a:pt x="835965" y="20841"/>
                  <a:pt x="835330" y="20803"/>
                  <a:pt x="834695" y="20803"/>
                </a:cubicBezTo>
                <a:cubicBezTo>
                  <a:pt x="831393" y="20803"/>
                  <a:pt x="829107" y="21946"/>
                  <a:pt x="827710" y="24244"/>
                </a:cubicBezTo>
                <a:cubicBezTo>
                  <a:pt x="826186" y="26543"/>
                  <a:pt x="825551" y="29896"/>
                  <a:pt x="825551" y="34316"/>
                </a:cubicBezTo>
                <a:lnTo>
                  <a:pt x="825551" y="55258"/>
                </a:lnTo>
                <a:lnTo>
                  <a:pt x="818820" y="55258"/>
                </a:lnTo>
                <a:lnTo>
                  <a:pt x="818820" y="15037"/>
                </a:lnTo>
                <a:close/>
                <a:moveTo>
                  <a:pt x="855650" y="55855"/>
                </a:moveTo>
                <a:cubicBezTo>
                  <a:pt x="853237" y="55855"/>
                  <a:pt x="851332" y="55525"/>
                  <a:pt x="849935" y="54890"/>
                </a:cubicBezTo>
                <a:cubicBezTo>
                  <a:pt x="848411" y="54242"/>
                  <a:pt x="847268" y="53239"/>
                  <a:pt x="846633" y="51867"/>
                </a:cubicBezTo>
                <a:cubicBezTo>
                  <a:pt x="845871" y="50509"/>
                  <a:pt x="845490" y="48743"/>
                  <a:pt x="845490" y="46584"/>
                </a:cubicBezTo>
                <a:lnTo>
                  <a:pt x="845490" y="20651"/>
                </a:lnTo>
                <a:lnTo>
                  <a:pt x="839521" y="20651"/>
                </a:lnTo>
                <a:lnTo>
                  <a:pt x="839521" y="17158"/>
                </a:lnTo>
                <a:lnTo>
                  <a:pt x="851459" y="5283"/>
                </a:lnTo>
                <a:lnTo>
                  <a:pt x="852221" y="5283"/>
                </a:lnTo>
                <a:lnTo>
                  <a:pt x="852221" y="15037"/>
                </a:lnTo>
                <a:lnTo>
                  <a:pt x="861238" y="15037"/>
                </a:lnTo>
                <a:lnTo>
                  <a:pt x="861238" y="20651"/>
                </a:lnTo>
                <a:lnTo>
                  <a:pt x="852221" y="20651"/>
                </a:lnTo>
                <a:lnTo>
                  <a:pt x="852221" y="45212"/>
                </a:lnTo>
                <a:cubicBezTo>
                  <a:pt x="852221" y="46406"/>
                  <a:pt x="852348" y="47320"/>
                  <a:pt x="852602" y="47981"/>
                </a:cubicBezTo>
                <a:cubicBezTo>
                  <a:pt x="852983" y="48641"/>
                  <a:pt x="853364" y="49111"/>
                  <a:pt x="853999" y="49378"/>
                </a:cubicBezTo>
                <a:cubicBezTo>
                  <a:pt x="854634" y="49657"/>
                  <a:pt x="855523" y="49785"/>
                  <a:pt x="856666" y="49785"/>
                </a:cubicBezTo>
                <a:cubicBezTo>
                  <a:pt x="858190" y="49785"/>
                  <a:pt x="859714" y="49581"/>
                  <a:pt x="861238" y="49149"/>
                </a:cubicBezTo>
                <a:lnTo>
                  <a:pt x="861238" y="55258"/>
                </a:lnTo>
                <a:cubicBezTo>
                  <a:pt x="860476" y="55435"/>
                  <a:pt x="859587" y="55576"/>
                  <a:pt x="858698" y="55690"/>
                </a:cubicBezTo>
                <a:cubicBezTo>
                  <a:pt x="857682" y="55791"/>
                  <a:pt x="856666" y="55855"/>
                  <a:pt x="855650" y="55855"/>
                </a:cubicBezTo>
                <a:close/>
                <a:moveTo>
                  <a:pt x="869112" y="15037"/>
                </a:moveTo>
                <a:lnTo>
                  <a:pt x="875589" y="15037"/>
                </a:lnTo>
                <a:lnTo>
                  <a:pt x="875589" y="23406"/>
                </a:lnTo>
                <a:lnTo>
                  <a:pt x="875716" y="23406"/>
                </a:lnTo>
                <a:cubicBezTo>
                  <a:pt x="876732" y="20803"/>
                  <a:pt x="878129" y="18631"/>
                  <a:pt x="880161" y="16879"/>
                </a:cubicBezTo>
                <a:cubicBezTo>
                  <a:pt x="882193" y="15126"/>
                  <a:pt x="885114" y="14250"/>
                  <a:pt x="888797" y="14250"/>
                </a:cubicBezTo>
                <a:cubicBezTo>
                  <a:pt x="891464" y="14250"/>
                  <a:pt x="893877" y="14834"/>
                  <a:pt x="895655" y="16002"/>
                </a:cubicBezTo>
                <a:cubicBezTo>
                  <a:pt x="897560" y="17171"/>
                  <a:pt x="898957" y="18821"/>
                  <a:pt x="899973" y="20955"/>
                </a:cubicBezTo>
                <a:cubicBezTo>
                  <a:pt x="900862" y="23089"/>
                  <a:pt x="901370" y="25578"/>
                  <a:pt x="901370" y="28435"/>
                </a:cubicBezTo>
                <a:lnTo>
                  <a:pt x="901370" y="55258"/>
                </a:lnTo>
                <a:lnTo>
                  <a:pt x="894639" y="55258"/>
                </a:lnTo>
                <a:lnTo>
                  <a:pt x="894639" y="29731"/>
                </a:lnTo>
                <a:cubicBezTo>
                  <a:pt x="894639" y="26632"/>
                  <a:pt x="893877" y="24270"/>
                  <a:pt x="892607" y="22644"/>
                </a:cubicBezTo>
                <a:cubicBezTo>
                  <a:pt x="891337" y="21019"/>
                  <a:pt x="889178" y="20206"/>
                  <a:pt x="886257" y="20206"/>
                </a:cubicBezTo>
                <a:cubicBezTo>
                  <a:pt x="884225" y="20206"/>
                  <a:pt x="882320" y="20663"/>
                  <a:pt x="880796" y="21590"/>
                </a:cubicBezTo>
                <a:cubicBezTo>
                  <a:pt x="879145" y="22505"/>
                  <a:pt x="878002" y="23838"/>
                  <a:pt x="877113" y="25603"/>
                </a:cubicBezTo>
                <a:cubicBezTo>
                  <a:pt x="876224" y="27369"/>
                  <a:pt x="875843" y="29477"/>
                  <a:pt x="875843" y="31928"/>
                </a:cubicBezTo>
                <a:lnTo>
                  <a:pt x="875843" y="55258"/>
                </a:lnTo>
                <a:lnTo>
                  <a:pt x="869112" y="55258"/>
                </a:lnTo>
                <a:lnTo>
                  <a:pt x="869112" y="15037"/>
                </a:lnTo>
                <a:close/>
                <a:moveTo>
                  <a:pt x="929564" y="56007"/>
                </a:moveTo>
                <a:cubicBezTo>
                  <a:pt x="925500" y="56007"/>
                  <a:pt x="921944" y="55207"/>
                  <a:pt x="918896" y="53607"/>
                </a:cubicBezTo>
                <a:cubicBezTo>
                  <a:pt x="915848" y="52007"/>
                  <a:pt x="913562" y="49632"/>
                  <a:pt x="911911" y="46495"/>
                </a:cubicBezTo>
                <a:cubicBezTo>
                  <a:pt x="910260" y="43358"/>
                  <a:pt x="909371" y="39574"/>
                  <a:pt x="909371" y="35128"/>
                </a:cubicBezTo>
                <a:cubicBezTo>
                  <a:pt x="909371" y="30633"/>
                  <a:pt x="910260" y="26822"/>
                  <a:pt x="912038" y="23685"/>
                </a:cubicBezTo>
                <a:cubicBezTo>
                  <a:pt x="913816" y="20549"/>
                  <a:pt x="916102" y="18186"/>
                  <a:pt x="919150" y="16612"/>
                </a:cubicBezTo>
                <a:cubicBezTo>
                  <a:pt x="922071" y="15037"/>
                  <a:pt x="925246" y="14250"/>
                  <a:pt x="928929" y="14250"/>
                </a:cubicBezTo>
                <a:cubicBezTo>
                  <a:pt x="932993" y="14250"/>
                  <a:pt x="936295" y="15202"/>
                  <a:pt x="938962" y="17107"/>
                </a:cubicBezTo>
                <a:cubicBezTo>
                  <a:pt x="941502" y="19000"/>
                  <a:pt x="943407" y="21425"/>
                  <a:pt x="944677" y="24371"/>
                </a:cubicBezTo>
                <a:cubicBezTo>
                  <a:pt x="945820" y="27331"/>
                  <a:pt x="946455" y="30429"/>
                  <a:pt x="946455" y="33681"/>
                </a:cubicBezTo>
                <a:cubicBezTo>
                  <a:pt x="946455" y="34798"/>
                  <a:pt x="946328" y="35840"/>
                  <a:pt x="946328" y="36805"/>
                </a:cubicBezTo>
                <a:lnTo>
                  <a:pt x="916356" y="36805"/>
                </a:lnTo>
                <a:cubicBezTo>
                  <a:pt x="916610" y="41199"/>
                  <a:pt x="917880" y="44539"/>
                  <a:pt x="920166" y="46851"/>
                </a:cubicBezTo>
                <a:cubicBezTo>
                  <a:pt x="922325" y="49149"/>
                  <a:pt x="925500" y="50305"/>
                  <a:pt x="929564" y="50305"/>
                </a:cubicBezTo>
                <a:cubicBezTo>
                  <a:pt x="932104" y="50305"/>
                  <a:pt x="934263" y="49936"/>
                  <a:pt x="936041" y="49188"/>
                </a:cubicBezTo>
                <a:cubicBezTo>
                  <a:pt x="937692" y="48451"/>
                  <a:pt x="939343" y="47219"/>
                  <a:pt x="940867" y="45504"/>
                </a:cubicBezTo>
                <a:lnTo>
                  <a:pt x="945058" y="49670"/>
                </a:lnTo>
                <a:cubicBezTo>
                  <a:pt x="943661" y="51168"/>
                  <a:pt x="942264" y="52375"/>
                  <a:pt x="940867" y="53302"/>
                </a:cubicBezTo>
                <a:cubicBezTo>
                  <a:pt x="939343" y="54229"/>
                  <a:pt x="937692" y="54915"/>
                  <a:pt x="935914" y="55347"/>
                </a:cubicBezTo>
                <a:cubicBezTo>
                  <a:pt x="934009" y="55779"/>
                  <a:pt x="931977" y="56007"/>
                  <a:pt x="929564" y="56007"/>
                </a:cubicBezTo>
                <a:close/>
                <a:moveTo>
                  <a:pt x="939597" y="31636"/>
                </a:moveTo>
                <a:cubicBezTo>
                  <a:pt x="939216" y="27763"/>
                  <a:pt x="938073" y="24854"/>
                  <a:pt x="936168" y="22911"/>
                </a:cubicBezTo>
                <a:cubicBezTo>
                  <a:pt x="934263" y="20955"/>
                  <a:pt x="931723" y="19990"/>
                  <a:pt x="928548" y="19990"/>
                </a:cubicBezTo>
                <a:cubicBezTo>
                  <a:pt x="926516" y="19990"/>
                  <a:pt x="924611" y="20422"/>
                  <a:pt x="922960" y="21286"/>
                </a:cubicBezTo>
                <a:cubicBezTo>
                  <a:pt x="921309" y="22149"/>
                  <a:pt x="919912" y="23457"/>
                  <a:pt x="918769" y="25197"/>
                </a:cubicBezTo>
                <a:cubicBezTo>
                  <a:pt x="917626" y="26924"/>
                  <a:pt x="916991" y="29070"/>
                  <a:pt x="916610" y="31636"/>
                </a:cubicBezTo>
                <a:lnTo>
                  <a:pt x="939597" y="31636"/>
                </a:lnTo>
                <a:close/>
                <a:moveTo>
                  <a:pt x="954456" y="15037"/>
                </a:moveTo>
                <a:lnTo>
                  <a:pt x="960933" y="15037"/>
                </a:lnTo>
                <a:lnTo>
                  <a:pt x="960933" y="23635"/>
                </a:lnTo>
                <a:lnTo>
                  <a:pt x="961060" y="23635"/>
                </a:lnTo>
                <a:cubicBezTo>
                  <a:pt x="961822" y="20333"/>
                  <a:pt x="962965" y="17945"/>
                  <a:pt x="964489" y="16472"/>
                </a:cubicBezTo>
                <a:cubicBezTo>
                  <a:pt x="966140" y="14999"/>
                  <a:pt x="968045" y="14250"/>
                  <a:pt x="970458" y="14250"/>
                </a:cubicBezTo>
                <a:cubicBezTo>
                  <a:pt x="971093" y="14250"/>
                  <a:pt x="971728" y="14288"/>
                  <a:pt x="972236" y="14364"/>
                </a:cubicBezTo>
                <a:cubicBezTo>
                  <a:pt x="972871" y="14440"/>
                  <a:pt x="973252" y="14529"/>
                  <a:pt x="973633" y="14631"/>
                </a:cubicBezTo>
                <a:lnTo>
                  <a:pt x="973633" y="21210"/>
                </a:lnTo>
                <a:cubicBezTo>
                  <a:pt x="973252" y="21095"/>
                  <a:pt x="972744" y="20993"/>
                  <a:pt x="972109" y="20917"/>
                </a:cubicBezTo>
                <a:cubicBezTo>
                  <a:pt x="971601" y="20841"/>
                  <a:pt x="970966" y="20803"/>
                  <a:pt x="970331" y="20803"/>
                </a:cubicBezTo>
                <a:cubicBezTo>
                  <a:pt x="967029" y="20803"/>
                  <a:pt x="964743" y="21946"/>
                  <a:pt x="963346" y="24244"/>
                </a:cubicBezTo>
                <a:cubicBezTo>
                  <a:pt x="961822" y="26543"/>
                  <a:pt x="961187" y="29896"/>
                  <a:pt x="961187" y="34316"/>
                </a:cubicBezTo>
                <a:lnTo>
                  <a:pt x="961187" y="55258"/>
                </a:lnTo>
                <a:lnTo>
                  <a:pt x="954456" y="55258"/>
                </a:lnTo>
                <a:lnTo>
                  <a:pt x="954456" y="15037"/>
                </a:lnTo>
                <a:close/>
                <a:moveTo>
                  <a:pt x="992937" y="56007"/>
                </a:moveTo>
                <a:cubicBezTo>
                  <a:pt x="986079" y="56007"/>
                  <a:pt x="980745" y="53899"/>
                  <a:pt x="976935" y="49670"/>
                </a:cubicBezTo>
                <a:lnTo>
                  <a:pt x="981253" y="45403"/>
                </a:lnTo>
                <a:cubicBezTo>
                  <a:pt x="982904" y="47257"/>
                  <a:pt x="984682" y="48565"/>
                  <a:pt x="986587" y="49327"/>
                </a:cubicBezTo>
                <a:cubicBezTo>
                  <a:pt x="988365" y="50076"/>
                  <a:pt x="990524" y="50457"/>
                  <a:pt x="992937" y="50457"/>
                </a:cubicBezTo>
                <a:cubicBezTo>
                  <a:pt x="995477" y="50457"/>
                  <a:pt x="997509" y="50000"/>
                  <a:pt x="999160" y="49099"/>
                </a:cubicBezTo>
                <a:cubicBezTo>
                  <a:pt x="1000811" y="48197"/>
                  <a:pt x="1001573" y="46711"/>
                  <a:pt x="1001573" y="44653"/>
                </a:cubicBezTo>
                <a:cubicBezTo>
                  <a:pt x="1001573" y="43193"/>
                  <a:pt x="1001192" y="41999"/>
                  <a:pt x="1000430" y="41097"/>
                </a:cubicBezTo>
                <a:cubicBezTo>
                  <a:pt x="999541" y="40196"/>
                  <a:pt x="998525" y="39484"/>
                  <a:pt x="997128" y="38964"/>
                </a:cubicBezTo>
                <a:cubicBezTo>
                  <a:pt x="995858" y="38443"/>
                  <a:pt x="993953" y="37833"/>
                  <a:pt x="991413" y="37135"/>
                </a:cubicBezTo>
                <a:cubicBezTo>
                  <a:pt x="988873" y="36424"/>
                  <a:pt x="986714" y="35649"/>
                  <a:pt x="984936" y="34837"/>
                </a:cubicBezTo>
                <a:cubicBezTo>
                  <a:pt x="983158" y="34011"/>
                  <a:pt x="981761" y="32842"/>
                  <a:pt x="980491" y="31318"/>
                </a:cubicBezTo>
                <a:cubicBezTo>
                  <a:pt x="979348" y="29794"/>
                  <a:pt x="978713" y="27839"/>
                  <a:pt x="978713" y="25451"/>
                </a:cubicBezTo>
                <a:cubicBezTo>
                  <a:pt x="978713" y="23076"/>
                  <a:pt x="979348" y="21044"/>
                  <a:pt x="980491" y="19355"/>
                </a:cubicBezTo>
                <a:cubicBezTo>
                  <a:pt x="981634" y="17666"/>
                  <a:pt x="983285" y="16396"/>
                  <a:pt x="985444" y="15532"/>
                </a:cubicBezTo>
                <a:cubicBezTo>
                  <a:pt x="987603" y="14681"/>
                  <a:pt x="990016" y="14250"/>
                  <a:pt x="992937" y="14250"/>
                </a:cubicBezTo>
                <a:cubicBezTo>
                  <a:pt x="995604" y="14250"/>
                  <a:pt x="998271" y="14707"/>
                  <a:pt x="1000811" y="15608"/>
                </a:cubicBezTo>
                <a:cubicBezTo>
                  <a:pt x="1003224" y="16523"/>
                  <a:pt x="1005383" y="17844"/>
                  <a:pt x="1007034" y="19571"/>
                </a:cubicBezTo>
                <a:lnTo>
                  <a:pt x="1002716" y="23851"/>
                </a:lnTo>
                <a:cubicBezTo>
                  <a:pt x="1000176" y="21222"/>
                  <a:pt x="996874" y="19914"/>
                  <a:pt x="992937" y="19914"/>
                </a:cubicBezTo>
                <a:cubicBezTo>
                  <a:pt x="990524" y="19914"/>
                  <a:pt x="988619" y="20346"/>
                  <a:pt x="987222" y="21210"/>
                </a:cubicBezTo>
                <a:cubicBezTo>
                  <a:pt x="985825" y="22085"/>
                  <a:pt x="985190" y="23394"/>
                  <a:pt x="985190" y="25159"/>
                </a:cubicBezTo>
                <a:cubicBezTo>
                  <a:pt x="985190" y="26327"/>
                  <a:pt x="985571" y="27293"/>
                  <a:pt x="986460" y="28055"/>
                </a:cubicBezTo>
                <a:cubicBezTo>
                  <a:pt x="987222" y="28829"/>
                  <a:pt x="988365" y="29464"/>
                  <a:pt x="989635" y="29973"/>
                </a:cubicBezTo>
                <a:cubicBezTo>
                  <a:pt x="991032" y="30480"/>
                  <a:pt x="992937" y="31090"/>
                  <a:pt x="995350" y="31776"/>
                </a:cubicBezTo>
                <a:cubicBezTo>
                  <a:pt x="998017" y="32500"/>
                  <a:pt x="1000176" y="33262"/>
                  <a:pt x="1001827" y="34049"/>
                </a:cubicBezTo>
                <a:cubicBezTo>
                  <a:pt x="1003605" y="34849"/>
                  <a:pt x="1005129" y="36055"/>
                  <a:pt x="1006272" y="37681"/>
                </a:cubicBezTo>
                <a:cubicBezTo>
                  <a:pt x="1007542" y="39307"/>
                  <a:pt x="1008177" y="41453"/>
                  <a:pt x="1008177" y="44133"/>
                </a:cubicBezTo>
                <a:cubicBezTo>
                  <a:pt x="1008177" y="46610"/>
                  <a:pt x="1007542" y="48743"/>
                  <a:pt x="1006272" y="50533"/>
                </a:cubicBezTo>
                <a:cubicBezTo>
                  <a:pt x="1005002" y="52312"/>
                  <a:pt x="1003097" y="53670"/>
                  <a:pt x="1000811" y="54611"/>
                </a:cubicBezTo>
                <a:cubicBezTo>
                  <a:pt x="998525" y="55538"/>
                  <a:pt x="995985" y="56007"/>
                  <a:pt x="992937" y="56007"/>
                </a:cubicBezTo>
                <a:close/>
                <a:moveTo>
                  <a:pt x="1057199" y="56007"/>
                </a:moveTo>
                <a:cubicBezTo>
                  <a:pt x="1052246" y="56007"/>
                  <a:pt x="1047801" y="54902"/>
                  <a:pt x="1043864" y="52693"/>
                </a:cubicBezTo>
                <a:cubicBezTo>
                  <a:pt x="1040054" y="50483"/>
                  <a:pt x="1037006" y="47334"/>
                  <a:pt x="1034847" y="43256"/>
                </a:cubicBezTo>
                <a:cubicBezTo>
                  <a:pt x="1032688" y="39180"/>
                  <a:pt x="1031545" y="34430"/>
                  <a:pt x="1031545" y="29032"/>
                </a:cubicBezTo>
                <a:cubicBezTo>
                  <a:pt x="1031545" y="23623"/>
                  <a:pt x="1032688" y="18885"/>
                  <a:pt x="1034847" y="14808"/>
                </a:cubicBezTo>
                <a:cubicBezTo>
                  <a:pt x="1037006" y="10744"/>
                  <a:pt x="1040054" y="7595"/>
                  <a:pt x="1043864" y="5385"/>
                </a:cubicBezTo>
                <a:cubicBezTo>
                  <a:pt x="1047801" y="3163"/>
                  <a:pt x="1052246" y="2045"/>
                  <a:pt x="1057199" y="2045"/>
                </a:cubicBezTo>
                <a:cubicBezTo>
                  <a:pt x="1062152" y="2045"/>
                  <a:pt x="1066597" y="3163"/>
                  <a:pt x="1070534" y="5385"/>
                </a:cubicBezTo>
                <a:cubicBezTo>
                  <a:pt x="1074344" y="7595"/>
                  <a:pt x="1077392" y="10744"/>
                  <a:pt x="1079551" y="14808"/>
                </a:cubicBezTo>
                <a:cubicBezTo>
                  <a:pt x="1081710" y="18885"/>
                  <a:pt x="1082853" y="23623"/>
                  <a:pt x="1082853" y="29032"/>
                </a:cubicBezTo>
                <a:cubicBezTo>
                  <a:pt x="1082853" y="34430"/>
                  <a:pt x="1081710" y="39180"/>
                  <a:pt x="1079551" y="43256"/>
                </a:cubicBezTo>
                <a:cubicBezTo>
                  <a:pt x="1077392" y="47334"/>
                  <a:pt x="1074344" y="50483"/>
                  <a:pt x="1070534" y="52693"/>
                </a:cubicBezTo>
                <a:cubicBezTo>
                  <a:pt x="1066597" y="54902"/>
                  <a:pt x="1062152" y="56007"/>
                  <a:pt x="1057199" y="56007"/>
                </a:cubicBezTo>
                <a:close/>
                <a:moveTo>
                  <a:pt x="1038784" y="29032"/>
                </a:moveTo>
                <a:cubicBezTo>
                  <a:pt x="1038784" y="33198"/>
                  <a:pt x="1039546" y="36818"/>
                  <a:pt x="1041070" y="39891"/>
                </a:cubicBezTo>
                <a:cubicBezTo>
                  <a:pt x="1042594" y="42964"/>
                  <a:pt x="1044626" y="45327"/>
                  <a:pt x="1047420" y="46978"/>
                </a:cubicBezTo>
                <a:cubicBezTo>
                  <a:pt x="1050214" y="48629"/>
                  <a:pt x="1053516" y="49454"/>
                  <a:pt x="1057199" y="49454"/>
                </a:cubicBezTo>
                <a:cubicBezTo>
                  <a:pt x="1060882" y="49454"/>
                  <a:pt x="1064184" y="48629"/>
                  <a:pt x="1066978" y="46978"/>
                </a:cubicBezTo>
                <a:cubicBezTo>
                  <a:pt x="1069772" y="45327"/>
                  <a:pt x="1071804" y="42964"/>
                  <a:pt x="1073328" y="39891"/>
                </a:cubicBezTo>
                <a:cubicBezTo>
                  <a:pt x="1074852" y="36818"/>
                  <a:pt x="1075614" y="33198"/>
                  <a:pt x="1075614" y="29032"/>
                </a:cubicBezTo>
                <a:cubicBezTo>
                  <a:pt x="1075614" y="24854"/>
                  <a:pt x="1074852" y="21248"/>
                  <a:pt x="1073328" y="18174"/>
                </a:cubicBezTo>
                <a:cubicBezTo>
                  <a:pt x="1071804" y="15113"/>
                  <a:pt x="1069772" y="12764"/>
                  <a:pt x="1066978" y="11112"/>
                </a:cubicBezTo>
                <a:cubicBezTo>
                  <a:pt x="1064184" y="9461"/>
                  <a:pt x="1060882" y="8636"/>
                  <a:pt x="1057199" y="8636"/>
                </a:cubicBezTo>
                <a:cubicBezTo>
                  <a:pt x="1053516" y="8636"/>
                  <a:pt x="1050214" y="9461"/>
                  <a:pt x="1047420" y="11112"/>
                </a:cubicBezTo>
                <a:cubicBezTo>
                  <a:pt x="1044626" y="12764"/>
                  <a:pt x="1042594" y="15113"/>
                  <a:pt x="1041070" y="18174"/>
                </a:cubicBezTo>
                <a:cubicBezTo>
                  <a:pt x="1039546" y="21248"/>
                  <a:pt x="1038784" y="24854"/>
                  <a:pt x="1038784" y="29032"/>
                </a:cubicBezTo>
                <a:close/>
                <a:moveTo>
                  <a:pt x="1091616" y="15037"/>
                </a:moveTo>
                <a:lnTo>
                  <a:pt x="1098093" y="15037"/>
                </a:lnTo>
                <a:lnTo>
                  <a:pt x="1098093" y="23406"/>
                </a:lnTo>
                <a:lnTo>
                  <a:pt x="1098220" y="23406"/>
                </a:lnTo>
                <a:cubicBezTo>
                  <a:pt x="1099236" y="20803"/>
                  <a:pt x="1100633" y="18631"/>
                  <a:pt x="1102665" y="16879"/>
                </a:cubicBezTo>
                <a:cubicBezTo>
                  <a:pt x="1104697" y="15126"/>
                  <a:pt x="1107618" y="14250"/>
                  <a:pt x="1111301" y="14250"/>
                </a:cubicBezTo>
                <a:cubicBezTo>
                  <a:pt x="1113968" y="14250"/>
                  <a:pt x="1116381" y="14834"/>
                  <a:pt x="1118159" y="16002"/>
                </a:cubicBezTo>
                <a:cubicBezTo>
                  <a:pt x="1120064" y="17171"/>
                  <a:pt x="1121461" y="18821"/>
                  <a:pt x="1122477" y="20955"/>
                </a:cubicBezTo>
                <a:cubicBezTo>
                  <a:pt x="1123366" y="23089"/>
                  <a:pt x="1123874" y="25578"/>
                  <a:pt x="1123874" y="28435"/>
                </a:cubicBezTo>
                <a:lnTo>
                  <a:pt x="1123874" y="55258"/>
                </a:lnTo>
                <a:lnTo>
                  <a:pt x="1117143" y="55258"/>
                </a:lnTo>
                <a:lnTo>
                  <a:pt x="1117143" y="29731"/>
                </a:lnTo>
                <a:cubicBezTo>
                  <a:pt x="1117143" y="26632"/>
                  <a:pt x="1116381" y="24270"/>
                  <a:pt x="1115111" y="22644"/>
                </a:cubicBezTo>
                <a:cubicBezTo>
                  <a:pt x="1113841" y="21019"/>
                  <a:pt x="1111682" y="20206"/>
                  <a:pt x="1108761" y="20206"/>
                </a:cubicBezTo>
                <a:cubicBezTo>
                  <a:pt x="1106729" y="20206"/>
                  <a:pt x="1104824" y="20663"/>
                  <a:pt x="1103300" y="21590"/>
                </a:cubicBezTo>
                <a:cubicBezTo>
                  <a:pt x="1101649" y="22505"/>
                  <a:pt x="1100506" y="23838"/>
                  <a:pt x="1099617" y="25603"/>
                </a:cubicBezTo>
                <a:cubicBezTo>
                  <a:pt x="1098728" y="27369"/>
                  <a:pt x="1098347" y="29477"/>
                  <a:pt x="1098347" y="31928"/>
                </a:cubicBezTo>
                <a:lnTo>
                  <a:pt x="1098347" y="55258"/>
                </a:lnTo>
                <a:lnTo>
                  <a:pt x="1091616" y="55258"/>
                </a:lnTo>
                <a:lnTo>
                  <a:pt x="1091616" y="15037"/>
                </a:lnTo>
                <a:close/>
                <a:moveTo>
                  <a:pt x="1143178" y="55855"/>
                </a:moveTo>
                <a:cubicBezTo>
                  <a:pt x="1141019" y="55855"/>
                  <a:pt x="1139241" y="55487"/>
                  <a:pt x="1137971" y="54776"/>
                </a:cubicBezTo>
                <a:cubicBezTo>
                  <a:pt x="1136574" y="54052"/>
                  <a:pt x="1135558" y="52984"/>
                  <a:pt x="1134923" y="51550"/>
                </a:cubicBezTo>
                <a:cubicBezTo>
                  <a:pt x="1134288" y="50127"/>
                  <a:pt x="1134034" y="48311"/>
                  <a:pt x="1134034" y="46101"/>
                </a:cubicBezTo>
                <a:lnTo>
                  <a:pt x="1134034" y="0"/>
                </a:lnTo>
                <a:lnTo>
                  <a:pt x="1140765" y="0"/>
                </a:lnTo>
                <a:lnTo>
                  <a:pt x="1140765" y="45060"/>
                </a:lnTo>
                <a:cubicBezTo>
                  <a:pt x="1140765" y="46304"/>
                  <a:pt x="1140765" y="47257"/>
                  <a:pt x="1141019" y="47930"/>
                </a:cubicBezTo>
                <a:cubicBezTo>
                  <a:pt x="1141273" y="48603"/>
                  <a:pt x="1141654" y="49073"/>
                  <a:pt x="1142162" y="49365"/>
                </a:cubicBezTo>
                <a:cubicBezTo>
                  <a:pt x="1142797" y="49644"/>
                  <a:pt x="1143559" y="49785"/>
                  <a:pt x="1144575" y="49785"/>
                </a:cubicBezTo>
                <a:cubicBezTo>
                  <a:pt x="1145083" y="49785"/>
                  <a:pt x="1145718" y="49733"/>
                  <a:pt x="1146353" y="49644"/>
                </a:cubicBezTo>
                <a:cubicBezTo>
                  <a:pt x="1146988" y="49543"/>
                  <a:pt x="1147623" y="49429"/>
                  <a:pt x="1148131" y="49302"/>
                </a:cubicBezTo>
                <a:lnTo>
                  <a:pt x="1148131" y="55258"/>
                </a:lnTo>
                <a:cubicBezTo>
                  <a:pt x="1147496" y="55461"/>
                  <a:pt x="1146734" y="55601"/>
                  <a:pt x="1145845" y="55703"/>
                </a:cubicBezTo>
                <a:cubicBezTo>
                  <a:pt x="1144956" y="55804"/>
                  <a:pt x="1144067" y="55855"/>
                  <a:pt x="1143178" y="55855"/>
                </a:cubicBezTo>
                <a:close/>
                <a:moveTo>
                  <a:pt x="1155243" y="71857"/>
                </a:moveTo>
                <a:cubicBezTo>
                  <a:pt x="1153846" y="71857"/>
                  <a:pt x="1152449" y="71755"/>
                  <a:pt x="1151052" y="71552"/>
                </a:cubicBezTo>
                <a:lnTo>
                  <a:pt x="1151052" y="65786"/>
                </a:lnTo>
                <a:cubicBezTo>
                  <a:pt x="1151941" y="66078"/>
                  <a:pt x="1153211" y="66231"/>
                  <a:pt x="1154735" y="66231"/>
                </a:cubicBezTo>
                <a:cubicBezTo>
                  <a:pt x="1156259" y="66231"/>
                  <a:pt x="1157529" y="66040"/>
                  <a:pt x="1158545" y="65660"/>
                </a:cubicBezTo>
                <a:cubicBezTo>
                  <a:pt x="1159561" y="65278"/>
                  <a:pt x="1160323" y="64694"/>
                  <a:pt x="1160958" y="63932"/>
                </a:cubicBezTo>
                <a:cubicBezTo>
                  <a:pt x="1161593" y="63157"/>
                  <a:pt x="1162101" y="62129"/>
                  <a:pt x="1162609" y="60833"/>
                </a:cubicBezTo>
                <a:lnTo>
                  <a:pt x="1164768" y="55144"/>
                </a:lnTo>
                <a:lnTo>
                  <a:pt x="1148766" y="15037"/>
                </a:lnTo>
                <a:lnTo>
                  <a:pt x="1155878" y="15037"/>
                </a:lnTo>
                <a:lnTo>
                  <a:pt x="1164387" y="37288"/>
                </a:lnTo>
                <a:cubicBezTo>
                  <a:pt x="1165149" y="39142"/>
                  <a:pt x="1165784" y="41237"/>
                  <a:pt x="1166673" y="43574"/>
                </a:cubicBezTo>
                <a:cubicBezTo>
                  <a:pt x="1167435" y="45910"/>
                  <a:pt x="1167816" y="47282"/>
                  <a:pt x="1167943" y="47702"/>
                </a:cubicBezTo>
                <a:cubicBezTo>
                  <a:pt x="1168070" y="47358"/>
                  <a:pt x="1168578" y="46038"/>
                  <a:pt x="1169467" y="43765"/>
                </a:cubicBezTo>
                <a:cubicBezTo>
                  <a:pt x="1170483" y="40932"/>
                  <a:pt x="1171245" y="39002"/>
                  <a:pt x="1171626" y="37960"/>
                </a:cubicBezTo>
                <a:lnTo>
                  <a:pt x="1179373" y="15037"/>
                </a:lnTo>
                <a:lnTo>
                  <a:pt x="1186485" y="15037"/>
                </a:lnTo>
                <a:lnTo>
                  <a:pt x="1167943" y="63030"/>
                </a:lnTo>
                <a:cubicBezTo>
                  <a:pt x="1167181" y="65088"/>
                  <a:pt x="1166292" y="66752"/>
                  <a:pt x="1165403" y="67996"/>
                </a:cubicBezTo>
                <a:cubicBezTo>
                  <a:pt x="1164387" y="69253"/>
                  <a:pt x="1163117" y="70206"/>
                  <a:pt x="1161466" y="70866"/>
                </a:cubicBezTo>
                <a:cubicBezTo>
                  <a:pt x="1159815" y="71527"/>
                  <a:pt x="1157783" y="71857"/>
                  <a:pt x="1155243" y="71857"/>
                </a:cubicBezTo>
                <a:close/>
              </a:path>
            </a:pathLst>
          </a:custGeom>
          <a:solidFill>
            <a:srgbClr val="000000">
              <a:alpha val="50196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Editable text — 25"/>
          <p:cNvSpPr txBox="1"/>
          <p:nvPr/>
        </p:nvSpPr>
        <p:spPr>
          <a:xfrm>
            <a:off x="11500739" y="6546075"/>
            <a:ext cx="191058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3">
                <a:solidFill>
                  <a:srgbClr val="000000"/>
                </a:solidFill>
                <a:latin typeface="Arial"/>
              </a:rPr>
              <a:t>25</a:t>
            </a:r>
          </a:p>
        </p:txBody>
      </p:sp>
      <p:sp>
        <p:nvSpPr>
          <p:cNvPr id="5" name="Editable text — PUBLIC"/>
          <p:cNvSpPr txBox="1"/>
          <p:nvPr/>
        </p:nvSpPr>
        <p:spPr>
          <a:xfrm>
            <a:off x="578815" y="6567449"/>
            <a:ext cx="318846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00" b="0" i="0" spc="-31">
                <a:solidFill>
                  <a:srgbClr val="000000"/>
                </a:solidFill>
                <a:latin typeface="Arial"/>
              </a:rPr>
              <a:t>PUBLIC</a:t>
            </a:r>
          </a:p>
        </p:txBody>
      </p:sp>
      <p:sp>
        <p:nvSpPr>
          <p:cNvPr id="7" name="Editable text — Business AI Partner Programs Announcements"/>
          <p:cNvSpPr txBox="1"/>
          <p:nvPr/>
        </p:nvSpPr>
        <p:spPr>
          <a:xfrm>
            <a:off x="2375916" y="521667"/>
            <a:ext cx="7492380" cy="57073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795" b="1" i="0" spc="-112">
                <a:solidFill>
                  <a:srgbClr val="002A86"/>
                </a:solidFill>
                <a:latin typeface="Arial"/>
              </a:rPr>
              <a:t>Business AI Partner Programs Announcements</a:t>
            </a:r>
          </a:p>
        </p:txBody>
      </p:sp>
      <p:sp>
        <p:nvSpPr>
          <p:cNvPr id="8" name="Editable text — supporting SAP’s Autonomous Enterprise Vision and Business A"/>
          <p:cNvSpPr txBox="1"/>
          <p:nvPr/>
        </p:nvSpPr>
        <p:spPr>
          <a:xfrm>
            <a:off x="1318005" y="940356"/>
            <a:ext cx="9609074" cy="4198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004" b="1" i="0" spc="-74">
                <a:solidFill>
                  <a:srgbClr val="002A86"/>
                </a:solidFill>
                <a:latin typeface="Arial"/>
              </a:rPr>
              <a:t>supporting SAP’s Autonomous Enterprise Vision and Business AI Platform Adoption</a:t>
            </a:r>
          </a:p>
        </p:txBody>
      </p:sp>
      <p:sp>
        <p:nvSpPr>
          <p:cNvPr id="9" name="Editable text — SAP Business AI Partner"/>
          <p:cNvSpPr txBox="1"/>
          <p:nvPr/>
        </p:nvSpPr>
        <p:spPr>
          <a:xfrm>
            <a:off x="736396" y="2037031"/>
            <a:ext cx="2261289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1" i="0" spc="-72">
                <a:solidFill>
                  <a:srgbClr val="002A86"/>
                </a:solidFill>
                <a:latin typeface="Arial"/>
              </a:rPr>
              <a:t>SAP Business AI Partner</a:t>
            </a:r>
          </a:p>
        </p:txBody>
      </p:sp>
      <p:sp>
        <p:nvSpPr>
          <p:cNvPr id="10" name="Editable text — -"/>
          <p:cNvSpPr txBox="1"/>
          <p:nvPr/>
        </p:nvSpPr>
        <p:spPr>
          <a:xfrm>
            <a:off x="2932810" y="2037031"/>
            <a:ext cx="130996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1" i="0">
                <a:solidFill>
                  <a:srgbClr val="000000">
                    <a:alpha val="0"/>
                  </a:srgbClr>
                </a:solidFill>
                <a:latin typeface="Arial"/>
              </a:rPr>
              <a:t>-</a:t>
            </a:r>
          </a:p>
        </p:txBody>
      </p:sp>
      <p:sp>
        <p:nvSpPr>
          <p:cNvPr id="11" name="Editable text — led Adoption Incentive"/>
          <p:cNvSpPr txBox="1"/>
          <p:nvPr/>
        </p:nvSpPr>
        <p:spPr>
          <a:xfrm>
            <a:off x="2999867" y="2037031"/>
            <a:ext cx="2162375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1" i="0" spc="-28">
                <a:solidFill>
                  <a:srgbClr val="002A86"/>
                </a:solidFill>
                <a:latin typeface="Arial"/>
              </a:rPr>
              <a:t>led Adoption Incentive</a:t>
            </a:r>
          </a:p>
        </p:txBody>
      </p:sp>
      <p:sp>
        <p:nvSpPr>
          <p:cNvPr id="12" name="Editable text — Partner Agent Race"/>
          <p:cNvSpPr txBox="1"/>
          <p:nvPr/>
        </p:nvSpPr>
        <p:spPr>
          <a:xfrm>
            <a:off x="6696709" y="2037031"/>
            <a:ext cx="1839284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1" i="0" spc="-49">
                <a:solidFill>
                  <a:srgbClr val="002A86"/>
                </a:solidFill>
                <a:latin typeface="Arial"/>
              </a:rPr>
              <a:t>Partner Agent Race</a:t>
            </a:r>
          </a:p>
        </p:txBody>
      </p:sp>
      <p:sp>
        <p:nvSpPr>
          <p:cNvPr id="13" name="Editable text — -"/>
          <p:cNvSpPr txBox="1"/>
          <p:nvPr/>
        </p:nvSpPr>
        <p:spPr>
          <a:xfrm>
            <a:off x="8470645" y="2037031"/>
            <a:ext cx="130996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1" i="0">
                <a:solidFill>
                  <a:srgbClr val="000000">
                    <a:alpha val="0"/>
                  </a:srgbClr>
                </a:solidFill>
                <a:latin typeface="Arial"/>
              </a:rPr>
              <a:t>-</a:t>
            </a:r>
          </a:p>
        </p:txBody>
      </p:sp>
      <p:sp>
        <p:nvSpPr>
          <p:cNvPr id="14" name="Editable text — 2"/>
          <p:cNvSpPr txBox="1"/>
          <p:nvPr/>
        </p:nvSpPr>
        <p:spPr>
          <a:xfrm>
            <a:off x="8538082" y="2037031"/>
            <a:ext cx="178020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1" i="0">
                <a:solidFill>
                  <a:srgbClr val="002A86"/>
                </a:solidFill>
                <a:latin typeface="Arial"/>
              </a:rPr>
              <a:t>2</a:t>
            </a:r>
          </a:p>
        </p:txBody>
      </p:sp>
      <p:sp>
        <p:nvSpPr>
          <p:cNvPr id="15" name="Editable text — -"/>
          <p:cNvSpPr txBox="1"/>
          <p:nvPr/>
        </p:nvSpPr>
        <p:spPr>
          <a:xfrm>
            <a:off x="8650858" y="2037031"/>
            <a:ext cx="130996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1" i="0">
                <a:solidFill>
                  <a:srgbClr val="000000">
                    <a:alpha val="0"/>
                  </a:srgbClr>
                </a:solidFill>
                <a:latin typeface="Arial"/>
              </a:rPr>
              <a:t>-</a:t>
            </a:r>
          </a:p>
        </p:txBody>
      </p:sp>
      <p:sp>
        <p:nvSpPr>
          <p:cNvPr id="16" name="Editable text — TechEd"/>
          <p:cNvSpPr txBox="1"/>
          <p:nvPr/>
        </p:nvSpPr>
        <p:spPr>
          <a:xfrm>
            <a:off x="8717915" y="2037031"/>
            <a:ext cx="738059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1" i="0" spc="-91">
                <a:solidFill>
                  <a:srgbClr val="002A86"/>
                </a:solidFill>
                <a:latin typeface="Arial"/>
              </a:rPr>
              <a:t>TechEd</a:t>
            </a:r>
          </a:p>
        </p:txBody>
      </p:sp>
      <p:sp>
        <p:nvSpPr>
          <p:cNvPr id="19" name="Editable text — ▪Info on Partner Portal"/>
          <p:cNvSpPr txBox="1"/>
          <p:nvPr/>
        </p:nvSpPr>
        <p:spPr>
          <a:xfrm>
            <a:off x="657453" y="5110987"/>
            <a:ext cx="1675892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72517" algn="l"/>
              </a:tabLst>
            </a:pPr>
            <a:r>
              <a:rPr sz="1200" b="0" i="0">
                <a:solidFill>
                  <a:srgbClr val="000000"/>
                </a:solidFill>
                <a:latin typeface="Arial"/>
                <a:hlinkClick r:id="rId4"/>
              </a:rPr>
              <a:t>▪</a:t>
            </a:r>
            <a:r>
              <a:t>	</a:t>
            </a:r>
            <a:r>
              <a:rPr sz="1200" b="0" i="0" spc="-3">
                <a:solidFill>
                  <a:srgbClr val="0070F2"/>
                </a:solidFill>
                <a:latin typeface="Arial"/>
                <a:hlinkClick r:id="rId4"/>
              </a:rPr>
              <a:t>Info on Partner Portal</a:t>
            </a:r>
          </a:p>
        </p:txBody>
      </p:sp>
      <p:sp>
        <p:nvSpPr>
          <p:cNvPr id="21" name="Editable text — ▪Partner Registration Link"/>
          <p:cNvSpPr txBox="1"/>
          <p:nvPr/>
        </p:nvSpPr>
        <p:spPr>
          <a:xfrm>
            <a:off x="6740652" y="5110987"/>
            <a:ext cx="1886813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72212" algn="l"/>
              </a:tabLst>
            </a:pPr>
            <a:r>
              <a:rPr sz="1200" b="0" i="0">
                <a:solidFill>
                  <a:srgbClr val="000000"/>
                </a:solidFill>
                <a:latin typeface="Arial"/>
                <a:hlinkClick r:id="rId5"/>
              </a:rPr>
              <a:t>▪</a:t>
            </a:r>
            <a:r>
              <a:t>	</a:t>
            </a:r>
            <a:r>
              <a:rPr sz="1200" b="0" i="0" spc="-9">
                <a:solidFill>
                  <a:srgbClr val="0070F2"/>
                </a:solidFill>
                <a:latin typeface="Arial"/>
                <a:hlinkClick r:id="rId5"/>
              </a:rPr>
              <a:t>Partner Registration Link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"/>
          <p:cNvSpPr/>
          <p:nvPr/>
        </p:nvSpPr>
        <p:spPr>
          <a:xfrm>
            <a:off x="0" y="0"/>
            <a:ext cx="12195175" cy="6858000"/>
          </a:xfrm>
          <a:custGeom>
            <a:avLst/>
            <a:gdLst/>
            <a:ahLst/>
            <a:cxnLst/>
            <a:rect l="0" t="0" r="r" b="b"/>
            <a:pathLst>
              <a:path w="12195175" h="6858000" fill="norm" stroke="0" extrusionOk="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Editable vector"/>
          <p:cNvSpPr/>
          <p:nvPr/>
        </p:nvSpPr>
        <p:spPr>
          <a:xfrm>
            <a:off x="531876" y="6537959"/>
            <a:ext cx="348995" cy="161544"/>
          </a:xfrm>
          <a:custGeom>
            <a:avLst/>
            <a:gdLst/>
            <a:ahLst/>
            <a:cxnLst/>
            <a:rect l="0" t="0" r="r" b="b"/>
            <a:pathLst>
              <a:path w="348996" h="161544" fill="none" stroke="1" extrusionOk="0">
                <a:moveTo>
                  <a:pt x="0" y="0"/>
                </a:moveTo>
                <a:lnTo>
                  <a:pt x="348996" y="0"/>
                </a:lnTo>
                <a:lnTo>
                  <a:pt x="348996" y="161544"/>
                </a:lnTo>
                <a:lnTo>
                  <a:pt x="0" y="161544"/>
                </a:lnTo>
                <a:close/>
              </a:path>
            </a:pathLst>
          </a:custGeom>
          <a:noFill/>
          <a:ln w="1778" cap="flat">
            <a:solidFill>
              <a:srgbClr val="000000">
                <a:alpha val="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Editable vector"/>
          <p:cNvSpPr/>
          <p:nvPr/>
        </p:nvSpPr>
        <p:spPr>
          <a:xfrm>
            <a:off x="506628" y="6582778"/>
            <a:ext cx="1186535" cy="71856"/>
          </a:xfrm>
          <a:custGeom>
            <a:avLst/>
            <a:gdLst/>
            <a:ahLst/>
            <a:cxnLst/>
            <a:rect l="0" t="0" r="r" b="b"/>
            <a:pathLst>
              <a:path w="1186536" h="71857" fill="norm" stroke="0" extrusionOk="0">
                <a:moveTo>
                  <a:pt x="0" y="2832"/>
                </a:moveTo>
                <a:lnTo>
                  <a:pt x="0" y="55258"/>
                </a:lnTo>
                <a:lnTo>
                  <a:pt x="7074" y="55258"/>
                </a:lnTo>
                <a:lnTo>
                  <a:pt x="7074" y="2832"/>
                </a:lnTo>
                <a:close/>
                <a:moveTo>
                  <a:pt x="19812" y="2832"/>
                </a:moveTo>
                <a:lnTo>
                  <a:pt x="28181" y="2832"/>
                </a:lnTo>
                <a:lnTo>
                  <a:pt x="54712" y="47410"/>
                </a:lnTo>
                <a:cubicBezTo>
                  <a:pt x="54661" y="46266"/>
                  <a:pt x="54610" y="44717"/>
                  <a:pt x="54572" y="42761"/>
                </a:cubicBezTo>
                <a:cubicBezTo>
                  <a:pt x="54521" y="40793"/>
                  <a:pt x="54496" y="38862"/>
                  <a:pt x="54496" y="36957"/>
                </a:cubicBezTo>
                <a:lnTo>
                  <a:pt x="54496" y="2832"/>
                </a:lnTo>
                <a:lnTo>
                  <a:pt x="60820" y="2832"/>
                </a:lnTo>
                <a:lnTo>
                  <a:pt x="60820" y="55258"/>
                </a:lnTo>
                <a:lnTo>
                  <a:pt x="52108" y="55258"/>
                </a:lnTo>
                <a:lnTo>
                  <a:pt x="25921" y="11202"/>
                </a:lnTo>
                <a:cubicBezTo>
                  <a:pt x="25972" y="12345"/>
                  <a:pt x="26010" y="13894"/>
                  <a:pt x="26060" y="15837"/>
                </a:cubicBezTo>
                <a:cubicBezTo>
                  <a:pt x="26111" y="17780"/>
                  <a:pt x="26137" y="19724"/>
                  <a:pt x="26137" y="21654"/>
                </a:cubicBezTo>
                <a:lnTo>
                  <a:pt x="26137" y="55258"/>
                </a:lnTo>
                <a:lnTo>
                  <a:pt x="19812" y="55258"/>
                </a:lnTo>
                <a:lnTo>
                  <a:pt x="19812" y="2832"/>
                </a:lnTo>
                <a:close/>
                <a:moveTo>
                  <a:pt x="84125" y="9385"/>
                </a:moveTo>
                <a:lnTo>
                  <a:pt x="67653" y="9385"/>
                </a:lnTo>
                <a:lnTo>
                  <a:pt x="67653" y="2832"/>
                </a:lnTo>
                <a:lnTo>
                  <a:pt x="107683" y="2832"/>
                </a:lnTo>
                <a:lnTo>
                  <a:pt x="107683" y="9385"/>
                </a:lnTo>
                <a:lnTo>
                  <a:pt x="91199" y="9385"/>
                </a:lnTo>
                <a:lnTo>
                  <a:pt x="91199" y="55258"/>
                </a:lnTo>
                <a:lnTo>
                  <a:pt x="84125" y="55258"/>
                </a:lnTo>
                <a:lnTo>
                  <a:pt x="84125" y="9385"/>
                </a:lnTo>
                <a:close/>
                <a:moveTo>
                  <a:pt x="114300" y="2832"/>
                </a:moveTo>
                <a:lnTo>
                  <a:pt x="147980" y="2832"/>
                </a:lnTo>
                <a:lnTo>
                  <a:pt x="147980" y="9385"/>
                </a:lnTo>
                <a:lnTo>
                  <a:pt x="121374" y="9385"/>
                </a:lnTo>
                <a:lnTo>
                  <a:pt x="121374" y="25083"/>
                </a:lnTo>
                <a:lnTo>
                  <a:pt x="145783" y="25083"/>
                </a:lnTo>
                <a:lnTo>
                  <a:pt x="145783" y="31483"/>
                </a:lnTo>
                <a:lnTo>
                  <a:pt x="121374" y="31483"/>
                </a:lnTo>
                <a:lnTo>
                  <a:pt x="121374" y="48705"/>
                </a:lnTo>
                <a:lnTo>
                  <a:pt x="149504" y="48705"/>
                </a:lnTo>
                <a:lnTo>
                  <a:pt x="149504" y="55258"/>
                </a:lnTo>
                <a:lnTo>
                  <a:pt x="114300" y="55258"/>
                </a:lnTo>
                <a:lnTo>
                  <a:pt x="114300" y="2832"/>
                </a:lnTo>
                <a:close/>
                <a:moveTo>
                  <a:pt x="158496" y="2832"/>
                </a:moveTo>
                <a:lnTo>
                  <a:pt x="178626" y="2832"/>
                </a:lnTo>
                <a:cubicBezTo>
                  <a:pt x="182550" y="2832"/>
                  <a:pt x="185877" y="3442"/>
                  <a:pt x="188633" y="4674"/>
                </a:cubicBezTo>
                <a:cubicBezTo>
                  <a:pt x="191389" y="5906"/>
                  <a:pt x="193485" y="7671"/>
                  <a:pt x="194907" y="9996"/>
                </a:cubicBezTo>
                <a:cubicBezTo>
                  <a:pt x="196329" y="12319"/>
                  <a:pt x="197041" y="15088"/>
                  <a:pt x="197041" y="18314"/>
                </a:cubicBezTo>
                <a:cubicBezTo>
                  <a:pt x="197041" y="20613"/>
                  <a:pt x="196596" y="22797"/>
                  <a:pt x="195707" y="24854"/>
                </a:cubicBezTo>
                <a:cubicBezTo>
                  <a:pt x="194818" y="26912"/>
                  <a:pt x="193408" y="28702"/>
                  <a:pt x="191478" y="30214"/>
                </a:cubicBezTo>
                <a:cubicBezTo>
                  <a:pt x="189560" y="31725"/>
                  <a:pt x="187122" y="32766"/>
                  <a:pt x="184175" y="33338"/>
                </a:cubicBezTo>
                <a:lnTo>
                  <a:pt x="199200" y="55258"/>
                </a:lnTo>
                <a:lnTo>
                  <a:pt x="190944" y="55258"/>
                </a:lnTo>
                <a:lnTo>
                  <a:pt x="177254" y="34240"/>
                </a:lnTo>
                <a:lnTo>
                  <a:pt x="165570" y="34240"/>
                </a:lnTo>
                <a:lnTo>
                  <a:pt x="165570" y="55258"/>
                </a:lnTo>
                <a:lnTo>
                  <a:pt x="158496" y="55258"/>
                </a:lnTo>
                <a:lnTo>
                  <a:pt x="158496" y="2832"/>
                </a:lnTo>
                <a:close/>
                <a:moveTo>
                  <a:pt x="178143" y="27915"/>
                </a:moveTo>
                <a:cubicBezTo>
                  <a:pt x="180797" y="27915"/>
                  <a:pt x="183007" y="27496"/>
                  <a:pt x="184785" y="26657"/>
                </a:cubicBezTo>
                <a:cubicBezTo>
                  <a:pt x="186563" y="25832"/>
                  <a:pt x="187871" y="24702"/>
                  <a:pt x="188709" y="23279"/>
                </a:cubicBezTo>
                <a:cubicBezTo>
                  <a:pt x="189548" y="21857"/>
                  <a:pt x="189979" y="20219"/>
                  <a:pt x="189979" y="18390"/>
                </a:cubicBezTo>
                <a:cubicBezTo>
                  <a:pt x="189979" y="15380"/>
                  <a:pt x="188925" y="13119"/>
                  <a:pt x="186817" y="11595"/>
                </a:cubicBezTo>
                <a:cubicBezTo>
                  <a:pt x="184709" y="10071"/>
                  <a:pt x="181712" y="9310"/>
                  <a:pt x="177851" y="9310"/>
                </a:cubicBezTo>
                <a:lnTo>
                  <a:pt x="165570" y="9310"/>
                </a:lnTo>
                <a:lnTo>
                  <a:pt x="165570" y="27915"/>
                </a:lnTo>
                <a:lnTo>
                  <a:pt x="178143" y="27915"/>
                </a:lnTo>
                <a:close/>
                <a:moveTo>
                  <a:pt x="207264" y="2832"/>
                </a:moveTo>
                <a:lnTo>
                  <a:pt x="215633" y="2832"/>
                </a:lnTo>
                <a:lnTo>
                  <a:pt x="242164" y="47410"/>
                </a:lnTo>
                <a:cubicBezTo>
                  <a:pt x="242113" y="46266"/>
                  <a:pt x="242062" y="44717"/>
                  <a:pt x="242024" y="42761"/>
                </a:cubicBezTo>
                <a:cubicBezTo>
                  <a:pt x="241973" y="40793"/>
                  <a:pt x="241948" y="38862"/>
                  <a:pt x="241948" y="36957"/>
                </a:cubicBezTo>
                <a:lnTo>
                  <a:pt x="241948" y="2832"/>
                </a:lnTo>
                <a:lnTo>
                  <a:pt x="248272" y="2832"/>
                </a:lnTo>
                <a:lnTo>
                  <a:pt x="248272" y="55258"/>
                </a:lnTo>
                <a:lnTo>
                  <a:pt x="239560" y="55258"/>
                </a:lnTo>
                <a:lnTo>
                  <a:pt x="213373" y="11202"/>
                </a:lnTo>
                <a:cubicBezTo>
                  <a:pt x="213424" y="12345"/>
                  <a:pt x="213462" y="13894"/>
                  <a:pt x="213512" y="15837"/>
                </a:cubicBezTo>
                <a:cubicBezTo>
                  <a:pt x="213563" y="17780"/>
                  <a:pt x="213589" y="19724"/>
                  <a:pt x="213589" y="21654"/>
                </a:cubicBezTo>
                <a:lnTo>
                  <a:pt x="213589" y="55258"/>
                </a:lnTo>
                <a:lnTo>
                  <a:pt x="207264" y="55258"/>
                </a:lnTo>
                <a:lnTo>
                  <a:pt x="207264" y="2832"/>
                </a:lnTo>
                <a:close/>
                <a:moveTo>
                  <a:pt x="274079" y="2832"/>
                </a:moveTo>
                <a:lnTo>
                  <a:pt x="282181" y="2832"/>
                </a:lnTo>
                <a:lnTo>
                  <a:pt x="301904" y="55258"/>
                </a:lnTo>
                <a:lnTo>
                  <a:pt x="294500" y="55258"/>
                </a:lnTo>
                <a:lnTo>
                  <a:pt x="289547" y="41085"/>
                </a:lnTo>
                <a:lnTo>
                  <a:pt x="266560" y="41085"/>
                </a:lnTo>
                <a:lnTo>
                  <a:pt x="261607" y="55258"/>
                </a:lnTo>
                <a:lnTo>
                  <a:pt x="254356" y="55258"/>
                </a:lnTo>
                <a:lnTo>
                  <a:pt x="274079" y="2832"/>
                </a:lnTo>
                <a:close/>
                <a:moveTo>
                  <a:pt x="287401" y="34900"/>
                </a:moveTo>
                <a:lnTo>
                  <a:pt x="281178" y="17158"/>
                </a:lnTo>
                <a:cubicBezTo>
                  <a:pt x="280607" y="15545"/>
                  <a:pt x="280048" y="13932"/>
                  <a:pt x="279489" y="12319"/>
                </a:cubicBezTo>
                <a:cubicBezTo>
                  <a:pt x="278930" y="10706"/>
                  <a:pt x="278448" y="9322"/>
                  <a:pt x="278054" y="8154"/>
                </a:cubicBezTo>
                <a:cubicBezTo>
                  <a:pt x="277660" y="9322"/>
                  <a:pt x="277178" y="10706"/>
                  <a:pt x="276619" y="12319"/>
                </a:cubicBezTo>
                <a:cubicBezTo>
                  <a:pt x="276060" y="13932"/>
                  <a:pt x="275501" y="15545"/>
                  <a:pt x="274930" y="17158"/>
                </a:cubicBezTo>
                <a:lnTo>
                  <a:pt x="268719" y="34900"/>
                </a:lnTo>
                <a:lnTo>
                  <a:pt x="287401" y="34900"/>
                </a:lnTo>
                <a:close/>
                <a:moveTo>
                  <a:pt x="307848" y="2832"/>
                </a:moveTo>
                <a:lnTo>
                  <a:pt x="314922" y="2832"/>
                </a:lnTo>
                <a:lnTo>
                  <a:pt x="314922" y="48705"/>
                </a:lnTo>
                <a:lnTo>
                  <a:pt x="339179" y="48705"/>
                </a:lnTo>
                <a:lnTo>
                  <a:pt x="339179" y="55258"/>
                </a:lnTo>
                <a:lnTo>
                  <a:pt x="307848" y="55258"/>
                </a:lnTo>
                <a:lnTo>
                  <a:pt x="307848" y="2832"/>
                </a:lnTo>
                <a:close/>
                <a:moveTo>
                  <a:pt x="362268" y="32410"/>
                </a:moveTo>
                <a:lnTo>
                  <a:pt x="362268" y="37580"/>
                </a:lnTo>
                <a:lnTo>
                  <a:pt x="404609" y="37580"/>
                </a:lnTo>
                <a:lnTo>
                  <a:pt x="404609" y="32410"/>
                </a:lnTo>
                <a:close/>
                <a:moveTo>
                  <a:pt x="446773" y="56007"/>
                </a:moveTo>
                <a:cubicBezTo>
                  <a:pt x="442481" y="56007"/>
                  <a:pt x="438696" y="55309"/>
                  <a:pt x="435407" y="53911"/>
                </a:cubicBezTo>
                <a:cubicBezTo>
                  <a:pt x="432118" y="52528"/>
                  <a:pt x="429387" y="50432"/>
                  <a:pt x="427203" y="47625"/>
                </a:cubicBezTo>
                <a:lnTo>
                  <a:pt x="432041" y="42787"/>
                </a:lnTo>
                <a:cubicBezTo>
                  <a:pt x="433210" y="44260"/>
                  <a:pt x="434429" y="45492"/>
                  <a:pt x="435724" y="46495"/>
                </a:cubicBezTo>
                <a:cubicBezTo>
                  <a:pt x="437007" y="47498"/>
                  <a:pt x="438556" y="48299"/>
                  <a:pt x="440373" y="48895"/>
                </a:cubicBezTo>
                <a:cubicBezTo>
                  <a:pt x="442189" y="49492"/>
                  <a:pt x="444322" y="49785"/>
                  <a:pt x="446773" y="49785"/>
                </a:cubicBezTo>
                <a:cubicBezTo>
                  <a:pt x="449199" y="49785"/>
                  <a:pt x="451371" y="49479"/>
                  <a:pt x="453288" y="48870"/>
                </a:cubicBezTo>
                <a:cubicBezTo>
                  <a:pt x="455193" y="48273"/>
                  <a:pt x="456705" y="47320"/>
                  <a:pt x="457822" y="46025"/>
                </a:cubicBezTo>
                <a:cubicBezTo>
                  <a:pt x="458940" y="44742"/>
                  <a:pt x="459499" y="43117"/>
                  <a:pt x="459499" y="41161"/>
                </a:cubicBezTo>
                <a:cubicBezTo>
                  <a:pt x="459499" y="39192"/>
                  <a:pt x="458915" y="37605"/>
                  <a:pt x="457746" y="36399"/>
                </a:cubicBezTo>
                <a:cubicBezTo>
                  <a:pt x="456578" y="35179"/>
                  <a:pt x="455104" y="34227"/>
                  <a:pt x="453326" y="33541"/>
                </a:cubicBezTo>
                <a:cubicBezTo>
                  <a:pt x="451536" y="32868"/>
                  <a:pt x="449161" y="32157"/>
                  <a:pt x="446215" y="31407"/>
                </a:cubicBezTo>
                <a:cubicBezTo>
                  <a:pt x="442646" y="30518"/>
                  <a:pt x="439712" y="29579"/>
                  <a:pt x="437439" y="28601"/>
                </a:cubicBezTo>
                <a:cubicBezTo>
                  <a:pt x="435153" y="27623"/>
                  <a:pt x="433222" y="26124"/>
                  <a:pt x="431635" y="24118"/>
                </a:cubicBezTo>
                <a:cubicBezTo>
                  <a:pt x="430047" y="22111"/>
                  <a:pt x="429247" y="19431"/>
                  <a:pt x="429247" y="16078"/>
                </a:cubicBezTo>
                <a:cubicBezTo>
                  <a:pt x="429247" y="12878"/>
                  <a:pt x="430060" y="10237"/>
                  <a:pt x="431660" y="8128"/>
                </a:cubicBezTo>
                <a:cubicBezTo>
                  <a:pt x="433273" y="6033"/>
                  <a:pt x="435458" y="4496"/>
                  <a:pt x="438201" y="3518"/>
                </a:cubicBezTo>
                <a:cubicBezTo>
                  <a:pt x="440931" y="2540"/>
                  <a:pt x="444017" y="2045"/>
                  <a:pt x="447446" y="2045"/>
                </a:cubicBezTo>
                <a:cubicBezTo>
                  <a:pt x="451561" y="2045"/>
                  <a:pt x="455054" y="2718"/>
                  <a:pt x="457937" y="4039"/>
                </a:cubicBezTo>
                <a:cubicBezTo>
                  <a:pt x="460807" y="5373"/>
                  <a:pt x="463220" y="7201"/>
                  <a:pt x="465150" y="9525"/>
                </a:cubicBezTo>
                <a:lnTo>
                  <a:pt x="460426" y="14212"/>
                </a:lnTo>
                <a:cubicBezTo>
                  <a:pt x="458762" y="12306"/>
                  <a:pt x="456870" y="10833"/>
                  <a:pt x="454736" y="9792"/>
                </a:cubicBezTo>
                <a:cubicBezTo>
                  <a:pt x="452603" y="8751"/>
                  <a:pt x="450050" y="8230"/>
                  <a:pt x="447065" y="8230"/>
                </a:cubicBezTo>
                <a:cubicBezTo>
                  <a:pt x="444665" y="8230"/>
                  <a:pt x="442646" y="8560"/>
                  <a:pt x="441007" y="9208"/>
                </a:cubicBezTo>
                <a:cubicBezTo>
                  <a:pt x="439369" y="9868"/>
                  <a:pt x="438150" y="10770"/>
                  <a:pt x="437363" y="11913"/>
                </a:cubicBezTo>
                <a:cubicBezTo>
                  <a:pt x="436562" y="13056"/>
                  <a:pt x="436169" y="14364"/>
                  <a:pt x="436169" y="15850"/>
                </a:cubicBezTo>
                <a:cubicBezTo>
                  <a:pt x="436169" y="17666"/>
                  <a:pt x="436715" y="19139"/>
                  <a:pt x="437820" y="20269"/>
                </a:cubicBezTo>
                <a:cubicBezTo>
                  <a:pt x="438925" y="21387"/>
                  <a:pt x="440309" y="22276"/>
                  <a:pt x="441960" y="22911"/>
                </a:cubicBezTo>
                <a:cubicBezTo>
                  <a:pt x="443598" y="23533"/>
                  <a:pt x="445872" y="24244"/>
                  <a:pt x="448742" y="25006"/>
                </a:cubicBezTo>
                <a:cubicBezTo>
                  <a:pt x="452514" y="25946"/>
                  <a:pt x="455587" y="26912"/>
                  <a:pt x="457949" y="27915"/>
                </a:cubicBezTo>
                <a:cubicBezTo>
                  <a:pt x="460324" y="28905"/>
                  <a:pt x="462343" y="30429"/>
                  <a:pt x="463995" y="32487"/>
                </a:cubicBezTo>
                <a:cubicBezTo>
                  <a:pt x="465658" y="34544"/>
                  <a:pt x="466496" y="37313"/>
                  <a:pt x="466496" y="40780"/>
                </a:cubicBezTo>
                <a:cubicBezTo>
                  <a:pt x="466496" y="43765"/>
                  <a:pt x="465734" y="46393"/>
                  <a:pt x="464223" y="48692"/>
                </a:cubicBezTo>
                <a:cubicBezTo>
                  <a:pt x="462712" y="50991"/>
                  <a:pt x="460477" y="52781"/>
                  <a:pt x="457505" y="54064"/>
                </a:cubicBezTo>
                <a:cubicBezTo>
                  <a:pt x="454546" y="55359"/>
                  <a:pt x="450964" y="56007"/>
                  <a:pt x="446773" y="56007"/>
                </a:cubicBezTo>
                <a:close/>
                <a:moveTo>
                  <a:pt x="488963" y="2832"/>
                </a:moveTo>
                <a:lnTo>
                  <a:pt x="497065" y="2832"/>
                </a:lnTo>
                <a:lnTo>
                  <a:pt x="516788" y="55258"/>
                </a:lnTo>
                <a:lnTo>
                  <a:pt x="509384" y="55258"/>
                </a:lnTo>
                <a:lnTo>
                  <a:pt x="504431" y="41085"/>
                </a:lnTo>
                <a:lnTo>
                  <a:pt x="481444" y="41085"/>
                </a:lnTo>
                <a:lnTo>
                  <a:pt x="476491" y="55258"/>
                </a:lnTo>
                <a:lnTo>
                  <a:pt x="469240" y="55258"/>
                </a:lnTo>
                <a:lnTo>
                  <a:pt x="488963" y="2832"/>
                </a:lnTo>
                <a:close/>
                <a:moveTo>
                  <a:pt x="502285" y="34900"/>
                </a:moveTo>
                <a:lnTo>
                  <a:pt x="496062" y="17158"/>
                </a:lnTo>
                <a:cubicBezTo>
                  <a:pt x="495490" y="15545"/>
                  <a:pt x="494932" y="13932"/>
                  <a:pt x="494373" y="12319"/>
                </a:cubicBezTo>
                <a:cubicBezTo>
                  <a:pt x="493814" y="10706"/>
                  <a:pt x="493332" y="9322"/>
                  <a:pt x="492938" y="8154"/>
                </a:cubicBezTo>
                <a:cubicBezTo>
                  <a:pt x="492544" y="9322"/>
                  <a:pt x="492062" y="10706"/>
                  <a:pt x="491503" y="12319"/>
                </a:cubicBezTo>
                <a:cubicBezTo>
                  <a:pt x="490944" y="13932"/>
                  <a:pt x="490385" y="15545"/>
                  <a:pt x="489814" y="17158"/>
                </a:cubicBezTo>
                <a:lnTo>
                  <a:pt x="483603" y="34900"/>
                </a:lnTo>
                <a:lnTo>
                  <a:pt x="502285" y="34900"/>
                </a:lnTo>
                <a:close/>
                <a:moveTo>
                  <a:pt x="522732" y="2832"/>
                </a:moveTo>
                <a:lnTo>
                  <a:pt x="542531" y="2832"/>
                </a:lnTo>
                <a:cubicBezTo>
                  <a:pt x="546570" y="2832"/>
                  <a:pt x="549974" y="3493"/>
                  <a:pt x="552729" y="4801"/>
                </a:cubicBezTo>
                <a:cubicBezTo>
                  <a:pt x="555473" y="6121"/>
                  <a:pt x="557543" y="7963"/>
                  <a:pt x="558914" y="10351"/>
                </a:cubicBezTo>
                <a:cubicBezTo>
                  <a:pt x="560299" y="12726"/>
                  <a:pt x="560984" y="15532"/>
                  <a:pt x="560984" y="18759"/>
                </a:cubicBezTo>
                <a:cubicBezTo>
                  <a:pt x="560984" y="21908"/>
                  <a:pt x="560299" y="24727"/>
                  <a:pt x="558940" y="27204"/>
                </a:cubicBezTo>
                <a:cubicBezTo>
                  <a:pt x="557568" y="29680"/>
                  <a:pt x="555536" y="31636"/>
                  <a:pt x="552831" y="33058"/>
                </a:cubicBezTo>
                <a:cubicBezTo>
                  <a:pt x="550126" y="34493"/>
                  <a:pt x="546837" y="35205"/>
                  <a:pt x="542938" y="35205"/>
                </a:cubicBezTo>
                <a:lnTo>
                  <a:pt x="529806" y="35205"/>
                </a:lnTo>
                <a:lnTo>
                  <a:pt x="529806" y="55258"/>
                </a:lnTo>
                <a:lnTo>
                  <a:pt x="522732" y="55258"/>
                </a:lnTo>
                <a:lnTo>
                  <a:pt x="522732" y="2832"/>
                </a:lnTo>
                <a:close/>
                <a:moveTo>
                  <a:pt x="541934" y="28804"/>
                </a:moveTo>
                <a:cubicBezTo>
                  <a:pt x="545948" y="28804"/>
                  <a:pt x="548957" y="27953"/>
                  <a:pt x="550939" y="26251"/>
                </a:cubicBezTo>
                <a:cubicBezTo>
                  <a:pt x="552920" y="24550"/>
                  <a:pt x="553911" y="22085"/>
                  <a:pt x="553911" y="18835"/>
                </a:cubicBezTo>
                <a:cubicBezTo>
                  <a:pt x="553911" y="15710"/>
                  <a:pt x="552882" y="13336"/>
                  <a:pt x="550812" y="11723"/>
                </a:cubicBezTo>
                <a:cubicBezTo>
                  <a:pt x="548742" y="10109"/>
                  <a:pt x="545681" y="9310"/>
                  <a:pt x="541630" y="9310"/>
                </a:cubicBezTo>
                <a:lnTo>
                  <a:pt x="529806" y="9310"/>
                </a:lnTo>
                <a:lnTo>
                  <a:pt x="529806" y="28804"/>
                </a:lnTo>
                <a:lnTo>
                  <a:pt x="541934" y="28804"/>
                </a:lnTo>
                <a:close/>
                <a:moveTo>
                  <a:pt x="595973" y="56007"/>
                </a:moveTo>
                <a:cubicBezTo>
                  <a:pt x="593585" y="56007"/>
                  <a:pt x="591464" y="55538"/>
                  <a:pt x="589610" y="54623"/>
                </a:cubicBezTo>
                <a:cubicBezTo>
                  <a:pt x="587743" y="53708"/>
                  <a:pt x="586296" y="52363"/>
                  <a:pt x="585254" y="50610"/>
                </a:cubicBezTo>
                <a:cubicBezTo>
                  <a:pt x="584213" y="48844"/>
                  <a:pt x="583692" y="46736"/>
                  <a:pt x="583692" y="44285"/>
                </a:cubicBezTo>
                <a:cubicBezTo>
                  <a:pt x="583692" y="41275"/>
                  <a:pt x="584479" y="38812"/>
                  <a:pt x="586054" y="36881"/>
                </a:cubicBezTo>
                <a:cubicBezTo>
                  <a:pt x="587629" y="34938"/>
                  <a:pt x="589775" y="33528"/>
                  <a:pt x="592506" y="32652"/>
                </a:cubicBezTo>
                <a:cubicBezTo>
                  <a:pt x="595236" y="31776"/>
                  <a:pt x="598399" y="31331"/>
                  <a:pt x="601993" y="31331"/>
                </a:cubicBezTo>
                <a:lnTo>
                  <a:pt x="609143" y="31331"/>
                </a:lnTo>
                <a:lnTo>
                  <a:pt x="609143" y="28575"/>
                </a:lnTo>
                <a:cubicBezTo>
                  <a:pt x="609143" y="25756"/>
                  <a:pt x="608470" y="23597"/>
                  <a:pt x="607111" y="22123"/>
                </a:cubicBezTo>
                <a:cubicBezTo>
                  <a:pt x="605765" y="20651"/>
                  <a:pt x="603720" y="19914"/>
                  <a:pt x="600989" y="19914"/>
                </a:cubicBezTo>
                <a:cubicBezTo>
                  <a:pt x="598513" y="19914"/>
                  <a:pt x="596354" y="20409"/>
                  <a:pt x="594500" y="21413"/>
                </a:cubicBezTo>
                <a:cubicBezTo>
                  <a:pt x="592658" y="22416"/>
                  <a:pt x="591020" y="23876"/>
                  <a:pt x="589610" y="25794"/>
                </a:cubicBezTo>
                <a:lnTo>
                  <a:pt x="585292" y="21476"/>
                </a:lnTo>
                <a:cubicBezTo>
                  <a:pt x="589305" y="16663"/>
                  <a:pt x="594690" y="14250"/>
                  <a:pt x="601434" y="14250"/>
                </a:cubicBezTo>
                <a:cubicBezTo>
                  <a:pt x="604545" y="14250"/>
                  <a:pt x="607174" y="14846"/>
                  <a:pt x="609333" y="16040"/>
                </a:cubicBezTo>
                <a:cubicBezTo>
                  <a:pt x="611480" y="17234"/>
                  <a:pt x="613105" y="18898"/>
                  <a:pt x="614197" y="21044"/>
                </a:cubicBezTo>
                <a:cubicBezTo>
                  <a:pt x="615290" y="23191"/>
                  <a:pt x="615836" y="25705"/>
                  <a:pt x="615836" y="28575"/>
                </a:cubicBezTo>
                <a:lnTo>
                  <a:pt x="615836" y="55258"/>
                </a:lnTo>
                <a:lnTo>
                  <a:pt x="609435" y="55258"/>
                </a:lnTo>
                <a:lnTo>
                  <a:pt x="609435" y="47778"/>
                </a:lnTo>
                <a:lnTo>
                  <a:pt x="609295" y="47778"/>
                </a:lnTo>
                <a:cubicBezTo>
                  <a:pt x="607949" y="50635"/>
                  <a:pt x="606209" y="52718"/>
                  <a:pt x="604076" y="54026"/>
                </a:cubicBezTo>
                <a:cubicBezTo>
                  <a:pt x="601942" y="55347"/>
                  <a:pt x="599250" y="56007"/>
                  <a:pt x="595973" y="56007"/>
                </a:cubicBezTo>
                <a:close/>
                <a:moveTo>
                  <a:pt x="590614" y="44133"/>
                </a:moveTo>
                <a:cubicBezTo>
                  <a:pt x="590614" y="45403"/>
                  <a:pt x="590893" y="46495"/>
                  <a:pt x="591464" y="47447"/>
                </a:cubicBezTo>
                <a:cubicBezTo>
                  <a:pt x="592036" y="48387"/>
                  <a:pt x="592861" y="49111"/>
                  <a:pt x="593941" y="49619"/>
                </a:cubicBezTo>
                <a:cubicBezTo>
                  <a:pt x="595020" y="50127"/>
                  <a:pt x="596303" y="50381"/>
                  <a:pt x="597789" y="50381"/>
                </a:cubicBezTo>
                <a:cubicBezTo>
                  <a:pt x="600151" y="50381"/>
                  <a:pt x="602183" y="49911"/>
                  <a:pt x="603898" y="48946"/>
                </a:cubicBezTo>
                <a:cubicBezTo>
                  <a:pt x="605612" y="47993"/>
                  <a:pt x="606908" y="46749"/>
                  <a:pt x="607797" y="45187"/>
                </a:cubicBezTo>
                <a:cubicBezTo>
                  <a:pt x="608698" y="43638"/>
                  <a:pt x="609143" y="41999"/>
                  <a:pt x="609143" y="40260"/>
                </a:cubicBezTo>
                <a:lnTo>
                  <a:pt x="609143" y="36361"/>
                </a:lnTo>
                <a:lnTo>
                  <a:pt x="602894" y="36361"/>
                </a:lnTo>
                <a:cubicBezTo>
                  <a:pt x="599199" y="36361"/>
                  <a:pt x="596227" y="36919"/>
                  <a:pt x="593979" y="38050"/>
                </a:cubicBezTo>
                <a:cubicBezTo>
                  <a:pt x="591731" y="39180"/>
                  <a:pt x="590614" y="41199"/>
                  <a:pt x="590614" y="44133"/>
                </a:cubicBezTo>
                <a:close/>
                <a:moveTo>
                  <a:pt x="625285" y="15037"/>
                </a:moveTo>
                <a:lnTo>
                  <a:pt x="631685" y="15037"/>
                </a:lnTo>
                <a:lnTo>
                  <a:pt x="631685" y="23406"/>
                </a:lnTo>
                <a:lnTo>
                  <a:pt x="631838" y="23406"/>
                </a:lnTo>
                <a:cubicBezTo>
                  <a:pt x="632828" y="20803"/>
                  <a:pt x="634340" y="18631"/>
                  <a:pt x="636372" y="16879"/>
                </a:cubicBezTo>
                <a:cubicBezTo>
                  <a:pt x="638404" y="15126"/>
                  <a:pt x="641248" y="14250"/>
                  <a:pt x="644893" y="14250"/>
                </a:cubicBezTo>
                <a:cubicBezTo>
                  <a:pt x="647675" y="14250"/>
                  <a:pt x="649999" y="14834"/>
                  <a:pt x="651866" y="16002"/>
                </a:cubicBezTo>
                <a:cubicBezTo>
                  <a:pt x="653745" y="17171"/>
                  <a:pt x="655142" y="18821"/>
                  <a:pt x="656082" y="20955"/>
                </a:cubicBezTo>
                <a:cubicBezTo>
                  <a:pt x="657009" y="23089"/>
                  <a:pt x="657466" y="25578"/>
                  <a:pt x="657466" y="28435"/>
                </a:cubicBezTo>
                <a:lnTo>
                  <a:pt x="657466" y="55258"/>
                </a:lnTo>
                <a:lnTo>
                  <a:pt x="650735" y="55258"/>
                </a:lnTo>
                <a:lnTo>
                  <a:pt x="650735" y="29731"/>
                </a:lnTo>
                <a:cubicBezTo>
                  <a:pt x="650735" y="26632"/>
                  <a:pt x="650088" y="24270"/>
                  <a:pt x="648805" y="22644"/>
                </a:cubicBezTo>
                <a:cubicBezTo>
                  <a:pt x="647510" y="21019"/>
                  <a:pt x="645389" y="20206"/>
                  <a:pt x="642442" y="20206"/>
                </a:cubicBezTo>
                <a:cubicBezTo>
                  <a:pt x="640334" y="20206"/>
                  <a:pt x="638493" y="20663"/>
                  <a:pt x="636918" y="21590"/>
                </a:cubicBezTo>
                <a:cubicBezTo>
                  <a:pt x="635343" y="22505"/>
                  <a:pt x="634124" y="23838"/>
                  <a:pt x="633273" y="25603"/>
                </a:cubicBezTo>
                <a:cubicBezTo>
                  <a:pt x="632409" y="27369"/>
                  <a:pt x="631990" y="29477"/>
                  <a:pt x="631990" y="31928"/>
                </a:cubicBezTo>
                <a:lnTo>
                  <a:pt x="631990" y="55258"/>
                </a:lnTo>
                <a:lnTo>
                  <a:pt x="625285" y="55258"/>
                </a:lnTo>
                <a:lnTo>
                  <a:pt x="625285" y="15037"/>
                </a:lnTo>
                <a:close/>
                <a:moveTo>
                  <a:pt x="683209" y="56007"/>
                </a:moveTo>
                <a:cubicBezTo>
                  <a:pt x="679691" y="56007"/>
                  <a:pt x="676593" y="55118"/>
                  <a:pt x="673926" y="53366"/>
                </a:cubicBezTo>
                <a:cubicBezTo>
                  <a:pt x="671259" y="51601"/>
                  <a:pt x="669201" y="49137"/>
                  <a:pt x="667741" y="45987"/>
                </a:cubicBezTo>
                <a:cubicBezTo>
                  <a:pt x="666267" y="42838"/>
                  <a:pt x="665543" y="39218"/>
                  <a:pt x="665543" y="35128"/>
                </a:cubicBezTo>
                <a:cubicBezTo>
                  <a:pt x="665543" y="31039"/>
                  <a:pt x="666255" y="27419"/>
                  <a:pt x="667677" y="24270"/>
                </a:cubicBezTo>
                <a:cubicBezTo>
                  <a:pt x="669112" y="21108"/>
                  <a:pt x="671144" y="18656"/>
                  <a:pt x="673786" y="16891"/>
                </a:cubicBezTo>
                <a:cubicBezTo>
                  <a:pt x="676427" y="15139"/>
                  <a:pt x="679488" y="14250"/>
                  <a:pt x="682993" y="14250"/>
                </a:cubicBezTo>
                <a:cubicBezTo>
                  <a:pt x="685571" y="14250"/>
                  <a:pt x="687857" y="14656"/>
                  <a:pt x="689839" y="15443"/>
                </a:cubicBezTo>
                <a:cubicBezTo>
                  <a:pt x="691820" y="16243"/>
                  <a:pt x="693471" y="17297"/>
                  <a:pt x="694792" y="18631"/>
                </a:cubicBezTo>
                <a:cubicBezTo>
                  <a:pt x="696100" y="19952"/>
                  <a:pt x="697116" y="21451"/>
                  <a:pt x="697840" y="23114"/>
                </a:cubicBezTo>
                <a:lnTo>
                  <a:pt x="697979" y="23114"/>
                </a:lnTo>
                <a:lnTo>
                  <a:pt x="697979" y="0"/>
                </a:lnTo>
                <a:lnTo>
                  <a:pt x="704685" y="0"/>
                </a:lnTo>
                <a:lnTo>
                  <a:pt x="704685" y="55258"/>
                </a:lnTo>
                <a:lnTo>
                  <a:pt x="698284" y="55258"/>
                </a:lnTo>
                <a:lnTo>
                  <a:pt x="698284" y="46736"/>
                </a:lnTo>
                <a:lnTo>
                  <a:pt x="698208" y="46736"/>
                </a:lnTo>
                <a:cubicBezTo>
                  <a:pt x="697090" y="49492"/>
                  <a:pt x="695363" y="51727"/>
                  <a:pt x="693014" y="53429"/>
                </a:cubicBezTo>
                <a:cubicBezTo>
                  <a:pt x="690677" y="55144"/>
                  <a:pt x="687400" y="56007"/>
                  <a:pt x="683209" y="56007"/>
                </a:cubicBezTo>
                <a:close/>
                <a:moveTo>
                  <a:pt x="672541" y="35128"/>
                </a:moveTo>
                <a:cubicBezTo>
                  <a:pt x="672541" y="38380"/>
                  <a:pt x="673087" y="41148"/>
                  <a:pt x="674192" y="43421"/>
                </a:cubicBezTo>
                <a:cubicBezTo>
                  <a:pt x="675297" y="45707"/>
                  <a:pt x="676808" y="47422"/>
                  <a:pt x="678726" y="48578"/>
                </a:cubicBezTo>
                <a:cubicBezTo>
                  <a:pt x="680657" y="49733"/>
                  <a:pt x="682828" y="50305"/>
                  <a:pt x="685267" y="50305"/>
                </a:cubicBezTo>
                <a:cubicBezTo>
                  <a:pt x="687692" y="50305"/>
                  <a:pt x="689864" y="49733"/>
                  <a:pt x="691794" y="48578"/>
                </a:cubicBezTo>
                <a:cubicBezTo>
                  <a:pt x="693712" y="47422"/>
                  <a:pt x="695223" y="45707"/>
                  <a:pt x="696328" y="43447"/>
                </a:cubicBezTo>
                <a:cubicBezTo>
                  <a:pt x="697433" y="41173"/>
                  <a:pt x="697979" y="38405"/>
                  <a:pt x="697979" y="35128"/>
                </a:cubicBezTo>
                <a:cubicBezTo>
                  <a:pt x="697979" y="31877"/>
                  <a:pt x="697433" y="29121"/>
                  <a:pt x="696328" y="26848"/>
                </a:cubicBezTo>
                <a:cubicBezTo>
                  <a:pt x="695223" y="24574"/>
                  <a:pt x="693712" y="22873"/>
                  <a:pt x="691794" y="21717"/>
                </a:cubicBezTo>
                <a:cubicBezTo>
                  <a:pt x="689864" y="20562"/>
                  <a:pt x="687692" y="19990"/>
                  <a:pt x="685267" y="19990"/>
                </a:cubicBezTo>
                <a:cubicBezTo>
                  <a:pt x="682828" y="19990"/>
                  <a:pt x="680657" y="20562"/>
                  <a:pt x="678726" y="21717"/>
                </a:cubicBezTo>
                <a:cubicBezTo>
                  <a:pt x="676808" y="22873"/>
                  <a:pt x="675297" y="24574"/>
                  <a:pt x="674192" y="26848"/>
                </a:cubicBezTo>
                <a:cubicBezTo>
                  <a:pt x="673087" y="29121"/>
                  <a:pt x="672541" y="31877"/>
                  <a:pt x="672541" y="35128"/>
                </a:cubicBezTo>
                <a:close/>
                <a:moveTo>
                  <a:pt x="734568" y="2832"/>
                </a:moveTo>
                <a:lnTo>
                  <a:pt x="754367" y="2832"/>
                </a:lnTo>
                <a:cubicBezTo>
                  <a:pt x="758406" y="2832"/>
                  <a:pt x="761810" y="3493"/>
                  <a:pt x="764515" y="4801"/>
                </a:cubicBezTo>
                <a:cubicBezTo>
                  <a:pt x="767309" y="6121"/>
                  <a:pt x="769341" y="7963"/>
                  <a:pt x="770738" y="10351"/>
                </a:cubicBezTo>
                <a:cubicBezTo>
                  <a:pt x="772135" y="12726"/>
                  <a:pt x="772770" y="15532"/>
                  <a:pt x="772770" y="18759"/>
                </a:cubicBezTo>
                <a:cubicBezTo>
                  <a:pt x="772770" y="21908"/>
                  <a:pt x="772135" y="24727"/>
                  <a:pt x="770738" y="27204"/>
                </a:cubicBezTo>
                <a:cubicBezTo>
                  <a:pt x="769468" y="29680"/>
                  <a:pt x="767436" y="31636"/>
                  <a:pt x="764642" y="33058"/>
                </a:cubicBezTo>
                <a:cubicBezTo>
                  <a:pt x="761962" y="34493"/>
                  <a:pt x="758673" y="35205"/>
                  <a:pt x="754774" y="35205"/>
                </a:cubicBezTo>
                <a:lnTo>
                  <a:pt x="741642" y="35205"/>
                </a:lnTo>
                <a:lnTo>
                  <a:pt x="741642" y="55258"/>
                </a:lnTo>
                <a:lnTo>
                  <a:pt x="734568" y="55258"/>
                </a:lnTo>
                <a:lnTo>
                  <a:pt x="734568" y="2832"/>
                </a:lnTo>
                <a:close/>
                <a:moveTo>
                  <a:pt x="753770" y="28804"/>
                </a:moveTo>
                <a:cubicBezTo>
                  <a:pt x="757784" y="28804"/>
                  <a:pt x="760793" y="27953"/>
                  <a:pt x="762775" y="26251"/>
                </a:cubicBezTo>
                <a:cubicBezTo>
                  <a:pt x="764769" y="24550"/>
                  <a:pt x="765785" y="22085"/>
                  <a:pt x="765785" y="18835"/>
                </a:cubicBezTo>
                <a:cubicBezTo>
                  <a:pt x="765785" y="15710"/>
                  <a:pt x="764769" y="13336"/>
                  <a:pt x="762648" y="11723"/>
                </a:cubicBezTo>
                <a:cubicBezTo>
                  <a:pt x="760578" y="10109"/>
                  <a:pt x="757517" y="9310"/>
                  <a:pt x="753466" y="9310"/>
                </a:cubicBezTo>
                <a:lnTo>
                  <a:pt x="741642" y="9310"/>
                </a:lnTo>
                <a:lnTo>
                  <a:pt x="741642" y="28804"/>
                </a:lnTo>
                <a:lnTo>
                  <a:pt x="753770" y="28804"/>
                </a:lnTo>
                <a:close/>
                <a:moveTo>
                  <a:pt x="789534" y="56007"/>
                </a:moveTo>
                <a:cubicBezTo>
                  <a:pt x="787121" y="56007"/>
                  <a:pt x="784962" y="55538"/>
                  <a:pt x="783184" y="54623"/>
                </a:cubicBezTo>
                <a:cubicBezTo>
                  <a:pt x="781279" y="53708"/>
                  <a:pt x="779882" y="52363"/>
                  <a:pt x="778739" y="50610"/>
                </a:cubicBezTo>
                <a:cubicBezTo>
                  <a:pt x="777723" y="48844"/>
                  <a:pt x="777215" y="46736"/>
                  <a:pt x="777215" y="44285"/>
                </a:cubicBezTo>
                <a:cubicBezTo>
                  <a:pt x="777215" y="41275"/>
                  <a:pt x="777977" y="38812"/>
                  <a:pt x="779628" y="36881"/>
                </a:cubicBezTo>
                <a:cubicBezTo>
                  <a:pt x="781152" y="34938"/>
                  <a:pt x="783311" y="33528"/>
                  <a:pt x="786105" y="32652"/>
                </a:cubicBezTo>
                <a:cubicBezTo>
                  <a:pt x="788772" y="31776"/>
                  <a:pt x="791947" y="31331"/>
                  <a:pt x="795503" y="31331"/>
                </a:cubicBezTo>
                <a:lnTo>
                  <a:pt x="802742" y="31331"/>
                </a:lnTo>
                <a:lnTo>
                  <a:pt x="802742" y="28575"/>
                </a:lnTo>
                <a:cubicBezTo>
                  <a:pt x="802742" y="25756"/>
                  <a:pt x="801980" y="23597"/>
                  <a:pt x="800710" y="22123"/>
                </a:cubicBezTo>
                <a:cubicBezTo>
                  <a:pt x="799313" y="20651"/>
                  <a:pt x="797281" y="19914"/>
                  <a:pt x="794487" y="19914"/>
                </a:cubicBezTo>
                <a:cubicBezTo>
                  <a:pt x="792074" y="19914"/>
                  <a:pt x="789915" y="20409"/>
                  <a:pt x="788010" y="21413"/>
                </a:cubicBezTo>
                <a:cubicBezTo>
                  <a:pt x="786232" y="22416"/>
                  <a:pt x="784581" y="23876"/>
                  <a:pt x="783184" y="25794"/>
                </a:cubicBezTo>
                <a:lnTo>
                  <a:pt x="778866" y="21476"/>
                </a:lnTo>
                <a:cubicBezTo>
                  <a:pt x="782803" y="16663"/>
                  <a:pt x="788264" y="14250"/>
                  <a:pt x="794995" y="14250"/>
                </a:cubicBezTo>
                <a:cubicBezTo>
                  <a:pt x="798043" y="14250"/>
                  <a:pt x="800710" y="14846"/>
                  <a:pt x="802869" y="16040"/>
                </a:cubicBezTo>
                <a:cubicBezTo>
                  <a:pt x="805028" y="17234"/>
                  <a:pt x="806679" y="18898"/>
                  <a:pt x="807695" y="21044"/>
                </a:cubicBezTo>
                <a:cubicBezTo>
                  <a:pt x="808838" y="23191"/>
                  <a:pt x="809346" y="25705"/>
                  <a:pt x="809346" y="28575"/>
                </a:cubicBezTo>
                <a:lnTo>
                  <a:pt x="809346" y="55258"/>
                </a:lnTo>
                <a:lnTo>
                  <a:pt x="802996" y="55258"/>
                </a:lnTo>
                <a:lnTo>
                  <a:pt x="802996" y="47778"/>
                </a:lnTo>
                <a:lnTo>
                  <a:pt x="802869" y="47778"/>
                </a:lnTo>
                <a:cubicBezTo>
                  <a:pt x="801472" y="50635"/>
                  <a:pt x="799821" y="52718"/>
                  <a:pt x="797662" y="54026"/>
                </a:cubicBezTo>
                <a:cubicBezTo>
                  <a:pt x="795503" y="55347"/>
                  <a:pt x="792836" y="56007"/>
                  <a:pt x="789534" y="56007"/>
                </a:cubicBezTo>
                <a:close/>
                <a:moveTo>
                  <a:pt x="784200" y="44133"/>
                </a:moveTo>
                <a:cubicBezTo>
                  <a:pt x="784200" y="45403"/>
                  <a:pt x="784454" y="46495"/>
                  <a:pt x="784962" y="47447"/>
                </a:cubicBezTo>
                <a:cubicBezTo>
                  <a:pt x="785597" y="48387"/>
                  <a:pt x="786359" y="49111"/>
                  <a:pt x="787502" y="49619"/>
                </a:cubicBezTo>
                <a:cubicBezTo>
                  <a:pt x="788518" y="50127"/>
                  <a:pt x="789915" y="50381"/>
                  <a:pt x="791312" y="50381"/>
                </a:cubicBezTo>
                <a:cubicBezTo>
                  <a:pt x="793725" y="50381"/>
                  <a:pt x="795757" y="49911"/>
                  <a:pt x="797408" y="48946"/>
                </a:cubicBezTo>
                <a:cubicBezTo>
                  <a:pt x="799186" y="47993"/>
                  <a:pt x="800456" y="46749"/>
                  <a:pt x="801345" y="45187"/>
                </a:cubicBezTo>
                <a:cubicBezTo>
                  <a:pt x="802234" y="43638"/>
                  <a:pt x="802742" y="41999"/>
                  <a:pt x="802742" y="40260"/>
                </a:cubicBezTo>
                <a:lnTo>
                  <a:pt x="802742" y="36361"/>
                </a:lnTo>
                <a:lnTo>
                  <a:pt x="796392" y="36361"/>
                </a:lnTo>
                <a:cubicBezTo>
                  <a:pt x="792709" y="36361"/>
                  <a:pt x="789788" y="36919"/>
                  <a:pt x="787502" y="38050"/>
                </a:cubicBezTo>
                <a:cubicBezTo>
                  <a:pt x="785343" y="39180"/>
                  <a:pt x="784200" y="41199"/>
                  <a:pt x="784200" y="44133"/>
                </a:cubicBezTo>
                <a:close/>
                <a:moveTo>
                  <a:pt x="818871" y="15037"/>
                </a:moveTo>
                <a:lnTo>
                  <a:pt x="825221" y="15037"/>
                </a:lnTo>
                <a:lnTo>
                  <a:pt x="825221" y="23635"/>
                </a:lnTo>
                <a:lnTo>
                  <a:pt x="825348" y="23635"/>
                </a:lnTo>
                <a:cubicBezTo>
                  <a:pt x="826110" y="20333"/>
                  <a:pt x="827253" y="17945"/>
                  <a:pt x="828904" y="16472"/>
                </a:cubicBezTo>
                <a:cubicBezTo>
                  <a:pt x="830428" y="14999"/>
                  <a:pt x="832460" y="14250"/>
                  <a:pt x="834873" y="14250"/>
                </a:cubicBezTo>
                <a:cubicBezTo>
                  <a:pt x="835508" y="14250"/>
                  <a:pt x="836016" y="14288"/>
                  <a:pt x="836651" y="14364"/>
                </a:cubicBezTo>
                <a:cubicBezTo>
                  <a:pt x="837159" y="14440"/>
                  <a:pt x="837667" y="14529"/>
                  <a:pt x="838048" y="14631"/>
                </a:cubicBezTo>
                <a:lnTo>
                  <a:pt x="838048" y="21210"/>
                </a:lnTo>
                <a:cubicBezTo>
                  <a:pt x="837667" y="21095"/>
                  <a:pt x="837159" y="20993"/>
                  <a:pt x="836524" y="20917"/>
                </a:cubicBezTo>
                <a:cubicBezTo>
                  <a:pt x="835889" y="20841"/>
                  <a:pt x="835254" y="20803"/>
                  <a:pt x="834746" y="20803"/>
                </a:cubicBezTo>
                <a:cubicBezTo>
                  <a:pt x="831444" y="20803"/>
                  <a:pt x="829031" y="21946"/>
                  <a:pt x="827634" y="24244"/>
                </a:cubicBezTo>
                <a:cubicBezTo>
                  <a:pt x="826237" y="26543"/>
                  <a:pt x="825475" y="29896"/>
                  <a:pt x="825475" y="34316"/>
                </a:cubicBezTo>
                <a:lnTo>
                  <a:pt x="825475" y="55258"/>
                </a:lnTo>
                <a:lnTo>
                  <a:pt x="818871" y="55258"/>
                </a:lnTo>
                <a:lnTo>
                  <a:pt x="818871" y="15037"/>
                </a:lnTo>
                <a:close/>
                <a:moveTo>
                  <a:pt x="855701" y="55855"/>
                </a:moveTo>
                <a:cubicBezTo>
                  <a:pt x="853288" y="55855"/>
                  <a:pt x="851383" y="55525"/>
                  <a:pt x="849859" y="54890"/>
                </a:cubicBezTo>
                <a:cubicBezTo>
                  <a:pt x="848462" y="54242"/>
                  <a:pt x="847319" y="53239"/>
                  <a:pt x="846557" y="51867"/>
                </a:cubicBezTo>
                <a:cubicBezTo>
                  <a:pt x="845922" y="50509"/>
                  <a:pt x="845541" y="48743"/>
                  <a:pt x="845541" y="46584"/>
                </a:cubicBezTo>
                <a:lnTo>
                  <a:pt x="845541" y="20651"/>
                </a:lnTo>
                <a:lnTo>
                  <a:pt x="839572" y="20651"/>
                </a:lnTo>
                <a:lnTo>
                  <a:pt x="839572" y="17158"/>
                </a:lnTo>
                <a:lnTo>
                  <a:pt x="851383" y="5283"/>
                </a:lnTo>
                <a:lnTo>
                  <a:pt x="852272" y="5283"/>
                </a:lnTo>
                <a:lnTo>
                  <a:pt x="852272" y="15037"/>
                </a:lnTo>
                <a:lnTo>
                  <a:pt x="861289" y="15037"/>
                </a:lnTo>
                <a:lnTo>
                  <a:pt x="861289" y="20651"/>
                </a:lnTo>
                <a:lnTo>
                  <a:pt x="852272" y="20651"/>
                </a:lnTo>
                <a:lnTo>
                  <a:pt x="852272" y="45212"/>
                </a:lnTo>
                <a:cubicBezTo>
                  <a:pt x="852272" y="46406"/>
                  <a:pt x="852399" y="47320"/>
                  <a:pt x="852653" y="47981"/>
                </a:cubicBezTo>
                <a:cubicBezTo>
                  <a:pt x="852907" y="48641"/>
                  <a:pt x="853415" y="49111"/>
                  <a:pt x="854050" y="49378"/>
                </a:cubicBezTo>
                <a:cubicBezTo>
                  <a:pt x="854685" y="49657"/>
                  <a:pt x="855574" y="49785"/>
                  <a:pt x="856590" y="49785"/>
                </a:cubicBezTo>
                <a:cubicBezTo>
                  <a:pt x="858114" y="49785"/>
                  <a:pt x="859638" y="49581"/>
                  <a:pt x="861289" y="49149"/>
                </a:cubicBezTo>
                <a:lnTo>
                  <a:pt x="861289" y="55258"/>
                </a:lnTo>
                <a:cubicBezTo>
                  <a:pt x="860527" y="55435"/>
                  <a:pt x="859638" y="55576"/>
                  <a:pt x="858622" y="55690"/>
                </a:cubicBezTo>
                <a:cubicBezTo>
                  <a:pt x="857606" y="55791"/>
                  <a:pt x="856590" y="55855"/>
                  <a:pt x="855701" y="55855"/>
                </a:cubicBezTo>
                <a:close/>
                <a:moveTo>
                  <a:pt x="869163" y="15037"/>
                </a:moveTo>
                <a:lnTo>
                  <a:pt x="875513" y="15037"/>
                </a:lnTo>
                <a:lnTo>
                  <a:pt x="875513" y="23406"/>
                </a:lnTo>
                <a:lnTo>
                  <a:pt x="875640" y="23406"/>
                </a:lnTo>
                <a:cubicBezTo>
                  <a:pt x="876656" y="20803"/>
                  <a:pt x="878180" y="18631"/>
                  <a:pt x="880212" y="16879"/>
                </a:cubicBezTo>
                <a:cubicBezTo>
                  <a:pt x="882244" y="15126"/>
                  <a:pt x="885038" y="14250"/>
                  <a:pt x="888721" y="14250"/>
                </a:cubicBezTo>
                <a:cubicBezTo>
                  <a:pt x="891515" y="14250"/>
                  <a:pt x="893801" y="14834"/>
                  <a:pt x="895706" y="16002"/>
                </a:cubicBezTo>
                <a:cubicBezTo>
                  <a:pt x="897611" y="17171"/>
                  <a:pt x="899008" y="18821"/>
                  <a:pt x="899897" y="20955"/>
                </a:cubicBezTo>
                <a:cubicBezTo>
                  <a:pt x="900786" y="23089"/>
                  <a:pt x="901294" y="25578"/>
                  <a:pt x="901294" y="28435"/>
                </a:cubicBezTo>
                <a:lnTo>
                  <a:pt x="901294" y="55258"/>
                </a:lnTo>
                <a:lnTo>
                  <a:pt x="894563" y="55258"/>
                </a:lnTo>
                <a:lnTo>
                  <a:pt x="894563" y="29731"/>
                </a:lnTo>
                <a:cubicBezTo>
                  <a:pt x="894563" y="26632"/>
                  <a:pt x="893928" y="24270"/>
                  <a:pt x="892658" y="22644"/>
                </a:cubicBezTo>
                <a:cubicBezTo>
                  <a:pt x="891388" y="21019"/>
                  <a:pt x="889229" y="20206"/>
                  <a:pt x="886308" y="20206"/>
                </a:cubicBezTo>
                <a:cubicBezTo>
                  <a:pt x="884149" y="20206"/>
                  <a:pt x="882371" y="20663"/>
                  <a:pt x="880720" y="21590"/>
                </a:cubicBezTo>
                <a:cubicBezTo>
                  <a:pt x="879196" y="22505"/>
                  <a:pt x="877926" y="23838"/>
                  <a:pt x="877164" y="25603"/>
                </a:cubicBezTo>
                <a:cubicBezTo>
                  <a:pt x="876275" y="27369"/>
                  <a:pt x="875767" y="29477"/>
                  <a:pt x="875767" y="31928"/>
                </a:cubicBezTo>
                <a:lnTo>
                  <a:pt x="875767" y="55258"/>
                </a:lnTo>
                <a:lnTo>
                  <a:pt x="869163" y="55258"/>
                </a:lnTo>
                <a:lnTo>
                  <a:pt x="869163" y="15037"/>
                </a:lnTo>
                <a:close/>
                <a:moveTo>
                  <a:pt x="929615" y="56007"/>
                </a:moveTo>
                <a:cubicBezTo>
                  <a:pt x="925551" y="56007"/>
                  <a:pt x="921995" y="55207"/>
                  <a:pt x="918947" y="53607"/>
                </a:cubicBezTo>
                <a:cubicBezTo>
                  <a:pt x="915899" y="52007"/>
                  <a:pt x="913486" y="49632"/>
                  <a:pt x="911835" y="46495"/>
                </a:cubicBezTo>
                <a:cubicBezTo>
                  <a:pt x="910184" y="43358"/>
                  <a:pt x="909422" y="39574"/>
                  <a:pt x="909422" y="35128"/>
                </a:cubicBezTo>
                <a:cubicBezTo>
                  <a:pt x="909422" y="30633"/>
                  <a:pt x="910311" y="26822"/>
                  <a:pt x="911962" y="23685"/>
                </a:cubicBezTo>
                <a:cubicBezTo>
                  <a:pt x="913740" y="20549"/>
                  <a:pt x="916153" y="18186"/>
                  <a:pt x="919074" y="16612"/>
                </a:cubicBezTo>
                <a:cubicBezTo>
                  <a:pt x="921995" y="15037"/>
                  <a:pt x="925297" y="14250"/>
                  <a:pt x="928853" y="14250"/>
                </a:cubicBezTo>
                <a:cubicBezTo>
                  <a:pt x="932917" y="14250"/>
                  <a:pt x="936346" y="15202"/>
                  <a:pt x="938886" y="17107"/>
                </a:cubicBezTo>
                <a:cubicBezTo>
                  <a:pt x="941553" y="19000"/>
                  <a:pt x="943458" y="21425"/>
                  <a:pt x="944601" y="24371"/>
                </a:cubicBezTo>
                <a:cubicBezTo>
                  <a:pt x="945871" y="27331"/>
                  <a:pt x="946379" y="30429"/>
                  <a:pt x="946379" y="33681"/>
                </a:cubicBezTo>
                <a:cubicBezTo>
                  <a:pt x="946379" y="34798"/>
                  <a:pt x="946379" y="35840"/>
                  <a:pt x="946252" y="36805"/>
                </a:cubicBezTo>
                <a:lnTo>
                  <a:pt x="916407" y="36805"/>
                </a:lnTo>
                <a:cubicBezTo>
                  <a:pt x="916661" y="41199"/>
                  <a:pt x="917931" y="44539"/>
                  <a:pt x="920090" y="46851"/>
                </a:cubicBezTo>
                <a:cubicBezTo>
                  <a:pt x="922376" y="49149"/>
                  <a:pt x="925551" y="50305"/>
                  <a:pt x="929615" y="50305"/>
                </a:cubicBezTo>
                <a:cubicBezTo>
                  <a:pt x="932155" y="50305"/>
                  <a:pt x="934187" y="49936"/>
                  <a:pt x="935965" y="49188"/>
                </a:cubicBezTo>
                <a:cubicBezTo>
                  <a:pt x="937743" y="48451"/>
                  <a:pt x="939394" y="47219"/>
                  <a:pt x="940791" y="45504"/>
                </a:cubicBezTo>
                <a:lnTo>
                  <a:pt x="944982" y="49670"/>
                </a:lnTo>
                <a:cubicBezTo>
                  <a:pt x="943712" y="51168"/>
                  <a:pt x="942315" y="52375"/>
                  <a:pt x="940791" y="53302"/>
                </a:cubicBezTo>
                <a:cubicBezTo>
                  <a:pt x="939267" y="54229"/>
                  <a:pt x="937743" y="54915"/>
                  <a:pt x="935838" y="55347"/>
                </a:cubicBezTo>
                <a:cubicBezTo>
                  <a:pt x="934060" y="55779"/>
                  <a:pt x="932028" y="56007"/>
                  <a:pt x="929615" y="56007"/>
                </a:cubicBezTo>
                <a:close/>
                <a:moveTo>
                  <a:pt x="939648" y="31636"/>
                </a:moveTo>
                <a:cubicBezTo>
                  <a:pt x="939267" y="27763"/>
                  <a:pt x="938124" y="24854"/>
                  <a:pt x="936219" y="22911"/>
                </a:cubicBezTo>
                <a:cubicBezTo>
                  <a:pt x="934314" y="20955"/>
                  <a:pt x="931774" y="19990"/>
                  <a:pt x="928599" y="19990"/>
                </a:cubicBezTo>
                <a:cubicBezTo>
                  <a:pt x="926440" y="19990"/>
                  <a:pt x="924662" y="20422"/>
                  <a:pt x="922884" y="21286"/>
                </a:cubicBezTo>
                <a:cubicBezTo>
                  <a:pt x="921233" y="22149"/>
                  <a:pt x="919836" y="23457"/>
                  <a:pt x="918820" y="25197"/>
                </a:cubicBezTo>
                <a:cubicBezTo>
                  <a:pt x="917677" y="26924"/>
                  <a:pt x="916915" y="29070"/>
                  <a:pt x="916661" y="31636"/>
                </a:cubicBezTo>
                <a:lnTo>
                  <a:pt x="939648" y="31636"/>
                </a:lnTo>
                <a:close/>
                <a:moveTo>
                  <a:pt x="954507" y="15037"/>
                </a:moveTo>
                <a:lnTo>
                  <a:pt x="960857" y="15037"/>
                </a:lnTo>
                <a:lnTo>
                  <a:pt x="960857" y="23635"/>
                </a:lnTo>
                <a:lnTo>
                  <a:pt x="960984" y="23635"/>
                </a:lnTo>
                <a:cubicBezTo>
                  <a:pt x="961746" y="20333"/>
                  <a:pt x="962889" y="17945"/>
                  <a:pt x="964540" y="16472"/>
                </a:cubicBezTo>
                <a:cubicBezTo>
                  <a:pt x="966064" y="14999"/>
                  <a:pt x="968096" y="14250"/>
                  <a:pt x="970509" y="14250"/>
                </a:cubicBezTo>
                <a:cubicBezTo>
                  <a:pt x="971144" y="14250"/>
                  <a:pt x="971652" y="14288"/>
                  <a:pt x="972287" y="14364"/>
                </a:cubicBezTo>
                <a:cubicBezTo>
                  <a:pt x="972795" y="14440"/>
                  <a:pt x="973303" y="14529"/>
                  <a:pt x="973684" y="14631"/>
                </a:cubicBezTo>
                <a:lnTo>
                  <a:pt x="973684" y="21210"/>
                </a:lnTo>
                <a:cubicBezTo>
                  <a:pt x="973303" y="21095"/>
                  <a:pt x="972795" y="20993"/>
                  <a:pt x="972160" y="20917"/>
                </a:cubicBezTo>
                <a:cubicBezTo>
                  <a:pt x="971525" y="20841"/>
                  <a:pt x="970890" y="20803"/>
                  <a:pt x="970382" y="20803"/>
                </a:cubicBezTo>
                <a:cubicBezTo>
                  <a:pt x="967080" y="20803"/>
                  <a:pt x="964667" y="21946"/>
                  <a:pt x="963270" y="24244"/>
                </a:cubicBezTo>
                <a:cubicBezTo>
                  <a:pt x="961873" y="26543"/>
                  <a:pt x="961111" y="29896"/>
                  <a:pt x="961111" y="34316"/>
                </a:cubicBezTo>
                <a:lnTo>
                  <a:pt x="961111" y="55258"/>
                </a:lnTo>
                <a:lnTo>
                  <a:pt x="954507" y="55258"/>
                </a:lnTo>
                <a:lnTo>
                  <a:pt x="954507" y="15037"/>
                </a:lnTo>
                <a:close/>
                <a:moveTo>
                  <a:pt x="992988" y="56007"/>
                </a:moveTo>
                <a:cubicBezTo>
                  <a:pt x="986130" y="56007"/>
                  <a:pt x="980669" y="53899"/>
                  <a:pt x="976859" y="49670"/>
                </a:cubicBezTo>
                <a:lnTo>
                  <a:pt x="981177" y="45403"/>
                </a:lnTo>
                <a:cubicBezTo>
                  <a:pt x="982955" y="47257"/>
                  <a:pt x="984733" y="48565"/>
                  <a:pt x="986638" y="49327"/>
                </a:cubicBezTo>
                <a:cubicBezTo>
                  <a:pt x="988416" y="50076"/>
                  <a:pt x="990575" y="50457"/>
                  <a:pt x="992988" y="50457"/>
                </a:cubicBezTo>
                <a:cubicBezTo>
                  <a:pt x="995401" y="50457"/>
                  <a:pt x="997433" y="50000"/>
                  <a:pt x="999084" y="49099"/>
                </a:cubicBezTo>
                <a:cubicBezTo>
                  <a:pt x="1000735" y="48197"/>
                  <a:pt x="1001624" y="46711"/>
                  <a:pt x="1001624" y="44653"/>
                </a:cubicBezTo>
                <a:cubicBezTo>
                  <a:pt x="1001624" y="43193"/>
                  <a:pt x="1001243" y="41999"/>
                  <a:pt x="1000354" y="41097"/>
                </a:cubicBezTo>
                <a:cubicBezTo>
                  <a:pt x="999592" y="40196"/>
                  <a:pt x="998449" y="39484"/>
                  <a:pt x="997179" y="38964"/>
                </a:cubicBezTo>
                <a:cubicBezTo>
                  <a:pt x="995909" y="38443"/>
                  <a:pt x="993877" y="37833"/>
                  <a:pt x="991464" y="37135"/>
                </a:cubicBezTo>
                <a:cubicBezTo>
                  <a:pt x="988924" y="36424"/>
                  <a:pt x="986765" y="35649"/>
                  <a:pt x="984987" y="34837"/>
                </a:cubicBezTo>
                <a:cubicBezTo>
                  <a:pt x="983209" y="34011"/>
                  <a:pt x="981685" y="32842"/>
                  <a:pt x="980542" y="31318"/>
                </a:cubicBezTo>
                <a:cubicBezTo>
                  <a:pt x="979272" y="29794"/>
                  <a:pt x="978764" y="27839"/>
                  <a:pt x="978764" y="25451"/>
                </a:cubicBezTo>
                <a:cubicBezTo>
                  <a:pt x="978764" y="23076"/>
                  <a:pt x="979272" y="21044"/>
                  <a:pt x="980415" y="19355"/>
                </a:cubicBezTo>
                <a:cubicBezTo>
                  <a:pt x="981685" y="17666"/>
                  <a:pt x="983336" y="16396"/>
                  <a:pt x="985495" y="15532"/>
                </a:cubicBezTo>
                <a:cubicBezTo>
                  <a:pt x="987527" y="14681"/>
                  <a:pt x="990067" y="14250"/>
                  <a:pt x="992861" y="14250"/>
                </a:cubicBezTo>
                <a:cubicBezTo>
                  <a:pt x="995655" y="14250"/>
                  <a:pt x="998195" y="14707"/>
                  <a:pt x="1000735" y="15608"/>
                </a:cubicBezTo>
                <a:cubicBezTo>
                  <a:pt x="1003275" y="16523"/>
                  <a:pt x="1005307" y="17844"/>
                  <a:pt x="1006958" y="19571"/>
                </a:cubicBezTo>
                <a:lnTo>
                  <a:pt x="1002767" y="23851"/>
                </a:lnTo>
                <a:cubicBezTo>
                  <a:pt x="1000100" y="21222"/>
                  <a:pt x="996798" y="19914"/>
                  <a:pt x="992861" y="19914"/>
                </a:cubicBezTo>
                <a:cubicBezTo>
                  <a:pt x="990448" y="19914"/>
                  <a:pt x="988670" y="20346"/>
                  <a:pt x="987273" y="21210"/>
                </a:cubicBezTo>
                <a:cubicBezTo>
                  <a:pt x="985876" y="22085"/>
                  <a:pt x="985241" y="23394"/>
                  <a:pt x="985241" y="25159"/>
                </a:cubicBezTo>
                <a:cubicBezTo>
                  <a:pt x="985241" y="26327"/>
                  <a:pt x="985622" y="27293"/>
                  <a:pt x="986384" y="28055"/>
                </a:cubicBezTo>
                <a:cubicBezTo>
                  <a:pt x="987273" y="28829"/>
                  <a:pt x="988289" y="29464"/>
                  <a:pt x="989686" y="29973"/>
                </a:cubicBezTo>
                <a:cubicBezTo>
                  <a:pt x="990956" y="30480"/>
                  <a:pt x="992861" y="31090"/>
                  <a:pt x="995401" y="31776"/>
                </a:cubicBezTo>
                <a:cubicBezTo>
                  <a:pt x="997941" y="32500"/>
                  <a:pt x="1000100" y="33262"/>
                  <a:pt x="1001878" y="34049"/>
                </a:cubicBezTo>
                <a:cubicBezTo>
                  <a:pt x="1003529" y="34849"/>
                  <a:pt x="1005053" y="36055"/>
                  <a:pt x="1006323" y="37681"/>
                </a:cubicBezTo>
                <a:cubicBezTo>
                  <a:pt x="1007466" y="39307"/>
                  <a:pt x="1008101" y="41453"/>
                  <a:pt x="1008101" y="44133"/>
                </a:cubicBezTo>
                <a:cubicBezTo>
                  <a:pt x="1008101" y="46610"/>
                  <a:pt x="1007466" y="48743"/>
                  <a:pt x="1006196" y="50533"/>
                </a:cubicBezTo>
                <a:cubicBezTo>
                  <a:pt x="1004926" y="52312"/>
                  <a:pt x="1003148" y="53670"/>
                  <a:pt x="1000862" y="54611"/>
                </a:cubicBezTo>
                <a:cubicBezTo>
                  <a:pt x="998576" y="55538"/>
                  <a:pt x="995909" y="56007"/>
                  <a:pt x="992988" y="56007"/>
                </a:cubicBezTo>
                <a:close/>
                <a:moveTo>
                  <a:pt x="1057250" y="56007"/>
                </a:moveTo>
                <a:cubicBezTo>
                  <a:pt x="1052170" y="56007"/>
                  <a:pt x="1047725" y="54902"/>
                  <a:pt x="1043915" y="52693"/>
                </a:cubicBezTo>
                <a:cubicBezTo>
                  <a:pt x="1039978" y="50483"/>
                  <a:pt x="1037057" y="47334"/>
                  <a:pt x="1034898" y="43256"/>
                </a:cubicBezTo>
                <a:cubicBezTo>
                  <a:pt x="1032739" y="39180"/>
                  <a:pt x="1031596" y="34430"/>
                  <a:pt x="1031596" y="29032"/>
                </a:cubicBezTo>
                <a:cubicBezTo>
                  <a:pt x="1031596" y="23623"/>
                  <a:pt x="1032739" y="18885"/>
                  <a:pt x="1034898" y="14808"/>
                </a:cubicBezTo>
                <a:cubicBezTo>
                  <a:pt x="1037057" y="10744"/>
                  <a:pt x="1039978" y="7595"/>
                  <a:pt x="1043915" y="5385"/>
                </a:cubicBezTo>
                <a:cubicBezTo>
                  <a:pt x="1047725" y="3163"/>
                  <a:pt x="1052170" y="2045"/>
                  <a:pt x="1057250" y="2045"/>
                </a:cubicBezTo>
                <a:cubicBezTo>
                  <a:pt x="1062203" y="2045"/>
                  <a:pt x="1066648" y="3163"/>
                  <a:pt x="1070458" y="5385"/>
                </a:cubicBezTo>
                <a:cubicBezTo>
                  <a:pt x="1074395" y="7595"/>
                  <a:pt x="1077443" y="10744"/>
                  <a:pt x="1079602" y="14808"/>
                </a:cubicBezTo>
                <a:cubicBezTo>
                  <a:pt x="1081761" y="18885"/>
                  <a:pt x="1082777" y="23623"/>
                  <a:pt x="1082777" y="29032"/>
                </a:cubicBezTo>
                <a:cubicBezTo>
                  <a:pt x="1082777" y="34430"/>
                  <a:pt x="1081761" y="39180"/>
                  <a:pt x="1079602" y="43256"/>
                </a:cubicBezTo>
                <a:cubicBezTo>
                  <a:pt x="1077443" y="47334"/>
                  <a:pt x="1074395" y="50483"/>
                  <a:pt x="1070458" y="52693"/>
                </a:cubicBezTo>
                <a:cubicBezTo>
                  <a:pt x="1066648" y="54902"/>
                  <a:pt x="1062203" y="56007"/>
                  <a:pt x="1057250" y="56007"/>
                </a:cubicBezTo>
                <a:close/>
                <a:moveTo>
                  <a:pt x="1038835" y="29032"/>
                </a:moveTo>
                <a:cubicBezTo>
                  <a:pt x="1038835" y="33198"/>
                  <a:pt x="1039597" y="36818"/>
                  <a:pt x="1040994" y="39891"/>
                </a:cubicBezTo>
                <a:cubicBezTo>
                  <a:pt x="1042518" y="42964"/>
                  <a:pt x="1044677" y="45327"/>
                  <a:pt x="1047471" y="46978"/>
                </a:cubicBezTo>
                <a:cubicBezTo>
                  <a:pt x="1050138" y="48629"/>
                  <a:pt x="1053440" y="49454"/>
                  <a:pt x="1057250" y="49454"/>
                </a:cubicBezTo>
                <a:cubicBezTo>
                  <a:pt x="1060933" y="49454"/>
                  <a:pt x="1064235" y="48629"/>
                  <a:pt x="1066902" y="46978"/>
                </a:cubicBezTo>
                <a:cubicBezTo>
                  <a:pt x="1069696" y="45327"/>
                  <a:pt x="1071855" y="42964"/>
                  <a:pt x="1073379" y="39891"/>
                </a:cubicBezTo>
                <a:cubicBezTo>
                  <a:pt x="1074776" y="36818"/>
                  <a:pt x="1075538" y="33198"/>
                  <a:pt x="1075538" y="29032"/>
                </a:cubicBezTo>
                <a:cubicBezTo>
                  <a:pt x="1075538" y="24854"/>
                  <a:pt x="1074776" y="21248"/>
                  <a:pt x="1073379" y="18174"/>
                </a:cubicBezTo>
                <a:cubicBezTo>
                  <a:pt x="1071855" y="15113"/>
                  <a:pt x="1069696" y="12764"/>
                  <a:pt x="1066902" y="11112"/>
                </a:cubicBezTo>
                <a:cubicBezTo>
                  <a:pt x="1064235" y="9461"/>
                  <a:pt x="1060933" y="8636"/>
                  <a:pt x="1057250" y="8636"/>
                </a:cubicBezTo>
                <a:cubicBezTo>
                  <a:pt x="1053440" y="8636"/>
                  <a:pt x="1050138" y="9461"/>
                  <a:pt x="1047471" y="11112"/>
                </a:cubicBezTo>
                <a:cubicBezTo>
                  <a:pt x="1044677" y="12764"/>
                  <a:pt x="1042518" y="15113"/>
                  <a:pt x="1040994" y="18174"/>
                </a:cubicBezTo>
                <a:cubicBezTo>
                  <a:pt x="1039597" y="21248"/>
                  <a:pt x="1038835" y="24854"/>
                  <a:pt x="1038835" y="29032"/>
                </a:cubicBezTo>
                <a:close/>
                <a:moveTo>
                  <a:pt x="1091667" y="15037"/>
                </a:moveTo>
                <a:lnTo>
                  <a:pt x="1098017" y="15037"/>
                </a:lnTo>
                <a:lnTo>
                  <a:pt x="1098017" y="23406"/>
                </a:lnTo>
                <a:lnTo>
                  <a:pt x="1098144" y="23406"/>
                </a:lnTo>
                <a:cubicBezTo>
                  <a:pt x="1099160" y="20803"/>
                  <a:pt x="1100684" y="18631"/>
                  <a:pt x="1102716" y="16879"/>
                </a:cubicBezTo>
                <a:cubicBezTo>
                  <a:pt x="1104748" y="15126"/>
                  <a:pt x="1107542" y="14250"/>
                  <a:pt x="1111225" y="14250"/>
                </a:cubicBezTo>
                <a:cubicBezTo>
                  <a:pt x="1114019" y="14250"/>
                  <a:pt x="1116305" y="14834"/>
                  <a:pt x="1118210" y="16002"/>
                </a:cubicBezTo>
                <a:cubicBezTo>
                  <a:pt x="1120115" y="17171"/>
                  <a:pt x="1121512" y="18821"/>
                  <a:pt x="1122401" y="20955"/>
                </a:cubicBezTo>
                <a:cubicBezTo>
                  <a:pt x="1123290" y="23089"/>
                  <a:pt x="1123798" y="25578"/>
                  <a:pt x="1123798" y="28435"/>
                </a:cubicBezTo>
                <a:lnTo>
                  <a:pt x="1123798" y="55258"/>
                </a:lnTo>
                <a:lnTo>
                  <a:pt x="1117067" y="55258"/>
                </a:lnTo>
                <a:lnTo>
                  <a:pt x="1117067" y="29731"/>
                </a:lnTo>
                <a:cubicBezTo>
                  <a:pt x="1117067" y="26632"/>
                  <a:pt x="1116432" y="24270"/>
                  <a:pt x="1115162" y="22644"/>
                </a:cubicBezTo>
                <a:cubicBezTo>
                  <a:pt x="1113892" y="21019"/>
                  <a:pt x="1111733" y="20206"/>
                  <a:pt x="1108812" y="20206"/>
                </a:cubicBezTo>
                <a:cubicBezTo>
                  <a:pt x="1106653" y="20206"/>
                  <a:pt x="1104875" y="20663"/>
                  <a:pt x="1103224" y="21590"/>
                </a:cubicBezTo>
                <a:cubicBezTo>
                  <a:pt x="1101700" y="22505"/>
                  <a:pt x="1100430" y="23838"/>
                  <a:pt x="1099668" y="25603"/>
                </a:cubicBezTo>
                <a:cubicBezTo>
                  <a:pt x="1098779" y="27369"/>
                  <a:pt x="1098271" y="29477"/>
                  <a:pt x="1098271" y="31928"/>
                </a:cubicBezTo>
                <a:lnTo>
                  <a:pt x="1098271" y="55258"/>
                </a:lnTo>
                <a:lnTo>
                  <a:pt x="1091667" y="55258"/>
                </a:lnTo>
                <a:lnTo>
                  <a:pt x="1091667" y="15037"/>
                </a:lnTo>
                <a:close/>
                <a:moveTo>
                  <a:pt x="1143229" y="55855"/>
                </a:moveTo>
                <a:cubicBezTo>
                  <a:pt x="1141070" y="55855"/>
                  <a:pt x="1139292" y="55487"/>
                  <a:pt x="1137895" y="54776"/>
                </a:cubicBezTo>
                <a:cubicBezTo>
                  <a:pt x="1136498" y="54052"/>
                  <a:pt x="1135609" y="52984"/>
                  <a:pt x="1134974" y="51550"/>
                </a:cubicBezTo>
                <a:cubicBezTo>
                  <a:pt x="1134339" y="50127"/>
                  <a:pt x="1133958" y="48311"/>
                  <a:pt x="1133958" y="46101"/>
                </a:cubicBezTo>
                <a:lnTo>
                  <a:pt x="1133958" y="0"/>
                </a:lnTo>
                <a:lnTo>
                  <a:pt x="1140689" y="0"/>
                </a:lnTo>
                <a:lnTo>
                  <a:pt x="1140689" y="45060"/>
                </a:lnTo>
                <a:cubicBezTo>
                  <a:pt x="1140689" y="46304"/>
                  <a:pt x="1140816" y="47257"/>
                  <a:pt x="1141070" y="47930"/>
                </a:cubicBezTo>
                <a:cubicBezTo>
                  <a:pt x="1141324" y="48603"/>
                  <a:pt x="1141705" y="49073"/>
                  <a:pt x="1142213" y="49365"/>
                </a:cubicBezTo>
                <a:cubicBezTo>
                  <a:pt x="1142721" y="49644"/>
                  <a:pt x="1143483" y="49785"/>
                  <a:pt x="1144499" y="49785"/>
                </a:cubicBezTo>
                <a:cubicBezTo>
                  <a:pt x="1145134" y="49785"/>
                  <a:pt x="1145769" y="49733"/>
                  <a:pt x="1146404" y="49644"/>
                </a:cubicBezTo>
                <a:cubicBezTo>
                  <a:pt x="1147039" y="49543"/>
                  <a:pt x="1147547" y="49429"/>
                  <a:pt x="1148055" y="49302"/>
                </a:cubicBezTo>
                <a:lnTo>
                  <a:pt x="1148055" y="55258"/>
                </a:lnTo>
                <a:cubicBezTo>
                  <a:pt x="1147420" y="55461"/>
                  <a:pt x="1146658" y="55601"/>
                  <a:pt x="1145896" y="55703"/>
                </a:cubicBezTo>
                <a:cubicBezTo>
                  <a:pt x="1145007" y="55804"/>
                  <a:pt x="1144118" y="55855"/>
                  <a:pt x="1143229" y="55855"/>
                </a:cubicBezTo>
                <a:close/>
                <a:moveTo>
                  <a:pt x="1155294" y="71857"/>
                </a:moveTo>
                <a:cubicBezTo>
                  <a:pt x="1153897" y="71857"/>
                  <a:pt x="1152373" y="71755"/>
                  <a:pt x="1150976" y="71552"/>
                </a:cubicBezTo>
                <a:lnTo>
                  <a:pt x="1150976" y="65786"/>
                </a:lnTo>
                <a:cubicBezTo>
                  <a:pt x="1151992" y="66078"/>
                  <a:pt x="1153135" y="66231"/>
                  <a:pt x="1154786" y="66231"/>
                </a:cubicBezTo>
                <a:cubicBezTo>
                  <a:pt x="1156310" y="66231"/>
                  <a:pt x="1157580" y="66040"/>
                  <a:pt x="1158469" y="65660"/>
                </a:cubicBezTo>
                <a:cubicBezTo>
                  <a:pt x="1159485" y="65278"/>
                  <a:pt x="1160374" y="64694"/>
                  <a:pt x="1160882" y="63932"/>
                </a:cubicBezTo>
                <a:cubicBezTo>
                  <a:pt x="1161517" y="63157"/>
                  <a:pt x="1162152" y="62129"/>
                  <a:pt x="1162660" y="60833"/>
                </a:cubicBezTo>
                <a:lnTo>
                  <a:pt x="1164819" y="55144"/>
                </a:lnTo>
                <a:lnTo>
                  <a:pt x="1148690" y="15037"/>
                </a:lnTo>
                <a:lnTo>
                  <a:pt x="1155802" y="15037"/>
                </a:lnTo>
                <a:lnTo>
                  <a:pt x="1164438" y="37288"/>
                </a:lnTo>
                <a:cubicBezTo>
                  <a:pt x="1165073" y="39142"/>
                  <a:pt x="1165835" y="41237"/>
                  <a:pt x="1166597" y="43574"/>
                </a:cubicBezTo>
                <a:cubicBezTo>
                  <a:pt x="1167359" y="45910"/>
                  <a:pt x="1167867" y="47282"/>
                  <a:pt x="1167994" y="47702"/>
                </a:cubicBezTo>
                <a:cubicBezTo>
                  <a:pt x="1168121" y="47358"/>
                  <a:pt x="1168629" y="46038"/>
                  <a:pt x="1169391" y="43765"/>
                </a:cubicBezTo>
                <a:cubicBezTo>
                  <a:pt x="1170534" y="40932"/>
                  <a:pt x="1171169" y="39002"/>
                  <a:pt x="1171550" y="37960"/>
                </a:cubicBezTo>
                <a:lnTo>
                  <a:pt x="1179424" y="15037"/>
                </a:lnTo>
                <a:lnTo>
                  <a:pt x="1186536" y="15037"/>
                </a:lnTo>
                <a:lnTo>
                  <a:pt x="1167994" y="63030"/>
                </a:lnTo>
                <a:cubicBezTo>
                  <a:pt x="1167232" y="65088"/>
                  <a:pt x="1166343" y="66752"/>
                  <a:pt x="1165327" y="67996"/>
                </a:cubicBezTo>
                <a:cubicBezTo>
                  <a:pt x="1164438" y="69253"/>
                  <a:pt x="1163041" y="70206"/>
                  <a:pt x="1161517" y="70866"/>
                </a:cubicBezTo>
                <a:cubicBezTo>
                  <a:pt x="1159866" y="71527"/>
                  <a:pt x="1157834" y="71857"/>
                  <a:pt x="1155294" y="71857"/>
                </a:cubicBezTo>
                <a:close/>
              </a:path>
            </a:pathLst>
          </a:custGeom>
          <a:solidFill>
            <a:srgbClr val="000000">
              <a:alpha val="50196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5808" y="-3178"/>
            <a:ext cx="4576191" cy="6856221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301" y="2875495"/>
            <a:ext cx="661212" cy="32909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301" y="1976970"/>
            <a:ext cx="661212" cy="32909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9900" y="685800"/>
            <a:ext cx="177800" cy="508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301" y="3906735"/>
            <a:ext cx="661212" cy="329095"/>
          </a:xfrm>
          <a:prstGeom prst="rect">
            <a:avLst/>
          </a:prstGeom>
        </p:spPr>
      </p:pic>
      <p:sp>
        <p:nvSpPr>
          <p:cNvPr id="3" name="Editable text — 26"/>
          <p:cNvSpPr txBox="1"/>
          <p:nvPr/>
        </p:nvSpPr>
        <p:spPr>
          <a:xfrm>
            <a:off x="11500739" y="6546075"/>
            <a:ext cx="191058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3">
                <a:solidFill>
                  <a:srgbClr val="000000"/>
                </a:solidFill>
                <a:latin typeface="Arial"/>
              </a:rPr>
              <a:t>26</a:t>
            </a:r>
          </a:p>
        </p:txBody>
      </p:sp>
      <p:sp>
        <p:nvSpPr>
          <p:cNvPr id="5" name="Editable text — PUBLIC"/>
          <p:cNvSpPr txBox="1"/>
          <p:nvPr/>
        </p:nvSpPr>
        <p:spPr>
          <a:xfrm>
            <a:off x="578815" y="6567449"/>
            <a:ext cx="318846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00" b="0" i="0" spc="-31">
                <a:solidFill>
                  <a:srgbClr val="000000"/>
                </a:solidFill>
                <a:latin typeface="Arial"/>
              </a:rPr>
              <a:t>PUBLIC</a:t>
            </a:r>
          </a:p>
        </p:txBody>
      </p:sp>
      <p:sp>
        <p:nvSpPr>
          <p:cNvPr id="11" name="Editable text — Autonomous Enterprise and Business AI Platform"/>
          <p:cNvSpPr txBox="1"/>
          <p:nvPr/>
        </p:nvSpPr>
        <p:spPr>
          <a:xfrm>
            <a:off x="1890648" y="1970707"/>
            <a:ext cx="4276144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5">
                <a:solidFill>
                  <a:srgbClr val="BFBFBF"/>
                </a:solidFill>
                <a:latin typeface="Arial"/>
              </a:rPr>
              <a:t>Autonomous Enterprise and Business AI Platform</a:t>
            </a:r>
          </a:p>
        </p:txBody>
      </p:sp>
      <p:sp>
        <p:nvSpPr>
          <p:cNvPr id="12" name="Editable text — Business AI Partner Programs"/>
          <p:cNvSpPr txBox="1"/>
          <p:nvPr/>
        </p:nvSpPr>
        <p:spPr>
          <a:xfrm>
            <a:off x="1890648" y="2839641"/>
            <a:ext cx="2624280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5">
                <a:solidFill>
                  <a:srgbClr val="000000"/>
                </a:solidFill>
                <a:latin typeface="Arial"/>
              </a:rPr>
              <a:t>Business AI Partner Programs</a:t>
            </a:r>
          </a:p>
        </p:txBody>
      </p:sp>
      <p:sp>
        <p:nvSpPr>
          <p:cNvPr id="13" name="Editable text — ▪"/>
          <p:cNvSpPr txBox="1"/>
          <p:nvPr/>
        </p:nvSpPr>
        <p:spPr>
          <a:xfrm>
            <a:off x="1890648" y="3129201"/>
            <a:ext cx="145164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>
                <a:solidFill>
                  <a:srgbClr val="000000"/>
                </a:solidFill>
                <a:latin typeface="Arial"/>
              </a:rPr>
              <a:t>▪</a:t>
            </a:r>
          </a:p>
        </p:txBody>
      </p:sp>
      <p:sp>
        <p:nvSpPr>
          <p:cNvPr id="14" name="Editable text — SAP Partner-led AI Adoption Incentive"/>
          <p:cNvSpPr txBox="1"/>
          <p:nvPr/>
        </p:nvSpPr>
        <p:spPr>
          <a:xfrm>
            <a:off x="2177160" y="3129201"/>
            <a:ext cx="3272503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7">
                <a:solidFill>
                  <a:srgbClr val="000000"/>
                </a:solidFill>
                <a:latin typeface="Arial"/>
              </a:rPr>
              <a:t>SAP Partner-led AI Adoption Incentive</a:t>
            </a:r>
          </a:p>
        </p:txBody>
      </p:sp>
      <p:sp>
        <p:nvSpPr>
          <p:cNvPr id="15" name="Editable text — ▪"/>
          <p:cNvSpPr txBox="1"/>
          <p:nvPr/>
        </p:nvSpPr>
        <p:spPr>
          <a:xfrm>
            <a:off x="1890648" y="3418761"/>
            <a:ext cx="145164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>
                <a:solidFill>
                  <a:srgbClr val="BFBFBF"/>
                </a:solidFill>
                <a:latin typeface="Arial"/>
              </a:rPr>
              <a:t>▪</a:t>
            </a:r>
          </a:p>
        </p:txBody>
      </p:sp>
      <p:sp>
        <p:nvSpPr>
          <p:cNvPr id="16" name="Editable text — Partner Agent Race to SAP TechEd"/>
          <p:cNvSpPr txBox="1"/>
          <p:nvPr/>
        </p:nvSpPr>
        <p:spPr>
          <a:xfrm>
            <a:off x="2177160" y="3418761"/>
            <a:ext cx="3010599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9">
                <a:solidFill>
                  <a:srgbClr val="BFBFBF"/>
                </a:solidFill>
                <a:latin typeface="Arial"/>
              </a:rPr>
              <a:t>Partner Agent Race to SAP TechEd</a:t>
            </a:r>
          </a:p>
        </p:txBody>
      </p:sp>
      <p:sp>
        <p:nvSpPr>
          <p:cNvPr id="17" name="Editable text — Marketing Assets, Learning &amp; Enablement for Partners"/>
          <p:cNvSpPr txBox="1"/>
          <p:nvPr/>
        </p:nvSpPr>
        <p:spPr>
          <a:xfrm>
            <a:off x="1890648" y="3922062"/>
            <a:ext cx="4661567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5">
                <a:solidFill>
                  <a:srgbClr val="BFBFBF"/>
                </a:solidFill>
                <a:latin typeface="Arial"/>
              </a:rPr>
              <a:t>Marketing Assets, Learning &amp; Enablement for Partners</a:t>
            </a:r>
          </a:p>
        </p:txBody>
      </p:sp>
      <p:sp>
        <p:nvSpPr>
          <p:cNvPr id="18" name="Editable text — Agenda"/>
          <p:cNvSpPr txBox="1"/>
          <p:nvPr/>
        </p:nvSpPr>
        <p:spPr>
          <a:xfrm>
            <a:off x="555955" y="516890"/>
            <a:ext cx="1179677" cy="495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400" b="1" i="0" spc="-2">
                <a:solidFill>
                  <a:srgbClr val="000000"/>
                </a:solidFill>
                <a:latin typeface="Arial"/>
              </a:rPr>
              <a:t>Agenda</a:t>
            </a:r>
          </a:p>
        </p:txBody>
      </p:sp>
      <p:sp>
        <p:nvSpPr>
          <p:cNvPr id="19" name="Editable text — –"/>
          <p:cNvSpPr txBox="1"/>
          <p:nvPr/>
        </p:nvSpPr>
        <p:spPr>
          <a:xfrm>
            <a:off x="1740154" y="516890"/>
            <a:ext cx="248818" cy="495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400" b="1" i="0">
                <a:solidFill>
                  <a:srgbClr val="000000">
                    <a:alpha val="0"/>
                  </a:srgbClr>
                </a:solidFill>
                <a:latin typeface="Arial"/>
              </a:rPr>
              <a:t>–</a:t>
            </a:r>
          </a:p>
        </p:txBody>
      </p:sp>
      <p:sp>
        <p:nvSpPr>
          <p:cNvPr id="20" name="Editable text — Deep Dive"/>
          <p:cNvSpPr txBox="1"/>
          <p:nvPr/>
        </p:nvSpPr>
        <p:spPr>
          <a:xfrm>
            <a:off x="1994661" y="516890"/>
            <a:ext cx="1560372" cy="495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400" b="1" i="0" spc="23">
                <a:solidFill>
                  <a:srgbClr val="000000"/>
                </a:solidFill>
                <a:latin typeface="Arial"/>
              </a:rPr>
              <a:t>Deep Dive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"/>
          <p:cNvSpPr/>
          <p:nvPr/>
        </p:nvSpPr>
        <p:spPr>
          <a:xfrm>
            <a:off x="0" y="0"/>
            <a:ext cx="12195175" cy="6858000"/>
          </a:xfrm>
          <a:custGeom>
            <a:avLst/>
            <a:gdLst/>
            <a:ahLst/>
            <a:cxnLst/>
            <a:rect l="0" t="0" r="r" b="b"/>
            <a:pathLst>
              <a:path w="12195175" h="6858000" fill="norm" stroke="0" extrusionOk="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Editable vector"/>
          <p:cNvSpPr/>
          <p:nvPr/>
        </p:nvSpPr>
        <p:spPr>
          <a:xfrm>
            <a:off x="506628" y="6582778"/>
            <a:ext cx="1186535" cy="71856"/>
          </a:xfrm>
          <a:custGeom>
            <a:avLst/>
            <a:gdLst/>
            <a:ahLst/>
            <a:cxnLst/>
            <a:rect l="0" t="0" r="r" b="b"/>
            <a:pathLst>
              <a:path w="1186536" h="71857" fill="norm" stroke="0" extrusionOk="0">
                <a:moveTo>
                  <a:pt x="0" y="2832"/>
                </a:moveTo>
                <a:lnTo>
                  <a:pt x="0" y="55258"/>
                </a:lnTo>
                <a:lnTo>
                  <a:pt x="7074" y="55258"/>
                </a:lnTo>
                <a:lnTo>
                  <a:pt x="7074" y="2832"/>
                </a:lnTo>
                <a:close/>
                <a:moveTo>
                  <a:pt x="19812" y="2832"/>
                </a:moveTo>
                <a:lnTo>
                  <a:pt x="28181" y="2832"/>
                </a:lnTo>
                <a:lnTo>
                  <a:pt x="54712" y="47410"/>
                </a:lnTo>
                <a:cubicBezTo>
                  <a:pt x="54661" y="46266"/>
                  <a:pt x="54610" y="44717"/>
                  <a:pt x="54572" y="42761"/>
                </a:cubicBezTo>
                <a:cubicBezTo>
                  <a:pt x="54521" y="40793"/>
                  <a:pt x="54496" y="38862"/>
                  <a:pt x="54496" y="36957"/>
                </a:cubicBezTo>
                <a:lnTo>
                  <a:pt x="54496" y="2832"/>
                </a:lnTo>
                <a:lnTo>
                  <a:pt x="60820" y="2832"/>
                </a:lnTo>
                <a:lnTo>
                  <a:pt x="60820" y="55258"/>
                </a:lnTo>
                <a:lnTo>
                  <a:pt x="52108" y="55258"/>
                </a:lnTo>
                <a:lnTo>
                  <a:pt x="25921" y="11202"/>
                </a:lnTo>
                <a:cubicBezTo>
                  <a:pt x="25972" y="12345"/>
                  <a:pt x="26010" y="13894"/>
                  <a:pt x="26060" y="15837"/>
                </a:cubicBezTo>
                <a:cubicBezTo>
                  <a:pt x="26111" y="17780"/>
                  <a:pt x="26137" y="19724"/>
                  <a:pt x="26137" y="21654"/>
                </a:cubicBezTo>
                <a:lnTo>
                  <a:pt x="26137" y="55258"/>
                </a:lnTo>
                <a:lnTo>
                  <a:pt x="19812" y="55258"/>
                </a:lnTo>
                <a:lnTo>
                  <a:pt x="19812" y="2832"/>
                </a:lnTo>
                <a:close/>
                <a:moveTo>
                  <a:pt x="84125" y="9385"/>
                </a:moveTo>
                <a:lnTo>
                  <a:pt x="67653" y="9385"/>
                </a:lnTo>
                <a:lnTo>
                  <a:pt x="67653" y="2832"/>
                </a:lnTo>
                <a:lnTo>
                  <a:pt x="107683" y="2832"/>
                </a:lnTo>
                <a:lnTo>
                  <a:pt x="107683" y="9385"/>
                </a:lnTo>
                <a:lnTo>
                  <a:pt x="91199" y="9385"/>
                </a:lnTo>
                <a:lnTo>
                  <a:pt x="91199" y="55258"/>
                </a:lnTo>
                <a:lnTo>
                  <a:pt x="84125" y="55258"/>
                </a:lnTo>
                <a:lnTo>
                  <a:pt x="84125" y="9385"/>
                </a:lnTo>
                <a:close/>
                <a:moveTo>
                  <a:pt x="114300" y="2832"/>
                </a:moveTo>
                <a:lnTo>
                  <a:pt x="147980" y="2832"/>
                </a:lnTo>
                <a:lnTo>
                  <a:pt x="147980" y="9385"/>
                </a:lnTo>
                <a:lnTo>
                  <a:pt x="121374" y="9385"/>
                </a:lnTo>
                <a:lnTo>
                  <a:pt x="121374" y="25083"/>
                </a:lnTo>
                <a:lnTo>
                  <a:pt x="145783" y="25083"/>
                </a:lnTo>
                <a:lnTo>
                  <a:pt x="145783" y="31483"/>
                </a:lnTo>
                <a:lnTo>
                  <a:pt x="121374" y="31483"/>
                </a:lnTo>
                <a:lnTo>
                  <a:pt x="121374" y="48705"/>
                </a:lnTo>
                <a:lnTo>
                  <a:pt x="149504" y="48705"/>
                </a:lnTo>
                <a:lnTo>
                  <a:pt x="149504" y="55258"/>
                </a:lnTo>
                <a:lnTo>
                  <a:pt x="114300" y="55258"/>
                </a:lnTo>
                <a:lnTo>
                  <a:pt x="114300" y="2832"/>
                </a:lnTo>
                <a:close/>
                <a:moveTo>
                  <a:pt x="158496" y="2832"/>
                </a:moveTo>
                <a:lnTo>
                  <a:pt x="178626" y="2832"/>
                </a:lnTo>
                <a:cubicBezTo>
                  <a:pt x="182550" y="2832"/>
                  <a:pt x="185877" y="3442"/>
                  <a:pt x="188633" y="4674"/>
                </a:cubicBezTo>
                <a:cubicBezTo>
                  <a:pt x="191389" y="5906"/>
                  <a:pt x="193485" y="7671"/>
                  <a:pt x="194907" y="9996"/>
                </a:cubicBezTo>
                <a:cubicBezTo>
                  <a:pt x="196329" y="12319"/>
                  <a:pt x="197041" y="15088"/>
                  <a:pt x="197041" y="18314"/>
                </a:cubicBezTo>
                <a:cubicBezTo>
                  <a:pt x="197041" y="20613"/>
                  <a:pt x="196596" y="22797"/>
                  <a:pt x="195707" y="24854"/>
                </a:cubicBezTo>
                <a:cubicBezTo>
                  <a:pt x="194818" y="26912"/>
                  <a:pt x="193408" y="28702"/>
                  <a:pt x="191478" y="30214"/>
                </a:cubicBezTo>
                <a:cubicBezTo>
                  <a:pt x="189560" y="31725"/>
                  <a:pt x="187122" y="32766"/>
                  <a:pt x="184175" y="33338"/>
                </a:cubicBezTo>
                <a:lnTo>
                  <a:pt x="199200" y="55258"/>
                </a:lnTo>
                <a:lnTo>
                  <a:pt x="190944" y="55258"/>
                </a:lnTo>
                <a:lnTo>
                  <a:pt x="177254" y="34240"/>
                </a:lnTo>
                <a:lnTo>
                  <a:pt x="165570" y="34240"/>
                </a:lnTo>
                <a:lnTo>
                  <a:pt x="165570" y="55258"/>
                </a:lnTo>
                <a:lnTo>
                  <a:pt x="158496" y="55258"/>
                </a:lnTo>
                <a:lnTo>
                  <a:pt x="158496" y="2832"/>
                </a:lnTo>
                <a:close/>
                <a:moveTo>
                  <a:pt x="178143" y="27915"/>
                </a:moveTo>
                <a:cubicBezTo>
                  <a:pt x="180797" y="27915"/>
                  <a:pt x="183007" y="27496"/>
                  <a:pt x="184785" y="26657"/>
                </a:cubicBezTo>
                <a:cubicBezTo>
                  <a:pt x="186563" y="25832"/>
                  <a:pt x="187871" y="24702"/>
                  <a:pt x="188709" y="23279"/>
                </a:cubicBezTo>
                <a:cubicBezTo>
                  <a:pt x="189548" y="21857"/>
                  <a:pt x="189979" y="20219"/>
                  <a:pt x="189979" y="18390"/>
                </a:cubicBezTo>
                <a:cubicBezTo>
                  <a:pt x="189979" y="15380"/>
                  <a:pt x="188925" y="13119"/>
                  <a:pt x="186817" y="11595"/>
                </a:cubicBezTo>
                <a:cubicBezTo>
                  <a:pt x="184709" y="10071"/>
                  <a:pt x="181712" y="9310"/>
                  <a:pt x="177851" y="9310"/>
                </a:cubicBezTo>
                <a:lnTo>
                  <a:pt x="165570" y="9310"/>
                </a:lnTo>
                <a:lnTo>
                  <a:pt x="165570" y="27915"/>
                </a:lnTo>
                <a:lnTo>
                  <a:pt x="178143" y="27915"/>
                </a:lnTo>
                <a:close/>
                <a:moveTo>
                  <a:pt x="207264" y="2832"/>
                </a:moveTo>
                <a:lnTo>
                  <a:pt x="215633" y="2832"/>
                </a:lnTo>
                <a:lnTo>
                  <a:pt x="242164" y="47410"/>
                </a:lnTo>
                <a:cubicBezTo>
                  <a:pt x="242113" y="46266"/>
                  <a:pt x="242062" y="44717"/>
                  <a:pt x="242024" y="42761"/>
                </a:cubicBezTo>
                <a:cubicBezTo>
                  <a:pt x="241973" y="40793"/>
                  <a:pt x="241948" y="38862"/>
                  <a:pt x="241948" y="36957"/>
                </a:cubicBezTo>
                <a:lnTo>
                  <a:pt x="241948" y="2832"/>
                </a:lnTo>
                <a:lnTo>
                  <a:pt x="248272" y="2832"/>
                </a:lnTo>
                <a:lnTo>
                  <a:pt x="248272" y="55258"/>
                </a:lnTo>
                <a:lnTo>
                  <a:pt x="239560" y="55258"/>
                </a:lnTo>
                <a:lnTo>
                  <a:pt x="213373" y="11202"/>
                </a:lnTo>
                <a:cubicBezTo>
                  <a:pt x="213424" y="12345"/>
                  <a:pt x="213462" y="13894"/>
                  <a:pt x="213512" y="15837"/>
                </a:cubicBezTo>
                <a:cubicBezTo>
                  <a:pt x="213563" y="17780"/>
                  <a:pt x="213589" y="19724"/>
                  <a:pt x="213589" y="21654"/>
                </a:cubicBezTo>
                <a:lnTo>
                  <a:pt x="213589" y="55258"/>
                </a:lnTo>
                <a:lnTo>
                  <a:pt x="207264" y="55258"/>
                </a:lnTo>
                <a:lnTo>
                  <a:pt x="207264" y="2832"/>
                </a:lnTo>
                <a:close/>
                <a:moveTo>
                  <a:pt x="274079" y="2832"/>
                </a:moveTo>
                <a:lnTo>
                  <a:pt x="282181" y="2832"/>
                </a:lnTo>
                <a:lnTo>
                  <a:pt x="301904" y="55258"/>
                </a:lnTo>
                <a:lnTo>
                  <a:pt x="294500" y="55258"/>
                </a:lnTo>
                <a:lnTo>
                  <a:pt x="289547" y="41085"/>
                </a:lnTo>
                <a:lnTo>
                  <a:pt x="266560" y="41085"/>
                </a:lnTo>
                <a:lnTo>
                  <a:pt x="261607" y="55258"/>
                </a:lnTo>
                <a:lnTo>
                  <a:pt x="254356" y="55258"/>
                </a:lnTo>
                <a:lnTo>
                  <a:pt x="274079" y="2832"/>
                </a:lnTo>
                <a:close/>
                <a:moveTo>
                  <a:pt x="287401" y="34900"/>
                </a:moveTo>
                <a:lnTo>
                  <a:pt x="281178" y="17158"/>
                </a:lnTo>
                <a:cubicBezTo>
                  <a:pt x="280607" y="15545"/>
                  <a:pt x="280048" y="13932"/>
                  <a:pt x="279489" y="12319"/>
                </a:cubicBezTo>
                <a:cubicBezTo>
                  <a:pt x="278930" y="10706"/>
                  <a:pt x="278448" y="9322"/>
                  <a:pt x="278054" y="8154"/>
                </a:cubicBezTo>
                <a:cubicBezTo>
                  <a:pt x="277660" y="9322"/>
                  <a:pt x="277178" y="10706"/>
                  <a:pt x="276619" y="12319"/>
                </a:cubicBezTo>
                <a:cubicBezTo>
                  <a:pt x="276060" y="13932"/>
                  <a:pt x="275501" y="15545"/>
                  <a:pt x="274930" y="17158"/>
                </a:cubicBezTo>
                <a:lnTo>
                  <a:pt x="268719" y="34900"/>
                </a:lnTo>
                <a:lnTo>
                  <a:pt x="287401" y="34900"/>
                </a:lnTo>
                <a:close/>
                <a:moveTo>
                  <a:pt x="307848" y="2832"/>
                </a:moveTo>
                <a:lnTo>
                  <a:pt x="314922" y="2832"/>
                </a:lnTo>
                <a:lnTo>
                  <a:pt x="314922" y="48705"/>
                </a:lnTo>
                <a:lnTo>
                  <a:pt x="339179" y="48705"/>
                </a:lnTo>
                <a:lnTo>
                  <a:pt x="339179" y="55258"/>
                </a:lnTo>
                <a:lnTo>
                  <a:pt x="307848" y="55258"/>
                </a:lnTo>
                <a:lnTo>
                  <a:pt x="307848" y="2832"/>
                </a:lnTo>
                <a:close/>
                <a:moveTo>
                  <a:pt x="362268" y="32410"/>
                </a:moveTo>
                <a:lnTo>
                  <a:pt x="362268" y="37580"/>
                </a:lnTo>
                <a:lnTo>
                  <a:pt x="404609" y="37580"/>
                </a:lnTo>
                <a:lnTo>
                  <a:pt x="404609" y="32410"/>
                </a:lnTo>
                <a:close/>
                <a:moveTo>
                  <a:pt x="446773" y="56007"/>
                </a:moveTo>
                <a:cubicBezTo>
                  <a:pt x="442481" y="56007"/>
                  <a:pt x="438696" y="55309"/>
                  <a:pt x="435407" y="53911"/>
                </a:cubicBezTo>
                <a:cubicBezTo>
                  <a:pt x="432118" y="52528"/>
                  <a:pt x="429387" y="50432"/>
                  <a:pt x="427203" y="47625"/>
                </a:cubicBezTo>
                <a:lnTo>
                  <a:pt x="432041" y="42787"/>
                </a:lnTo>
                <a:cubicBezTo>
                  <a:pt x="433210" y="44260"/>
                  <a:pt x="434429" y="45492"/>
                  <a:pt x="435724" y="46495"/>
                </a:cubicBezTo>
                <a:cubicBezTo>
                  <a:pt x="437007" y="47498"/>
                  <a:pt x="438556" y="48299"/>
                  <a:pt x="440373" y="48895"/>
                </a:cubicBezTo>
                <a:cubicBezTo>
                  <a:pt x="442189" y="49492"/>
                  <a:pt x="444322" y="49785"/>
                  <a:pt x="446773" y="49785"/>
                </a:cubicBezTo>
                <a:cubicBezTo>
                  <a:pt x="449199" y="49785"/>
                  <a:pt x="451371" y="49479"/>
                  <a:pt x="453288" y="48870"/>
                </a:cubicBezTo>
                <a:cubicBezTo>
                  <a:pt x="455193" y="48273"/>
                  <a:pt x="456705" y="47320"/>
                  <a:pt x="457822" y="46025"/>
                </a:cubicBezTo>
                <a:cubicBezTo>
                  <a:pt x="458940" y="44742"/>
                  <a:pt x="459499" y="43117"/>
                  <a:pt x="459499" y="41161"/>
                </a:cubicBezTo>
                <a:cubicBezTo>
                  <a:pt x="459499" y="39192"/>
                  <a:pt x="458915" y="37605"/>
                  <a:pt x="457746" y="36399"/>
                </a:cubicBezTo>
                <a:cubicBezTo>
                  <a:pt x="456578" y="35179"/>
                  <a:pt x="455104" y="34227"/>
                  <a:pt x="453326" y="33541"/>
                </a:cubicBezTo>
                <a:cubicBezTo>
                  <a:pt x="451536" y="32868"/>
                  <a:pt x="449161" y="32157"/>
                  <a:pt x="446215" y="31407"/>
                </a:cubicBezTo>
                <a:cubicBezTo>
                  <a:pt x="442646" y="30518"/>
                  <a:pt x="439712" y="29579"/>
                  <a:pt x="437439" y="28601"/>
                </a:cubicBezTo>
                <a:cubicBezTo>
                  <a:pt x="435153" y="27623"/>
                  <a:pt x="433222" y="26124"/>
                  <a:pt x="431635" y="24118"/>
                </a:cubicBezTo>
                <a:cubicBezTo>
                  <a:pt x="430047" y="22111"/>
                  <a:pt x="429247" y="19431"/>
                  <a:pt x="429247" y="16078"/>
                </a:cubicBezTo>
                <a:cubicBezTo>
                  <a:pt x="429247" y="12878"/>
                  <a:pt x="430060" y="10237"/>
                  <a:pt x="431660" y="8128"/>
                </a:cubicBezTo>
                <a:cubicBezTo>
                  <a:pt x="433273" y="6033"/>
                  <a:pt x="435458" y="4496"/>
                  <a:pt x="438201" y="3518"/>
                </a:cubicBezTo>
                <a:cubicBezTo>
                  <a:pt x="440931" y="2540"/>
                  <a:pt x="444017" y="2045"/>
                  <a:pt x="447446" y="2045"/>
                </a:cubicBezTo>
                <a:cubicBezTo>
                  <a:pt x="451561" y="2045"/>
                  <a:pt x="455054" y="2718"/>
                  <a:pt x="457937" y="4039"/>
                </a:cubicBezTo>
                <a:cubicBezTo>
                  <a:pt x="460807" y="5373"/>
                  <a:pt x="463220" y="7201"/>
                  <a:pt x="465150" y="9525"/>
                </a:cubicBezTo>
                <a:lnTo>
                  <a:pt x="460426" y="14212"/>
                </a:lnTo>
                <a:cubicBezTo>
                  <a:pt x="458762" y="12306"/>
                  <a:pt x="456870" y="10833"/>
                  <a:pt x="454736" y="9792"/>
                </a:cubicBezTo>
                <a:cubicBezTo>
                  <a:pt x="452603" y="8751"/>
                  <a:pt x="450050" y="8230"/>
                  <a:pt x="447065" y="8230"/>
                </a:cubicBezTo>
                <a:cubicBezTo>
                  <a:pt x="444665" y="8230"/>
                  <a:pt x="442646" y="8560"/>
                  <a:pt x="441007" y="9208"/>
                </a:cubicBezTo>
                <a:cubicBezTo>
                  <a:pt x="439369" y="9868"/>
                  <a:pt x="438150" y="10770"/>
                  <a:pt x="437363" y="11913"/>
                </a:cubicBezTo>
                <a:cubicBezTo>
                  <a:pt x="436562" y="13056"/>
                  <a:pt x="436169" y="14364"/>
                  <a:pt x="436169" y="15850"/>
                </a:cubicBezTo>
                <a:cubicBezTo>
                  <a:pt x="436169" y="17666"/>
                  <a:pt x="436715" y="19139"/>
                  <a:pt x="437820" y="20269"/>
                </a:cubicBezTo>
                <a:cubicBezTo>
                  <a:pt x="438925" y="21387"/>
                  <a:pt x="440309" y="22276"/>
                  <a:pt x="441960" y="22911"/>
                </a:cubicBezTo>
                <a:cubicBezTo>
                  <a:pt x="443598" y="23533"/>
                  <a:pt x="445872" y="24244"/>
                  <a:pt x="448742" y="25006"/>
                </a:cubicBezTo>
                <a:cubicBezTo>
                  <a:pt x="452514" y="25946"/>
                  <a:pt x="455587" y="26912"/>
                  <a:pt x="457949" y="27915"/>
                </a:cubicBezTo>
                <a:cubicBezTo>
                  <a:pt x="460324" y="28905"/>
                  <a:pt x="462343" y="30429"/>
                  <a:pt x="463995" y="32487"/>
                </a:cubicBezTo>
                <a:cubicBezTo>
                  <a:pt x="465658" y="34544"/>
                  <a:pt x="466496" y="37313"/>
                  <a:pt x="466496" y="40780"/>
                </a:cubicBezTo>
                <a:cubicBezTo>
                  <a:pt x="466496" y="43765"/>
                  <a:pt x="465734" y="46393"/>
                  <a:pt x="464223" y="48692"/>
                </a:cubicBezTo>
                <a:cubicBezTo>
                  <a:pt x="462712" y="50991"/>
                  <a:pt x="460477" y="52781"/>
                  <a:pt x="457505" y="54064"/>
                </a:cubicBezTo>
                <a:cubicBezTo>
                  <a:pt x="454546" y="55359"/>
                  <a:pt x="450964" y="56007"/>
                  <a:pt x="446773" y="56007"/>
                </a:cubicBezTo>
                <a:close/>
                <a:moveTo>
                  <a:pt x="488963" y="2832"/>
                </a:moveTo>
                <a:lnTo>
                  <a:pt x="497065" y="2832"/>
                </a:lnTo>
                <a:lnTo>
                  <a:pt x="516788" y="55258"/>
                </a:lnTo>
                <a:lnTo>
                  <a:pt x="509384" y="55258"/>
                </a:lnTo>
                <a:lnTo>
                  <a:pt x="504431" y="41085"/>
                </a:lnTo>
                <a:lnTo>
                  <a:pt x="481444" y="41085"/>
                </a:lnTo>
                <a:lnTo>
                  <a:pt x="476491" y="55258"/>
                </a:lnTo>
                <a:lnTo>
                  <a:pt x="469240" y="55258"/>
                </a:lnTo>
                <a:lnTo>
                  <a:pt x="488963" y="2832"/>
                </a:lnTo>
                <a:close/>
                <a:moveTo>
                  <a:pt x="502285" y="34900"/>
                </a:moveTo>
                <a:lnTo>
                  <a:pt x="496062" y="17158"/>
                </a:lnTo>
                <a:cubicBezTo>
                  <a:pt x="495490" y="15545"/>
                  <a:pt x="494932" y="13932"/>
                  <a:pt x="494373" y="12319"/>
                </a:cubicBezTo>
                <a:cubicBezTo>
                  <a:pt x="493814" y="10706"/>
                  <a:pt x="493332" y="9322"/>
                  <a:pt x="492938" y="8154"/>
                </a:cubicBezTo>
                <a:cubicBezTo>
                  <a:pt x="492544" y="9322"/>
                  <a:pt x="492062" y="10706"/>
                  <a:pt x="491503" y="12319"/>
                </a:cubicBezTo>
                <a:cubicBezTo>
                  <a:pt x="490944" y="13932"/>
                  <a:pt x="490385" y="15545"/>
                  <a:pt x="489814" y="17158"/>
                </a:cubicBezTo>
                <a:lnTo>
                  <a:pt x="483603" y="34900"/>
                </a:lnTo>
                <a:lnTo>
                  <a:pt x="502285" y="34900"/>
                </a:lnTo>
                <a:close/>
                <a:moveTo>
                  <a:pt x="522732" y="2832"/>
                </a:moveTo>
                <a:lnTo>
                  <a:pt x="542531" y="2832"/>
                </a:lnTo>
                <a:cubicBezTo>
                  <a:pt x="546570" y="2832"/>
                  <a:pt x="549974" y="3493"/>
                  <a:pt x="552729" y="4801"/>
                </a:cubicBezTo>
                <a:cubicBezTo>
                  <a:pt x="555473" y="6121"/>
                  <a:pt x="557543" y="7963"/>
                  <a:pt x="558914" y="10351"/>
                </a:cubicBezTo>
                <a:cubicBezTo>
                  <a:pt x="560299" y="12726"/>
                  <a:pt x="560984" y="15532"/>
                  <a:pt x="560984" y="18759"/>
                </a:cubicBezTo>
                <a:cubicBezTo>
                  <a:pt x="560984" y="21908"/>
                  <a:pt x="560299" y="24727"/>
                  <a:pt x="558940" y="27204"/>
                </a:cubicBezTo>
                <a:cubicBezTo>
                  <a:pt x="557568" y="29680"/>
                  <a:pt x="555536" y="31636"/>
                  <a:pt x="552831" y="33058"/>
                </a:cubicBezTo>
                <a:cubicBezTo>
                  <a:pt x="550126" y="34493"/>
                  <a:pt x="546837" y="35205"/>
                  <a:pt x="542938" y="35205"/>
                </a:cubicBezTo>
                <a:lnTo>
                  <a:pt x="529806" y="35205"/>
                </a:lnTo>
                <a:lnTo>
                  <a:pt x="529806" y="55258"/>
                </a:lnTo>
                <a:lnTo>
                  <a:pt x="522732" y="55258"/>
                </a:lnTo>
                <a:lnTo>
                  <a:pt x="522732" y="2832"/>
                </a:lnTo>
                <a:close/>
                <a:moveTo>
                  <a:pt x="541934" y="28804"/>
                </a:moveTo>
                <a:cubicBezTo>
                  <a:pt x="545948" y="28804"/>
                  <a:pt x="548957" y="27953"/>
                  <a:pt x="550939" y="26251"/>
                </a:cubicBezTo>
                <a:cubicBezTo>
                  <a:pt x="552920" y="24550"/>
                  <a:pt x="553911" y="22085"/>
                  <a:pt x="553911" y="18835"/>
                </a:cubicBezTo>
                <a:cubicBezTo>
                  <a:pt x="553911" y="15710"/>
                  <a:pt x="552882" y="13336"/>
                  <a:pt x="550812" y="11723"/>
                </a:cubicBezTo>
                <a:cubicBezTo>
                  <a:pt x="548742" y="10109"/>
                  <a:pt x="545681" y="9310"/>
                  <a:pt x="541630" y="9310"/>
                </a:cubicBezTo>
                <a:lnTo>
                  <a:pt x="529806" y="9310"/>
                </a:lnTo>
                <a:lnTo>
                  <a:pt x="529806" y="28804"/>
                </a:lnTo>
                <a:lnTo>
                  <a:pt x="541934" y="28804"/>
                </a:lnTo>
                <a:close/>
                <a:moveTo>
                  <a:pt x="595973" y="56007"/>
                </a:moveTo>
                <a:cubicBezTo>
                  <a:pt x="593585" y="56007"/>
                  <a:pt x="591464" y="55538"/>
                  <a:pt x="589610" y="54623"/>
                </a:cubicBezTo>
                <a:cubicBezTo>
                  <a:pt x="587743" y="53708"/>
                  <a:pt x="586296" y="52363"/>
                  <a:pt x="585254" y="50610"/>
                </a:cubicBezTo>
                <a:cubicBezTo>
                  <a:pt x="584213" y="48844"/>
                  <a:pt x="583692" y="46736"/>
                  <a:pt x="583692" y="44285"/>
                </a:cubicBezTo>
                <a:cubicBezTo>
                  <a:pt x="583692" y="41275"/>
                  <a:pt x="584479" y="38812"/>
                  <a:pt x="586054" y="36881"/>
                </a:cubicBezTo>
                <a:cubicBezTo>
                  <a:pt x="587629" y="34938"/>
                  <a:pt x="589775" y="33528"/>
                  <a:pt x="592506" y="32652"/>
                </a:cubicBezTo>
                <a:cubicBezTo>
                  <a:pt x="595236" y="31776"/>
                  <a:pt x="598399" y="31331"/>
                  <a:pt x="601993" y="31331"/>
                </a:cubicBezTo>
                <a:lnTo>
                  <a:pt x="609143" y="31331"/>
                </a:lnTo>
                <a:lnTo>
                  <a:pt x="609143" y="28575"/>
                </a:lnTo>
                <a:cubicBezTo>
                  <a:pt x="609143" y="25756"/>
                  <a:pt x="608470" y="23597"/>
                  <a:pt x="607111" y="22123"/>
                </a:cubicBezTo>
                <a:cubicBezTo>
                  <a:pt x="605765" y="20651"/>
                  <a:pt x="603720" y="19914"/>
                  <a:pt x="600989" y="19914"/>
                </a:cubicBezTo>
                <a:cubicBezTo>
                  <a:pt x="598513" y="19914"/>
                  <a:pt x="596354" y="20409"/>
                  <a:pt x="594500" y="21413"/>
                </a:cubicBezTo>
                <a:cubicBezTo>
                  <a:pt x="592658" y="22416"/>
                  <a:pt x="591020" y="23876"/>
                  <a:pt x="589610" y="25794"/>
                </a:cubicBezTo>
                <a:lnTo>
                  <a:pt x="585292" y="21476"/>
                </a:lnTo>
                <a:cubicBezTo>
                  <a:pt x="589305" y="16663"/>
                  <a:pt x="594690" y="14250"/>
                  <a:pt x="601434" y="14250"/>
                </a:cubicBezTo>
                <a:cubicBezTo>
                  <a:pt x="604545" y="14250"/>
                  <a:pt x="607174" y="14846"/>
                  <a:pt x="609333" y="16040"/>
                </a:cubicBezTo>
                <a:cubicBezTo>
                  <a:pt x="611480" y="17234"/>
                  <a:pt x="613105" y="18898"/>
                  <a:pt x="614197" y="21044"/>
                </a:cubicBezTo>
                <a:cubicBezTo>
                  <a:pt x="615290" y="23191"/>
                  <a:pt x="615836" y="25705"/>
                  <a:pt x="615836" y="28575"/>
                </a:cubicBezTo>
                <a:lnTo>
                  <a:pt x="615836" y="55258"/>
                </a:lnTo>
                <a:lnTo>
                  <a:pt x="609435" y="55258"/>
                </a:lnTo>
                <a:lnTo>
                  <a:pt x="609435" y="47778"/>
                </a:lnTo>
                <a:lnTo>
                  <a:pt x="609295" y="47778"/>
                </a:lnTo>
                <a:cubicBezTo>
                  <a:pt x="607949" y="50635"/>
                  <a:pt x="606209" y="52718"/>
                  <a:pt x="604076" y="54026"/>
                </a:cubicBezTo>
                <a:cubicBezTo>
                  <a:pt x="601942" y="55347"/>
                  <a:pt x="599250" y="56007"/>
                  <a:pt x="595973" y="56007"/>
                </a:cubicBezTo>
                <a:close/>
                <a:moveTo>
                  <a:pt x="590614" y="44133"/>
                </a:moveTo>
                <a:cubicBezTo>
                  <a:pt x="590614" y="45403"/>
                  <a:pt x="590893" y="46495"/>
                  <a:pt x="591464" y="47447"/>
                </a:cubicBezTo>
                <a:cubicBezTo>
                  <a:pt x="592036" y="48387"/>
                  <a:pt x="592861" y="49111"/>
                  <a:pt x="593941" y="49619"/>
                </a:cubicBezTo>
                <a:cubicBezTo>
                  <a:pt x="595020" y="50127"/>
                  <a:pt x="596303" y="50381"/>
                  <a:pt x="597789" y="50381"/>
                </a:cubicBezTo>
                <a:cubicBezTo>
                  <a:pt x="600151" y="50381"/>
                  <a:pt x="602183" y="49911"/>
                  <a:pt x="603898" y="48946"/>
                </a:cubicBezTo>
                <a:cubicBezTo>
                  <a:pt x="605612" y="47993"/>
                  <a:pt x="606908" y="46749"/>
                  <a:pt x="607797" y="45187"/>
                </a:cubicBezTo>
                <a:cubicBezTo>
                  <a:pt x="608698" y="43638"/>
                  <a:pt x="609143" y="41999"/>
                  <a:pt x="609143" y="40260"/>
                </a:cubicBezTo>
                <a:lnTo>
                  <a:pt x="609143" y="36361"/>
                </a:lnTo>
                <a:lnTo>
                  <a:pt x="602894" y="36361"/>
                </a:lnTo>
                <a:cubicBezTo>
                  <a:pt x="599199" y="36361"/>
                  <a:pt x="596227" y="36919"/>
                  <a:pt x="593979" y="38050"/>
                </a:cubicBezTo>
                <a:cubicBezTo>
                  <a:pt x="591731" y="39180"/>
                  <a:pt x="590614" y="41199"/>
                  <a:pt x="590614" y="44133"/>
                </a:cubicBezTo>
                <a:close/>
                <a:moveTo>
                  <a:pt x="625285" y="15037"/>
                </a:moveTo>
                <a:lnTo>
                  <a:pt x="631685" y="15037"/>
                </a:lnTo>
                <a:lnTo>
                  <a:pt x="631685" y="23406"/>
                </a:lnTo>
                <a:lnTo>
                  <a:pt x="631838" y="23406"/>
                </a:lnTo>
                <a:cubicBezTo>
                  <a:pt x="632828" y="20803"/>
                  <a:pt x="634340" y="18631"/>
                  <a:pt x="636372" y="16879"/>
                </a:cubicBezTo>
                <a:cubicBezTo>
                  <a:pt x="638404" y="15126"/>
                  <a:pt x="641248" y="14250"/>
                  <a:pt x="644893" y="14250"/>
                </a:cubicBezTo>
                <a:cubicBezTo>
                  <a:pt x="647675" y="14250"/>
                  <a:pt x="649999" y="14834"/>
                  <a:pt x="651866" y="16002"/>
                </a:cubicBezTo>
                <a:cubicBezTo>
                  <a:pt x="653745" y="17171"/>
                  <a:pt x="655142" y="18821"/>
                  <a:pt x="656082" y="20955"/>
                </a:cubicBezTo>
                <a:cubicBezTo>
                  <a:pt x="657009" y="23089"/>
                  <a:pt x="657466" y="25578"/>
                  <a:pt x="657466" y="28435"/>
                </a:cubicBezTo>
                <a:lnTo>
                  <a:pt x="657466" y="55258"/>
                </a:lnTo>
                <a:lnTo>
                  <a:pt x="650735" y="55258"/>
                </a:lnTo>
                <a:lnTo>
                  <a:pt x="650735" y="29731"/>
                </a:lnTo>
                <a:cubicBezTo>
                  <a:pt x="650735" y="26632"/>
                  <a:pt x="650088" y="24270"/>
                  <a:pt x="648805" y="22644"/>
                </a:cubicBezTo>
                <a:cubicBezTo>
                  <a:pt x="647510" y="21019"/>
                  <a:pt x="645389" y="20206"/>
                  <a:pt x="642442" y="20206"/>
                </a:cubicBezTo>
                <a:cubicBezTo>
                  <a:pt x="640334" y="20206"/>
                  <a:pt x="638493" y="20663"/>
                  <a:pt x="636918" y="21590"/>
                </a:cubicBezTo>
                <a:cubicBezTo>
                  <a:pt x="635343" y="22505"/>
                  <a:pt x="634124" y="23838"/>
                  <a:pt x="633273" y="25603"/>
                </a:cubicBezTo>
                <a:cubicBezTo>
                  <a:pt x="632409" y="27369"/>
                  <a:pt x="631990" y="29477"/>
                  <a:pt x="631990" y="31928"/>
                </a:cubicBezTo>
                <a:lnTo>
                  <a:pt x="631990" y="55258"/>
                </a:lnTo>
                <a:lnTo>
                  <a:pt x="625285" y="55258"/>
                </a:lnTo>
                <a:lnTo>
                  <a:pt x="625285" y="15037"/>
                </a:lnTo>
                <a:close/>
                <a:moveTo>
                  <a:pt x="683209" y="56007"/>
                </a:moveTo>
                <a:cubicBezTo>
                  <a:pt x="679691" y="56007"/>
                  <a:pt x="676593" y="55118"/>
                  <a:pt x="673926" y="53366"/>
                </a:cubicBezTo>
                <a:cubicBezTo>
                  <a:pt x="671259" y="51601"/>
                  <a:pt x="669201" y="49137"/>
                  <a:pt x="667741" y="45987"/>
                </a:cubicBezTo>
                <a:cubicBezTo>
                  <a:pt x="666267" y="42838"/>
                  <a:pt x="665543" y="39218"/>
                  <a:pt x="665543" y="35128"/>
                </a:cubicBezTo>
                <a:cubicBezTo>
                  <a:pt x="665543" y="31039"/>
                  <a:pt x="666255" y="27419"/>
                  <a:pt x="667677" y="24270"/>
                </a:cubicBezTo>
                <a:cubicBezTo>
                  <a:pt x="669112" y="21108"/>
                  <a:pt x="671144" y="18656"/>
                  <a:pt x="673786" y="16891"/>
                </a:cubicBezTo>
                <a:cubicBezTo>
                  <a:pt x="676427" y="15139"/>
                  <a:pt x="679488" y="14250"/>
                  <a:pt x="682993" y="14250"/>
                </a:cubicBezTo>
                <a:cubicBezTo>
                  <a:pt x="685571" y="14250"/>
                  <a:pt x="687857" y="14656"/>
                  <a:pt x="689839" y="15443"/>
                </a:cubicBezTo>
                <a:cubicBezTo>
                  <a:pt x="691820" y="16243"/>
                  <a:pt x="693471" y="17297"/>
                  <a:pt x="694792" y="18631"/>
                </a:cubicBezTo>
                <a:cubicBezTo>
                  <a:pt x="696100" y="19952"/>
                  <a:pt x="697116" y="21451"/>
                  <a:pt x="697840" y="23114"/>
                </a:cubicBezTo>
                <a:lnTo>
                  <a:pt x="697979" y="23114"/>
                </a:lnTo>
                <a:lnTo>
                  <a:pt x="697979" y="0"/>
                </a:lnTo>
                <a:lnTo>
                  <a:pt x="704685" y="0"/>
                </a:lnTo>
                <a:lnTo>
                  <a:pt x="704685" y="55258"/>
                </a:lnTo>
                <a:lnTo>
                  <a:pt x="698284" y="55258"/>
                </a:lnTo>
                <a:lnTo>
                  <a:pt x="698284" y="46736"/>
                </a:lnTo>
                <a:lnTo>
                  <a:pt x="698208" y="46736"/>
                </a:lnTo>
                <a:cubicBezTo>
                  <a:pt x="697090" y="49492"/>
                  <a:pt x="695363" y="51727"/>
                  <a:pt x="693014" y="53429"/>
                </a:cubicBezTo>
                <a:cubicBezTo>
                  <a:pt x="690677" y="55144"/>
                  <a:pt x="687400" y="56007"/>
                  <a:pt x="683209" y="56007"/>
                </a:cubicBezTo>
                <a:close/>
                <a:moveTo>
                  <a:pt x="672541" y="35128"/>
                </a:moveTo>
                <a:cubicBezTo>
                  <a:pt x="672541" y="38380"/>
                  <a:pt x="673087" y="41148"/>
                  <a:pt x="674192" y="43421"/>
                </a:cubicBezTo>
                <a:cubicBezTo>
                  <a:pt x="675297" y="45707"/>
                  <a:pt x="676808" y="47422"/>
                  <a:pt x="678726" y="48578"/>
                </a:cubicBezTo>
                <a:cubicBezTo>
                  <a:pt x="680657" y="49733"/>
                  <a:pt x="682828" y="50305"/>
                  <a:pt x="685267" y="50305"/>
                </a:cubicBezTo>
                <a:cubicBezTo>
                  <a:pt x="687692" y="50305"/>
                  <a:pt x="689864" y="49733"/>
                  <a:pt x="691794" y="48578"/>
                </a:cubicBezTo>
                <a:cubicBezTo>
                  <a:pt x="693712" y="47422"/>
                  <a:pt x="695223" y="45707"/>
                  <a:pt x="696328" y="43447"/>
                </a:cubicBezTo>
                <a:cubicBezTo>
                  <a:pt x="697433" y="41173"/>
                  <a:pt x="697979" y="38405"/>
                  <a:pt x="697979" y="35128"/>
                </a:cubicBezTo>
                <a:cubicBezTo>
                  <a:pt x="697979" y="31877"/>
                  <a:pt x="697433" y="29121"/>
                  <a:pt x="696328" y="26848"/>
                </a:cubicBezTo>
                <a:cubicBezTo>
                  <a:pt x="695223" y="24574"/>
                  <a:pt x="693712" y="22873"/>
                  <a:pt x="691794" y="21717"/>
                </a:cubicBezTo>
                <a:cubicBezTo>
                  <a:pt x="689864" y="20562"/>
                  <a:pt x="687692" y="19990"/>
                  <a:pt x="685267" y="19990"/>
                </a:cubicBezTo>
                <a:cubicBezTo>
                  <a:pt x="682828" y="19990"/>
                  <a:pt x="680657" y="20562"/>
                  <a:pt x="678726" y="21717"/>
                </a:cubicBezTo>
                <a:cubicBezTo>
                  <a:pt x="676808" y="22873"/>
                  <a:pt x="675297" y="24574"/>
                  <a:pt x="674192" y="26848"/>
                </a:cubicBezTo>
                <a:cubicBezTo>
                  <a:pt x="673087" y="29121"/>
                  <a:pt x="672541" y="31877"/>
                  <a:pt x="672541" y="35128"/>
                </a:cubicBezTo>
                <a:close/>
                <a:moveTo>
                  <a:pt x="734568" y="2832"/>
                </a:moveTo>
                <a:lnTo>
                  <a:pt x="754367" y="2832"/>
                </a:lnTo>
                <a:cubicBezTo>
                  <a:pt x="758406" y="2832"/>
                  <a:pt x="761810" y="3493"/>
                  <a:pt x="764515" y="4801"/>
                </a:cubicBezTo>
                <a:cubicBezTo>
                  <a:pt x="767309" y="6121"/>
                  <a:pt x="769341" y="7963"/>
                  <a:pt x="770738" y="10351"/>
                </a:cubicBezTo>
                <a:cubicBezTo>
                  <a:pt x="772135" y="12726"/>
                  <a:pt x="772770" y="15532"/>
                  <a:pt x="772770" y="18759"/>
                </a:cubicBezTo>
                <a:cubicBezTo>
                  <a:pt x="772770" y="21908"/>
                  <a:pt x="772135" y="24727"/>
                  <a:pt x="770738" y="27204"/>
                </a:cubicBezTo>
                <a:cubicBezTo>
                  <a:pt x="769468" y="29680"/>
                  <a:pt x="767436" y="31636"/>
                  <a:pt x="764642" y="33058"/>
                </a:cubicBezTo>
                <a:cubicBezTo>
                  <a:pt x="761962" y="34493"/>
                  <a:pt x="758673" y="35205"/>
                  <a:pt x="754774" y="35205"/>
                </a:cubicBezTo>
                <a:lnTo>
                  <a:pt x="741642" y="35205"/>
                </a:lnTo>
                <a:lnTo>
                  <a:pt x="741642" y="55258"/>
                </a:lnTo>
                <a:lnTo>
                  <a:pt x="734568" y="55258"/>
                </a:lnTo>
                <a:lnTo>
                  <a:pt x="734568" y="2832"/>
                </a:lnTo>
                <a:close/>
                <a:moveTo>
                  <a:pt x="753770" y="28804"/>
                </a:moveTo>
                <a:cubicBezTo>
                  <a:pt x="757784" y="28804"/>
                  <a:pt x="760793" y="27953"/>
                  <a:pt x="762775" y="26251"/>
                </a:cubicBezTo>
                <a:cubicBezTo>
                  <a:pt x="764769" y="24550"/>
                  <a:pt x="765785" y="22085"/>
                  <a:pt x="765785" y="18835"/>
                </a:cubicBezTo>
                <a:cubicBezTo>
                  <a:pt x="765785" y="15710"/>
                  <a:pt x="764769" y="13336"/>
                  <a:pt x="762648" y="11723"/>
                </a:cubicBezTo>
                <a:cubicBezTo>
                  <a:pt x="760578" y="10109"/>
                  <a:pt x="757517" y="9310"/>
                  <a:pt x="753466" y="9310"/>
                </a:cubicBezTo>
                <a:lnTo>
                  <a:pt x="741642" y="9310"/>
                </a:lnTo>
                <a:lnTo>
                  <a:pt x="741642" y="28804"/>
                </a:lnTo>
                <a:lnTo>
                  <a:pt x="753770" y="28804"/>
                </a:lnTo>
                <a:close/>
                <a:moveTo>
                  <a:pt x="789534" y="56007"/>
                </a:moveTo>
                <a:cubicBezTo>
                  <a:pt x="787121" y="56007"/>
                  <a:pt x="784962" y="55538"/>
                  <a:pt x="783184" y="54623"/>
                </a:cubicBezTo>
                <a:cubicBezTo>
                  <a:pt x="781279" y="53708"/>
                  <a:pt x="779882" y="52363"/>
                  <a:pt x="778739" y="50610"/>
                </a:cubicBezTo>
                <a:cubicBezTo>
                  <a:pt x="777723" y="48844"/>
                  <a:pt x="777215" y="46736"/>
                  <a:pt x="777215" y="44285"/>
                </a:cubicBezTo>
                <a:cubicBezTo>
                  <a:pt x="777215" y="41275"/>
                  <a:pt x="777977" y="38812"/>
                  <a:pt x="779628" y="36881"/>
                </a:cubicBezTo>
                <a:cubicBezTo>
                  <a:pt x="781152" y="34938"/>
                  <a:pt x="783311" y="33528"/>
                  <a:pt x="786105" y="32652"/>
                </a:cubicBezTo>
                <a:cubicBezTo>
                  <a:pt x="788772" y="31776"/>
                  <a:pt x="791947" y="31331"/>
                  <a:pt x="795503" y="31331"/>
                </a:cubicBezTo>
                <a:lnTo>
                  <a:pt x="802742" y="31331"/>
                </a:lnTo>
                <a:lnTo>
                  <a:pt x="802742" y="28575"/>
                </a:lnTo>
                <a:cubicBezTo>
                  <a:pt x="802742" y="25756"/>
                  <a:pt x="801980" y="23597"/>
                  <a:pt x="800710" y="22123"/>
                </a:cubicBezTo>
                <a:cubicBezTo>
                  <a:pt x="799313" y="20651"/>
                  <a:pt x="797281" y="19914"/>
                  <a:pt x="794487" y="19914"/>
                </a:cubicBezTo>
                <a:cubicBezTo>
                  <a:pt x="792074" y="19914"/>
                  <a:pt x="789915" y="20409"/>
                  <a:pt x="788010" y="21413"/>
                </a:cubicBezTo>
                <a:cubicBezTo>
                  <a:pt x="786232" y="22416"/>
                  <a:pt x="784581" y="23876"/>
                  <a:pt x="783184" y="25794"/>
                </a:cubicBezTo>
                <a:lnTo>
                  <a:pt x="778866" y="21476"/>
                </a:lnTo>
                <a:cubicBezTo>
                  <a:pt x="782803" y="16663"/>
                  <a:pt x="788264" y="14250"/>
                  <a:pt x="794995" y="14250"/>
                </a:cubicBezTo>
                <a:cubicBezTo>
                  <a:pt x="798043" y="14250"/>
                  <a:pt x="800710" y="14846"/>
                  <a:pt x="802869" y="16040"/>
                </a:cubicBezTo>
                <a:cubicBezTo>
                  <a:pt x="805028" y="17234"/>
                  <a:pt x="806679" y="18898"/>
                  <a:pt x="807695" y="21044"/>
                </a:cubicBezTo>
                <a:cubicBezTo>
                  <a:pt x="808838" y="23191"/>
                  <a:pt x="809346" y="25705"/>
                  <a:pt x="809346" y="28575"/>
                </a:cubicBezTo>
                <a:lnTo>
                  <a:pt x="809346" y="55258"/>
                </a:lnTo>
                <a:lnTo>
                  <a:pt x="802996" y="55258"/>
                </a:lnTo>
                <a:lnTo>
                  <a:pt x="802996" y="47778"/>
                </a:lnTo>
                <a:lnTo>
                  <a:pt x="802869" y="47778"/>
                </a:lnTo>
                <a:cubicBezTo>
                  <a:pt x="801472" y="50635"/>
                  <a:pt x="799821" y="52718"/>
                  <a:pt x="797662" y="54026"/>
                </a:cubicBezTo>
                <a:cubicBezTo>
                  <a:pt x="795503" y="55347"/>
                  <a:pt x="792836" y="56007"/>
                  <a:pt x="789534" y="56007"/>
                </a:cubicBezTo>
                <a:close/>
                <a:moveTo>
                  <a:pt x="784200" y="44133"/>
                </a:moveTo>
                <a:cubicBezTo>
                  <a:pt x="784200" y="45403"/>
                  <a:pt x="784454" y="46495"/>
                  <a:pt x="784962" y="47447"/>
                </a:cubicBezTo>
                <a:cubicBezTo>
                  <a:pt x="785597" y="48387"/>
                  <a:pt x="786359" y="49111"/>
                  <a:pt x="787502" y="49619"/>
                </a:cubicBezTo>
                <a:cubicBezTo>
                  <a:pt x="788518" y="50127"/>
                  <a:pt x="789915" y="50381"/>
                  <a:pt x="791312" y="50381"/>
                </a:cubicBezTo>
                <a:cubicBezTo>
                  <a:pt x="793725" y="50381"/>
                  <a:pt x="795757" y="49911"/>
                  <a:pt x="797408" y="48946"/>
                </a:cubicBezTo>
                <a:cubicBezTo>
                  <a:pt x="799186" y="47993"/>
                  <a:pt x="800456" y="46749"/>
                  <a:pt x="801345" y="45187"/>
                </a:cubicBezTo>
                <a:cubicBezTo>
                  <a:pt x="802234" y="43638"/>
                  <a:pt x="802742" y="41999"/>
                  <a:pt x="802742" y="40260"/>
                </a:cubicBezTo>
                <a:lnTo>
                  <a:pt x="802742" y="36361"/>
                </a:lnTo>
                <a:lnTo>
                  <a:pt x="796392" y="36361"/>
                </a:lnTo>
                <a:cubicBezTo>
                  <a:pt x="792709" y="36361"/>
                  <a:pt x="789788" y="36919"/>
                  <a:pt x="787502" y="38050"/>
                </a:cubicBezTo>
                <a:cubicBezTo>
                  <a:pt x="785343" y="39180"/>
                  <a:pt x="784200" y="41199"/>
                  <a:pt x="784200" y="44133"/>
                </a:cubicBezTo>
                <a:close/>
                <a:moveTo>
                  <a:pt x="818871" y="15037"/>
                </a:moveTo>
                <a:lnTo>
                  <a:pt x="825221" y="15037"/>
                </a:lnTo>
                <a:lnTo>
                  <a:pt x="825221" y="23635"/>
                </a:lnTo>
                <a:lnTo>
                  <a:pt x="825348" y="23635"/>
                </a:lnTo>
                <a:cubicBezTo>
                  <a:pt x="826110" y="20333"/>
                  <a:pt x="827253" y="17945"/>
                  <a:pt x="828904" y="16472"/>
                </a:cubicBezTo>
                <a:cubicBezTo>
                  <a:pt x="830428" y="14999"/>
                  <a:pt x="832460" y="14250"/>
                  <a:pt x="834873" y="14250"/>
                </a:cubicBezTo>
                <a:cubicBezTo>
                  <a:pt x="835508" y="14250"/>
                  <a:pt x="836016" y="14288"/>
                  <a:pt x="836651" y="14364"/>
                </a:cubicBezTo>
                <a:cubicBezTo>
                  <a:pt x="837159" y="14440"/>
                  <a:pt x="837667" y="14529"/>
                  <a:pt x="838048" y="14631"/>
                </a:cubicBezTo>
                <a:lnTo>
                  <a:pt x="838048" y="21210"/>
                </a:lnTo>
                <a:cubicBezTo>
                  <a:pt x="837667" y="21095"/>
                  <a:pt x="837159" y="20993"/>
                  <a:pt x="836524" y="20917"/>
                </a:cubicBezTo>
                <a:cubicBezTo>
                  <a:pt x="835889" y="20841"/>
                  <a:pt x="835254" y="20803"/>
                  <a:pt x="834746" y="20803"/>
                </a:cubicBezTo>
                <a:cubicBezTo>
                  <a:pt x="831444" y="20803"/>
                  <a:pt x="829031" y="21946"/>
                  <a:pt x="827634" y="24244"/>
                </a:cubicBezTo>
                <a:cubicBezTo>
                  <a:pt x="826237" y="26543"/>
                  <a:pt x="825475" y="29896"/>
                  <a:pt x="825475" y="34316"/>
                </a:cubicBezTo>
                <a:lnTo>
                  <a:pt x="825475" y="55258"/>
                </a:lnTo>
                <a:lnTo>
                  <a:pt x="818871" y="55258"/>
                </a:lnTo>
                <a:lnTo>
                  <a:pt x="818871" y="15037"/>
                </a:lnTo>
                <a:close/>
                <a:moveTo>
                  <a:pt x="855701" y="55855"/>
                </a:moveTo>
                <a:cubicBezTo>
                  <a:pt x="853288" y="55855"/>
                  <a:pt x="851383" y="55525"/>
                  <a:pt x="849859" y="54890"/>
                </a:cubicBezTo>
                <a:cubicBezTo>
                  <a:pt x="848462" y="54242"/>
                  <a:pt x="847319" y="53239"/>
                  <a:pt x="846557" y="51867"/>
                </a:cubicBezTo>
                <a:cubicBezTo>
                  <a:pt x="845922" y="50509"/>
                  <a:pt x="845541" y="48743"/>
                  <a:pt x="845541" y="46584"/>
                </a:cubicBezTo>
                <a:lnTo>
                  <a:pt x="845541" y="20651"/>
                </a:lnTo>
                <a:lnTo>
                  <a:pt x="839572" y="20651"/>
                </a:lnTo>
                <a:lnTo>
                  <a:pt x="839572" y="17158"/>
                </a:lnTo>
                <a:lnTo>
                  <a:pt x="851383" y="5283"/>
                </a:lnTo>
                <a:lnTo>
                  <a:pt x="852272" y="5283"/>
                </a:lnTo>
                <a:lnTo>
                  <a:pt x="852272" y="15037"/>
                </a:lnTo>
                <a:lnTo>
                  <a:pt x="861289" y="15037"/>
                </a:lnTo>
                <a:lnTo>
                  <a:pt x="861289" y="20651"/>
                </a:lnTo>
                <a:lnTo>
                  <a:pt x="852272" y="20651"/>
                </a:lnTo>
                <a:lnTo>
                  <a:pt x="852272" y="45212"/>
                </a:lnTo>
                <a:cubicBezTo>
                  <a:pt x="852272" y="46406"/>
                  <a:pt x="852399" y="47320"/>
                  <a:pt x="852653" y="47981"/>
                </a:cubicBezTo>
                <a:cubicBezTo>
                  <a:pt x="852907" y="48641"/>
                  <a:pt x="853415" y="49111"/>
                  <a:pt x="854050" y="49378"/>
                </a:cubicBezTo>
                <a:cubicBezTo>
                  <a:pt x="854685" y="49657"/>
                  <a:pt x="855574" y="49785"/>
                  <a:pt x="856590" y="49785"/>
                </a:cubicBezTo>
                <a:cubicBezTo>
                  <a:pt x="858114" y="49785"/>
                  <a:pt x="859638" y="49581"/>
                  <a:pt x="861289" y="49149"/>
                </a:cubicBezTo>
                <a:lnTo>
                  <a:pt x="861289" y="55258"/>
                </a:lnTo>
                <a:cubicBezTo>
                  <a:pt x="860527" y="55435"/>
                  <a:pt x="859638" y="55576"/>
                  <a:pt x="858622" y="55690"/>
                </a:cubicBezTo>
                <a:cubicBezTo>
                  <a:pt x="857606" y="55791"/>
                  <a:pt x="856590" y="55855"/>
                  <a:pt x="855701" y="55855"/>
                </a:cubicBezTo>
                <a:close/>
                <a:moveTo>
                  <a:pt x="869163" y="15037"/>
                </a:moveTo>
                <a:lnTo>
                  <a:pt x="875513" y="15037"/>
                </a:lnTo>
                <a:lnTo>
                  <a:pt x="875513" y="23406"/>
                </a:lnTo>
                <a:lnTo>
                  <a:pt x="875640" y="23406"/>
                </a:lnTo>
                <a:cubicBezTo>
                  <a:pt x="876656" y="20803"/>
                  <a:pt x="878180" y="18631"/>
                  <a:pt x="880212" y="16879"/>
                </a:cubicBezTo>
                <a:cubicBezTo>
                  <a:pt x="882244" y="15126"/>
                  <a:pt x="885038" y="14250"/>
                  <a:pt x="888721" y="14250"/>
                </a:cubicBezTo>
                <a:cubicBezTo>
                  <a:pt x="891515" y="14250"/>
                  <a:pt x="893801" y="14834"/>
                  <a:pt x="895706" y="16002"/>
                </a:cubicBezTo>
                <a:cubicBezTo>
                  <a:pt x="897611" y="17171"/>
                  <a:pt x="899008" y="18821"/>
                  <a:pt x="899897" y="20955"/>
                </a:cubicBezTo>
                <a:cubicBezTo>
                  <a:pt x="900786" y="23089"/>
                  <a:pt x="901294" y="25578"/>
                  <a:pt x="901294" y="28435"/>
                </a:cubicBezTo>
                <a:lnTo>
                  <a:pt x="901294" y="55258"/>
                </a:lnTo>
                <a:lnTo>
                  <a:pt x="894563" y="55258"/>
                </a:lnTo>
                <a:lnTo>
                  <a:pt x="894563" y="29731"/>
                </a:lnTo>
                <a:cubicBezTo>
                  <a:pt x="894563" y="26632"/>
                  <a:pt x="893928" y="24270"/>
                  <a:pt x="892658" y="22644"/>
                </a:cubicBezTo>
                <a:cubicBezTo>
                  <a:pt x="891388" y="21019"/>
                  <a:pt x="889229" y="20206"/>
                  <a:pt x="886308" y="20206"/>
                </a:cubicBezTo>
                <a:cubicBezTo>
                  <a:pt x="884149" y="20206"/>
                  <a:pt x="882371" y="20663"/>
                  <a:pt x="880720" y="21590"/>
                </a:cubicBezTo>
                <a:cubicBezTo>
                  <a:pt x="879196" y="22505"/>
                  <a:pt x="877926" y="23838"/>
                  <a:pt x="877164" y="25603"/>
                </a:cubicBezTo>
                <a:cubicBezTo>
                  <a:pt x="876275" y="27369"/>
                  <a:pt x="875767" y="29477"/>
                  <a:pt x="875767" y="31928"/>
                </a:cubicBezTo>
                <a:lnTo>
                  <a:pt x="875767" y="55258"/>
                </a:lnTo>
                <a:lnTo>
                  <a:pt x="869163" y="55258"/>
                </a:lnTo>
                <a:lnTo>
                  <a:pt x="869163" y="15037"/>
                </a:lnTo>
                <a:close/>
                <a:moveTo>
                  <a:pt x="929615" y="56007"/>
                </a:moveTo>
                <a:cubicBezTo>
                  <a:pt x="925551" y="56007"/>
                  <a:pt x="921995" y="55207"/>
                  <a:pt x="918947" y="53607"/>
                </a:cubicBezTo>
                <a:cubicBezTo>
                  <a:pt x="915899" y="52007"/>
                  <a:pt x="913486" y="49632"/>
                  <a:pt x="911835" y="46495"/>
                </a:cubicBezTo>
                <a:cubicBezTo>
                  <a:pt x="910184" y="43358"/>
                  <a:pt x="909422" y="39574"/>
                  <a:pt x="909422" y="35128"/>
                </a:cubicBezTo>
                <a:cubicBezTo>
                  <a:pt x="909422" y="30633"/>
                  <a:pt x="910311" y="26822"/>
                  <a:pt x="911962" y="23685"/>
                </a:cubicBezTo>
                <a:cubicBezTo>
                  <a:pt x="913740" y="20549"/>
                  <a:pt x="916153" y="18186"/>
                  <a:pt x="919074" y="16612"/>
                </a:cubicBezTo>
                <a:cubicBezTo>
                  <a:pt x="921995" y="15037"/>
                  <a:pt x="925297" y="14250"/>
                  <a:pt x="928853" y="14250"/>
                </a:cubicBezTo>
                <a:cubicBezTo>
                  <a:pt x="932917" y="14250"/>
                  <a:pt x="936346" y="15202"/>
                  <a:pt x="938886" y="17107"/>
                </a:cubicBezTo>
                <a:cubicBezTo>
                  <a:pt x="941553" y="19000"/>
                  <a:pt x="943458" y="21425"/>
                  <a:pt x="944601" y="24371"/>
                </a:cubicBezTo>
                <a:cubicBezTo>
                  <a:pt x="945871" y="27331"/>
                  <a:pt x="946379" y="30429"/>
                  <a:pt x="946379" y="33681"/>
                </a:cubicBezTo>
                <a:cubicBezTo>
                  <a:pt x="946379" y="34798"/>
                  <a:pt x="946379" y="35840"/>
                  <a:pt x="946252" y="36805"/>
                </a:cubicBezTo>
                <a:lnTo>
                  <a:pt x="916407" y="36805"/>
                </a:lnTo>
                <a:cubicBezTo>
                  <a:pt x="916661" y="41199"/>
                  <a:pt x="917931" y="44539"/>
                  <a:pt x="920090" y="46851"/>
                </a:cubicBezTo>
                <a:cubicBezTo>
                  <a:pt x="922376" y="49149"/>
                  <a:pt x="925551" y="50305"/>
                  <a:pt x="929615" y="50305"/>
                </a:cubicBezTo>
                <a:cubicBezTo>
                  <a:pt x="932155" y="50305"/>
                  <a:pt x="934187" y="49936"/>
                  <a:pt x="935965" y="49188"/>
                </a:cubicBezTo>
                <a:cubicBezTo>
                  <a:pt x="937743" y="48451"/>
                  <a:pt x="939394" y="47219"/>
                  <a:pt x="940791" y="45504"/>
                </a:cubicBezTo>
                <a:lnTo>
                  <a:pt x="944982" y="49670"/>
                </a:lnTo>
                <a:cubicBezTo>
                  <a:pt x="943712" y="51168"/>
                  <a:pt x="942315" y="52375"/>
                  <a:pt x="940791" y="53302"/>
                </a:cubicBezTo>
                <a:cubicBezTo>
                  <a:pt x="939267" y="54229"/>
                  <a:pt x="937743" y="54915"/>
                  <a:pt x="935838" y="55347"/>
                </a:cubicBezTo>
                <a:cubicBezTo>
                  <a:pt x="934060" y="55779"/>
                  <a:pt x="932028" y="56007"/>
                  <a:pt x="929615" y="56007"/>
                </a:cubicBezTo>
                <a:close/>
                <a:moveTo>
                  <a:pt x="939648" y="31636"/>
                </a:moveTo>
                <a:cubicBezTo>
                  <a:pt x="939267" y="27763"/>
                  <a:pt x="938124" y="24854"/>
                  <a:pt x="936219" y="22911"/>
                </a:cubicBezTo>
                <a:cubicBezTo>
                  <a:pt x="934314" y="20955"/>
                  <a:pt x="931774" y="19990"/>
                  <a:pt x="928599" y="19990"/>
                </a:cubicBezTo>
                <a:cubicBezTo>
                  <a:pt x="926440" y="19990"/>
                  <a:pt x="924662" y="20422"/>
                  <a:pt x="922884" y="21286"/>
                </a:cubicBezTo>
                <a:cubicBezTo>
                  <a:pt x="921233" y="22149"/>
                  <a:pt x="919836" y="23457"/>
                  <a:pt x="918820" y="25197"/>
                </a:cubicBezTo>
                <a:cubicBezTo>
                  <a:pt x="917677" y="26924"/>
                  <a:pt x="916915" y="29070"/>
                  <a:pt x="916661" y="31636"/>
                </a:cubicBezTo>
                <a:lnTo>
                  <a:pt x="939648" y="31636"/>
                </a:lnTo>
                <a:close/>
                <a:moveTo>
                  <a:pt x="954507" y="15037"/>
                </a:moveTo>
                <a:lnTo>
                  <a:pt x="960857" y="15037"/>
                </a:lnTo>
                <a:lnTo>
                  <a:pt x="960857" y="23635"/>
                </a:lnTo>
                <a:lnTo>
                  <a:pt x="960984" y="23635"/>
                </a:lnTo>
                <a:cubicBezTo>
                  <a:pt x="961746" y="20333"/>
                  <a:pt x="962889" y="17945"/>
                  <a:pt x="964540" y="16472"/>
                </a:cubicBezTo>
                <a:cubicBezTo>
                  <a:pt x="966064" y="14999"/>
                  <a:pt x="968096" y="14250"/>
                  <a:pt x="970509" y="14250"/>
                </a:cubicBezTo>
                <a:cubicBezTo>
                  <a:pt x="971144" y="14250"/>
                  <a:pt x="971652" y="14288"/>
                  <a:pt x="972287" y="14364"/>
                </a:cubicBezTo>
                <a:cubicBezTo>
                  <a:pt x="972795" y="14440"/>
                  <a:pt x="973303" y="14529"/>
                  <a:pt x="973684" y="14631"/>
                </a:cubicBezTo>
                <a:lnTo>
                  <a:pt x="973684" y="21210"/>
                </a:lnTo>
                <a:cubicBezTo>
                  <a:pt x="973303" y="21095"/>
                  <a:pt x="972795" y="20993"/>
                  <a:pt x="972160" y="20917"/>
                </a:cubicBezTo>
                <a:cubicBezTo>
                  <a:pt x="971525" y="20841"/>
                  <a:pt x="970890" y="20803"/>
                  <a:pt x="970382" y="20803"/>
                </a:cubicBezTo>
                <a:cubicBezTo>
                  <a:pt x="967080" y="20803"/>
                  <a:pt x="964667" y="21946"/>
                  <a:pt x="963270" y="24244"/>
                </a:cubicBezTo>
                <a:cubicBezTo>
                  <a:pt x="961873" y="26543"/>
                  <a:pt x="961111" y="29896"/>
                  <a:pt x="961111" y="34316"/>
                </a:cubicBezTo>
                <a:lnTo>
                  <a:pt x="961111" y="55258"/>
                </a:lnTo>
                <a:lnTo>
                  <a:pt x="954507" y="55258"/>
                </a:lnTo>
                <a:lnTo>
                  <a:pt x="954507" y="15037"/>
                </a:lnTo>
                <a:close/>
                <a:moveTo>
                  <a:pt x="992988" y="56007"/>
                </a:moveTo>
                <a:cubicBezTo>
                  <a:pt x="986130" y="56007"/>
                  <a:pt x="980669" y="53899"/>
                  <a:pt x="976859" y="49670"/>
                </a:cubicBezTo>
                <a:lnTo>
                  <a:pt x="981177" y="45403"/>
                </a:lnTo>
                <a:cubicBezTo>
                  <a:pt x="982955" y="47257"/>
                  <a:pt x="984733" y="48565"/>
                  <a:pt x="986638" y="49327"/>
                </a:cubicBezTo>
                <a:cubicBezTo>
                  <a:pt x="988416" y="50076"/>
                  <a:pt x="990575" y="50457"/>
                  <a:pt x="992988" y="50457"/>
                </a:cubicBezTo>
                <a:cubicBezTo>
                  <a:pt x="995401" y="50457"/>
                  <a:pt x="997433" y="50000"/>
                  <a:pt x="999084" y="49099"/>
                </a:cubicBezTo>
                <a:cubicBezTo>
                  <a:pt x="1000735" y="48197"/>
                  <a:pt x="1001624" y="46711"/>
                  <a:pt x="1001624" y="44653"/>
                </a:cubicBezTo>
                <a:cubicBezTo>
                  <a:pt x="1001624" y="43193"/>
                  <a:pt x="1001243" y="41999"/>
                  <a:pt x="1000354" y="41097"/>
                </a:cubicBezTo>
                <a:cubicBezTo>
                  <a:pt x="999592" y="40196"/>
                  <a:pt x="998449" y="39484"/>
                  <a:pt x="997179" y="38964"/>
                </a:cubicBezTo>
                <a:cubicBezTo>
                  <a:pt x="995909" y="38443"/>
                  <a:pt x="993877" y="37833"/>
                  <a:pt x="991464" y="37135"/>
                </a:cubicBezTo>
                <a:cubicBezTo>
                  <a:pt x="988924" y="36424"/>
                  <a:pt x="986765" y="35649"/>
                  <a:pt x="984987" y="34837"/>
                </a:cubicBezTo>
                <a:cubicBezTo>
                  <a:pt x="983209" y="34011"/>
                  <a:pt x="981685" y="32842"/>
                  <a:pt x="980542" y="31318"/>
                </a:cubicBezTo>
                <a:cubicBezTo>
                  <a:pt x="979272" y="29794"/>
                  <a:pt x="978764" y="27839"/>
                  <a:pt x="978764" y="25451"/>
                </a:cubicBezTo>
                <a:cubicBezTo>
                  <a:pt x="978764" y="23076"/>
                  <a:pt x="979272" y="21044"/>
                  <a:pt x="980415" y="19355"/>
                </a:cubicBezTo>
                <a:cubicBezTo>
                  <a:pt x="981685" y="17666"/>
                  <a:pt x="983336" y="16396"/>
                  <a:pt x="985495" y="15532"/>
                </a:cubicBezTo>
                <a:cubicBezTo>
                  <a:pt x="987527" y="14681"/>
                  <a:pt x="990067" y="14250"/>
                  <a:pt x="992861" y="14250"/>
                </a:cubicBezTo>
                <a:cubicBezTo>
                  <a:pt x="995655" y="14250"/>
                  <a:pt x="998195" y="14707"/>
                  <a:pt x="1000735" y="15608"/>
                </a:cubicBezTo>
                <a:cubicBezTo>
                  <a:pt x="1003275" y="16523"/>
                  <a:pt x="1005307" y="17844"/>
                  <a:pt x="1006958" y="19571"/>
                </a:cubicBezTo>
                <a:lnTo>
                  <a:pt x="1002767" y="23851"/>
                </a:lnTo>
                <a:cubicBezTo>
                  <a:pt x="1000100" y="21222"/>
                  <a:pt x="996798" y="19914"/>
                  <a:pt x="992861" y="19914"/>
                </a:cubicBezTo>
                <a:cubicBezTo>
                  <a:pt x="990448" y="19914"/>
                  <a:pt x="988670" y="20346"/>
                  <a:pt x="987273" y="21210"/>
                </a:cubicBezTo>
                <a:cubicBezTo>
                  <a:pt x="985876" y="22085"/>
                  <a:pt x="985241" y="23394"/>
                  <a:pt x="985241" y="25159"/>
                </a:cubicBezTo>
                <a:cubicBezTo>
                  <a:pt x="985241" y="26327"/>
                  <a:pt x="985622" y="27293"/>
                  <a:pt x="986384" y="28055"/>
                </a:cubicBezTo>
                <a:cubicBezTo>
                  <a:pt x="987273" y="28829"/>
                  <a:pt x="988289" y="29464"/>
                  <a:pt x="989686" y="29973"/>
                </a:cubicBezTo>
                <a:cubicBezTo>
                  <a:pt x="990956" y="30480"/>
                  <a:pt x="992861" y="31090"/>
                  <a:pt x="995401" y="31776"/>
                </a:cubicBezTo>
                <a:cubicBezTo>
                  <a:pt x="997941" y="32500"/>
                  <a:pt x="1000100" y="33262"/>
                  <a:pt x="1001878" y="34049"/>
                </a:cubicBezTo>
                <a:cubicBezTo>
                  <a:pt x="1003529" y="34849"/>
                  <a:pt x="1005053" y="36055"/>
                  <a:pt x="1006323" y="37681"/>
                </a:cubicBezTo>
                <a:cubicBezTo>
                  <a:pt x="1007466" y="39307"/>
                  <a:pt x="1008101" y="41453"/>
                  <a:pt x="1008101" y="44133"/>
                </a:cubicBezTo>
                <a:cubicBezTo>
                  <a:pt x="1008101" y="46610"/>
                  <a:pt x="1007466" y="48743"/>
                  <a:pt x="1006196" y="50533"/>
                </a:cubicBezTo>
                <a:cubicBezTo>
                  <a:pt x="1004926" y="52312"/>
                  <a:pt x="1003148" y="53670"/>
                  <a:pt x="1000862" y="54611"/>
                </a:cubicBezTo>
                <a:cubicBezTo>
                  <a:pt x="998576" y="55538"/>
                  <a:pt x="995909" y="56007"/>
                  <a:pt x="992988" y="56007"/>
                </a:cubicBezTo>
                <a:close/>
                <a:moveTo>
                  <a:pt x="1057250" y="56007"/>
                </a:moveTo>
                <a:cubicBezTo>
                  <a:pt x="1052170" y="56007"/>
                  <a:pt x="1047725" y="54902"/>
                  <a:pt x="1043915" y="52693"/>
                </a:cubicBezTo>
                <a:cubicBezTo>
                  <a:pt x="1039978" y="50483"/>
                  <a:pt x="1037057" y="47334"/>
                  <a:pt x="1034898" y="43256"/>
                </a:cubicBezTo>
                <a:cubicBezTo>
                  <a:pt x="1032739" y="39180"/>
                  <a:pt x="1031596" y="34430"/>
                  <a:pt x="1031596" y="29032"/>
                </a:cubicBezTo>
                <a:cubicBezTo>
                  <a:pt x="1031596" y="23623"/>
                  <a:pt x="1032739" y="18885"/>
                  <a:pt x="1034898" y="14808"/>
                </a:cubicBezTo>
                <a:cubicBezTo>
                  <a:pt x="1037057" y="10744"/>
                  <a:pt x="1039978" y="7595"/>
                  <a:pt x="1043915" y="5385"/>
                </a:cubicBezTo>
                <a:cubicBezTo>
                  <a:pt x="1047725" y="3163"/>
                  <a:pt x="1052170" y="2045"/>
                  <a:pt x="1057250" y="2045"/>
                </a:cubicBezTo>
                <a:cubicBezTo>
                  <a:pt x="1062203" y="2045"/>
                  <a:pt x="1066648" y="3163"/>
                  <a:pt x="1070458" y="5385"/>
                </a:cubicBezTo>
                <a:cubicBezTo>
                  <a:pt x="1074395" y="7595"/>
                  <a:pt x="1077443" y="10744"/>
                  <a:pt x="1079602" y="14808"/>
                </a:cubicBezTo>
                <a:cubicBezTo>
                  <a:pt x="1081761" y="18885"/>
                  <a:pt x="1082777" y="23623"/>
                  <a:pt x="1082777" y="29032"/>
                </a:cubicBezTo>
                <a:cubicBezTo>
                  <a:pt x="1082777" y="34430"/>
                  <a:pt x="1081761" y="39180"/>
                  <a:pt x="1079602" y="43256"/>
                </a:cubicBezTo>
                <a:cubicBezTo>
                  <a:pt x="1077443" y="47334"/>
                  <a:pt x="1074395" y="50483"/>
                  <a:pt x="1070458" y="52693"/>
                </a:cubicBezTo>
                <a:cubicBezTo>
                  <a:pt x="1066648" y="54902"/>
                  <a:pt x="1062203" y="56007"/>
                  <a:pt x="1057250" y="56007"/>
                </a:cubicBezTo>
                <a:close/>
                <a:moveTo>
                  <a:pt x="1038835" y="29032"/>
                </a:moveTo>
                <a:cubicBezTo>
                  <a:pt x="1038835" y="33198"/>
                  <a:pt x="1039597" y="36818"/>
                  <a:pt x="1040994" y="39891"/>
                </a:cubicBezTo>
                <a:cubicBezTo>
                  <a:pt x="1042518" y="42964"/>
                  <a:pt x="1044677" y="45327"/>
                  <a:pt x="1047471" y="46978"/>
                </a:cubicBezTo>
                <a:cubicBezTo>
                  <a:pt x="1050138" y="48629"/>
                  <a:pt x="1053440" y="49454"/>
                  <a:pt x="1057250" y="49454"/>
                </a:cubicBezTo>
                <a:cubicBezTo>
                  <a:pt x="1060933" y="49454"/>
                  <a:pt x="1064235" y="48629"/>
                  <a:pt x="1066902" y="46978"/>
                </a:cubicBezTo>
                <a:cubicBezTo>
                  <a:pt x="1069696" y="45327"/>
                  <a:pt x="1071855" y="42964"/>
                  <a:pt x="1073379" y="39891"/>
                </a:cubicBezTo>
                <a:cubicBezTo>
                  <a:pt x="1074776" y="36818"/>
                  <a:pt x="1075538" y="33198"/>
                  <a:pt x="1075538" y="29032"/>
                </a:cubicBezTo>
                <a:cubicBezTo>
                  <a:pt x="1075538" y="24854"/>
                  <a:pt x="1074776" y="21248"/>
                  <a:pt x="1073379" y="18174"/>
                </a:cubicBezTo>
                <a:cubicBezTo>
                  <a:pt x="1071855" y="15113"/>
                  <a:pt x="1069696" y="12764"/>
                  <a:pt x="1066902" y="11112"/>
                </a:cubicBezTo>
                <a:cubicBezTo>
                  <a:pt x="1064235" y="9461"/>
                  <a:pt x="1060933" y="8636"/>
                  <a:pt x="1057250" y="8636"/>
                </a:cubicBezTo>
                <a:cubicBezTo>
                  <a:pt x="1053440" y="8636"/>
                  <a:pt x="1050138" y="9461"/>
                  <a:pt x="1047471" y="11112"/>
                </a:cubicBezTo>
                <a:cubicBezTo>
                  <a:pt x="1044677" y="12764"/>
                  <a:pt x="1042518" y="15113"/>
                  <a:pt x="1040994" y="18174"/>
                </a:cubicBezTo>
                <a:cubicBezTo>
                  <a:pt x="1039597" y="21248"/>
                  <a:pt x="1038835" y="24854"/>
                  <a:pt x="1038835" y="29032"/>
                </a:cubicBezTo>
                <a:close/>
                <a:moveTo>
                  <a:pt x="1091667" y="15037"/>
                </a:moveTo>
                <a:lnTo>
                  <a:pt x="1098017" y="15037"/>
                </a:lnTo>
                <a:lnTo>
                  <a:pt x="1098017" y="23406"/>
                </a:lnTo>
                <a:lnTo>
                  <a:pt x="1098144" y="23406"/>
                </a:lnTo>
                <a:cubicBezTo>
                  <a:pt x="1099160" y="20803"/>
                  <a:pt x="1100684" y="18631"/>
                  <a:pt x="1102716" y="16879"/>
                </a:cubicBezTo>
                <a:cubicBezTo>
                  <a:pt x="1104748" y="15126"/>
                  <a:pt x="1107542" y="14250"/>
                  <a:pt x="1111225" y="14250"/>
                </a:cubicBezTo>
                <a:cubicBezTo>
                  <a:pt x="1114019" y="14250"/>
                  <a:pt x="1116305" y="14834"/>
                  <a:pt x="1118210" y="16002"/>
                </a:cubicBezTo>
                <a:cubicBezTo>
                  <a:pt x="1120115" y="17171"/>
                  <a:pt x="1121512" y="18821"/>
                  <a:pt x="1122401" y="20955"/>
                </a:cubicBezTo>
                <a:cubicBezTo>
                  <a:pt x="1123290" y="23089"/>
                  <a:pt x="1123798" y="25578"/>
                  <a:pt x="1123798" y="28435"/>
                </a:cubicBezTo>
                <a:lnTo>
                  <a:pt x="1123798" y="55258"/>
                </a:lnTo>
                <a:lnTo>
                  <a:pt x="1117067" y="55258"/>
                </a:lnTo>
                <a:lnTo>
                  <a:pt x="1117067" y="29731"/>
                </a:lnTo>
                <a:cubicBezTo>
                  <a:pt x="1117067" y="26632"/>
                  <a:pt x="1116432" y="24270"/>
                  <a:pt x="1115162" y="22644"/>
                </a:cubicBezTo>
                <a:cubicBezTo>
                  <a:pt x="1113892" y="21019"/>
                  <a:pt x="1111733" y="20206"/>
                  <a:pt x="1108812" y="20206"/>
                </a:cubicBezTo>
                <a:cubicBezTo>
                  <a:pt x="1106653" y="20206"/>
                  <a:pt x="1104875" y="20663"/>
                  <a:pt x="1103224" y="21590"/>
                </a:cubicBezTo>
                <a:cubicBezTo>
                  <a:pt x="1101700" y="22505"/>
                  <a:pt x="1100430" y="23838"/>
                  <a:pt x="1099668" y="25603"/>
                </a:cubicBezTo>
                <a:cubicBezTo>
                  <a:pt x="1098779" y="27369"/>
                  <a:pt x="1098271" y="29477"/>
                  <a:pt x="1098271" y="31928"/>
                </a:cubicBezTo>
                <a:lnTo>
                  <a:pt x="1098271" y="55258"/>
                </a:lnTo>
                <a:lnTo>
                  <a:pt x="1091667" y="55258"/>
                </a:lnTo>
                <a:lnTo>
                  <a:pt x="1091667" y="15037"/>
                </a:lnTo>
                <a:close/>
                <a:moveTo>
                  <a:pt x="1143229" y="55855"/>
                </a:moveTo>
                <a:cubicBezTo>
                  <a:pt x="1141070" y="55855"/>
                  <a:pt x="1139292" y="55487"/>
                  <a:pt x="1137895" y="54776"/>
                </a:cubicBezTo>
                <a:cubicBezTo>
                  <a:pt x="1136498" y="54052"/>
                  <a:pt x="1135609" y="52984"/>
                  <a:pt x="1134974" y="51550"/>
                </a:cubicBezTo>
                <a:cubicBezTo>
                  <a:pt x="1134339" y="50127"/>
                  <a:pt x="1133958" y="48311"/>
                  <a:pt x="1133958" y="46101"/>
                </a:cubicBezTo>
                <a:lnTo>
                  <a:pt x="1133958" y="0"/>
                </a:lnTo>
                <a:lnTo>
                  <a:pt x="1140689" y="0"/>
                </a:lnTo>
                <a:lnTo>
                  <a:pt x="1140689" y="45060"/>
                </a:lnTo>
                <a:cubicBezTo>
                  <a:pt x="1140689" y="46304"/>
                  <a:pt x="1140816" y="47257"/>
                  <a:pt x="1141070" y="47930"/>
                </a:cubicBezTo>
                <a:cubicBezTo>
                  <a:pt x="1141324" y="48603"/>
                  <a:pt x="1141705" y="49073"/>
                  <a:pt x="1142213" y="49365"/>
                </a:cubicBezTo>
                <a:cubicBezTo>
                  <a:pt x="1142721" y="49644"/>
                  <a:pt x="1143483" y="49785"/>
                  <a:pt x="1144499" y="49785"/>
                </a:cubicBezTo>
                <a:cubicBezTo>
                  <a:pt x="1145134" y="49785"/>
                  <a:pt x="1145769" y="49733"/>
                  <a:pt x="1146404" y="49644"/>
                </a:cubicBezTo>
                <a:cubicBezTo>
                  <a:pt x="1147039" y="49543"/>
                  <a:pt x="1147547" y="49429"/>
                  <a:pt x="1148055" y="49302"/>
                </a:cubicBezTo>
                <a:lnTo>
                  <a:pt x="1148055" y="55258"/>
                </a:lnTo>
                <a:cubicBezTo>
                  <a:pt x="1147420" y="55461"/>
                  <a:pt x="1146658" y="55601"/>
                  <a:pt x="1145896" y="55703"/>
                </a:cubicBezTo>
                <a:cubicBezTo>
                  <a:pt x="1145007" y="55804"/>
                  <a:pt x="1144118" y="55855"/>
                  <a:pt x="1143229" y="55855"/>
                </a:cubicBezTo>
                <a:close/>
                <a:moveTo>
                  <a:pt x="1155294" y="71857"/>
                </a:moveTo>
                <a:cubicBezTo>
                  <a:pt x="1153897" y="71857"/>
                  <a:pt x="1152373" y="71755"/>
                  <a:pt x="1150976" y="71552"/>
                </a:cubicBezTo>
                <a:lnTo>
                  <a:pt x="1150976" y="65786"/>
                </a:lnTo>
                <a:cubicBezTo>
                  <a:pt x="1151992" y="66078"/>
                  <a:pt x="1153135" y="66231"/>
                  <a:pt x="1154786" y="66231"/>
                </a:cubicBezTo>
                <a:cubicBezTo>
                  <a:pt x="1156310" y="66231"/>
                  <a:pt x="1157580" y="66040"/>
                  <a:pt x="1158469" y="65660"/>
                </a:cubicBezTo>
                <a:cubicBezTo>
                  <a:pt x="1159485" y="65278"/>
                  <a:pt x="1160374" y="64694"/>
                  <a:pt x="1160882" y="63932"/>
                </a:cubicBezTo>
                <a:cubicBezTo>
                  <a:pt x="1161517" y="63157"/>
                  <a:pt x="1162152" y="62129"/>
                  <a:pt x="1162660" y="60833"/>
                </a:cubicBezTo>
                <a:lnTo>
                  <a:pt x="1164819" y="55144"/>
                </a:lnTo>
                <a:lnTo>
                  <a:pt x="1148690" y="15037"/>
                </a:lnTo>
                <a:lnTo>
                  <a:pt x="1155802" y="15037"/>
                </a:lnTo>
                <a:lnTo>
                  <a:pt x="1164438" y="37288"/>
                </a:lnTo>
                <a:cubicBezTo>
                  <a:pt x="1165073" y="39142"/>
                  <a:pt x="1165835" y="41237"/>
                  <a:pt x="1166597" y="43574"/>
                </a:cubicBezTo>
                <a:cubicBezTo>
                  <a:pt x="1167359" y="45910"/>
                  <a:pt x="1167867" y="47282"/>
                  <a:pt x="1167994" y="47702"/>
                </a:cubicBezTo>
                <a:cubicBezTo>
                  <a:pt x="1168121" y="47358"/>
                  <a:pt x="1168629" y="46038"/>
                  <a:pt x="1169391" y="43765"/>
                </a:cubicBezTo>
                <a:cubicBezTo>
                  <a:pt x="1170534" y="40932"/>
                  <a:pt x="1171169" y="39002"/>
                  <a:pt x="1171550" y="37960"/>
                </a:cubicBezTo>
                <a:lnTo>
                  <a:pt x="1179424" y="15037"/>
                </a:lnTo>
                <a:lnTo>
                  <a:pt x="1186536" y="15037"/>
                </a:lnTo>
                <a:lnTo>
                  <a:pt x="1167994" y="63030"/>
                </a:lnTo>
                <a:cubicBezTo>
                  <a:pt x="1167232" y="65088"/>
                  <a:pt x="1166343" y="66752"/>
                  <a:pt x="1165327" y="67996"/>
                </a:cubicBezTo>
                <a:cubicBezTo>
                  <a:pt x="1164438" y="69253"/>
                  <a:pt x="1163041" y="70206"/>
                  <a:pt x="1161517" y="70866"/>
                </a:cubicBezTo>
                <a:cubicBezTo>
                  <a:pt x="1159866" y="71527"/>
                  <a:pt x="1157834" y="71857"/>
                  <a:pt x="1155294" y="71857"/>
                </a:cubicBezTo>
                <a:close/>
              </a:path>
            </a:pathLst>
          </a:custGeom>
          <a:solidFill>
            <a:srgbClr val="000000">
              <a:alpha val="50196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Editable vector"/>
          <p:cNvSpPr/>
          <p:nvPr/>
        </p:nvSpPr>
        <p:spPr>
          <a:xfrm>
            <a:off x="2078608" y="-30302"/>
            <a:ext cx="10116566" cy="1076019"/>
          </a:xfrm>
          <a:custGeom>
            <a:avLst/>
            <a:gdLst/>
            <a:ahLst/>
            <a:cxnLst/>
            <a:rect l="0" t="0" r="r" b="b"/>
            <a:pathLst>
              <a:path w="10116566" h="1076020" fill="norm" stroke="0" extrusionOk="0">
                <a:moveTo>
                  <a:pt x="0" y="0"/>
                </a:moveTo>
                <a:lnTo>
                  <a:pt x="10116566" y="0"/>
                </a:lnTo>
                <a:lnTo>
                  <a:pt x="10116566" y="1076020"/>
                </a:lnTo>
                <a:lnTo>
                  <a:pt x="0" y="1076020"/>
                </a:lnTo>
                <a:close/>
              </a:path>
            </a:pathLst>
          </a:custGeom>
          <a:solidFill>
            <a:srgbClr val="E8F7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Editable vector"/>
          <p:cNvSpPr/>
          <p:nvPr/>
        </p:nvSpPr>
        <p:spPr>
          <a:xfrm>
            <a:off x="11121263" y="-40843"/>
            <a:ext cx="1073949" cy="1076020"/>
          </a:xfrm>
          <a:custGeom>
            <a:avLst/>
            <a:gdLst/>
            <a:ahLst/>
            <a:cxnLst/>
            <a:rect l="0" t="0" r="r" b="b"/>
            <a:pathLst>
              <a:path w="1073950" h="1076020" fill="norm" stroke="0" extrusionOk="0">
                <a:moveTo>
                  <a:pt x="0" y="0"/>
                </a:moveTo>
                <a:lnTo>
                  <a:pt x="1073950" y="0"/>
                </a:lnTo>
                <a:lnTo>
                  <a:pt x="1073950" y="1076020"/>
                </a:lnTo>
                <a:lnTo>
                  <a:pt x="0" y="1076020"/>
                </a:lnTo>
                <a:close/>
              </a:path>
            </a:pathLst>
          </a:custGeom>
          <a:solidFill>
            <a:srgbClr val="D1F0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1263" y="-40843"/>
            <a:ext cx="1073949" cy="107602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500" y="406400"/>
            <a:ext cx="127000" cy="63500"/>
          </a:xfrm>
          <a:prstGeom prst="rect">
            <a:avLst/>
          </a:prstGeom>
        </p:spPr>
      </p:pic>
      <p:sp>
        <p:nvSpPr>
          <p:cNvPr id="9" name="Editable vector"/>
          <p:cNvSpPr/>
          <p:nvPr/>
        </p:nvSpPr>
        <p:spPr>
          <a:xfrm>
            <a:off x="0" y="-16446"/>
            <a:ext cx="2078608" cy="1062164"/>
          </a:xfrm>
          <a:custGeom>
            <a:avLst/>
            <a:gdLst/>
            <a:ahLst/>
            <a:cxnLst/>
            <a:rect l="0" t="0" r="r" b="b"/>
            <a:pathLst>
              <a:path w="2078609" h="1062164" fill="norm" stroke="0" extrusionOk="0">
                <a:moveTo>
                  <a:pt x="0" y="0"/>
                </a:moveTo>
                <a:lnTo>
                  <a:pt x="2078609" y="0"/>
                </a:lnTo>
                <a:lnTo>
                  <a:pt x="2078609" y="1062164"/>
                </a:lnTo>
                <a:lnTo>
                  <a:pt x="0" y="1062164"/>
                </a:lnTo>
                <a:close/>
              </a:path>
            </a:pathLst>
          </a:custGeom>
          <a:solidFill>
            <a:srgbClr val="D1F0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6446"/>
            <a:ext cx="2078608" cy="1062164"/>
          </a:xfrm>
          <a:prstGeom prst="rect">
            <a:avLst/>
          </a:prstGeom>
        </p:spPr>
      </p:pic>
      <p:sp>
        <p:nvSpPr>
          <p:cNvPr id="15" name="Editable vector"/>
          <p:cNvSpPr/>
          <p:nvPr/>
        </p:nvSpPr>
        <p:spPr>
          <a:xfrm>
            <a:off x="506285" y="1521333"/>
            <a:ext cx="2550223" cy="1442973"/>
          </a:xfrm>
          <a:custGeom>
            <a:avLst/>
            <a:gdLst/>
            <a:ahLst/>
            <a:cxnLst/>
            <a:rect l="0" t="0" r="r" b="b"/>
            <a:pathLst>
              <a:path w="2550223" h="1442974" fill="norm" stroke="0" extrusionOk="0">
                <a:moveTo>
                  <a:pt x="0" y="240538"/>
                </a:moveTo>
                <a:cubicBezTo>
                  <a:pt x="0" y="107696"/>
                  <a:pt x="107671" y="0"/>
                  <a:pt x="240500" y="0"/>
                </a:cubicBezTo>
                <a:lnTo>
                  <a:pt x="2309685" y="0"/>
                </a:lnTo>
                <a:cubicBezTo>
                  <a:pt x="2442528" y="0"/>
                  <a:pt x="2550223" y="107696"/>
                  <a:pt x="2550223" y="240538"/>
                </a:cubicBezTo>
                <a:lnTo>
                  <a:pt x="2550223" y="1202436"/>
                </a:lnTo>
                <a:cubicBezTo>
                  <a:pt x="2550223" y="1335278"/>
                  <a:pt x="2442528" y="1442974"/>
                  <a:pt x="2309685" y="1442974"/>
                </a:cubicBezTo>
                <a:lnTo>
                  <a:pt x="240500" y="1442974"/>
                </a:lnTo>
                <a:cubicBezTo>
                  <a:pt x="107671" y="1442974"/>
                  <a:pt x="0" y="1335278"/>
                  <a:pt x="0" y="1202436"/>
                </a:cubicBezTo>
                <a:lnTo>
                  <a:pt x="0" y="240538"/>
                </a:lnTo>
                <a:close/>
              </a:path>
            </a:pathLst>
          </a:custGeom>
          <a:solidFill>
            <a:srgbClr val="002A86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Editable vector"/>
          <p:cNvSpPr/>
          <p:nvPr/>
        </p:nvSpPr>
        <p:spPr>
          <a:xfrm>
            <a:off x="506285" y="3217545"/>
            <a:ext cx="2550223" cy="1442973"/>
          </a:xfrm>
          <a:custGeom>
            <a:avLst/>
            <a:gdLst/>
            <a:ahLst/>
            <a:cxnLst/>
            <a:rect l="0" t="0" r="r" b="b"/>
            <a:pathLst>
              <a:path w="2550223" h="1442974" fill="norm" stroke="0" extrusionOk="0">
                <a:moveTo>
                  <a:pt x="0" y="240538"/>
                </a:moveTo>
                <a:cubicBezTo>
                  <a:pt x="0" y="107696"/>
                  <a:pt x="107671" y="0"/>
                  <a:pt x="240500" y="0"/>
                </a:cubicBezTo>
                <a:lnTo>
                  <a:pt x="2309685" y="0"/>
                </a:lnTo>
                <a:cubicBezTo>
                  <a:pt x="2442528" y="0"/>
                  <a:pt x="2550223" y="107696"/>
                  <a:pt x="2550223" y="240538"/>
                </a:cubicBezTo>
                <a:lnTo>
                  <a:pt x="2550223" y="1202563"/>
                </a:lnTo>
                <a:cubicBezTo>
                  <a:pt x="2550223" y="1335405"/>
                  <a:pt x="2442528" y="1442974"/>
                  <a:pt x="2309685" y="1442974"/>
                </a:cubicBezTo>
                <a:lnTo>
                  <a:pt x="240500" y="1442974"/>
                </a:lnTo>
                <a:cubicBezTo>
                  <a:pt x="107671" y="1442974"/>
                  <a:pt x="0" y="1335405"/>
                  <a:pt x="0" y="1202563"/>
                </a:cubicBezTo>
                <a:lnTo>
                  <a:pt x="0" y="240538"/>
                </a:lnTo>
                <a:close/>
              </a:path>
            </a:pathLst>
          </a:custGeom>
          <a:solidFill>
            <a:srgbClr val="002A86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Editable vector"/>
          <p:cNvSpPr/>
          <p:nvPr/>
        </p:nvSpPr>
        <p:spPr>
          <a:xfrm>
            <a:off x="506285" y="4913883"/>
            <a:ext cx="2550223" cy="1442974"/>
          </a:xfrm>
          <a:custGeom>
            <a:avLst/>
            <a:gdLst/>
            <a:ahLst/>
            <a:cxnLst/>
            <a:rect l="0" t="0" r="r" b="b"/>
            <a:pathLst>
              <a:path w="2550223" h="1442974" fill="norm" stroke="0" extrusionOk="0">
                <a:moveTo>
                  <a:pt x="0" y="240538"/>
                </a:moveTo>
                <a:cubicBezTo>
                  <a:pt x="0" y="107696"/>
                  <a:pt x="107671" y="0"/>
                  <a:pt x="240500" y="0"/>
                </a:cubicBezTo>
                <a:lnTo>
                  <a:pt x="2309685" y="0"/>
                </a:lnTo>
                <a:cubicBezTo>
                  <a:pt x="2442528" y="0"/>
                  <a:pt x="2550223" y="107696"/>
                  <a:pt x="2550223" y="240538"/>
                </a:cubicBezTo>
                <a:lnTo>
                  <a:pt x="2550223" y="1202474"/>
                </a:lnTo>
                <a:cubicBezTo>
                  <a:pt x="2550223" y="1335291"/>
                  <a:pt x="2442528" y="1442974"/>
                  <a:pt x="2309685" y="1442974"/>
                </a:cubicBezTo>
                <a:lnTo>
                  <a:pt x="240500" y="1442974"/>
                </a:lnTo>
                <a:cubicBezTo>
                  <a:pt x="107671" y="1442974"/>
                  <a:pt x="0" y="1335291"/>
                  <a:pt x="0" y="1202474"/>
                </a:cubicBezTo>
                <a:lnTo>
                  <a:pt x="0" y="240538"/>
                </a:lnTo>
                <a:close/>
              </a:path>
            </a:pathLst>
          </a:custGeom>
          <a:solidFill>
            <a:srgbClr val="002A86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Editable vector"/>
          <p:cNvSpPr/>
          <p:nvPr/>
        </p:nvSpPr>
        <p:spPr>
          <a:xfrm>
            <a:off x="3449320" y="1404873"/>
            <a:ext cx="4223385" cy="3595878"/>
          </a:xfrm>
          <a:custGeom>
            <a:avLst/>
            <a:gdLst/>
            <a:ahLst/>
            <a:cxnLst/>
            <a:rect l="0" t="0" r="r" b="b"/>
            <a:pathLst>
              <a:path w="4223385" h="3595878" fill="norm" stroke="0" extrusionOk="0">
                <a:moveTo>
                  <a:pt x="0" y="243078"/>
                </a:moveTo>
                <a:cubicBezTo>
                  <a:pt x="0" y="108839"/>
                  <a:pt x="108839" y="0"/>
                  <a:pt x="243205" y="0"/>
                </a:cubicBezTo>
                <a:lnTo>
                  <a:pt x="3980180" y="0"/>
                </a:lnTo>
                <a:cubicBezTo>
                  <a:pt x="4114546" y="0"/>
                  <a:pt x="4223385" y="108839"/>
                  <a:pt x="4223385" y="243078"/>
                </a:cubicBezTo>
                <a:lnTo>
                  <a:pt x="4223385" y="3352673"/>
                </a:lnTo>
                <a:cubicBezTo>
                  <a:pt x="4223385" y="3487039"/>
                  <a:pt x="4114546" y="3595878"/>
                  <a:pt x="3980180" y="3595878"/>
                </a:cubicBezTo>
                <a:lnTo>
                  <a:pt x="243205" y="3595878"/>
                </a:lnTo>
                <a:cubicBezTo>
                  <a:pt x="108839" y="3595878"/>
                  <a:pt x="0" y="3487039"/>
                  <a:pt x="0" y="3352673"/>
                </a:cubicBezTo>
                <a:lnTo>
                  <a:pt x="0" y="243078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Editable vector"/>
          <p:cNvSpPr/>
          <p:nvPr/>
        </p:nvSpPr>
        <p:spPr>
          <a:xfrm>
            <a:off x="8049386" y="1328420"/>
            <a:ext cx="4145788" cy="1100708"/>
          </a:xfrm>
          <a:custGeom>
            <a:avLst/>
            <a:gdLst/>
            <a:ahLst/>
            <a:cxnLst/>
            <a:rect l="0" t="0" r="r" b="b"/>
            <a:pathLst>
              <a:path w="4145788" h="1100709" fill="norm" stroke="0" extrusionOk="0">
                <a:moveTo>
                  <a:pt x="0" y="74422"/>
                </a:moveTo>
                <a:cubicBezTo>
                  <a:pt x="0" y="33401"/>
                  <a:pt x="33274" y="0"/>
                  <a:pt x="74422" y="0"/>
                </a:cubicBezTo>
                <a:lnTo>
                  <a:pt x="4071366" y="0"/>
                </a:lnTo>
                <a:cubicBezTo>
                  <a:pt x="4112514" y="0"/>
                  <a:pt x="4145788" y="33401"/>
                  <a:pt x="4145788" y="74422"/>
                </a:cubicBezTo>
                <a:lnTo>
                  <a:pt x="4145788" y="1026287"/>
                </a:lnTo>
                <a:cubicBezTo>
                  <a:pt x="4145788" y="1067435"/>
                  <a:pt x="4112514" y="1100709"/>
                  <a:pt x="4071366" y="1100709"/>
                </a:cubicBezTo>
                <a:lnTo>
                  <a:pt x="74422" y="1100709"/>
                </a:lnTo>
                <a:cubicBezTo>
                  <a:pt x="33274" y="1100709"/>
                  <a:pt x="0" y="1067435"/>
                  <a:pt x="0" y="1026287"/>
                </a:cubicBezTo>
                <a:lnTo>
                  <a:pt x="0" y="74422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Editable vector"/>
          <p:cNvSpPr/>
          <p:nvPr/>
        </p:nvSpPr>
        <p:spPr>
          <a:xfrm>
            <a:off x="8049386" y="2689733"/>
            <a:ext cx="4145788" cy="1100709"/>
          </a:xfrm>
          <a:custGeom>
            <a:avLst/>
            <a:gdLst/>
            <a:ahLst/>
            <a:cxnLst/>
            <a:rect l="0" t="0" r="r" b="b"/>
            <a:pathLst>
              <a:path w="4145788" h="1100709" fill="norm" stroke="0" extrusionOk="0">
                <a:moveTo>
                  <a:pt x="0" y="74422"/>
                </a:moveTo>
                <a:cubicBezTo>
                  <a:pt x="0" y="33274"/>
                  <a:pt x="33274" y="0"/>
                  <a:pt x="74422" y="0"/>
                </a:cubicBezTo>
                <a:lnTo>
                  <a:pt x="4071366" y="0"/>
                </a:lnTo>
                <a:cubicBezTo>
                  <a:pt x="4112514" y="0"/>
                  <a:pt x="4145788" y="33274"/>
                  <a:pt x="4145788" y="74422"/>
                </a:cubicBezTo>
                <a:lnTo>
                  <a:pt x="4145788" y="1026287"/>
                </a:lnTo>
                <a:cubicBezTo>
                  <a:pt x="4145788" y="1067435"/>
                  <a:pt x="4112514" y="1100709"/>
                  <a:pt x="4071366" y="1100709"/>
                </a:cubicBezTo>
                <a:lnTo>
                  <a:pt x="74422" y="1100709"/>
                </a:lnTo>
                <a:cubicBezTo>
                  <a:pt x="33274" y="1100709"/>
                  <a:pt x="0" y="1067435"/>
                  <a:pt x="0" y="1026287"/>
                </a:cubicBezTo>
                <a:lnTo>
                  <a:pt x="0" y="74422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Editable vector"/>
          <p:cNvSpPr/>
          <p:nvPr/>
        </p:nvSpPr>
        <p:spPr>
          <a:xfrm>
            <a:off x="8049386" y="3944239"/>
            <a:ext cx="4145788" cy="1100835"/>
          </a:xfrm>
          <a:custGeom>
            <a:avLst/>
            <a:gdLst/>
            <a:ahLst/>
            <a:cxnLst/>
            <a:rect l="0" t="0" r="r" b="b"/>
            <a:pathLst>
              <a:path w="4145788" h="1100836" fill="norm" stroke="0" extrusionOk="0">
                <a:moveTo>
                  <a:pt x="0" y="74422"/>
                </a:moveTo>
                <a:cubicBezTo>
                  <a:pt x="0" y="33401"/>
                  <a:pt x="33274" y="0"/>
                  <a:pt x="74422" y="0"/>
                </a:cubicBezTo>
                <a:lnTo>
                  <a:pt x="4071366" y="0"/>
                </a:lnTo>
                <a:cubicBezTo>
                  <a:pt x="4112514" y="0"/>
                  <a:pt x="4145788" y="33401"/>
                  <a:pt x="4145788" y="74422"/>
                </a:cubicBezTo>
                <a:lnTo>
                  <a:pt x="4145788" y="1026287"/>
                </a:lnTo>
                <a:cubicBezTo>
                  <a:pt x="4145788" y="1067435"/>
                  <a:pt x="4112514" y="1100836"/>
                  <a:pt x="4071366" y="1100836"/>
                </a:cubicBezTo>
                <a:lnTo>
                  <a:pt x="74422" y="1100836"/>
                </a:lnTo>
                <a:cubicBezTo>
                  <a:pt x="33274" y="1100836"/>
                  <a:pt x="0" y="1067435"/>
                  <a:pt x="0" y="1026287"/>
                </a:cubicBezTo>
                <a:lnTo>
                  <a:pt x="0" y="74422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Editable vector"/>
          <p:cNvSpPr/>
          <p:nvPr/>
        </p:nvSpPr>
        <p:spPr>
          <a:xfrm>
            <a:off x="8205089" y="3699891"/>
            <a:ext cx="156971" cy="10667"/>
          </a:xfrm>
          <a:custGeom>
            <a:avLst/>
            <a:gdLst/>
            <a:ahLst/>
            <a:cxnLst/>
            <a:rect l="0" t="0" r="r" b="b"/>
            <a:pathLst>
              <a:path w="156972" h="10668" fill="norm" stroke="0" extrusionOk="0">
                <a:moveTo>
                  <a:pt x="0" y="0"/>
                </a:moveTo>
                <a:lnTo>
                  <a:pt x="156972" y="0"/>
                </a:lnTo>
                <a:lnTo>
                  <a:pt x="156972" y="10668"/>
                </a:lnTo>
                <a:lnTo>
                  <a:pt x="0" y="10668"/>
                </a:lnTo>
                <a:close/>
              </a:path>
            </a:pathLst>
          </a:custGeom>
          <a:solidFill>
            <a:srgbClr val="000000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Editable vector"/>
          <p:cNvSpPr/>
          <p:nvPr/>
        </p:nvSpPr>
        <p:spPr>
          <a:xfrm>
            <a:off x="8205089" y="4923028"/>
            <a:ext cx="316992" cy="10667"/>
          </a:xfrm>
          <a:custGeom>
            <a:avLst/>
            <a:gdLst/>
            <a:ahLst/>
            <a:cxnLst/>
            <a:rect l="0" t="0" r="r" b="b"/>
            <a:pathLst>
              <a:path w="316992" h="10668" fill="norm" stroke="0" extrusionOk="0">
                <a:moveTo>
                  <a:pt x="0" y="0"/>
                </a:moveTo>
                <a:lnTo>
                  <a:pt x="316992" y="0"/>
                </a:lnTo>
                <a:lnTo>
                  <a:pt x="316992" y="10668"/>
                </a:lnTo>
                <a:lnTo>
                  <a:pt x="0" y="10668"/>
                </a:lnTo>
                <a:close/>
              </a:path>
            </a:pathLst>
          </a:custGeom>
          <a:solidFill>
            <a:srgbClr val="000000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Editable vector"/>
          <p:cNvSpPr/>
          <p:nvPr/>
        </p:nvSpPr>
        <p:spPr>
          <a:xfrm>
            <a:off x="8049386" y="5176266"/>
            <a:ext cx="4145788" cy="1100708"/>
          </a:xfrm>
          <a:custGeom>
            <a:avLst/>
            <a:gdLst/>
            <a:ahLst/>
            <a:cxnLst/>
            <a:rect l="0" t="0" r="r" b="b"/>
            <a:pathLst>
              <a:path w="4145788" h="1100709" fill="norm" stroke="0" extrusionOk="0">
                <a:moveTo>
                  <a:pt x="0" y="74422"/>
                </a:moveTo>
                <a:cubicBezTo>
                  <a:pt x="0" y="33274"/>
                  <a:pt x="33274" y="0"/>
                  <a:pt x="74422" y="0"/>
                </a:cubicBezTo>
                <a:lnTo>
                  <a:pt x="4071366" y="0"/>
                </a:lnTo>
                <a:cubicBezTo>
                  <a:pt x="4112514" y="0"/>
                  <a:pt x="4145788" y="33274"/>
                  <a:pt x="4145788" y="74422"/>
                </a:cubicBezTo>
                <a:lnTo>
                  <a:pt x="4145788" y="1026274"/>
                </a:lnTo>
                <a:cubicBezTo>
                  <a:pt x="4145788" y="1067384"/>
                  <a:pt x="4112514" y="1100709"/>
                  <a:pt x="4071366" y="1100709"/>
                </a:cubicBezTo>
                <a:lnTo>
                  <a:pt x="74422" y="1100709"/>
                </a:lnTo>
                <a:cubicBezTo>
                  <a:pt x="33274" y="1100709"/>
                  <a:pt x="0" y="1067384"/>
                  <a:pt x="0" y="1026274"/>
                </a:cubicBezTo>
                <a:lnTo>
                  <a:pt x="0" y="74422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Editable vector"/>
          <p:cNvSpPr/>
          <p:nvPr/>
        </p:nvSpPr>
        <p:spPr>
          <a:xfrm>
            <a:off x="8205089" y="6158852"/>
            <a:ext cx="316992" cy="10667"/>
          </a:xfrm>
          <a:custGeom>
            <a:avLst/>
            <a:gdLst/>
            <a:ahLst/>
            <a:cxnLst/>
            <a:rect l="0" t="0" r="r" b="b"/>
            <a:pathLst>
              <a:path w="316992" h="10668" fill="norm" stroke="0" extrusionOk="0">
                <a:moveTo>
                  <a:pt x="0" y="0"/>
                </a:moveTo>
                <a:lnTo>
                  <a:pt x="316992" y="0"/>
                </a:lnTo>
                <a:lnTo>
                  <a:pt x="316992" y="10668"/>
                </a:lnTo>
                <a:lnTo>
                  <a:pt x="0" y="10668"/>
                </a:lnTo>
                <a:close/>
              </a:path>
            </a:pathLst>
          </a:custGeom>
          <a:solidFill>
            <a:srgbClr val="000000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Editable vector"/>
          <p:cNvSpPr/>
          <p:nvPr/>
        </p:nvSpPr>
        <p:spPr>
          <a:xfrm>
            <a:off x="3449320" y="4809490"/>
            <a:ext cx="3913377" cy="1100708"/>
          </a:xfrm>
          <a:custGeom>
            <a:avLst/>
            <a:gdLst/>
            <a:ahLst/>
            <a:cxnLst/>
            <a:rect l="0" t="0" r="r" b="b"/>
            <a:pathLst>
              <a:path w="3913378" h="1100709" fill="norm" stroke="0" extrusionOk="0">
                <a:moveTo>
                  <a:pt x="0" y="74422"/>
                </a:moveTo>
                <a:cubicBezTo>
                  <a:pt x="0" y="33274"/>
                  <a:pt x="33274" y="0"/>
                  <a:pt x="74422" y="0"/>
                </a:cubicBezTo>
                <a:lnTo>
                  <a:pt x="3838956" y="0"/>
                </a:lnTo>
                <a:cubicBezTo>
                  <a:pt x="3880104" y="0"/>
                  <a:pt x="3913378" y="33274"/>
                  <a:pt x="3913378" y="74422"/>
                </a:cubicBezTo>
                <a:lnTo>
                  <a:pt x="3913378" y="1026274"/>
                </a:lnTo>
                <a:cubicBezTo>
                  <a:pt x="3913378" y="1067384"/>
                  <a:pt x="3880104" y="1100709"/>
                  <a:pt x="3838956" y="1100709"/>
                </a:cubicBezTo>
                <a:lnTo>
                  <a:pt x="74422" y="1100709"/>
                </a:lnTo>
                <a:cubicBezTo>
                  <a:pt x="33274" y="1100709"/>
                  <a:pt x="0" y="1067384"/>
                  <a:pt x="0" y="1026274"/>
                </a:cubicBezTo>
                <a:lnTo>
                  <a:pt x="0" y="74422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Editable vector"/>
          <p:cNvSpPr/>
          <p:nvPr/>
        </p:nvSpPr>
        <p:spPr>
          <a:xfrm>
            <a:off x="3543046" y="5044313"/>
            <a:ext cx="979932" cy="10667"/>
          </a:xfrm>
          <a:custGeom>
            <a:avLst/>
            <a:gdLst/>
            <a:ahLst/>
            <a:cxnLst/>
            <a:rect l="0" t="0" r="r" b="b"/>
            <a:pathLst>
              <a:path w="979932" h="10668" fill="norm" stroke="0" extrusionOk="0">
                <a:moveTo>
                  <a:pt x="0" y="0"/>
                </a:moveTo>
                <a:lnTo>
                  <a:pt x="489966" y="0"/>
                </a:lnTo>
                <a:lnTo>
                  <a:pt x="979932" y="0"/>
                </a:lnTo>
                <a:lnTo>
                  <a:pt x="979932" y="10668"/>
                </a:lnTo>
                <a:lnTo>
                  <a:pt x="489966" y="10668"/>
                </a:lnTo>
                <a:lnTo>
                  <a:pt x="0" y="10668"/>
                </a:lnTo>
                <a:lnTo>
                  <a:pt x="0" y="0"/>
                </a:lnTo>
                <a:close/>
              </a:path>
            </a:pathLst>
          </a:custGeom>
          <a:solidFill>
            <a:srgbClr val="002A86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Editable vector"/>
          <p:cNvSpPr/>
          <p:nvPr/>
        </p:nvSpPr>
        <p:spPr>
          <a:xfrm>
            <a:off x="3543046" y="5303392"/>
            <a:ext cx="1818132" cy="10667"/>
          </a:xfrm>
          <a:custGeom>
            <a:avLst/>
            <a:gdLst/>
            <a:ahLst/>
            <a:cxnLst/>
            <a:rect l="0" t="0" r="r" b="b"/>
            <a:pathLst>
              <a:path w="1818132" h="10668" fill="norm" stroke="0" extrusionOk="0">
                <a:moveTo>
                  <a:pt x="0" y="0"/>
                </a:moveTo>
                <a:lnTo>
                  <a:pt x="909066" y="0"/>
                </a:lnTo>
                <a:lnTo>
                  <a:pt x="1818132" y="0"/>
                </a:lnTo>
                <a:lnTo>
                  <a:pt x="1818132" y="10668"/>
                </a:lnTo>
                <a:lnTo>
                  <a:pt x="909066" y="10668"/>
                </a:lnTo>
                <a:lnTo>
                  <a:pt x="0" y="10668"/>
                </a:lnTo>
                <a:lnTo>
                  <a:pt x="0" y="0"/>
                </a:lnTo>
                <a:close/>
              </a:path>
            </a:pathLst>
          </a:custGeom>
          <a:solidFill>
            <a:srgbClr val="002A86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Editable vector"/>
          <p:cNvSpPr/>
          <p:nvPr/>
        </p:nvSpPr>
        <p:spPr>
          <a:xfrm>
            <a:off x="3543046" y="5562472"/>
            <a:ext cx="295655" cy="10668"/>
          </a:xfrm>
          <a:custGeom>
            <a:avLst/>
            <a:gdLst/>
            <a:ahLst/>
            <a:cxnLst/>
            <a:rect l="0" t="0" r="r" b="b"/>
            <a:pathLst>
              <a:path w="295656" h="10668" fill="norm" stroke="0" extrusionOk="0">
                <a:moveTo>
                  <a:pt x="0" y="0"/>
                </a:moveTo>
                <a:lnTo>
                  <a:pt x="295656" y="0"/>
                </a:lnTo>
                <a:lnTo>
                  <a:pt x="295656" y="10668"/>
                </a:lnTo>
                <a:lnTo>
                  <a:pt x="0" y="10668"/>
                </a:lnTo>
                <a:close/>
              </a:path>
            </a:pathLst>
          </a:custGeom>
          <a:solidFill>
            <a:srgbClr val="002A86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Editable vector"/>
          <p:cNvSpPr/>
          <p:nvPr/>
        </p:nvSpPr>
        <p:spPr>
          <a:xfrm>
            <a:off x="3543046" y="5821591"/>
            <a:ext cx="295655" cy="10667"/>
          </a:xfrm>
          <a:custGeom>
            <a:avLst/>
            <a:gdLst/>
            <a:ahLst/>
            <a:cxnLst/>
            <a:rect l="0" t="0" r="r" b="b"/>
            <a:pathLst>
              <a:path w="295656" h="10668" fill="norm" stroke="0" extrusionOk="0">
                <a:moveTo>
                  <a:pt x="0" y="0"/>
                </a:moveTo>
                <a:lnTo>
                  <a:pt x="295656" y="0"/>
                </a:lnTo>
                <a:lnTo>
                  <a:pt x="295656" y="10668"/>
                </a:lnTo>
                <a:lnTo>
                  <a:pt x="0" y="10668"/>
                </a:lnTo>
                <a:close/>
              </a:path>
            </a:pathLst>
          </a:custGeom>
          <a:solidFill>
            <a:srgbClr val="002A86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7416" y="5491556"/>
            <a:ext cx="837272" cy="837272"/>
          </a:xfrm>
          <a:prstGeom prst="rect">
            <a:avLst/>
          </a:prstGeom>
        </p:spPr>
      </p:pic>
      <p:sp>
        <p:nvSpPr>
          <p:cNvPr id="3" name="Editable text — 27"/>
          <p:cNvSpPr txBox="1"/>
          <p:nvPr/>
        </p:nvSpPr>
        <p:spPr>
          <a:xfrm>
            <a:off x="11568938" y="6546075"/>
            <a:ext cx="185839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38">
                <a:solidFill>
                  <a:srgbClr val="000000"/>
                </a:solidFill>
                <a:latin typeface="Arial"/>
              </a:rPr>
              <a:t>27</a:t>
            </a:r>
          </a:p>
        </p:txBody>
      </p:sp>
      <p:sp>
        <p:nvSpPr>
          <p:cNvPr id="11" name="Editable text — SAP Business AI Partner"/>
          <p:cNvSpPr txBox="1"/>
          <p:nvPr/>
        </p:nvSpPr>
        <p:spPr>
          <a:xfrm>
            <a:off x="2063495" y="177340"/>
            <a:ext cx="4538266" cy="6484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3204" b="1" i="0" spc="-122">
                <a:solidFill>
                  <a:srgbClr val="002A86"/>
                </a:solidFill>
                <a:latin typeface="Arial"/>
              </a:rPr>
              <a:t>SAP Business AI Partner</a:t>
            </a:r>
          </a:p>
        </p:txBody>
      </p:sp>
      <p:sp>
        <p:nvSpPr>
          <p:cNvPr id="12" name="Editable text — -"/>
          <p:cNvSpPr txBox="1"/>
          <p:nvPr/>
        </p:nvSpPr>
        <p:spPr>
          <a:xfrm>
            <a:off x="6538594" y="177340"/>
            <a:ext cx="199000" cy="6484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3204" b="1" i="0">
                <a:solidFill>
                  <a:srgbClr val="000000">
                    <a:alpha val="0"/>
                  </a:srgbClr>
                </a:solidFill>
                <a:latin typeface="Arial"/>
              </a:rPr>
              <a:t>-</a:t>
            </a:r>
          </a:p>
        </p:txBody>
      </p:sp>
      <p:sp>
        <p:nvSpPr>
          <p:cNvPr id="13" name="Editable text — led Adoption Incentive"/>
          <p:cNvSpPr txBox="1"/>
          <p:nvPr/>
        </p:nvSpPr>
        <p:spPr>
          <a:xfrm>
            <a:off x="6674231" y="177340"/>
            <a:ext cx="4330745" cy="6484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3204" b="1" i="0" spc="-36">
                <a:solidFill>
                  <a:srgbClr val="002A86"/>
                </a:solidFill>
                <a:latin typeface="Arial"/>
              </a:rPr>
              <a:t>led Adoption Incentive</a:t>
            </a:r>
          </a:p>
        </p:txBody>
      </p:sp>
      <p:sp>
        <p:nvSpPr>
          <p:cNvPr id="14" name="Editable text — Overview"/>
          <p:cNvSpPr txBox="1"/>
          <p:nvPr/>
        </p:nvSpPr>
        <p:spPr>
          <a:xfrm>
            <a:off x="2063495" y="655114"/>
            <a:ext cx="1117163" cy="4198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004" b="0" i="0" spc="-8">
                <a:solidFill>
                  <a:srgbClr val="002A86"/>
                </a:solidFill>
                <a:latin typeface="Arial"/>
              </a:rPr>
              <a:t>Overview</a:t>
            </a:r>
          </a:p>
        </p:txBody>
      </p:sp>
      <p:sp>
        <p:nvSpPr>
          <p:cNvPr id="16" name="Editable text — €100M"/>
          <p:cNvSpPr txBox="1"/>
          <p:nvPr/>
        </p:nvSpPr>
        <p:spPr>
          <a:xfrm>
            <a:off x="648919" y="1690672"/>
            <a:ext cx="1386832" cy="6484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3204" b="1" i="0" spc="156">
                <a:solidFill>
                  <a:srgbClr val="FFFFFF"/>
                </a:solidFill>
                <a:latin typeface="Arial"/>
              </a:rPr>
              <a:t>€100M</a:t>
            </a:r>
          </a:p>
        </p:txBody>
      </p:sp>
      <p:sp>
        <p:nvSpPr>
          <p:cNvPr id="17" name="Editable text — Investment in partners to "/>
          <p:cNvSpPr txBox="1"/>
          <p:nvPr/>
        </p:nvSpPr>
        <p:spPr>
          <a:xfrm>
            <a:off x="648919" y="2238931"/>
            <a:ext cx="2055735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6">
                <a:solidFill>
                  <a:srgbClr val="FFFFFF"/>
                </a:solidFill>
                <a:latin typeface="Arial"/>
              </a:rPr>
              <a:t>Investment in partners to </a:t>
            </a:r>
          </a:p>
        </p:txBody>
      </p:sp>
      <p:sp>
        <p:nvSpPr>
          <p:cNvPr id="18" name="Editable text — drive customer consumption"/>
          <p:cNvSpPr txBox="1"/>
          <p:nvPr/>
        </p:nvSpPr>
        <p:spPr>
          <a:xfrm>
            <a:off x="648919" y="2452015"/>
            <a:ext cx="2314557" cy="3060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6" b="0" i="0" spc="5">
                <a:solidFill>
                  <a:srgbClr val="FFFFFF"/>
                </a:solidFill>
                <a:latin typeface="Arial"/>
              </a:rPr>
              <a:t>drive customer consumption</a:t>
            </a:r>
          </a:p>
        </p:txBody>
      </p:sp>
      <p:sp>
        <p:nvSpPr>
          <p:cNvPr id="20" name="Editable text — Live pilot"/>
          <p:cNvSpPr txBox="1"/>
          <p:nvPr/>
        </p:nvSpPr>
        <p:spPr>
          <a:xfrm>
            <a:off x="648919" y="3387519"/>
            <a:ext cx="1868137" cy="6484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3204" b="1" i="0" spc="16">
                <a:solidFill>
                  <a:srgbClr val="FFFFFF"/>
                </a:solidFill>
                <a:latin typeface="Arial"/>
              </a:rPr>
              <a:t>Live pilot</a:t>
            </a:r>
          </a:p>
        </p:txBody>
      </p:sp>
      <p:sp>
        <p:nvSpPr>
          <p:cNvPr id="21" name="Editable text — Incentive runs through the "/>
          <p:cNvSpPr txBox="1"/>
          <p:nvPr/>
        </p:nvSpPr>
        <p:spPr>
          <a:xfrm>
            <a:off x="648919" y="3935778"/>
            <a:ext cx="2143106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10">
                <a:solidFill>
                  <a:srgbClr val="FFFFFF"/>
                </a:solidFill>
                <a:latin typeface="Arial"/>
              </a:rPr>
              <a:t>Incentive runs through the </a:t>
            </a:r>
          </a:p>
        </p:txBody>
      </p:sp>
      <p:sp>
        <p:nvSpPr>
          <p:cNvPr id="22" name="Editable text — end of 2026. Nomination "/>
          <p:cNvSpPr txBox="1"/>
          <p:nvPr/>
        </p:nvSpPr>
        <p:spPr>
          <a:xfrm>
            <a:off x="648919" y="4149138"/>
            <a:ext cx="2032198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8">
                <a:solidFill>
                  <a:srgbClr val="FFFFFF"/>
                </a:solidFill>
                <a:latin typeface="Arial"/>
              </a:rPr>
              <a:t>end of 2026. Nomination </a:t>
            </a:r>
          </a:p>
        </p:txBody>
      </p:sp>
      <p:sp>
        <p:nvSpPr>
          <p:cNvPr id="23" name="Editable text — kicked-off June 15, 2026"/>
          <p:cNvSpPr txBox="1"/>
          <p:nvPr/>
        </p:nvSpPr>
        <p:spPr>
          <a:xfrm>
            <a:off x="648919" y="4362498"/>
            <a:ext cx="1974530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11">
                <a:solidFill>
                  <a:srgbClr val="FFFFFF"/>
                </a:solidFill>
                <a:latin typeface="Arial"/>
              </a:rPr>
              <a:t>kicked-off June 15, 2026</a:t>
            </a:r>
          </a:p>
        </p:txBody>
      </p:sp>
      <p:sp>
        <p:nvSpPr>
          <p:cNvPr id="25" name="Editable text — cACV"/>
          <p:cNvSpPr txBox="1"/>
          <p:nvPr/>
        </p:nvSpPr>
        <p:spPr>
          <a:xfrm>
            <a:off x="648919" y="5083985"/>
            <a:ext cx="1105184" cy="6484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3204" b="1" i="0" spc="-115">
                <a:solidFill>
                  <a:srgbClr val="FFFFFF"/>
                </a:solidFill>
                <a:latin typeface="Arial"/>
              </a:rPr>
              <a:t>cACV</a:t>
            </a:r>
          </a:p>
        </p:txBody>
      </p:sp>
      <p:sp>
        <p:nvSpPr>
          <p:cNvPr id="26" name="Editable text — Objective: Increase BAIP "/>
          <p:cNvSpPr txBox="1"/>
          <p:nvPr/>
        </p:nvSpPr>
        <p:spPr>
          <a:xfrm>
            <a:off x="648919" y="5632269"/>
            <a:ext cx="2019360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25">
                <a:solidFill>
                  <a:srgbClr val="FFFFFF"/>
                </a:solidFill>
                <a:latin typeface="Arial"/>
              </a:rPr>
              <a:t>Objective: Increase BAIP </a:t>
            </a:r>
          </a:p>
        </p:txBody>
      </p:sp>
      <p:sp>
        <p:nvSpPr>
          <p:cNvPr id="27" name="Editable text — adoption and consumption"/>
          <p:cNvSpPr txBox="1"/>
          <p:nvPr/>
        </p:nvSpPr>
        <p:spPr>
          <a:xfrm>
            <a:off x="648919" y="5845353"/>
            <a:ext cx="2200244" cy="3060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6" b="0" i="0" spc="14">
                <a:solidFill>
                  <a:srgbClr val="FFFFFF"/>
                </a:solidFill>
                <a:latin typeface="Arial"/>
              </a:rPr>
              <a:t>adoption and consumption</a:t>
            </a:r>
          </a:p>
        </p:txBody>
      </p:sp>
      <p:sp>
        <p:nvSpPr>
          <p:cNvPr id="29" name="Editable text — What it is"/>
          <p:cNvSpPr txBox="1"/>
          <p:nvPr/>
        </p:nvSpPr>
        <p:spPr>
          <a:xfrm>
            <a:off x="3592957" y="1574572"/>
            <a:ext cx="1743660" cy="6489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3206" b="1" i="0" spc="-113">
                <a:solidFill>
                  <a:srgbClr val="002A86"/>
                </a:solidFill>
                <a:latin typeface="Arial"/>
              </a:rPr>
              <a:t>What it is</a:t>
            </a:r>
          </a:p>
        </p:txBody>
      </p:sp>
      <p:sp>
        <p:nvSpPr>
          <p:cNvPr id="30" name="Editable text — A pilot partner-led adoption incentive designed to help "/>
          <p:cNvSpPr txBox="1"/>
          <p:nvPr/>
        </p:nvSpPr>
        <p:spPr>
          <a:xfrm>
            <a:off x="3592957" y="2201672"/>
            <a:ext cx="3804998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0" spc="9">
                <a:solidFill>
                  <a:srgbClr val="000000"/>
                </a:solidFill>
                <a:latin typeface="Arial"/>
              </a:rPr>
              <a:t>A pilot partner-led adoption incentive designed to help </a:t>
            </a:r>
          </a:p>
        </p:txBody>
      </p:sp>
      <p:sp>
        <p:nvSpPr>
          <p:cNvPr id="31" name="Editable text — customers realize value from their investment by "/>
          <p:cNvSpPr txBox="1"/>
          <p:nvPr/>
        </p:nvSpPr>
        <p:spPr>
          <a:xfrm>
            <a:off x="3592957" y="2402839"/>
            <a:ext cx="3352294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0" spc="-4">
                <a:solidFill>
                  <a:srgbClr val="000000"/>
                </a:solidFill>
                <a:latin typeface="Arial"/>
              </a:rPr>
              <a:t>customers realize value from their investment by </a:t>
            </a:r>
          </a:p>
        </p:txBody>
      </p:sp>
      <p:sp>
        <p:nvSpPr>
          <p:cNvPr id="32" name="Editable text — increasing SAP Business AI Platform and agent "/>
          <p:cNvSpPr txBox="1"/>
          <p:nvPr/>
        </p:nvSpPr>
        <p:spPr>
          <a:xfrm>
            <a:off x="3592957" y="2604007"/>
            <a:ext cx="3484878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-13">
                <a:solidFill>
                  <a:srgbClr val="000000"/>
                </a:solidFill>
                <a:latin typeface="Arial"/>
              </a:rPr>
              <a:t>increasing SAP Business AI Platform and agent </a:t>
            </a:r>
          </a:p>
        </p:txBody>
      </p:sp>
      <p:sp>
        <p:nvSpPr>
          <p:cNvPr id="33" name="Editable text — consumption through the SAP Partner ecosystem. "/>
          <p:cNvSpPr txBox="1"/>
          <p:nvPr/>
        </p:nvSpPr>
        <p:spPr>
          <a:xfrm>
            <a:off x="3592957" y="2805175"/>
            <a:ext cx="3727830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-1">
                <a:solidFill>
                  <a:srgbClr val="000000"/>
                </a:solidFill>
                <a:latin typeface="Arial"/>
              </a:rPr>
              <a:t>consumption through the SAP Partner ecosystem</a:t>
            </a:r>
            <a:r>
              <a:rPr sz="1200" b="0" i="0" spc="-175">
                <a:solidFill>
                  <a:srgbClr val="000000"/>
                </a:solidFill>
                <a:latin typeface="Arial"/>
              </a:rPr>
              <a:t>. </a:t>
            </a:r>
          </a:p>
        </p:txBody>
      </p:sp>
      <p:sp>
        <p:nvSpPr>
          <p:cNvPr id="34" name="Editable text — Partners will deliver projects across Business AI, incl. SAP"/>
          <p:cNvSpPr txBox="1"/>
          <p:nvPr/>
        </p:nvSpPr>
        <p:spPr>
          <a:xfrm>
            <a:off x="3592957" y="3158467"/>
            <a:ext cx="3920213" cy="26715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2" b="0" i="0" spc="-17">
                <a:solidFill>
                  <a:srgbClr val="000000"/>
                </a:solidFill>
                <a:latin typeface="Arial"/>
              </a:rPr>
              <a:t>Partners will deliver projects across Business AI, incl. SAP </a:t>
            </a:r>
          </a:p>
        </p:txBody>
      </p:sp>
      <p:sp>
        <p:nvSpPr>
          <p:cNvPr id="35" name="Editable text — Build/Joule Studio—building agents, apps and workflows "/>
          <p:cNvSpPr txBox="1"/>
          <p:nvPr/>
        </p:nvSpPr>
        <p:spPr>
          <a:xfrm>
            <a:off x="3592957" y="3360293"/>
            <a:ext cx="3958312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0" spc="5">
                <a:solidFill>
                  <a:srgbClr val="000000"/>
                </a:solidFill>
                <a:latin typeface="Arial"/>
              </a:rPr>
              <a:t>Build/Joule Studio—building agents, apps and workflows </a:t>
            </a:r>
          </a:p>
        </p:txBody>
      </p:sp>
      <p:sp>
        <p:nvSpPr>
          <p:cNvPr id="36" name="Editable text — to support customer use cases. "/>
          <p:cNvSpPr txBox="1"/>
          <p:nvPr/>
        </p:nvSpPr>
        <p:spPr>
          <a:xfrm>
            <a:off x="3592957" y="3561460"/>
            <a:ext cx="2199083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0" spc="-6">
                <a:solidFill>
                  <a:srgbClr val="000000"/>
                </a:solidFill>
                <a:latin typeface="Arial"/>
              </a:rPr>
              <a:t>to support customer use cases. </a:t>
            </a:r>
          </a:p>
        </p:txBody>
      </p:sp>
      <p:sp>
        <p:nvSpPr>
          <p:cNvPr id="37" name="Editable text — Customer will choose the partner and will be aware of "/>
          <p:cNvSpPr txBox="1"/>
          <p:nvPr/>
        </p:nvSpPr>
        <p:spPr>
          <a:xfrm>
            <a:off x="3592957" y="3915029"/>
            <a:ext cx="3920517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5">
                <a:solidFill>
                  <a:srgbClr val="000000"/>
                </a:solidFill>
                <a:latin typeface="Arial"/>
              </a:rPr>
              <a:t>Customer will choose the partner </a:t>
            </a:r>
            <a:r>
              <a:rPr sz="1200" b="0" i="0" spc="-4">
                <a:solidFill>
                  <a:srgbClr val="000000"/>
                </a:solidFill>
                <a:latin typeface="Arial"/>
              </a:rPr>
              <a:t>and will be aware of </a:t>
            </a:r>
          </a:p>
        </p:txBody>
      </p:sp>
      <p:sp>
        <p:nvSpPr>
          <p:cNvPr id="38" name="Editable text — the partner incentives by SAP for the selected package."/>
          <p:cNvSpPr txBox="1"/>
          <p:nvPr/>
        </p:nvSpPr>
        <p:spPr>
          <a:xfrm>
            <a:off x="3592957" y="4116197"/>
            <a:ext cx="3766365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0" spc="-7">
                <a:solidFill>
                  <a:srgbClr val="000000"/>
                </a:solidFill>
                <a:latin typeface="Arial"/>
              </a:rPr>
              <a:t>the partner incentives by SAP for the selected package.</a:t>
            </a:r>
          </a:p>
        </p:txBody>
      </p:sp>
      <p:sp>
        <p:nvSpPr>
          <p:cNvPr id="40" name="Editable text — €15k"/>
          <p:cNvSpPr txBox="1"/>
          <p:nvPr/>
        </p:nvSpPr>
        <p:spPr>
          <a:xfrm>
            <a:off x="8154923" y="1581198"/>
            <a:ext cx="999867" cy="6484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3204" b="1" i="0" spc="82">
                <a:solidFill>
                  <a:srgbClr val="002A86"/>
                </a:solidFill>
                <a:latin typeface="Arial"/>
              </a:rPr>
              <a:t>€15k</a:t>
            </a:r>
          </a:p>
        </p:txBody>
      </p:sp>
      <p:sp>
        <p:nvSpPr>
          <p:cNvPr id="41" name="Editable text — SAP Agent Adoption"/>
          <p:cNvSpPr txBox="1"/>
          <p:nvPr/>
        </p:nvSpPr>
        <p:spPr>
          <a:xfrm>
            <a:off x="9501885" y="1660857"/>
            <a:ext cx="1957657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1" i="0" spc="-46">
                <a:solidFill>
                  <a:srgbClr val="002A86"/>
                </a:solidFill>
                <a:latin typeface="Arial"/>
              </a:rPr>
              <a:t>SAP Agent Adoption</a:t>
            </a:r>
          </a:p>
        </p:txBody>
      </p:sp>
      <p:sp>
        <p:nvSpPr>
          <p:cNvPr id="42" name="Editable text — Activates SAP AI Agent or Assistant"/>
          <p:cNvSpPr txBox="1"/>
          <p:nvPr/>
        </p:nvSpPr>
        <p:spPr>
          <a:xfrm>
            <a:off x="8206105" y="2153263"/>
            <a:ext cx="2458118" cy="26715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2" b="1" i="0" spc="-4">
                <a:solidFill>
                  <a:srgbClr val="141414"/>
                </a:solidFill>
                <a:latin typeface="Arial"/>
              </a:rPr>
              <a:t>Activates</a:t>
            </a:r>
            <a:r>
              <a:rPr sz="1202" b="0" i="0" spc="-74">
                <a:solidFill>
                  <a:srgbClr val="141414"/>
                </a:solidFill>
                <a:latin typeface="Arial"/>
              </a:rPr>
              <a:t> SAP AI </a:t>
            </a:r>
            <a:r>
              <a:rPr sz="1202" b="0" i="0" spc="-16">
                <a:solidFill>
                  <a:srgbClr val="000000"/>
                </a:solidFill>
                <a:latin typeface="Arial"/>
              </a:rPr>
              <a:t>Agent or Assistant</a:t>
            </a:r>
          </a:p>
        </p:txBody>
      </p:sp>
      <p:sp>
        <p:nvSpPr>
          <p:cNvPr id="45" name="Editable text — €25k"/>
          <p:cNvSpPr txBox="1"/>
          <p:nvPr/>
        </p:nvSpPr>
        <p:spPr>
          <a:xfrm>
            <a:off x="8154923" y="2832126"/>
            <a:ext cx="1000033" cy="6489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3206" b="1" i="0" spc="80">
                <a:solidFill>
                  <a:srgbClr val="002A86"/>
                </a:solidFill>
                <a:latin typeface="Arial"/>
              </a:rPr>
              <a:t>€25k</a:t>
            </a:r>
          </a:p>
        </p:txBody>
      </p:sp>
      <p:sp>
        <p:nvSpPr>
          <p:cNvPr id="46" name="Editable text — Launch Package"/>
          <p:cNvSpPr txBox="1"/>
          <p:nvPr/>
        </p:nvSpPr>
        <p:spPr>
          <a:xfrm>
            <a:off x="9501885" y="2912061"/>
            <a:ext cx="1570920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1" i="0" spc="-56">
                <a:solidFill>
                  <a:srgbClr val="002A86"/>
                </a:solidFill>
                <a:latin typeface="Arial"/>
              </a:rPr>
              <a:t>Launch Package</a:t>
            </a:r>
          </a:p>
        </p:txBody>
      </p:sp>
      <p:sp>
        <p:nvSpPr>
          <p:cNvPr id="47" name="Editable text — Delivers a custom Joule Studio or Build agent "/>
          <p:cNvSpPr txBox="1"/>
          <p:nvPr/>
        </p:nvSpPr>
        <p:spPr>
          <a:xfrm>
            <a:off x="8206105" y="3337051"/>
            <a:ext cx="318868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0" spc="-4">
                <a:solidFill>
                  <a:srgbClr val="000000"/>
                </a:solidFill>
                <a:latin typeface="Arial"/>
              </a:rPr>
              <a:t>Delivers a custom Joule Studio or Build </a:t>
            </a:r>
            <a:r>
              <a:rPr sz="1200" b="1" i="0" spc="-3">
                <a:solidFill>
                  <a:srgbClr val="000000"/>
                </a:solidFill>
                <a:latin typeface="Arial"/>
              </a:rPr>
              <a:t>agent </a:t>
            </a:r>
          </a:p>
        </p:txBody>
      </p:sp>
      <p:sp>
        <p:nvSpPr>
          <p:cNvPr id="48" name="Editable text — or workflow/pro-code application."/>
          <p:cNvSpPr txBox="1"/>
          <p:nvPr/>
        </p:nvSpPr>
        <p:spPr>
          <a:xfrm>
            <a:off x="8206105" y="3545564"/>
            <a:ext cx="2583412" cy="26715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2" b="1" i="0" spc="38">
                <a:solidFill>
                  <a:srgbClr val="000000"/>
                </a:solidFill>
                <a:latin typeface="Arial"/>
              </a:rPr>
              <a:t>or</a:t>
            </a:r>
            <a:r>
              <a:rPr sz="1202" b="1" i="0" spc="24">
                <a:solidFill>
                  <a:srgbClr val="141414"/>
                </a:solidFill>
                <a:latin typeface="Arial"/>
              </a:rPr>
              <a:t> workflow/pro-code application</a:t>
            </a:r>
            <a:r>
              <a:rPr sz="1202" b="0" i="0">
                <a:solidFill>
                  <a:srgbClr val="141414"/>
                </a:solidFill>
                <a:latin typeface="Arial"/>
              </a:rPr>
              <a:t>.</a:t>
            </a:r>
          </a:p>
        </p:txBody>
      </p:sp>
      <p:sp>
        <p:nvSpPr>
          <p:cNvPr id="50" name="Editable text — €50k"/>
          <p:cNvSpPr txBox="1"/>
          <p:nvPr/>
        </p:nvSpPr>
        <p:spPr>
          <a:xfrm>
            <a:off x="8154923" y="4100370"/>
            <a:ext cx="999867" cy="6484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3204" b="1" i="0" spc="82">
                <a:solidFill>
                  <a:srgbClr val="002A86"/>
                </a:solidFill>
                <a:latin typeface="Arial"/>
              </a:rPr>
              <a:t>€50k</a:t>
            </a:r>
          </a:p>
        </p:txBody>
      </p:sp>
      <p:sp>
        <p:nvSpPr>
          <p:cNvPr id="51" name="Editable text — Performance Package"/>
          <p:cNvSpPr txBox="1"/>
          <p:nvPr/>
        </p:nvSpPr>
        <p:spPr>
          <a:xfrm>
            <a:off x="9501885" y="4180029"/>
            <a:ext cx="2098123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1" i="0" spc="-37">
                <a:solidFill>
                  <a:srgbClr val="002A86"/>
                </a:solidFill>
                <a:latin typeface="Arial"/>
              </a:rPr>
              <a:t>Performance Package</a:t>
            </a:r>
          </a:p>
        </p:txBody>
      </p:sp>
      <p:sp>
        <p:nvSpPr>
          <p:cNvPr id="52" name="Editable text — Delivers a custom Joule Studio or Build agent "/>
          <p:cNvSpPr txBox="1"/>
          <p:nvPr/>
        </p:nvSpPr>
        <p:spPr>
          <a:xfrm>
            <a:off x="8206105" y="4586478"/>
            <a:ext cx="318868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0" spc="-12">
                <a:solidFill>
                  <a:srgbClr val="141414"/>
                </a:solidFill>
                <a:latin typeface="Arial"/>
              </a:rPr>
              <a:t>Delivers a custom </a:t>
            </a:r>
            <a:r>
              <a:rPr sz="1200" b="0" i="0" spc="1">
                <a:solidFill>
                  <a:srgbClr val="000000"/>
                </a:solidFill>
                <a:latin typeface="Arial"/>
              </a:rPr>
              <a:t>Joule Studio or Build </a:t>
            </a:r>
            <a:r>
              <a:rPr sz="1200" b="1" i="0" spc="-3">
                <a:solidFill>
                  <a:srgbClr val="000000"/>
                </a:solidFill>
                <a:latin typeface="Arial"/>
              </a:rPr>
              <a:t>agent </a:t>
            </a:r>
          </a:p>
        </p:txBody>
      </p:sp>
      <p:sp>
        <p:nvSpPr>
          <p:cNvPr id="53" name="Editable text — plus workflow/pro-code application."/>
          <p:cNvSpPr txBox="1"/>
          <p:nvPr/>
        </p:nvSpPr>
        <p:spPr>
          <a:xfrm>
            <a:off x="8206105" y="4769357"/>
            <a:ext cx="2741853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10">
                <a:solidFill>
                  <a:srgbClr val="000000"/>
                </a:solidFill>
                <a:latin typeface="Arial"/>
              </a:rPr>
              <a:t>plus</a:t>
            </a:r>
            <a:r>
              <a:rPr sz="1200" b="1" i="0" spc="24">
                <a:solidFill>
                  <a:srgbClr val="141414"/>
                </a:solidFill>
                <a:latin typeface="Arial"/>
              </a:rPr>
              <a:t> workflow/pro-code application</a:t>
            </a:r>
            <a:r>
              <a:rPr sz="1200" b="0" i="0">
                <a:solidFill>
                  <a:srgbClr val="141414"/>
                </a:solidFill>
                <a:latin typeface="Arial"/>
              </a:rPr>
              <a:t>.</a:t>
            </a:r>
          </a:p>
        </p:txBody>
      </p:sp>
      <p:sp>
        <p:nvSpPr>
          <p:cNvPr id="55" name="Editable text — €100k"/>
          <p:cNvSpPr txBox="1"/>
          <p:nvPr/>
        </p:nvSpPr>
        <p:spPr>
          <a:xfrm>
            <a:off x="10448543" y="5539258"/>
            <a:ext cx="1662059" cy="8775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4406" b="1" i="0" spc="83">
                <a:solidFill>
                  <a:srgbClr val="002A86"/>
                </a:solidFill>
                <a:latin typeface="Arial"/>
              </a:rPr>
              <a:t>€100k</a:t>
            </a:r>
          </a:p>
        </p:txBody>
      </p:sp>
      <p:sp>
        <p:nvSpPr>
          <p:cNvPr id="57" name="Editable text — €100k"/>
          <p:cNvSpPr txBox="1"/>
          <p:nvPr/>
        </p:nvSpPr>
        <p:spPr>
          <a:xfrm>
            <a:off x="8154923" y="5349796"/>
            <a:ext cx="1225419" cy="6484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3204" b="1" i="0" spc="60">
                <a:solidFill>
                  <a:srgbClr val="002A86"/>
                </a:solidFill>
                <a:latin typeface="Arial"/>
              </a:rPr>
              <a:t>€100k</a:t>
            </a:r>
          </a:p>
        </p:txBody>
      </p:sp>
      <p:sp>
        <p:nvSpPr>
          <p:cNvPr id="58" name="Editable text — Enterprise Package"/>
          <p:cNvSpPr txBox="1"/>
          <p:nvPr/>
        </p:nvSpPr>
        <p:spPr>
          <a:xfrm>
            <a:off x="9501885" y="5429455"/>
            <a:ext cx="1854285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1" i="0" spc="-42">
                <a:solidFill>
                  <a:srgbClr val="002A86"/>
                </a:solidFill>
                <a:latin typeface="Arial"/>
              </a:rPr>
              <a:t>Enterprise Package</a:t>
            </a:r>
          </a:p>
        </p:txBody>
      </p:sp>
      <p:sp>
        <p:nvSpPr>
          <p:cNvPr id="59" name="Editable text — Delivers 3+ custom Joule Studio or Build agents "/>
          <p:cNvSpPr txBox="1"/>
          <p:nvPr/>
        </p:nvSpPr>
        <p:spPr>
          <a:xfrm>
            <a:off x="8206105" y="5822746"/>
            <a:ext cx="3358007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0" spc="-12">
                <a:solidFill>
                  <a:srgbClr val="141414"/>
                </a:solidFill>
                <a:latin typeface="Arial"/>
              </a:rPr>
              <a:t>Delivers </a:t>
            </a:r>
            <a:r>
              <a:rPr sz="1200" b="1" i="0" spc="-4">
                <a:solidFill>
                  <a:srgbClr val="000000"/>
                </a:solidFill>
                <a:latin typeface="Arial"/>
              </a:rPr>
              <a:t>3+ </a:t>
            </a:r>
            <a:r>
              <a:rPr sz="1200" b="0" i="0" spc="2">
                <a:solidFill>
                  <a:srgbClr val="000000"/>
                </a:solidFill>
                <a:latin typeface="Arial"/>
              </a:rPr>
              <a:t>custom Joule Studio or Build </a:t>
            </a:r>
            <a:r>
              <a:rPr sz="1200" b="1" i="0" spc="-17">
                <a:solidFill>
                  <a:srgbClr val="000000"/>
                </a:solidFill>
                <a:latin typeface="Arial"/>
              </a:rPr>
              <a:t>agents </a:t>
            </a:r>
          </a:p>
        </p:txBody>
      </p:sp>
      <p:sp>
        <p:nvSpPr>
          <p:cNvPr id="60" name="Editable text — plus workflow/pro-code application."/>
          <p:cNvSpPr txBox="1"/>
          <p:nvPr/>
        </p:nvSpPr>
        <p:spPr>
          <a:xfrm>
            <a:off x="8206105" y="6005626"/>
            <a:ext cx="2741853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22">
                <a:solidFill>
                  <a:srgbClr val="000000"/>
                </a:solidFill>
                <a:latin typeface="Arial"/>
              </a:rPr>
              <a:t>plus workflow/pro-code application</a:t>
            </a:r>
            <a:r>
              <a:rPr sz="1200" b="0" i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63" name="Editable text — Landing Page with details on process and criteria"/>
          <p:cNvSpPr txBox="1"/>
          <p:nvPr/>
        </p:nvSpPr>
        <p:spPr>
          <a:xfrm>
            <a:off x="3543553" y="4891023"/>
            <a:ext cx="3417825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-14">
                <a:solidFill>
                  <a:srgbClr val="002A86"/>
                </a:solidFill>
                <a:latin typeface="Arial"/>
                <a:hlinkClick r:id="rId5"/>
              </a:rPr>
              <a:t>Landing Page</a:t>
            </a:r>
            <a:r>
              <a:rPr sz="1200" b="0" i="0" spc="-1">
                <a:solidFill>
                  <a:srgbClr val="000000"/>
                </a:solidFill>
                <a:latin typeface="Arial"/>
              </a:rPr>
              <a:t> with details on process and criteria</a:t>
            </a:r>
          </a:p>
        </p:txBody>
      </p:sp>
      <p:sp>
        <p:nvSpPr>
          <p:cNvPr id="65" name="Editable text — Partner Agreement Form"/>
          <p:cNvSpPr txBox="1"/>
          <p:nvPr/>
        </p:nvSpPr>
        <p:spPr>
          <a:xfrm>
            <a:off x="3543553" y="5150104"/>
            <a:ext cx="1881936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9">
                <a:solidFill>
                  <a:srgbClr val="002A86"/>
                </a:solidFill>
                <a:latin typeface="Arial"/>
                <a:hlinkClick r:id="rId6"/>
              </a:rPr>
              <a:t>Partner Agreement Form</a:t>
            </a:r>
          </a:p>
        </p:txBody>
      </p:sp>
      <p:sp>
        <p:nvSpPr>
          <p:cNvPr id="67" name="Editable text — T&amp;C"/>
          <p:cNvSpPr txBox="1"/>
          <p:nvPr/>
        </p:nvSpPr>
        <p:spPr>
          <a:xfrm>
            <a:off x="3543553" y="5409183"/>
            <a:ext cx="359460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-68">
                <a:solidFill>
                  <a:srgbClr val="002A86"/>
                </a:solidFill>
                <a:latin typeface="Arial"/>
                <a:hlinkClick r:id="rId7"/>
              </a:rPr>
              <a:t>T&amp;C</a:t>
            </a:r>
          </a:p>
        </p:txBody>
      </p:sp>
      <p:sp>
        <p:nvSpPr>
          <p:cNvPr id="69" name="Editable text — FAQ"/>
          <p:cNvSpPr txBox="1"/>
          <p:nvPr/>
        </p:nvSpPr>
        <p:spPr>
          <a:xfrm>
            <a:off x="3543553" y="5668213"/>
            <a:ext cx="358851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-104">
                <a:solidFill>
                  <a:srgbClr val="002A86"/>
                </a:solidFill>
                <a:latin typeface="Arial"/>
                <a:hlinkClick r:id="rId8"/>
              </a:rPr>
              <a:t>FAQ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"/>
          <p:cNvSpPr/>
          <p:nvPr/>
        </p:nvSpPr>
        <p:spPr>
          <a:xfrm>
            <a:off x="0" y="0"/>
            <a:ext cx="12195175" cy="6858000"/>
          </a:xfrm>
          <a:custGeom>
            <a:avLst/>
            <a:gdLst/>
            <a:ahLst/>
            <a:cxnLst/>
            <a:rect l="0" t="0" r="r" b="b"/>
            <a:pathLst>
              <a:path w="12195175" h="6858000" fill="norm" stroke="0" extrusionOk="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Editable vector"/>
          <p:cNvSpPr/>
          <p:nvPr/>
        </p:nvSpPr>
        <p:spPr>
          <a:xfrm>
            <a:off x="506628" y="6582778"/>
            <a:ext cx="1186535" cy="71856"/>
          </a:xfrm>
          <a:custGeom>
            <a:avLst/>
            <a:gdLst/>
            <a:ahLst/>
            <a:cxnLst/>
            <a:rect l="0" t="0" r="r" b="b"/>
            <a:pathLst>
              <a:path w="1186536" h="71857" fill="norm" stroke="0" extrusionOk="0">
                <a:moveTo>
                  <a:pt x="0" y="2832"/>
                </a:moveTo>
                <a:lnTo>
                  <a:pt x="0" y="55258"/>
                </a:lnTo>
                <a:lnTo>
                  <a:pt x="7074" y="55258"/>
                </a:lnTo>
                <a:lnTo>
                  <a:pt x="7074" y="2832"/>
                </a:lnTo>
                <a:close/>
                <a:moveTo>
                  <a:pt x="19812" y="2832"/>
                </a:moveTo>
                <a:lnTo>
                  <a:pt x="28181" y="2832"/>
                </a:lnTo>
                <a:lnTo>
                  <a:pt x="54712" y="47410"/>
                </a:lnTo>
                <a:cubicBezTo>
                  <a:pt x="54661" y="46266"/>
                  <a:pt x="54610" y="44717"/>
                  <a:pt x="54572" y="42761"/>
                </a:cubicBezTo>
                <a:cubicBezTo>
                  <a:pt x="54521" y="40793"/>
                  <a:pt x="54496" y="38862"/>
                  <a:pt x="54496" y="36957"/>
                </a:cubicBezTo>
                <a:lnTo>
                  <a:pt x="54496" y="2832"/>
                </a:lnTo>
                <a:lnTo>
                  <a:pt x="60820" y="2832"/>
                </a:lnTo>
                <a:lnTo>
                  <a:pt x="60820" y="55258"/>
                </a:lnTo>
                <a:lnTo>
                  <a:pt x="52108" y="55258"/>
                </a:lnTo>
                <a:lnTo>
                  <a:pt x="25921" y="11202"/>
                </a:lnTo>
                <a:cubicBezTo>
                  <a:pt x="25972" y="12345"/>
                  <a:pt x="26010" y="13894"/>
                  <a:pt x="26060" y="15837"/>
                </a:cubicBezTo>
                <a:cubicBezTo>
                  <a:pt x="26111" y="17780"/>
                  <a:pt x="26137" y="19724"/>
                  <a:pt x="26137" y="21654"/>
                </a:cubicBezTo>
                <a:lnTo>
                  <a:pt x="26137" y="55258"/>
                </a:lnTo>
                <a:lnTo>
                  <a:pt x="19812" y="55258"/>
                </a:lnTo>
                <a:lnTo>
                  <a:pt x="19812" y="2832"/>
                </a:lnTo>
                <a:close/>
                <a:moveTo>
                  <a:pt x="84125" y="9385"/>
                </a:moveTo>
                <a:lnTo>
                  <a:pt x="67653" y="9385"/>
                </a:lnTo>
                <a:lnTo>
                  <a:pt x="67653" y="2832"/>
                </a:lnTo>
                <a:lnTo>
                  <a:pt x="107683" y="2832"/>
                </a:lnTo>
                <a:lnTo>
                  <a:pt x="107683" y="9385"/>
                </a:lnTo>
                <a:lnTo>
                  <a:pt x="91199" y="9385"/>
                </a:lnTo>
                <a:lnTo>
                  <a:pt x="91199" y="55258"/>
                </a:lnTo>
                <a:lnTo>
                  <a:pt x="84125" y="55258"/>
                </a:lnTo>
                <a:lnTo>
                  <a:pt x="84125" y="9385"/>
                </a:lnTo>
                <a:close/>
                <a:moveTo>
                  <a:pt x="114300" y="2832"/>
                </a:moveTo>
                <a:lnTo>
                  <a:pt x="147980" y="2832"/>
                </a:lnTo>
                <a:lnTo>
                  <a:pt x="147980" y="9385"/>
                </a:lnTo>
                <a:lnTo>
                  <a:pt x="121374" y="9385"/>
                </a:lnTo>
                <a:lnTo>
                  <a:pt x="121374" y="25083"/>
                </a:lnTo>
                <a:lnTo>
                  <a:pt x="145783" y="25083"/>
                </a:lnTo>
                <a:lnTo>
                  <a:pt x="145783" y="31483"/>
                </a:lnTo>
                <a:lnTo>
                  <a:pt x="121374" y="31483"/>
                </a:lnTo>
                <a:lnTo>
                  <a:pt x="121374" y="48705"/>
                </a:lnTo>
                <a:lnTo>
                  <a:pt x="149504" y="48705"/>
                </a:lnTo>
                <a:lnTo>
                  <a:pt x="149504" y="55258"/>
                </a:lnTo>
                <a:lnTo>
                  <a:pt x="114300" y="55258"/>
                </a:lnTo>
                <a:lnTo>
                  <a:pt x="114300" y="2832"/>
                </a:lnTo>
                <a:close/>
                <a:moveTo>
                  <a:pt x="158496" y="2832"/>
                </a:moveTo>
                <a:lnTo>
                  <a:pt x="178626" y="2832"/>
                </a:lnTo>
                <a:cubicBezTo>
                  <a:pt x="182550" y="2832"/>
                  <a:pt x="185877" y="3442"/>
                  <a:pt x="188633" y="4674"/>
                </a:cubicBezTo>
                <a:cubicBezTo>
                  <a:pt x="191389" y="5906"/>
                  <a:pt x="193485" y="7671"/>
                  <a:pt x="194907" y="9996"/>
                </a:cubicBezTo>
                <a:cubicBezTo>
                  <a:pt x="196329" y="12319"/>
                  <a:pt x="197041" y="15088"/>
                  <a:pt x="197041" y="18314"/>
                </a:cubicBezTo>
                <a:cubicBezTo>
                  <a:pt x="197041" y="20613"/>
                  <a:pt x="196596" y="22797"/>
                  <a:pt x="195707" y="24854"/>
                </a:cubicBezTo>
                <a:cubicBezTo>
                  <a:pt x="194818" y="26912"/>
                  <a:pt x="193408" y="28702"/>
                  <a:pt x="191478" y="30214"/>
                </a:cubicBezTo>
                <a:cubicBezTo>
                  <a:pt x="189560" y="31725"/>
                  <a:pt x="187122" y="32766"/>
                  <a:pt x="184175" y="33338"/>
                </a:cubicBezTo>
                <a:lnTo>
                  <a:pt x="199200" y="55258"/>
                </a:lnTo>
                <a:lnTo>
                  <a:pt x="190944" y="55258"/>
                </a:lnTo>
                <a:lnTo>
                  <a:pt x="177254" y="34240"/>
                </a:lnTo>
                <a:lnTo>
                  <a:pt x="165570" y="34240"/>
                </a:lnTo>
                <a:lnTo>
                  <a:pt x="165570" y="55258"/>
                </a:lnTo>
                <a:lnTo>
                  <a:pt x="158496" y="55258"/>
                </a:lnTo>
                <a:lnTo>
                  <a:pt x="158496" y="2832"/>
                </a:lnTo>
                <a:close/>
                <a:moveTo>
                  <a:pt x="178143" y="27915"/>
                </a:moveTo>
                <a:cubicBezTo>
                  <a:pt x="180797" y="27915"/>
                  <a:pt x="183007" y="27496"/>
                  <a:pt x="184785" y="26657"/>
                </a:cubicBezTo>
                <a:cubicBezTo>
                  <a:pt x="186563" y="25832"/>
                  <a:pt x="187871" y="24702"/>
                  <a:pt x="188709" y="23279"/>
                </a:cubicBezTo>
                <a:cubicBezTo>
                  <a:pt x="189548" y="21857"/>
                  <a:pt x="189979" y="20219"/>
                  <a:pt x="189979" y="18390"/>
                </a:cubicBezTo>
                <a:cubicBezTo>
                  <a:pt x="189979" y="15380"/>
                  <a:pt x="188925" y="13119"/>
                  <a:pt x="186817" y="11595"/>
                </a:cubicBezTo>
                <a:cubicBezTo>
                  <a:pt x="184709" y="10071"/>
                  <a:pt x="181712" y="9310"/>
                  <a:pt x="177851" y="9310"/>
                </a:cubicBezTo>
                <a:lnTo>
                  <a:pt x="165570" y="9310"/>
                </a:lnTo>
                <a:lnTo>
                  <a:pt x="165570" y="27915"/>
                </a:lnTo>
                <a:lnTo>
                  <a:pt x="178143" y="27915"/>
                </a:lnTo>
                <a:close/>
                <a:moveTo>
                  <a:pt x="207264" y="2832"/>
                </a:moveTo>
                <a:lnTo>
                  <a:pt x="215633" y="2832"/>
                </a:lnTo>
                <a:lnTo>
                  <a:pt x="242164" y="47410"/>
                </a:lnTo>
                <a:cubicBezTo>
                  <a:pt x="242113" y="46266"/>
                  <a:pt x="242062" y="44717"/>
                  <a:pt x="242024" y="42761"/>
                </a:cubicBezTo>
                <a:cubicBezTo>
                  <a:pt x="241973" y="40793"/>
                  <a:pt x="241948" y="38862"/>
                  <a:pt x="241948" y="36957"/>
                </a:cubicBezTo>
                <a:lnTo>
                  <a:pt x="241948" y="2832"/>
                </a:lnTo>
                <a:lnTo>
                  <a:pt x="248272" y="2832"/>
                </a:lnTo>
                <a:lnTo>
                  <a:pt x="248272" y="55258"/>
                </a:lnTo>
                <a:lnTo>
                  <a:pt x="239560" y="55258"/>
                </a:lnTo>
                <a:lnTo>
                  <a:pt x="213373" y="11202"/>
                </a:lnTo>
                <a:cubicBezTo>
                  <a:pt x="213424" y="12345"/>
                  <a:pt x="213462" y="13894"/>
                  <a:pt x="213512" y="15837"/>
                </a:cubicBezTo>
                <a:cubicBezTo>
                  <a:pt x="213563" y="17780"/>
                  <a:pt x="213589" y="19724"/>
                  <a:pt x="213589" y="21654"/>
                </a:cubicBezTo>
                <a:lnTo>
                  <a:pt x="213589" y="55258"/>
                </a:lnTo>
                <a:lnTo>
                  <a:pt x="207264" y="55258"/>
                </a:lnTo>
                <a:lnTo>
                  <a:pt x="207264" y="2832"/>
                </a:lnTo>
                <a:close/>
                <a:moveTo>
                  <a:pt x="274079" y="2832"/>
                </a:moveTo>
                <a:lnTo>
                  <a:pt x="282181" y="2832"/>
                </a:lnTo>
                <a:lnTo>
                  <a:pt x="301904" y="55258"/>
                </a:lnTo>
                <a:lnTo>
                  <a:pt x="294500" y="55258"/>
                </a:lnTo>
                <a:lnTo>
                  <a:pt x="289547" y="41085"/>
                </a:lnTo>
                <a:lnTo>
                  <a:pt x="266560" y="41085"/>
                </a:lnTo>
                <a:lnTo>
                  <a:pt x="261607" y="55258"/>
                </a:lnTo>
                <a:lnTo>
                  <a:pt x="254356" y="55258"/>
                </a:lnTo>
                <a:lnTo>
                  <a:pt x="274079" y="2832"/>
                </a:lnTo>
                <a:close/>
                <a:moveTo>
                  <a:pt x="287401" y="34900"/>
                </a:moveTo>
                <a:lnTo>
                  <a:pt x="281178" y="17158"/>
                </a:lnTo>
                <a:cubicBezTo>
                  <a:pt x="280607" y="15545"/>
                  <a:pt x="280048" y="13932"/>
                  <a:pt x="279489" y="12319"/>
                </a:cubicBezTo>
                <a:cubicBezTo>
                  <a:pt x="278930" y="10706"/>
                  <a:pt x="278448" y="9322"/>
                  <a:pt x="278054" y="8154"/>
                </a:cubicBezTo>
                <a:cubicBezTo>
                  <a:pt x="277660" y="9322"/>
                  <a:pt x="277178" y="10706"/>
                  <a:pt x="276619" y="12319"/>
                </a:cubicBezTo>
                <a:cubicBezTo>
                  <a:pt x="276060" y="13932"/>
                  <a:pt x="275501" y="15545"/>
                  <a:pt x="274930" y="17158"/>
                </a:cubicBezTo>
                <a:lnTo>
                  <a:pt x="268719" y="34900"/>
                </a:lnTo>
                <a:lnTo>
                  <a:pt x="287401" y="34900"/>
                </a:lnTo>
                <a:close/>
                <a:moveTo>
                  <a:pt x="307848" y="2832"/>
                </a:moveTo>
                <a:lnTo>
                  <a:pt x="314922" y="2832"/>
                </a:lnTo>
                <a:lnTo>
                  <a:pt x="314922" y="48705"/>
                </a:lnTo>
                <a:lnTo>
                  <a:pt x="339179" y="48705"/>
                </a:lnTo>
                <a:lnTo>
                  <a:pt x="339179" y="55258"/>
                </a:lnTo>
                <a:lnTo>
                  <a:pt x="307848" y="55258"/>
                </a:lnTo>
                <a:lnTo>
                  <a:pt x="307848" y="2832"/>
                </a:lnTo>
                <a:close/>
                <a:moveTo>
                  <a:pt x="362268" y="32410"/>
                </a:moveTo>
                <a:lnTo>
                  <a:pt x="362268" y="37580"/>
                </a:lnTo>
                <a:lnTo>
                  <a:pt x="404609" y="37580"/>
                </a:lnTo>
                <a:lnTo>
                  <a:pt x="404609" y="32410"/>
                </a:lnTo>
                <a:close/>
                <a:moveTo>
                  <a:pt x="446773" y="56007"/>
                </a:moveTo>
                <a:cubicBezTo>
                  <a:pt x="442481" y="56007"/>
                  <a:pt x="438696" y="55309"/>
                  <a:pt x="435407" y="53911"/>
                </a:cubicBezTo>
                <a:cubicBezTo>
                  <a:pt x="432118" y="52528"/>
                  <a:pt x="429387" y="50432"/>
                  <a:pt x="427203" y="47625"/>
                </a:cubicBezTo>
                <a:lnTo>
                  <a:pt x="432041" y="42787"/>
                </a:lnTo>
                <a:cubicBezTo>
                  <a:pt x="433210" y="44260"/>
                  <a:pt x="434429" y="45492"/>
                  <a:pt x="435724" y="46495"/>
                </a:cubicBezTo>
                <a:cubicBezTo>
                  <a:pt x="437007" y="47498"/>
                  <a:pt x="438556" y="48299"/>
                  <a:pt x="440373" y="48895"/>
                </a:cubicBezTo>
                <a:cubicBezTo>
                  <a:pt x="442189" y="49492"/>
                  <a:pt x="444322" y="49785"/>
                  <a:pt x="446773" y="49785"/>
                </a:cubicBezTo>
                <a:cubicBezTo>
                  <a:pt x="449199" y="49785"/>
                  <a:pt x="451371" y="49479"/>
                  <a:pt x="453288" y="48870"/>
                </a:cubicBezTo>
                <a:cubicBezTo>
                  <a:pt x="455193" y="48273"/>
                  <a:pt x="456705" y="47320"/>
                  <a:pt x="457822" y="46025"/>
                </a:cubicBezTo>
                <a:cubicBezTo>
                  <a:pt x="458940" y="44742"/>
                  <a:pt x="459499" y="43117"/>
                  <a:pt x="459499" y="41161"/>
                </a:cubicBezTo>
                <a:cubicBezTo>
                  <a:pt x="459499" y="39192"/>
                  <a:pt x="458915" y="37605"/>
                  <a:pt x="457746" y="36399"/>
                </a:cubicBezTo>
                <a:cubicBezTo>
                  <a:pt x="456578" y="35179"/>
                  <a:pt x="455104" y="34227"/>
                  <a:pt x="453326" y="33541"/>
                </a:cubicBezTo>
                <a:cubicBezTo>
                  <a:pt x="451536" y="32868"/>
                  <a:pt x="449161" y="32157"/>
                  <a:pt x="446215" y="31407"/>
                </a:cubicBezTo>
                <a:cubicBezTo>
                  <a:pt x="442646" y="30518"/>
                  <a:pt x="439712" y="29579"/>
                  <a:pt x="437439" y="28601"/>
                </a:cubicBezTo>
                <a:cubicBezTo>
                  <a:pt x="435153" y="27623"/>
                  <a:pt x="433222" y="26124"/>
                  <a:pt x="431635" y="24118"/>
                </a:cubicBezTo>
                <a:cubicBezTo>
                  <a:pt x="430047" y="22111"/>
                  <a:pt x="429247" y="19431"/>
                  <a:pt x="429247" y="16078"/>
                </a:cubicBezTo>
                <a:cubicBezTo>
                  <a:pt x="429247" y="12878"/>
                  <a:pt x="430060" y="10237"/>
                  <a:pt x="431660" y="8128"/>
                </a:cubicBezTo>
                <a:cubicBezTo>
                  <a:pt x="433273" y="6033"/>
                  <a:pt x="435458" y="4496"/>
                  <a:pt x="438201" y="3518"/>
                </a:cubicBezTo>
                <a:cubicBezTo>
                  <a:pt x="440931" y="2540"/>
                  <a:pt x="444017" y="2045"/>
                  <a:pt x="447446" y="2045"/>
                </a:cubicBezTo>
                <a:cubicBezTo>
                  <a:pt x="451561" y="2045"/>
                  <a:pt x="455054" y="2718"/>
                  <a:pt x="457937" y="4039"/>
                </a:cubicBezTo>
                <a:cubicBezTo>
                  <a:pt x="460807" y="5373"/>
                  <a:pt x="463220" y="7201"/>
                  <a:pt x="465150" y="9525"/>
                </a:cubicBezTo>
                <a:lnTo>
                  <a:pt x="460426" y="14212"/>
                </a:lnTo>
                <a:cubicBezTo>
                  <a:pt x="458762" y="12306"/>
                  <a:pt x="456870" y="10833"/>
                  <a:pt x="454736" y="9792"/>
                </a:cubicBezTo>
                <a:cubicBezTo>
                  <a:pt x="452603" y="8751"/>
                  <a:pt x="450050" y="8230"/>
                  <a:pt x="447065" y="8230"/>
                </a:cubicBezTo>
                <a:cubicBezTo>
                  <a:pt x="444665" y="8230"/>
                  <a:pt x="442646" y="8560"/>
                  <a:pt x="441007" y="9208"/>
                </a:cubicBezTo>
                <a:cubicBezTo>
                  <a:pt x="439369" y="9868"/>
                  <a:pt x="438150" y="10770"/>
                  <a:pt x="437363" y="11913"/>
                </a:cubicBezTo>
                <a:cubicBezTo>
                  <a:pt x="436562" y="13056"/>
                  <a:pt x="436169" y="14364"/>
                  <a:pt x="436169" y="15850"/>
                </a:cubicBezTo>
                <a:cubicBezTo>
                  <a:pt x="436169" y="17666"/>
                  <a:pt x="436715" y="19139"/>
                  <a:pt x="437820" y="20269"/>
                </a:cubicBezTo>
                <a:cubicBezTo>
                  <a:pt x="438925" y="21387"/>
                  <a:pt x="440309" y="22276"/>
                  <a:pt x="441960" y="22911"/>
                </a:cubicBezTo>
                <a:cubicBezTo>
                  <a:pt x="443598" y="23533"/>
                  <a:pt x="445872" y="24244"/>
                  <a:pt x="448742" y="25006"/>
                </a:cubicBezTo>
                <a:cubicBezTo>
                  <a:pt x="452514" y="25946"/>
                  <a:pt x="455587" y="26912"/>
                  <a:pt x="457949" y="27915"/>
                </a:cubicBezTo>
                <a:cubicBezTo>
                  <a:pt x="460324" y="28905"/>
                  <a:pt x="462343" y="30429"/>
                  <a:pt x="463995" y="32487"/>
                </a:cubicBezTo>
                <a:cubicBezTo>
                  <a:pt x="465658" y="34544"/>
                  <a:pt x="466496" y="37313"/>
                  <a:pt x="466496" y="40780"/>
                </a:cubicBezTo>
                <a:cubicBezTo>
                  <a:pt x="466496" y="43765"/>
                  <a:pt x="465734" y="46393"/>
                  <a:pt x="464223" y="48692"/>
                </a:cubicBezTo>
                <a:cubicBezTo>
                  <a:pt x="462712" y="50991"/>
                  <a:pt x="460477" y="52781"/>
                  <a:pt x="457505" y="54064"/>
                </a:cubicBezTo>
                <a:cubicBezTo>
                  <a:pt x="454546" y="55359"/>
                  <a:pt x="450964" y="56007"/>
                  <a:pt x="446773" y="56007"/>
                </a:cubicBezTo>
                <a:close/>
                <a:moveTo>
                  <a:pt x="488963" y="2832"/>
                </a:moveTo>
                <a:lnTo>
                  <a:pt x="497065" y="2832"/>
                </a:lnTo>
                <a:lnTo>
                  <a:pt x="516788" y="55258"/>
                </a:lnTo>
                <a:lnTo>
                  <a:pt x="509384" y="55258"/>
                </a:lnTo>
                <a:lnTo>
                  <a:pt x="504431" y="41085"/>
                </a:lnTo>
                <a:lnTo>
                  <a:pt x="481444" y="41085"/>
                </a:lnTo>
                <a:lnTo>
                  <a:pt x="476491" y="55258"/>
                </a:lnTo>
                <a:lnTo>
                  <a:pt x="469240" y="55258"/>
                </a:lnTo>
                <a:lnTo>
                  <a:pt x="488963" y="2832"/>
                </a:lnTo>
                <a:close/>
                <a:moveTo>
                  <a:pt x="502285" y="34900"/>
                </a:moveTo>
                <a:lnTo>
                  <a:pt x="496062" y="17158"/>
                </a:lnTo>
                <a:cubicBezTo>
                  <a:pt x="495490" y="15545"/>
                  <a:pt x="494932" y="13932"/>
                  <a:pt x="494373" y="12319"/>
                </a:cubicBezTo>
                <a:cubicBezTo>
                  <a:pt x="493814" y="10706"/>
                  <a:pt x="493332" y="9322"/>
                  <a:pt x="492938" y="8154"/>
                </a:cubicBezTo>
                <a:cubicBezTo>
                  <a:pt x="492544" y="9322"/>
                  <a:pt x="492062" y="10706"/>
                  <a:pt x="491503" y="12319"/>
                </a:cubicBezTo>
                <a:cubicBezTo>
                  <a:pt x="490944" y="13932"/>
                  <a:pt x="490385" y="15545"/>
                  <a:pt x="489814" y="17158"/>
                </a:cubicBezTo>
                <a:lnTo>
                  <a:pt x="483603" y="34900"/>
                </a:lnTo>
                <a:lnTo>
                  <a:pt x="502285" y="34900"/>
                </a:lnTo>
                <a:close/>
                <a:moveTo>
                  <a:pt x="522732" y="2832"/>
                </a:moveTo>
                <a:lnTo>
                  <a:pt x="542531" y="2832"/>
                </a:lnTo>
                <a:cubicBezTo>
                  <a:pt x="546570" y="2832"/>
                  <a:pt x="549974" y="3493"/>
                  <a:pt x="552729" y="4801"/>
                </a:cubicBezTo>
                <a:cubicBezTo>
                  <a:pt x="555473" y="6121"/>
                  <a:pt x="557543" y="7963"/>
                  <a:pt x="558914" y="10351"/>
                </a:cubicBezTo>
                <a:cubicBezTo>
                  <a:pt x="560299" y="12726"/>
                  <a:pt x="560984" y="15532"/>
                  <a:pt x="560984" y="18759"/>
                </a:cubicBezTo>
                <a:cubicBezTo>
                  <a:pt x="560984" y="21908"/>
                  <a:pt x="560299" y="24727"/>
                  <a:pt x="558940" y="27204"/>
                </a:cubicBezTo>
                <a:cubicBezTo>
                  <a:pt x="557568" y="29680"/>
                  <a:pt x="555536" y="31636"/>
                  <a:pt x="552831" y="33058"/>
                </a:cubicBezTo>
                <a:cubicBezTo>
                  <a:pt x="550126" y="34493"/>
                  <a:pt x="546837" y="35205"/>
                  <a:pt x="542938" y="35205"/>
                </a:cubicBezTo>
                <a:lnTo>
                  <a:pt x="529806" y="35205"/>
                </a:lnTo>
                <a:lnTo>
                  <a:pt x="529806" y="55258"/>
                </a:lnTo>
                <a:lnTo>
                  <a:pt x="522732" y="55258"/>
                </a:lnTo>
                <a:lnTo>
                  <a:pt x="522732" y="2832"/>
                </a:lnTo>
                <a:close/>
                <a:moveTo>
                  <a:pt x="541934" y="28804"/>
                </a:moveTo>
                <a:cubicBezTo>
                  <a:pt x="545948" y="28804"/>
                  <a:pt x="548957" y="27953"/>
                  <a:pt x="550939" y="26251"/>
                </a:cubicBezTo>
                <a:cubicBezTo>
                  <a:pt x="552920" y="24550"/>
                  <a:pt x="553911" y="22085"/>
                  <a:pt x="553911" y="18835"/>
                </a:cubicBezTo>
                <a:cubicBezTo>
                  <a:pt x="553911" y="15710"/>
                  <a:pt x="552882" y="13336"/>
                  <a:pt x="550812" y="11723"/>
                </a:cubicBezTo>
                <a:cubicBezTo>
                  <a:pt x="548742" y="10109"/>
                  <a:pt x="545681" y="9310"/>
                  <a:pt x="541630" y="9310"/>
                </a:cubicBezTo>
                <a:lnTo>
                  <a:pt x="529806" y="9310"/>
                </a:lnTo>
                <a:lnTo>
                  <a:pt x="529806" y="28804"/>
                </a:lnTo>
                <a:lnTo>
                  <a:pt x="541934" y="28804"/>
                </a:lnTo>
                <a:close/>
                <a:moveTo>
                  <a:pt x="595973" y="56007"/>
                </a:moveTo>
                <a:cubicBezTo>
                  <a:pt x="593585" y="56007"/>
                  <a:pt x="591464" y="55538"/>
                  <a:pt x="589610" y="54623"/>
                </a:cubicBezTo>
                <a:cubicBezTo>
                  <a:pt x="587743" y="53708"/>
                  <a:pt x="586296" y="52363"/>
                  <a:pt x="585254" y="50610"/>
                </a:cubicBezTo>
                <a:cubicBezTo>
                  <a:pt x="584213" y="48844"/>
                  <a:pt x="583692" y="46736"/>
                  <a:pt x="583692" y="44285"/>
                </a:cubicBezTo>
                <a:cubicBezTo>
                  <a:pt x="583692" y="41275"/>
                  <a:pt x="584479" y="38812"/>
                  <a:pt x="586054" y="36881"/>
                </a:cubicBezTo>
                <a:cubicBezTo>
                  <a:pt x="587629" y="34938"/>
                  <a:pt x="589775" y="33528"/>
                  <a:pt x="592506" y="32652"/>
                </a:cubicBezTo>
                <a:cubicBezTo>
                  <a:pt x="595236" y="31776"/>
                  <a:pt x="598399" y="31331"/>
                  <a:pt x="601993" y="31331"/>
                </a:cubicBezTo>
                <a:lnTo>
                  <a:pt x="609143" y="31331"/>
                </a:lnTo>
                <a:lnTo>
                  <a:pt x="609143" y="28575"/>
                </a:lnTo>
                <a:cubicBezTo>
                  <a:pt x="609143" y="25756"/>
                  <a:pt x="608470" y="23597"/>
                  <a:pt x="607111" y="22123"/>
                </a:cubicBezTo>
                <a:cubicBezTo>
                  <a:pt x="605765" y="20651"/>
                  <a:pt x="603720" y="19914"/>
                  <a:pt x="600989" y="19914"/>
                </a:cubicBezTo>
                <a:cubicBezTo>
                  <a:pt x="598513" y="19914"/>
                  <a:pt x="596354" y="20409"/>
                  <a:pt x="594500" y="21413"/>
                </a:cubicBezTo>
                <a:cubicBezTo>
                  <a:pt x="592658" y="22416"/>
                  <a:pt x="591020" y="23876"/>
                  <a:pt x="589610" y="25794"/>
                </a:cubicBezTo>
                <a:lnTo>
                  <a:pt x="585292" y="21476"/>
                </a:lnTo>
                <a:cubicBezTo>
                  <a:pt x="589305" y="16663"/>
                  <a:pt x="594690" y="14250"/>
                  <a:pt x="601434" y="14250"/>
                </a:cubicBezTo>
                <a:cubicBezTo>
                  <a:pt x="604545" y="14250"/>
                  <a:pt x="607174" y="14846"/>
                  <a:pt x="609333" y="16040"/>
                </a:cubicBezTo>
                <a:cubicBezTo>
                  <a:pt x="611480" y="17234"/>
                  <a:pt x="613105" y="18898"/>
                  <a:pt x="614197" y="21044"/>
                </a:cubicBezTo>
                <a:cubicBezTo>
                  <a:pt x="615290" y="23191"/>
                  <a:pt x="615836" y="25705"/>
                  <a:pt x="615836" y="28575"/>
                </a:cubicBezTo>
                <a:lnTo>
                  <a:pt x="615836" y="55258"/>
                </a:lnTo>
                <a:lnTo>
                  <a:pt x="609435" y="55258"/>
                </a:lnTo>
                <a:lnTo>
                  <a:pt x="609435" y="47778"/>
                </a:lnTo>
                <a:lnTo>
                  <a:pt x="609295" y="47778"/>
                </a:lnTo>
                <a:cubicBezTo>
                  <a:pt x="607949" y="50635"/>
                  <a:pt x="606209" y="52718"/>
                  <a:pt x="604076" y="54026"/>
                </a:cubicBezTo>
                <a:cubicBezTo>
                  <a:pt x="601942" y="55347"/>
                  <a:pt x="599250" y="56007"/>
                  <a:pt x="595973" y="56007"/>
                </a:cubicBezTo>
                <a:close/>
                <a:moveTo>
                  <a:pt x="590614" y="44133"/>
                </a:moveTo>
                <a:cubicBezTo>
                  <a:pt x="590614" y="45403"/>
                  <a:pt x="590893" y="46495"/>
                  <a:pt x="591464" y="47447"/>
                </a:cubicBezTo>
                <a:cubicBezTo>
                  <a:pt x="592036" y="48387"/>
                  <a:pt x="592861" y="49111"/>
                  <a:pt x="593941" y="49619"/>
                </a:cubicBezTo>
                <a:cubicBezTo>
                  <a:pt x="595020" y="50127"/>
                  <a:pt x="596303" y="50381"/>
                  <a:pt x="597789" y="50381"/>
                </a:cubicBezTo>
                <a:cubicBezTo>
                  <a:pt x="600151" y="50381"/>
                  <a:pt x="602183" y="49911"/>
                  <a:pt x="603898" y="48946"/>
                </a:cubicBezTo>
                <a:cubicBezTo>
                  <a:pt x="605612" y="47993"/>
                  <a:pt x="606908" y="46749"/>
                  <a:pt x="607797" y="45187"/>
                </a:cubicBezTo>
                <a:cubicBezTo>
                  <a:pt x="608698" y="43638"/>
                  <a:pt x="609143" y="41999"/>
                  <a:pt x="609143" y="40260"/>
                </a:cubicBezTo>
                <a:lnTo>
                  <a:pt x="609143" y="36361"/>
                </a:lnTo>
                <a:lnTo>
                  <a:pt x="602894" y="36361"/>
                </a:lnTo>
                <a:cubicBezTo>
                  <a:pt x="599199" y="36361"/>
                  <a:pt x="596227" y="36919"/>
                  <a:pt x="593979" y="38050"/>
                </a:cubicBezTo>
                <a:cubicBezTo>
                  <a:pt x="591731" y="39180"/>
                  <a:pt x="590614" y="41199"/>
                  <a:pt x="590614" y="44133"/>
                </a:cubicBezTo>
                <a:close/>
                <a:moveTo>
                  <a:pt x="625285" y="15037"/>
                </a:moveTo>
                <a:lnTo>
                  <a:pt x="631685" y="15037"/>
                </a:lnTo>
                <a:lnTo>
                  <a:pt x="631685" y="23406"/>
                </a:lnTo>
                <a:lnTo>
                  <a:pt x="631838" y="23406"/>
                </a:lnTo>
                <a:cubicBezTo>
                  <a:pt x="632828" y="20803"/>
                  <a:pt x="634340" y="18631"/>
                  <a:pt x="636372" y="16879"/>
                </a:cubicBezTo>
                <a:cubicBezTo>
                  <a:pt x="638404" y="15126"/>
                  <a:pt x="641248" y="14250"/>
                  <a:pt x="644893" y="14250"/>
                </a:cubicBezTo>
                <a:cubicBezTo>
                  <a:pt x="647675" y="14250"/>
                  <a:pt x="649999" y="14834"/>
                  <a:pt x="651866" y="16002"/>
                </a:cubicBezTo>
                <a:cubicBezTo>
                  <a:pt x="653745" y="17171"/>
                  <a:pt x="655142" y="18821"/>
                  <a:pt x="656082" y="20955"/>
                </a:cubicBezTo>
                <a:cubicBezTo>
                  <a:pt x="657009" y="23089"/>
                  <a:pt x="657466" y="25578"/>
                  <a:pt x="657466" y="28435"/>
                </a:cubicBezTo>
                <a:lnTo>
                  <a:pt x="657466" y="55258"/>
                </a:lnTo>
                <a:lnTo>
                  <a:pt x="650735" y="55258"/>
                </a:lnTo>
                <a:lnTo>
                  <a:pt x="650735" y="29731"/>
                </a:lnTo>
                <a:cubicBezTo>
                  <a:pt x="650735" y="26632"/>
                  <a:pt x="650088" y="24270"/>
                  <a:pt x="648805" y="22644"/>
                </a:cubicBezTo>
                <a:cubicBezTo>
                  <a:pt x="647510" y="21019"/>
                  <a:pt x="645389" y="20206"/>
                  <a:pt x="642442" y="20206"/>
                </a:cubicBezTo>
                <a:cubicBezTo>
                  <a:pt x="640334" y="20206"/>
                  <a:pt x="638493" y="20663"/>
                  <a:pt x="636918" y="21590"/>
                </a:cubicBezTo>
                <a:cubicBezTo>
                  <a:pt x="635343" y="22505"/>
                  <a:pt x="634124" y="23838"/>
                  <a:pt x="633273" y="25603"/>
                </a:cubicBezTo>
                <a:cubicBezTo>
                  <a:pt x="632409" y="27369"/>
                  <a:pt x="631990" y="29477"/>
                  <a:pt x="631990" y="31928"/>
                </a:cubicBezTo>
                <a:lnTo>
                  <a:pt x="631990" y="55258"/>
                </a:lnTo>
                <a:lnTo>
                  <a:pt x="625285" y="55258"/>
                </a:lnTo>
                <a:lnTo>
                  <a:pt x="625285" y="15037"/>
                </a:lnTo>
                <a:close/>
                <a:moveTo>
                  <a:pt x="683209" y="56007"/>
                </a:moveTo>
                <a:cubicBezTo>
                  <a:pt x="679691" y="56007"/>
                  <a:pt x="676593" y="55118"/>
                  <a:pt x="673926" y="53366"/>
                </a:cubicBezTo>
                <a:cubicBezTo>
                  <a:pt x="671259" y="51601"/>
                  <a:pt x="669201" y="49137"/>
                  <a:pt x="667741" y="45987"/>
                </a:cubicBezTo>
                <a:cubicBezTo>
                  <a:pt x="666267" y="42838"/>
                  <a:pt x="665543" y="39218"/>
                  <a:pt x="665543" y="35128"/>
                </a:cubicBezTo>
                <a:cubicBezTo>
                  <a:pt x="665543" y="31039"/>
                  <a:pt x="666255" y="27419"/>
                  <a:pt x="667677" y="24270"/>
                </a:cubicBezTo>
                <a:cubicBezTo>
                  <a:pt x="669112" y="21108"/>
                  <a:pt x="671144" y="18656"/>
                  <a:pt x="673786" y="16891"/>
                </a:cubicBezTo>
                <a:cubicBezTo>
                  <a:pt x="676427" y="15139"/>
                  <a:pt x="679488" y="14250"/>
                  <a:pt x="682993" y="14250"/>
                </a:cubicBezTo>
                <a:cubicBezTo>
                  <a:pt x="685571" y="14250"/>
                  <a:pt x="687857" y="14656"/>
                  <a:pt x="689839" y="15443"/>
                </a:cubicBezTo>
                <a:cubicBezTo>
                  <a:pt x="691820" y="16243"/>
                  <a:pt x="693471" y="17297"/>
                  <a:pt x="694792" y="18631"/>
                </a:cubicBezTo>
                <a:cubicBezTo>
                  <a:pt x="696100" y="19952"/>
                  <a:pt x="697116" y="21451"/>
                  <a:pt x="697840" y="23114"/>
                </a:cubicBezTo>
                <a:lnTo>
                  <a:pt x="697979" y="23114"/>
                </a:lnTo>
                <a:lnTo>
                  <a:pt x="697979" y="0"/>
                </a:lnTo>
                <a:lnTo>
                  <a:pt x="704685" y="0"/>
                </a:lnTo>
                <a:lnTo>
                  <a:pt x="704685" y="55258"/>
                </a:lnTo>
                <a:lnTo>
                  <a:pt x="698284" y="55258"/>
                </a:lnTo>
                <a:lnTo>
                  <a:pt x="698284" y="46736"/>
                </a:lnTo>
                <a:lnTo>
                  <a:pt x="698208" y="46736"/>
                </a:lnTo>
                <a:cubicBezTo>
                  <a:pt x="697090" y="49492"/>
                  <a:pt x="695363" y="51727"/>
                  <a:pt x="693014" y="53429"/>
                </a:cubicBezTo>
                <a:cubicBezTo>
                  <a:pt x="690677" y="55144"/>
                  <a:pt x="687400" y="56007"/>
                  <a:pt x="683209" y="56007"/>
                </a:cubicBezTo>
                <a:close/>
                <a:moveTo>
                  <a:pt x="672541" y="35128"/>
                </a:moveTo>
                <a:cubicBezTo>
                  <a:pt x="672541" y="38380"/>
                  <a:pt x="673087" y="41148"/>
                  <a:pt x="674192" y="43421"/>
                </a:cubicBezTo>
                <a:cubicBezTo>
                  <a:pt x="675297" y="45707"/>
                  <a:pt x="676808" y="47422"/>
                  <a:pt x="678726" y="48578"/>
                </a:cubicBezTo>
                <a:cubicBezTo>
                  <a:pt x="680657" y="49733"/>
                  <a:pt x="682828" y="50305"/>
                  <a:pt x="685267" y="50305"/>
                </a:cubicBezTo>
                <a:cubicBezTo>
                  <a:pt x="687692" y="50305"/>
                  <a:pt x="689864" y="49733"/>
                  <a:pt x="691794" y="48578"/>
                </a:cubicBezTo>
                <a:cubicBezTo>
                  <a:pt x="693712" y="47422"/>
                  <a:pt x="695223" y="45707"/>
                  <a:pt x="696328" y="43447"/>
                </a:cubicBezTo>
                <a:cubicBezTo>
                  <a:pt x="697433" y="41173"/>
                  <a:pt x="697979" y="38405"/>
                  <a:pt x="697979" y="35128"/>
                </a:cubicBezTo>
                <a:cubicBezTo>
                  <a:pt x="697979" y="31877"/>
                  <a:pt x="697433" y="29121"/>
                  <a:pt x="696328" y="26848"/>
                </a:cubicBezTo>
                <a:cubicBezTo>
                  <a:pt x="695223" y="24574"/>
                  <a:pt x="693712" y="22873"/>
                  <a:pt x="691794" y="21717"/>
                </a:cubicBezTo>
                <a:cubicBezTo>
                  <a:pt x="689864" y="20562"/>
                  <a:pt x="687692" y="19990"/>
                  <a:pt x="685267" y="19990"/>
                </a:cubicBezTo>
                <a:cubicBezTo>
                  <a:pt x="682828" y="19990"/>
                  <a:pt x="680657" y="20562"/>
                  <a:pt x="678726" y="21717"/>
                </a:cubicBezTo>
                <a:cubicBezTo>
                  <a:pt x="676808" y="22873"/>
                  <a:pt x="675297" y="24574"/>
                  <a:pt x="674192" y="26848"/>
                </a:cubicBezTo>
                <a:cubicBezTo>
                  <a:pt x="673087" y="29121"/>
                  <a:pt x="672541" y="31877"/>
                  <a:pt x="672541" y="35128"/>
                </a:cubicBezTo>
                <a:close/>
                <a:moveTo>
                  <a:pt x="734568" y="2832"/>
                </a:moveTo>
                <a:lnTo>
                  <a:pt x="754367" y="2832"/>
                </a:lnTo>
                <a:cubicBezTo>
                  <a:pt x="758406" y="2832"/>
                  <a:pt x="761810" y="3493"/>
                  <a:pt x="764515" y="4801"/>
                </a:cubicBezTo>
                <a:cubicBezTo>
                  <a:pt x="767309" y="6121"/>
                  <a:pt x="769341" y="7963"/>
                  <a:pt x="770738" y="10351"/>
                </a:cubicBezTo>
                <a:cubicBezTo>
                  <a:pt x="772135" y="12726"/>
                  <a:pt x="772770" y="15532"/>
                  <a:pt x="772770" y="18759"/>
                </a:cubicBezTo>
                <a:cubicBezTo>
                  <a:pt x="772770" y="21908"/>
                  <a:pt x="772135" y="24727"/>
                  <a:pt x="770738" y="27204"/>
                </a:cubicBezTo>
                <a:cubicBezTo>
                  <a:pt x="769468" y="29680"/>
                  <a:pt x="767436" y="31636"/>
                  <a:pt x="764642" y="33058"/>
                </a:cubicBezTo>
                <a:cubicBezTo>
                  <a:pt x="761962" y="34493"/>
                  <a:pt x="758673" y="35205"/>
                  <a:pt x="754774" y="35205"/>
                </a:cubicBezTo>
                <a:lnTo>
                  <a:pt x="741642" y="35205"/>
                </a:lnTo>
                <a:lnTo>
                  <a:pt x="741642" y="55258"/>
                </a:lnTo>
                <a:lnTo>
                  <a:pt x="734568" y="55258"/>
                </a:lnTo>
                <a:lnTo>
                  <a:pt x="734568" y="2832"/>
                </a:lnTo>
                <a:close/>
                <a:moveTo>
                  <a:pt x="753770" y="28804"/>
                </a:moveTo>
                <a:cubicBezTo>
                  <a:pt x="757784" y="28804"/>
                  <a:pt x="760793" y="27953"/>
                  <a:pt x="762775" y="26251"/>
                </a:cubicBezTo>
                <a:cubicBezTo>
                  <a:pt x="764769" y="24550"/>
                  <a:pt x="765785" y="22085"/>
                  <a:pt x="765785" y="18835"/>
                </a:cubicBezTo>
                <a:cubicBezTo>
                  <a:pt x="765785" y="15710"/>
                  <a:pt x="764769" y="13336"/>
                  <a:pt x="762648" y="11723"/>
                </a:cubicBezTo>
                <a:cubicBezTo>
                  <a:pt x="760578" y="10109"/>
                  <a:pt x="757517" y="9310"/>
                  <a:pt x="753466" y="9310"/>
                </a:cubicBezTo>
                <a:lnTo>
                  <a:pt x="741642" y="9310"/>
                </a:lnTo>
                <a:lnTo>
                  <a:pt x="741642" y="28804"/>
                </a:lnTo>
                <a:lnTo>
                  <a:pt x="753770" y="28804"/>
                </a:lnTo>
                <a:close/>
                <a:moveTo>
                  <a:pt x="789534" y="56007"/>
                </a:moveTo>
                <a:cubicBezTo>
                  <a:pt x="787121" y="56007"/>
                  <a:pt x="784962" y="55538"/>
                  <a:pt x="783184" y="54623"/>
                </a:cubicBezTo>
                <a:cubicBezTo>
                  <a:pt x="781279" y="53708"/>
                  <a:pt x="779882" y="52363"/>
                  <a:pt x="778739" y="50610"/>
                </a:cubicBezTo>
                <a:cubicBezTo>
                  <a:pt x="777723" y="48844"/>
                  <a:pt x="777215" y="46736"/>
                  <a:pt x="777215" y="44285"/>
                </a:cubicBezTo>
                <a:cubicBezTo>
                  <a:pt x="777215" y="41275"/>
                  <a:pt x="777977" y="38812"/>
                  <a:pt x="779628" y="36881"/>
                </a:cubicBezTo>
                <a:cubicBezTo>
                  <a:pt x="781152" y="34938"/>
                  <a:pt x="783311" y="33528"/>
                  <a:pt x="786105" y="32652"/>
                </a:cubicBezTo>
                <a:cubicBezTo>
                  <a:pt x="788772" y="31776"/>
                  <a:pt x="791947" y="31331"/>
                  <a:pt x="795503" y="31331"/>
                </a:cubicBezTo>
                <a:lnTo>
                  <a:pt x="802742" y="31331"/>
                </a:lnTo>
                <a:lnTo>
                  <a:pt x="802742" y="28575"/>
                </a:lnTo>
                <a:cubicBezTo>
                  <a:pt x="802742" y="25756"/>
                  <a:pt x="801980" y="23597"/>
                  <a:pt x="800710" y="22123"/>
                </a:cubicBezTo>
                <a:cubicBezTo>
                  <a:pt x="799313" y="20651"/>
                  <a:pt x="797281" y="19914"/>
                  <a:pt x="794487" y="19914"/>
                </a:cubicBezTo>
                <a:cubicBezTo>
                  <a:pt x="792074" y="19914"/>
                  <a:pt x="789915" y="20409"/>
                  <a:pt x="788010" y="21413"/>
                </a:cubicBezTo>
                <a:cubicBezTo>
                  <a:pt x="786232" y="22416"/>
                  <a:pt x="784581" y="23876"/>
                  <a:pt x="783184" y="25794"/>
                </a:cubicBezTo>
                <a:lnTo>
                  <a:pt x="778866" y="21476"/>
                </a:lnTo>
                <a:cubicBezTo>
                  <a:pt x="782803" y="16663"/>
                  <a:pt x="788264" y="14250"/>
                  <a:pt x="794995" y="14250"/>
                </a:cubicBezTo>
                <a:cubicBezTo>
                  <a:pt x="798043" y="14250"/>
                  <a:pt x="800710" y="14846"/>
                  <a:pt x="802869" y="16040"/>
                </a:cubicBezTo>
                <a:cubicBezTo>
                  <a:pt x="805028" y="17234"/>
                  <a:pt x="806679" y="18898"/>
                  <a:pt x="807695" y="21044"/>
                </a:cubicBezTo>
                <a:cubicBezTo>
                  <a:pt x="808838" y="23191"/>
                  <a:pt x="809346" y="25705"/>
                  <a:pt x="809346" y="28575"/>
                </a:cubicBezTo>
                <a:lnTo>
                  <a:pt x="809346" y="55258"/>
                </a:lnTo>
                <a:lnTo>
                  <a:pt x="802996" y="55258"/>
                </a:lnTo>
                <a:lnTo>
                  <a:pt x="802996" y="47778"/>
                </a:lnTo>
                <a:lnTo>
                  <a:pt x="802869" y="47778"/>
                </a:lnTo>
                <a:cubicBezTo>
                  <a:pt x="801472" y="50635"/>
                  <a:pt x="799821" y="52718"/>
                  <a:pt x="797662" y="54026"/>
                </a:cubicBezTo>
                <a:cubicBezTo>
                  <a:pt x="795503" y="55347"/>
                  <a:pt x="792836" y="56007"/>
                  <a:pt x="789534" y="56007"/>
                </a:cubicBezTo>
                <a:close/>
                <a:moveTo>
                  <a:pt x="784200" y="44133"/>
                </a:moveTo>
                <a:cubicBezTo>
                  <a:pt x="784200" y="45403"/>
                  <a:pt x="784454" y="46495"/>
                  <a:pt x="784962" y="47447"/>
                </a:cubicBezTo>
                <a:cubicBezTo>
                  <a:pt x="785597" y="48387"/>
                  <a:pt x="786359" y="49111"/>
                  <a:pt x="787502" y="49619"/>
                </a:cubicBezTo>
                <a:cubicBezTo>
                  <a:pt x="788518" y="50127"/>
                  <a:pt x="789915" y="50381"/>
                  <a:pt x="791312" y="50381"/>
                </a:cubicBezTo>
                <a:cubicBezTo>
                  <a:pt x="793725" y="50381"/>
                  <a:pt x="795757" y="49911"/>
                  <a:pt x="797408" y="48946"/>
                </a:cubicBezTo>
                <a:cubicBezTo>
                  <a:pt x="799186" y="47993"/>
                  <a:pt x="800456" y="46749"/>
                  <a:pt x="801345" y="45187"/>
                </a:cubicBezTo>
                <a:cubicBezTo>
                  <a:pt x="802234" y="43638"/>
                  <a:pt x="802742" y="41999"/>
                  <a:pt x="802742" y="40260"/>
                </a:cubicBezTo>
                <a:lnTo>
                  <a:pt x="802742" y="36361"/>
                </a:lnTo>
                <a:lnTo>
                  <a:pt x="796392" y="36361"/>
                </a:lnTo>
                <a:cubicBezTo>
                  <a:pt x="792709" y="36361"/>
                  <a:pt x="789788" y="36919"/>
                  <a:pt x="787502" y="38050"/>
                </a:cubicBezTo>
                <a:cubicBezTo>
                  <a:pt x="785343" y="39180"/>
                  <a:pt x="784200" y="41199"/>
                  <a:pt x="784200" y="44133"/>
                </a:cubicBezTo>
                <a:close/>
                <a:moveTo>
                  <a:pt x="818871" y="15037"/>
                </a:moveTo>
                <a:lnTo>
                  <a:pt x="825221" y="15037"/>
                </a:lnTo>
                <a:lnTo>
                  <a:pt x="825221" y="23635"/>
                </a:lnTo>
                <a:lnTo>
                  <a:pt x="825348" y="23635"/>
                </a:lnTo>
                <a:cubicBezTo>
                  <a:pt x="826110" y="20333"/>
                  <a:pt x="827253" y="17945"/>
                  <a:pt x="828904" y="16472"/>
                </a:cubicBezTo>
                <a:cubicBezTo>
                  <a:pt x="830428" y="14999"/>
                  <a:pt x="832460" y="14250"/>
                  <a:pt x="834873" y="14250"/>
                </a:cubicBezTo>
                <a:cubicBezTo>
                  <a:pt x="835508" y="14250"/>
                  <a:pt x="836016" y="14288"/>
                  <a:pt x="836651" y="14364"/>
                </a:cubicBezTo>
                <a:cubicBezTo>
                  <a:pt x="837159" y="14440"/>
                  <a:pt x="837667" y="14529"/>
                  <a:pt x="838048" y="14631"/>
                </a:cubicBezTo>
                <a:lnTo>
                  <a:pt x="838048" y="21210"/>
                </a:lnTo>
                <a:cubicBezTo>
                  <a:pt x="837667" y="21095"/>
                  <a:pt x="837159" y="20993"/>
                  <a:pt x="836524" y="20917"/>
                </a:cubicBezTo>
                <a:cubicBezTo>
                  <a:pt x="835889" y="20841"/>
                  <a:pt x="835254" y="20803"/>
                  <a:pt x="834746" y="20803"/>
                </a:cubicBezTo>
                <a:cubicBezTo>
                  <a:pt x="831444" y="20803"/>
                  <a:pt x="829031" y="21946"/>
                  <a:pt x="827634" y="24244"/>
                </a:cubicBezTo>
                <a:cubicBezTo>
                  <a:pt x="826237" y="26543"/>
                  <a:pt x="825475" y="29896"/>
                  <a:pt x="825475" y="34316"/>
                </a:cubicBezTo>
                <a:lnTo>
                  <a:pt x="825475" y="55258"/>
                </a:lnTo>
                <a:lnTo>
                  <a:pt x="818871" y="55258"/>
                </a:lnTo>
                <a:lnTo>
                  <a:pt x="818871" y="15037"/>
                </a:lnTo>
                <a:close/>
                <a:moveTo>
                  <a:pt x="855701" y="55855"/>
                </a:moveTo>
                <a:cubicBezTo>
                  <a:pt x="853288" y="55855"/>
                  <a:pt x="851383" y="55525"/>
                  <a:pt x="849859" y="54890"/>
                </a:cubicBezTo>
                <a:cubicBezTo>
                  <a:pt x="848462" y="54242"/>
                  <a:pt x="847319" y="53239"/>
                  <a:pt x="846557" y="51867"/>
                </a:cubicBezTo>
                <a:cubicBezTo>
                  <a:pt x="845922" y="50509"/>
                  <a:pt x="845541" y="48743"/>
                  <a:pt x="845541" y="46584"/>
                </a:cubicBezTo>
                <a:lnTo>
                  <a:pt x="845541" y="20651"/>
                </a:lnTo>
                <a:lnTo>
                  <a:pt x="839572" y="20651"/>
                </a:lnTo>
                <a:lnTo>
                  <a:pt x="839572" y="17158"/>
                </a:lnTo>
                <a:lnTo>
                  <a:pt x="851383" y="5283"/>
                </a:lnTo>
                <a:lnTo>
                  <a:pt x="852272" y="5283"/>
                </a:lnTo>
                <a:lnTo>
                  <a:pt x="852272" y="15037"/>
                </a:lnTo>
                <a:lnTo>
                  <a:pt x="861289" y="15037"/>
                </a:lnTo>
                <a:lnTo>
                  <a:pt x="861289" y="20651"/>
                </a:lnTo>
                <a:lnTo>
                  <a:pt x="852272" y="20651"/>
                </a:lnTo>
                <a:lnTo>
                  <a:pt x="852272" y="45212"/>
                </a:lnTo>
                <a:cubicBezTo>
                  <a:pt x="852272" y="46406"/>
                  <a:pt x="852399" y="47320"/>
                  <a:pt x="852653" y="47981"/>
                </a:cubicBezTo>
                <a:cubicBezTo>
                  <a:pt x="852907" y="48641"/>
                  <a:pt x="853415" y="49111"/>
                  <a:pt x="854050" y="49378"/>
                </a:cubicBezTo>
                <a:cubicBezTo>
                  <a:pt x="854685" y="49657"/>
                  <a:pt x="855574" y="49785"/>
                  <a:pt x="856590" y="49785"/>
                </a:cubicBezTo>
                <a:cubicBezTo>
                  <a:pt x="858114" y="49785"/>
                  <a:pt x="859638" y="49581"/>
                  <a:pt x="861289" y="49149"/>
                </a:cubicBezTo>
                <a:lnTo>
                  <a:pt x="861289" y="55258"/>
                </a:lnTo>
                <a:cubicBezTo>
                  <a:pt x="860527" y="55435"/>
                  <a:pt x="859638" y="55576"/>
                  <a:pt x="858622" y="55690"/>
                </a:cubicBezTo>
                <a:cubicBezTo>
                  <a:pt x="857606" y="55791"/>
                  <a:pt x="856590" y="55855"/>
                  <a:pt x="855701" y="55855"/>
                </a:cubicBezTo>
                <a:close/>
                <a:moveTo>
                  <a:pt x="869163" y="15037"/>
                </a:moveTo>
                <a:lnTo>
                  <a:pt x="875513" y="15037"/>
                </a:lnTo>
                <a:lnTo>
                  <a:pt x="875513" y="23406"/>
                </a:lnTo>
                <a:lnTo>
                  <a:pt x="875640" y="23406"/>
                </a:lnTo>
                <a:cubicBezTo>
                  <a:pt x="876656" y="20803"/>
                  <a:pt x="878180" y="18631"/>
                  <a:pt x="880212" y="16879"/>
                </a:cubicBezTo>
                <a:cubicBezTo>
                  <a:pt x="882244" y="15126"/>
                  <a:pt x="885038" y="14250"/>
                  <a:pt x="888721" y="14250"/>
                </a:cubicBezTo>
                <a:cubicBezTo>
                  <a:pt x="891515" y="14250"/>
                  <a:pt x="893801" y="14834"/>
                  <a:pt x="895706" y="16002"/>
                </a:cubicBezTo>
                <a:cubicBezTo>
                  <a:pt x="897611" y="17171"/>
                  <a:pt x="899008" y="18821"/>
                  <a:pt x="899897" y="20955"/>
                </a:cubicBezTo>
                <a:cubicBezTo>
                  <a:pt x="900786" y="23089"/>
                  <a:pt x="901294" y="25578"/>
                  <a:pt x="901294" y="28435"/>
                </a:cubicBezTo>
                <a:lnTo>
                  <a:pt x="901294" y="55258"/>
                </a:lnTo>
                <a:lnTo>
                  <a:pt x="894563" y="55258"/>
                </a:lnTo>
                <a:lnTo>
                  <a:pt x="894563" y="29731"/>
                </a:lnTo>
                <a:cubicBezTo>
                  <a:pt x="894563" y="26632"/>
                  <a:pt x="893928" y="24270"/>
                  <a:pt x="892658" y="22644"/>
                </a:cubicBezTo>
                <a:cubicBezTo>
                  <a:pt x="891388" y="21019"/>
                  <a:pt x="889229" y="20206"/>
                  <a:pt x="886308" y="20206"/>
                </a:cubicBezTo>
                <a:cubicBezTo>
                  <a:pt x="884149" y="20206"/>
                  <a:pt x="882371" y="20663"/>
                  <a:pt x="880720" y="21590"/>
                </a:cubicBezTo>
                <a:cubicBezTo>
                  <a:pt x="879196" y="22505"/>
                  <a:pt x="877926" y="23838"/>
                  <a:pt x="877164" y="25603"/>
                </a:cubicBezTo>
                <a:cubicBezTo>
                  <a:pt x="876275" y="27369"/>
                  <a:pt x="875767" y="29477"/>
                  <a:pt x="875767" y="31928"/>
                </a:cubicBezTo>
                <a:lnTo>
                  <a:pt x="875767" y="55258"/>
                </a:lnTo>
                <a:lnTo>
                  <a:pt x="869163" y="55258"/>
                </a:lnTo>
                <a:lnTo>
                  <a:pt x="869163" y="15037"/>
                </a:lnTo>
                <a:close/>
                <a:moveTo>
                  <a:pt x="929615" y="56007"/>
                </a:moveTo>
                <a:cubicBezTo>
                  <a:pt x="925551" y="56007"/>
                  <a:pt x="921995" y="55207"/>
                  <a:pt x="918947" y="53607"/>
                </a:cubicBezTo>
                <a:cubicBezTo>
                  <a:pt x="915899" y="52007"/>
                  <a:pt x="913486" y="49632"/>
                  <a:pt x="911835" y="46495"/>
                </a:cubicBezTo>
                <a:cubicBezTo>
                  <a:pt x="910184" y="43358"/>
                  <a:pt x="909422" y="39574"/>
                  <a:pt x="909422" y="35128"/>
                </a:cubicBezTo>
                <a:cubicBezTo>
                  <a:pt x="909422" y="30633"/>
                  <a:pt x="910311" y="26822"/>
                  <a:pt x="911962" y="23685"/>
                </a:cubicBezTo>
                <a:cubicBezTo>
                  <a:pt x="913740" y="20549"/>
                  <a:pt x="916153" y="18186"/>
                  <a:pt x="919074" y="16612"/>
                </a:cubicBezTo>
                <a:cubicBezTo>
                  <a:pt x="921995" y="15037"/>
                  <a:pt x="925297" y="14250"/>
                  <a:pt x="928853" y="14250"/>
                </a:cubicBezTo>
                <a:cubicBezTo>
                  <a:pt x="932917" y="14250"/>
                  <a:pt x="936346" y="15202"/>
                  <a:pt x="938886" y="17107"/>
                </a:cubicBezTo>
                <a:cubicBezTo>
                  <a:pt x="941553" y="19000"/>
                  <a:pt x="943458" y="21425"/>
                  <a:pt x="944601" y="24371"/>
                </a:cubicBezTo>
                <a:cubicBezTo>
                  <a:pt x="945871" y="27331"/>
                  <a:pt x="946379" y="30429"/>
                  <a:pt x="946379" y="33681"/>
                </a:cubicBezTo>
                <a:cubicBezTo>
                  <a:pt x="946379" y="34798"/>
                  <a:pt x="946379" y="35840"/>
                  <a:pt x="946252" y="36805"/>
                </a:cubicBezTo>
                <a:lnTo>
                  <a:pt x="916407" y="36805"/>
                </a:lnTo>
                <a:cubicBezTo>
                  <a:pt x="916661" y="41199"/>
                  <a:pt x="917931" y="44539"/>
                  <a:pt x="920090" y="46851"/>
                </a:cubicBezTo>
                <a:cubicBezTo>
                  <a:pt x="922376" y="49149"/>
                  <a:pt x="925551" y="50305"/>
                  <a:pt x="929615" y="50305"/>
                </a:cubicBezTo>
                <a:cubicBezTo>
                  <a:pt x="932155" y="50305"/>
                  <a:pt x="934187" y="49936"/>
                  <a:pt x="935965" y="49188"/>
                </a:cubicBezTo>
                <a:cubicBezTo>
                  <a:pt x="937743" y="48451"/>
                  <a:pt x="939394" y="47219"/>
                  <a:pt x="940791" y="45504"/>
                </a:cubicBezTo>
                <a:lnTo>
                  <a:pt x="944982" y="49670"/>
                </a:lnTo>
                <a:cubicBezTo>
                  <a:pt x="943712" y="51168"/>
                  <a:pt x="942315" y="52375"/>
                  <a:pt x="940791" y="53302"/>
                </a:cubicBezTo>
                <a:cubicBezTo>
                  <a:pt x="939267" y="54229"/>
                  <a:pt x="937743" y="54915"/>
                  <a:pt x="935838" y="55347"/>
                </a:cubicBezTo>
                <a:cubicBezTo>
                  <a:pt x="934060" y="55779"/>
                  <a:pt x="932028" y="56007"/>
                  <a:pt x="929615" y="56007"/>
                </a:cubicBezTo>
                <a:close/>
                <a:moveTo>
                  <a:pt x="939648" y="31636"/>
                </a:moveTo>
                <a:cubicBezTo>
                  <a:pt x="939267" y="27763"/>
                  <a:pt x="938124" y="24854"/>
                  <a:pt x="936219" y="22911"/>
                </a:cubicBezTo>
                <a:cubicBezTo>
                  <a:pt x="934314" y="20955"/>
                  <a:pt x="931774" y="19990"/>
                  <a:pt x="928599" y="19990"/>
                </a:cubicBezTo>
                <a:cubicBezTo>
                  <a:pt x="926440" y="19990"/>
                  <a:pt x="924662" y="20422"/>
                  <a:pt x="922884" y="21286"/>
                </a:cubicBezTo>
                <a:cubicBezTo>
                  <a:pt x="921233" y="22149"/>
                  <a:pt x="919836" y="23457"/>
                  <a:pt x="918820" y="25197"/>
                </a:cubicBezTo>
                <a:cubicBezTo>
                  <a:pt x="917677" y="26924"/>
                  <a:pt x="916915" y="29070"/>
                  <a:pt x="916661" y="31636"/>
                </a:cubicBezTo>
                <a:lnTo>
                  <a:pt x="939648" y="31636"/>
                </a:lnTo>
                <a:close/>
                <a:moveTo>
                  <a:pt x="954507" y="15037"/>
                </a:moveTo>
                <a:lnTo>
                  <a:pt x="960857" y="15037"/>
                </a:lnTo>
                <a:lnTo>
                  <a:pt x="960857" y="23635"/>
                </a:lnTo>
                <a:lnTo>
                  <a:pt x="960984" y="23635"/>
                </a:lnTo>
                <a:cubicBezTo>
                  <a:pt x="961746" y="20333"/>
                  <a:pt x="962889" y="17945"/>
                  <a:pt x="964540" y="16472"/>
                </a:cubicBezTo>
                <a:cubicBezTo>
                  <a:pt x="966064" y="14999"/>
                  <a:pt x="968096" y="14250"/>
                  <a:pt x="970509" y="14250"/>
                </a:cubicBezTo>
                <a:cubicBezTo>
                  <a:pt x="971144" y="14250"/>
                  <a:pt x="971652" y="14288"/>
                  <a:pt x="972287" y="14364"/>
                </a:cubicBezTo>
                <a:cubicBezTo>
                  <a:pt x="972795" y="14440"/>
                  <a:pt x="973303" y="14529"/>
                  <a:pt x="973684" y="14631"/>
                </a:cubicBezTo>
                <a:lnTo>
                  <a:pt x="973684" y="21210"/>
                </a:lnTo>
                <a:cubicBezTo>
                  <a:pt x="973303" y="21095"/>
                  <a:pt x="972795" y="20993"/>
                  <a:pt x="972160" y="20917"/>
                </a:cubicBezTo>
                <a:cubicBezTo>
                  <a:pt x="971525" y="20841"/>
                  <a:pt x="970890" y="20803"/>
                  <a:pt x="970382" y="20803"/>
                </a:cubicBezTo>
                <a:cubicBezTo>
                  <a:pt x="967080" y="20803"/>
                  <a:pt x="964667" y="21946"/>
                  <a:pt x="963270" y="24244"/>
                </a:cubicBezTo>
                <a:cubicBezTo>
                  <a:pt x="961873" y="26543"/>
                  <a:pt x="961111" y="29896"/>
                  <a:pt x="961111" y="34316"/>
                </a:cubicBezTo>
                <a:lnTo>
                  <a:pt x="961111" y="55258"/>
                </a:lnTo>
                <a:lnTo>
                  <a:pt x="954507" y="55258"/>
                </a:lnTo>
                <a:lnTo>
                  <a:pt x="954507" y="15037"/>
                </a:lnTo>
                <a:close/>
                <a:moveTo>
                  <a:pt x="992988" y="56007"/>
                </a:moveTo>
                <a:cubicBezTo>
                  <a:pt x="986130" y="56007"/>
                  <a:pt x="980669" y="53899"/>
                  <a:pt x="976859" y="49670"/>
                </a:cubicBezTo>
                <a:lnTo>
                  <a:pt x="981177" y="45403"/>
                </a:lnTo>
                <a:cubicBezTo>
                  <a:pt x="982955" y="47257"/>
                  <a:pt x="984733" y="48565"/>
                  <a:pt x="986638" y="49327"/>
                </a:cubicBezTo>
                <a:cubicBezTo>
                  <a:pt x="988416" y="50076"/>
                  <a:pt x="990575" y="50457"/>
                  <a:pt x="992988" y="50457"/>
                </a:cubicBezTo>
                <a:cubicBezTo>
                  <a:pt x="995401" y="50457"/>
                  <a:pt x="997433" y="50000"/>
                  <a:pt x="999084" y="49099"/>
                </a:cubicBezTo>
                <a:cubicBezTo>
                  <a:pt x="1000735" y="48197"/>
                  <a:pt x="1001624" y="46711"/>
                  <a:pt x="1001624" y="44653"/>
                </a:cubicBezTo>
                <a:cubicBezTo>
                  <a:pt x="1001624" y="43193"/>
                  <a:pt x="1001243" y="41999"/>
                  <a:pt x="1000354" y="41097"/>
                </a:cubicBezTo>
                <a:cubicBezTo>
                  <a:pt x="999592" y="40196"/>
                  <a:pt x="998449" y="39484"/>
                  <a:pt x="997179" y="38964"/>
                </a:cubicBezTo>
                <a:cubicBezTo>
                  <a:pt x="995909" y="38443"/>
                  <a:pt x="993877" y="37833"/>
                  <a:pt x="991464" y="37135"/>
                </a:cubicBezTo>
                <a:cubicBezTo>
                  <a:pt x="988924" y="36424"/>
                  <a:pt x="986765" y="35649"/>
                  <a:pt x="984987" y="34837"/>
                </a:cubicBezTo>
                <a:cubicBezTo>
                  <a:pt x="983209" y="34011"/>
                  <a:pt x="981685" y="32842"/>
                  <a:pt x="980542" y="31318"/>
                </a:cubicBezTo>
                <a:cubicBezTo>
                  <a:pt x="979272" y="29794"/>
                  <a:pt x="978764" y="27839"/>
                  <a:pt x="978764" y="25451"/>
                </a:cubicBezTo>
                <a:cubicBezTo>
                  <a:pt x="978764" y="23076"/>
                  <a:pt x="979272" y="21044"/>
                  <a:pt x="980415" y="19355"/>
                </a:cubicBezTo>
                <a:cubicBezTo>
                  <a:pt x="981685" y="17666"/>
                  <a:pt x="983336" y="16396"/>
                  <a:pt x="985495" y="15532"/>
                </a:cubicBezTo>
                <a:cubicBezTo>
                  <a:pt x="987527" y="14681"/>
                  <a:pt x="990067" y="14250"/>
                  <a:pt x="992861" y="14250"/>
                </a:cubicBezTo>
                <a:cubicBezTo>
                  <a:pt x="995655" y="14250"/>
                  <a:pt x="998195" y="14707"/>
                  <a:pt x="1000735" y="15608"/>
                </a:cubicBezTo>
                <a:cubicBezTo>
                  <a:pt x="1003275" y="16523"/>
                  <a:pt x="1005307" y="17844"/>
                  <a:pt x="1006958" y="19571"/>
                </a:cubicBezTo>
                <a:lnTo>
                  <a:pt x="1002767" y="23851"/>
                </a:lnTo>
                <a:cubicBezTo>
                  <a:pt x="1000100" y="21222"/>
                  <a:pt x="996798" y="19914"/>
                  <a:pt x="992861" y="19914"/>
                </a:cubicBezTo>
                <a:cubicBezTo>
                  <a:pt x="990448" y="19914"/>
                  <a:pt x="988670" y="20346"/>
                  <a:pt x="987273" y="21210"/>
                </a:cubicBezTo>
                <a:cubicBezTo>
                  <a:pt x="985876" y="22085"/>
                  <a:pt x="985241" y="23394"/>
                  <a:pt x="985241" y="25159"/>
                </a:cubicBezTo>
                <a:cubicBezTo>
                  <a:pt x="985241" y="26327"/>
                  <a:pt x="985622" y="27293"/>
                  <a:pt x="986384" y="28055"/>
                </a:cubicBezTo>
                <a:cubicBezTo>
                  <a:pt x="987273" y="28829"/>
                  <a:pt x="988289" y="29464"/>
                  <a:pt x="989686" y="29973"/>
                </a:cubicBezTo>
                <a:cubicBezTo>
                  <a:pt x="990956" y="30480"/>
                  <a:pt x="992861" y="31090"/>
                  <a:pt x="995401" y="31776"/>
                </a:cubicBezTo>
                <a:cubicBezTo>
                  <a:pt x="997941" y="32500"/>
                  <a:pt x="1000100" y="33262"/>
                  <a:pt x="1001878" y="34049"/>
                </a:cubicBezTo>
                <a:cubicBezTo>
                  <a:pt x="1003529" y="34849"/>
                  <a:pt x="1005053" y="36055"/>
                  <a:pt x="1006323" y="37681"/>
                </a:cubicBezTo>
                <a:cubicBezTo>
                  <a:pt x="1007466" y="39307"/>
                  <a:pt x="1008101" y="41453"/>
                  <a:pt x="1008101" y="44133"/>
                </a:cubicBezTo>
                <a:cubicBezTo>
                  <a:pt x="1008101" y="46610"/>
                  <a:pt x="1007466" y="48743"/>
                  <a:pt x="1006196" y="50533"/>
                </a:cubicBezTo>
                <a:cubicBezTo>
                  <a:pt x="1004926" y="52312"/>
                  <a:pt x="1003148" y="53670"/>
                  <a:pt x="1000862" y="54611"/>
                </a:cubicBezTo>
                <a:cubicBezTo>
                  <a:pt x="998576" y="55538"/>
                  <a:pt x="995909" y="56007"/>
                  <a:pt x="992988" y="56007"/>
                </a:cubicBezTo>
                <a:close/>
                <a:moveTo>
                  <a:pt x="1057250" y="56007"/>
                </a:moveTo>
                <a:cubicBezTo>
                  <a:pt x="1052170" y="56007"/>
                  <a:pt x="1047725" y="54902"/>
                  <a:pt x="1043915" y="52693"/>
                </a:cubicBezTo>
                <a:cubicBezTo>
                  <a:pt x="1039978" y="50483"/>
                  <a:pt x="1037057" y="47334"/>
                  <a:pt x="1034898" y="43256"/>
                </a:cubicBezTo>
                <a:cubicBezTo>
                  <a:pt x="1032739" y="39180"/>
                  <a:pt x="1031596" y="34430"/>
                  <a:pt x="1031596" y="29032"/>
                </a:cubicBezTo>
                <a:cubicBezTo>
                  <a:pt x="1031596" y="23623"/>
                  <a:pt x="1032739" y="18885"/>
                  <a:pt x="1034898" y="14808"/>
                </a:cubicBezTo>
                <a:cubicBezTo>
                  <a:pt x="1037057" y="10744"/>
                  <a:pt x="1039978" y="7595"/>
                  <a:pt x="1043915" y="5385"/>
                </a:cubicBezTo>
                <a:cubicBezTo>
                  <a:pt x="1047725" y="3163"/>
                  <a:pt x="1052170" y="2045"/>
                  <a:pt x="1057250" y="2045"/>
                </a:cubicBezTo>
                <a:cubicBezTo>
                  <a:pt x="1062203" y="2045"/>
                  <a:pt x="1066648" y="3163"/>
                  <a:pt x="1070458" y="5385"/>
                </a:cubicBezTo>
                <a:cubicBezTo>
                  <a:pt x="1074395" y="7595"/>
                  <a:pt x="1077443" y="10744"/>
                  <a:pt x="1079602" y="14808"/>
                </a:cubicBezTo>
                <a:cubicBezTo>
                  <a:pt x="1081761" y="18885"/>
                  <a:pt x="1082777" y="23623"/>
                  <a:pt x="1082777" y="29032"/>
                </a:cubicBezTo>
                <a:cubicBezTo>
                  <a:pt x="1082777" y="34430"/>
                  <a:pt x="1081761" y="39180"/>
                  <a:pt x="1079602" y="43256"/>
                </a:cubicBezTo>
                <a:cubicBezTo>
                  <a:pt x="1077443" y="47334"/>
                  <a:pt x="1074395" y="50483"/>
                  <a:pt x="1070458" y="52693"/>
                </a:cubicBezTo>
                <a:cubicBezTo>
                  <a:pt x="1066648" y="54902"/>
                  <a:pt x="1062203" y="56007"/>
                  <a:pt x="1057250" y="56007"/>
                </a:cubicBezTo>
                <a:close/>
                <a:moveTo>
                  <a:pt x="1038835" y="29032"/>
                </a:moveTo>
                <a:cubicBezTo>
                  <a:pt x="1038835" y="33198"/>
                  <a:pt x="1039597" y="36818"/>
                  <a:pt x="1040994" y="39891"/>
                </a:cubicBezTo>
                <a:cubicBezTo>
                  <a:pt x="1042518" y="42964"/>
                  <a:pt x="1044677" y="45327"/>
                  <a:pt x="1047471" y="46978"/>
                </a:cubicBezTo>
                <a:cubicBezTo>
                  <a:pt x="1050138" y="48629"/>
                  <a:pt x="1053440" y="49454"/>
                  <a:pt x="1057250" y="49454"/>
                </a:cubicBezTo>
                <a:cubicBezTo>
                  <a:pt x="1060933" y="49454"/>
                  <a:pt x="1064235" y="48629"/>
                  <a:pt x="1066902" y="46978"/>
                </a:cubicBezTo>
                <a:cubicBezTo>
                  <a:pt x="1069696" y="45327"/>
                  <a:pt x="1071855" y="42964"/>
                  <a:pt x="1073379" y="39891"/>
                </a:cubicBezTo>
                <a:cubicBezTo>
                  <a:pt x="1074776" y="36818"/>
                  <a:pt x="1075538" y="33198"/>
                  <a:pt x="1075538" y="29032"/>
                </a:cubicBezTo>
                <a:cubicBezTo>
                  <a:pt x="1075538" y="24854"/>
                  <a:pt x="1074776" y="21248"/>
                  <a:pt x="1073379" y="18174"/>
                </a:cubicBezTo>
                <a:cubicBezTo>
                  <a:pt x="1071855" y="15113"/>
                  <a:pt x="1069696" y="12764"/>
                  <a:pt x="1066902" y="11112"/>
                </a:cubicBezTo>
                <a:cubicBezTo>
                  <a:pt x="1064235" y="9461"/>
                  <a:pt x="1060933" y="8636"/>
                  <a:pt x="1057250" y="8636"/>
                </a:cubicBezTo>
                <a:cubicBezTo>
                  <a:pt x="1053440" y="8636"/>
                  <a:pt x="1050138" y="9461"/>
                  <a:pt x="1047471" y="11112"/>
                </a:cubicBezTo>
                <a:cubicBezTo>
                  <a:pt x="1044677" y="12764"/>
                  <a:pt x="1042518" y="15113"/>
                  <a:pt x="1040994" y="18174"/>
                </a:cubicBezTo>
                <a:cubicBezTo>
                  <a:pt x="1039597" y="21248"/>
                  <a:pt x="1038835" y="24854"/>
                  <a:pt x="1038835" y="29032"/>
                </a:cubicBezTo>
                <a:close/>
                <a:moveTo>
                  <a:pt x="1091667" y="15037"/>
                </a:moveTo>
                <a:lnTo>
                  <a:pt x="1098017" y="15037"/>
                </a:lnTo>
                <a:lnTo>
                  <a:pt x="1098017" y="23406"/>
                </a:lnTo>
                <a:lnTo>
                  <a:pt x="1098144" y="23406"/>
                </a:lnTo>
                <a:cubicBezTo>
                  <a:pt x="1099160" y="20803"/>
                  <a:pt x="1100684" y="18631"/>
                  <a:pt x="1102716" y="16879"/>
                </a:cubicBezTo>
                <a:cubicBezTo>
                  <a:pt x="1104748" y="15126"/>
                  <a:pt x="1107542" y="14250"/>
                  <a:pt x="1111225" y="14250"/>
                </a:cubicBezTo>
                <a:cubicBezTo>
                  <a:pt x="1114019" y="14250"/>
                  <a:pt x="1116305" y="14834"/>
                  <a:pt x="1118210" y="16002"/>
                </a:cubicBezTo>
                <a:cubicBezTo>
                  <a:pt x="1120115" y="17171"/>
                  <a:pt x="1121512" y="18821"/>
                  <a:pt x="1122401" y="20955"/>
                </a:cubicBezTo>
                <a:cubicBezTo>
                  <a:pt x="1123290" y="23089"/>
                  <a:pt x="1123798" y="25578"/>
                  <a:pt x="1123798" y="28435"/>
                </a:cubicBezTo>
                <a:lnTo>
                  <a:pt x="1123798" y="55258"/>
                </a:lnTo>
                <a:lnTo>
                  <a:pt x="1117067" y="55258"/>
                </a:lnTo>
                <a:lnTo>
                  <a:pt x="1117067" y="29731"/>
                </a:lnTo>
                <a:cubicBezTo>
                  <a:pt x="1117067" y="26632"/>
                  <a:pt x="1116432" y="24270"/>
                  <a:pt x="1115162" y="22644"/>
                </a:cubicBezTo>
                <a:cubicBezTo>
                  <a:pt x="1113892" y="21019"/>
                  <a:pt x="1111733" y="20206"/>
                  <a:pt x="1108812" y="20206"/>
                </a:cubicBezTo>
                <a:cubicBezTo>
                  <a:pt x="1106653" y="20206"/>
                  <a:pt x="1104875" y="20663"/>
                  <a:pt x="1103224" y="21590"/>
                </a:cubicBezTo>
                <a:cubicBezTo>
                  <a:pt x="1101700" y="22505"/>
                  <a:pt x="1100430" y="23838"/>
                  <a:pt x="1099668" y="25603"/>
                </a:cubicBezTo>
                <a:cubicBezTo>
                  <a:pt x="1098779" y="27369"/>
                  <a:pt x="1098271" y="29477"/>
                  <a:pt x="1098271" y="31928"/>
                </a:cubicBezTo>
                <a:lnTo>
                  <a:pt x="1098271" y="55258"/>
                </a:lnTo>
                <a:lnTo>
                  <a:pt x="1091667" y="55258"/>
                </a:lnTo>
                <a:lnTo>
                  <a:pt x="1091667" y="15037"/>
                </a:lnTo>
                <a:close/>
                <a:moveTo>
                  <a:pt x="1143229" y="55855"/>
                </a:moveTo>
                <a:cubicBezTo>
                  <a:pt x="1141070" y="55855"/>
                  <a:pt x="1139292" y="55487"/>
                  <a:pt x="1137895" y="54776"/>
                </a:cubicBezTo>
                <a:cubicBezTo>
                  <a:pt x="1136498" y="54052"/>
                  <a:pt x="1135609" y="52984"/>
                  <a:pt x="1134974" y="51550"/>
                </a:cubicBezTo>
                <a:cubicBezTo>
                  <a:pt x="1134339" y="50127"/>
                  <a:pt x="1133958" y="48311"/>
                  <a:pt x="1133958" y="46101"/>
                </a:cubicBezTo>
                <a:lnTo>
                  <a:pt x="1133958" y="0"/>
                </a:lnTo>
                <a:lnTo>
                  <a:pt x="1140689" y="0"/>
                </a:lnTo>
                <a:lnTo>
                  <a:pt x="1140689" y="45060"/>
                </a:lnTo>
                <a:cubicBezTo>
                  <a:pt x="1140689" y="46304"/>
                  <a:pt x="1140816" y="47257"/>
                  <a:pt x="1141070" y="47930"/>
                </a:cubicBezTo>
                <a:cubicBezTo>
                  <a:pt x="1141324" y="48603"/>
                  <a:pt x="1141705" y="49073"/>
                  <a:pt x="1142213" y="49365"/>
                </a:cubicBezTo>
                <a:cubicBezTo>
                  <a:pt x="1142721" y="49644"/>
                  <a:pt x="1143483" y="49785"/>
                  <a:pt x="1144499" y="49785"/>
                </a:cubicBezTo>
                <a:cubicBezTo>
                  <a:pt x="1145134" y="49785"/>
                  <a:pt x="1145769" y="49733"/>
                  <a:pt x="1146404" y="49644"/>
                </a:cubicBezTo>
                <a:cubicBezTo>
                  <a:pt x="1147039" y="49543"/>
                  <a:pt x="1147547" y="49429"/>
                  <a:pt x="1148055" y="49302"/>
                </a:cubicBezTo>
                <a:lnTo>
                  <a:pt x="1148055" y="55258"/>
                </a:lnTo>
                <a:cubicBezTo>
                  <a:pt x="1147420" y="55461"/>
                  <a:pt x="1146658" y="55601"/>
                  <a:pt x="1145896" y="55703"/>
                </a:cubicBezTo>
                <a:cubicBezTo>
                  <a:pt x="1145007" y="55804"/>
                  <a:pt x="1144118" y="55855"/>
                  <a:pt x="1143229" y="55855"/>
                </a:cubicBezTo>
                <a:close/>
                <a:moveTo>
                  <a:pt x="1155294" y="71857"/>
                </a:moveTo>
                <a:cubicBezTo>
                  <a:pt x="1153897" y="71857"/>
                  <a:pt x="1152373" y="71755"/>
                  <a:pt x="1150976" y="71552"/>
                </a:cubicBezTo>
                <a:lnTo>
                  <a:pt x="1150976" y="65786"/>
                </a:lnTo>
                <a:cubicBezTo>
                  <a:pt x="1151992" y="66078"/>
                  <a:pt x="1153135" y="66231"/>
                  <a:pt x="1154786" y="66231"/>
                </a:cubicBezTo>
                <a:cubicBezTo>
                  <a:pt x="1156310" y="66231"/>
                  <a:pt x="1157580" y="66040"/>
                  <a:pt x="1158469" y="65660"/>
                </a:cubicBezTo>
                <a:cubicBezTo>
                  <a:pt x="1159485" y="65278"/>
                  <a:pt x="1160374" y="64694"/>
                  <a:pt x="1160882" y="63932"/>
                </a:cubicBezTo>
                <a:cubicBezTo>
                  <a:pt x="1161517" y="63157"/>
                  <a:pt x="1162152" y="62129"/>
                  <a:pt x="1162660" y="60833"/>
                </a:cubicBezTo>
                <a:lnTo>
                  <a:pt x="1164819" y="55144"/>
                </a:lnTo>
                <a:lnTo>
                  <a:pt x="1148690" y="15037"/>
                </a:lnTo>
                <a:lnTo>
                  <a:pt x="1155802" y="15037"/>
                </a:lnTo>
                <a:lnTo>
                  <a:pt x="1164438" y="37288"/>
                </a:lnTo>
                <a:cubicBezTo>
                  <a:pt x="1165073" y="39142"/>
                  <a:pt x="1165835" y="41237"/>
                  <a:pt x="1166597" y="43574"/>
                </a:cubicBezTo>
                <a:cubicBezTo>
                  <a:pt x="1167359" y="45910"/>
                  <a:pt x="1167867" y="47282"/>
                  <a:pt x="1167994" y="47702"/>
                </a:cubicBezTo>
                <a:cubicBezTo>
                  <a:pt x="1168121" y="47358"/>
                  <a:pt x="1168629" y="46038"/>
                  <a:pt x="1169391" y="43765"/>
                </a:cubicBezTo>
                <a:cubicBezTo>
                  <a:pt x="1170534" y="40932"/>
                  <a:pt x="1171169" y="39002"/>
                  <a:pt x="1171550" y="37960"/>
                </a:cubicBezTo>
                <a:lnTo>
                  <a:pt x="1179424" y="15037"/>
                </a:lnTo>
                <a:lnTo>
                  <a:pt x="1186536" y="15037"/>
                </a:lnTo>
                <a:lnTo>
                  <a:pt x="1167994" y="63030"/>
                </a:lnTo>
                <a:cubicBezTo>
                  <a:pt x="1167232" y="65088"/>
                  <a:pt x="1166343" y="66752"/>
                  <a:pt x="1165327" y="67996"/>
                </a:cubicBezTo>
                <a:cubicBezTo>
                  <a:pt x="1164438" y="69253"/>
                  <a:pt x="1163041" y="70206"/>
                  <a:pt x="1161517" y="70866"/>
                </a:cubicBezTo>
                <a:cubicBezTo>
                  <a:pt x="1159866" y="71527"/>
                  <a:pt x="1157834" y="71857"/>
                  <a:pt x="1155294" y="71857"/>
                </a:cubicBezTo>
                <a:close/>
              </a:path>
            </a:pathLst>
          </a:custGeom>
          <a:solidFill>
            <a:srgbClr val="000000">
              <a:alpha val="50196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96" y="1438655"/>
            <a:ext cx="5231891" cy="3416808"/>
          </a:xfrm>
          <a:prstGeom prst="rect">
            <a:avLst/>
          </a:prstGeom>
        </p:spPr>
      </p:pic>
      <p:sp>
        <p:nvSpPr>
          <p:cNvPr id="6" name="Editable vector"/>
          <p:cNvSpPr/>
          <p:nvPr/>
        </p:nvSpPr>
        <p:spPr>
          <a:xfrm>
            <a:off x="1126832" y="1492122"/>
            <a:ext cx="5129187" cy="3313938"/>
          </a:xfrm>
          <a:custGeom>
            <a:avLst/>
            <a:gdLst/>
            <a:ahLst/>
            <a:cxnLst/>
            <a:rect l="0" t="0" r="r" b="b"/>
            <a:pathLst>
              <a:path w="5129187" h="3313938" fill="norm" stroke="0" extrusionOk="0">
                <a:moveTo>
                  <a:pt x="0" y="363728"/>
                </a:moveTo>
                <a:cubicBezTo>
                  <a:pt x="0" y="162814"/>
                  <a:pt x="162852" y="0"/>
                  <a:pt x="363766" y="0"/>
                </a:cubicBezTo>
                <a:lnTo>
                  <a:pt x="4765459" y="0"/>
                </a:lnTo>
                <a:cubicBezTo>
                  <a:pt x="4966373" y="0"/>
                  <a:pt x="5129187" y="162814"/>
                  <a:pt x="5129187" y="363728"/>
                </a:cubicBezTo>
                <a:lnTo>
                  <a:pt x="5129187" y="2950210"/>
                </a:lnTo>
                <a:cubicBezTo>
                  <a:pt x="5129187" y="3151124"/>
                  <a:pt x="4966373" y="3313938"/>
                  <a:pt x="4765459" y="3313938"/>
                </a:cubicBezTo>
                <a:lnTo>
                  <a:pt x="363766" y="3313938"/>
                </a:lnTo>
                <a:cubicBezTo>
                  <a:pt x="162852" y="3313938"/>
                  <a:pt x="0" y="3151124"/>
                  <a:pt x="0" y="2950210"/>
                </a:cubicBezTo>
                <a:lnTo>
                  <a:pt x="0" y="363728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Editable vector"/>
          <p:cNvSpPr/>
          <p:nvPr/>
        </p:nvSpPr>
        <p:spPr>
          <a:xfrm>
            <a:off x="2078608" y="-30302"/>
            <a:ext cx="10116566" cy="1076019"/>
          </a:xfrm>
          <a:custGeom>
            <a:avLst/>
            <a:gdLst/>
            <a:ahLst/>
            <a:cxnLst/>
            <a:rect l="0" t="0" r="r" b="b"/>
            <a:pathLst>
              <a:path w="10116566" h="1076020" fill="norm" stroke="0" extrusionOk="0">
                <a:moveTo>
                  <a:pt x="0" y="0"/>
                </a:moveTo>
                <a:lnTo>
                  <a:pt x="10116566" y="0"/>
                </a:lnTo>
                <a:lnTo>
                  <a:pt x="10116566" y="1076020"/>
                </a:lnTo>
                <a:lnTo>
                  <a:pt x="0" y="1076020"/>
                </a:lnTo>
                <a:close/>
              </a:path>
            </a:pathLst>
          </a:custGeom>
          <a:solidFill>
            <a:srgbClr val="E8F7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Editable vector"/>
          <p:cNvSpPr/>
          <p:nvPr/>
        </p:nvSpPr>
        <p:spPr>
          <a:xfrm>
            <a:off x="11121263" y="-40843"/>
            <a:ext cx="1073949" cy="1076020"/>
          </a:xfrm>
          <a:custGeom>
            <a:avLst/>
            <a:gdLst/>
            <a:ahLst/>
            <a:cxnLst/>
            <a:rect l="0" t="0" r="r" b="b"/>
            <a:pathLst>
              <a:path w="1073950" h="1076020" fill="norm" stroke="0" extrusionOk="0">
                <a:moveTo>
                  <a:pt x="0" y="0"/>
                </a:moveTo>
                <a:lnTo>
                  <a:pt x="1073950" y="0"/>
                </a:lnTo>
                <a:lnTo>
                  <a:pt x="1073950" y="1076020"/>
                </a:lnTo>
                <a:lnTo>
                  <a:pt x="0" y="1076020"/>
                </a:lnTo>
                <a:close/>
              </a:path>
            </a:pathLst>
          </a:custGeom>
          <a:solidFill>
            <a:srgbClr val="D1F0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1263" y="-40843"/>
            <a:ext cx="1073949" cy="1076020"/>
          </a:xfrm>
          <a:prstGeom prst="rect">
            <a:avLst/>
          </a:prstGeom>
        </p:spPr>
      </p:pic>
      <p:sp>
        <p:nvSpPr>
          <p:cNvPr id="10" name="Editable vector"/>
          <p:cNvSpPr/>
          <p:nvPr/>
        </p:nvSpPr>
        <p:spPr>
          <a:xfrm>
            <a:off x="0" y="-16446"/>
            <a:ext cx="2078608" cy="1062164"/>
          </a:xfrm>
          <a:custGeom>
            <a:avLst/>
            <a:gdLst/>
            <a:ahLst/>
            <a:cxnLst/>
            <a:rect l="0" t="0" r="r" b="b"/>
            <a:pathLst>
              <a:path w="2078609" h="1062164" fill="norm" stroke="0" extrusionOk="0">
                <a:moveTo>
                  <a:pt x="0" y="0"/>
                </a:moveTo>
                <a:lnTo>
                  <a:pt x="2078609" y="0"/>
                </a:lnTo>
                <a:lnTo>
                  <a:pt x="2078609" y="1062164"/>
                </a:lnTo>
                <a:lnTo>
                  <a:pt x="0" y="1062164"/>
                </a:lnTo>
                <a:close/>
              </a:path>
            </a:pathLst>
          </a:custGeom>
          <a:solidFill>
            <a:srgbClr val="D1F0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6446"/>
            <a:ext cx="2078608" cy="1062164"/>
          </a:xfrm>
          <a:prstGeom prst="rect">
            <a:avLst/>
          </a:prstGeom>
        </p:spPr>
      </p:pic>
      <p:sp>
        <p:nvSpPr>
          <p:cNvPr id="18" name="Editable vector"/>
          <p:cNvSpPr/>
          <p:nvPr/>
        </p:nvSpPr>
        <p:spPr>
          <a:xfrm>
            <a:off x="2459863" y="2265679"/>
            <a:ext cx="2930652" cy="16764"/>
          </a:xfrm>
          <a:custGeom>
            <a:avLst/>
            <a:gdLst/>
            <a:ahLst/>
            <a:cxnLst/>
            <a:rect l="0" t="0" r="r" b="b"/>
            <a:pathLst>
              <a:path w="2930652" h="16764" fill="norm" stroke="0" extrusionOk="0">
                <a:moveTo>
                  <a:pt x="0" y="0"/>
                </a:moveTo>
                <a:lnTo>
                  <a:pt x="976884" y="0"/>
                </a:lnTo>
                <a:lnTo>
                  <a:pt x="1953768" y="0"/>
                </a:lnTo>
                <a:lnTo>
                  <a:pt x="2930652" y="0"/>
                </a:lnTo>
                <a:lnTo>
                  <a:pt x="2930652" y="16764"/>
                </a:lnTo>
                <a:lnTo>
                  <a:pt x="1953768" y="16764"/>
                </a:lnTo>
                <a:lnTo>
                  <a:pt x="976884" y="16764"/>
                </a:lnTo>
                <a:lnTo>
                  <a:pt x="0" y="16764"/>
                </a:lnTo>
                <a:lnTo>
                  <a:pt x="0" y="0"/>
                </a:lnTo>
                <a:close/>
              </a:path>
            </a:pathLst>
          </a:custGeom>
          <a:solidFill>
            <a:srgbClr val="467886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0500" y="406400"/>
            <a:ext cx="127000" cy="635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3307" y="1515744"/>
            <a:ext cx="2254377" cy="2235326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50958" y="1492123"/>
            <a:ext cx="1759077" cy="2267076"/>
          </a:xfrm>
          <a:prstGeom prst="rect">
            <a:avLst/>
          </a:prstGeom>
        </p:spPr>
      </p:pic>
      <p:sp>
        <p:nvSpPr>
          <p:cNvPr id="28" name="Editable vector"/>
          <p:cNvSpPr/>
          <p:nvPr/>
        </p:nvSpPr>
        <p:spPr>
          <a:xfrm>
            <a:off x="518274" y="5617921"/>
            <a:ext cx="10975593" cy="320039"/>
          </a:xfrm>
          <a:custGeom>
            <a:avLst/>
            <a:gdLst/>
            <a:ahLst/>
            <a:cxnLst/>
            <a:rect l="0" t="0" r="r" b="b"/>
            <a:pathLst>
              <a:path w="10975594" h="320040" fill="norm" stroke="0" extrusionOk="0">
                <a:moveTo>
                  <a:pt x="0" y="0"/>
                </a:moveTo>
                <a:lnTo>
                  <a:pt x="10975594" y="0"/>
                </a:lnTo>
                <a:lnTo>
                  <a:pt x="10975594" y="320040"/>
                </a:lnTo>
                <a:lnTo>
                  <a:pt x="0" y="320040"/>
                </a:lnTo>
                <a:close/>
              </a:path>
            </a:pathLst>
          </a:custGeom>
          <a:solidFill>
            <a:srgbClr val="002A86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Editable text — 28"/>
          <p:cNvSpPr txBox="1"/>
          <p:nvPr/>
        </p:nvSpPr>
        <p:spPr>
          <a:xfrm>
            <a:off x="11568938" y="6546075"/>
            <a:ext cx="185839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38">
                <a:solidFill>
                  <a:srgbClr val="000000"/>
                </a:solidFill>
                <a:latin typeface="Arial"/>
              </a:rPr>
              <a:t>28</a:t>
            </a:r>
          </a:p>
        </p:txBody>
      </p:sp>
      <p:sp>
        <p:nvSpPr>
          <p:cNvPr id="12" name="Editable text — SAP Business AI Partner"/>
          <p:cNvSpPr txBox="1"/>
          <p:nvPr/>
        </p:nvSpPr>
        <p:spPr>
          <a:xfrm>
            <a:off x="2063495" y="177340"/>
            <a:ext cx="4538266" cy="6484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3204" b="1" i="0" spc="-122">
                <a:solidFill>
                  <a:srgbClr val="002A86"/>
                </a:solidFill>
                <a:latin typeface="Arial"/>
              </a:rPr>
              <a:t>SAP Business AI Partner</a:t>
            </a:r>
          </a:p>
        </p:txBody>
      </p:sp>
      <p:sp>
        <p:nvSpPr>
          <p:cNvPr id="13" name="Editable text — -"/>
          <p:cNvSpPr txBox="1"/>
          <p:nvPr/>
        </p:nvSpPr>
        <p:spPr>
          <a:xfrm>
            <a:off x="6538594" y="177340"/>
            <a:ext cx="199000" cy="6484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3204" b="1" i="0">
                <a:solidFill>
                  <a:srgbClr val="000000">
                    <a:alpha val="0"/>
                  </a:srgbClr>
                </a:solidFill>
                <a:latin typeface="Arial"/>
              </a:rPr>
              <a:t>-</a:t>
            </a:r>
          </a:p>
        </p:txBody>
      </p:sp>
      <p:sp>
        <p:nvSpPr>
          <p:cNvPr id="14" name="Editable text — led Adoption Incentive"/>
          <p:cNvSpPr txBox="1"/>
          <p:nvPr/>
        </p:nvSpPr>
        <p:spPr>
          <a:xfrm>
            <a:off x="6674231" y="177340"/>
            <a:ext cx="4330745" cy="6484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3204" b="1" i="0" spc="-36">
                <a:solidFill>
                  <a:srgbClr val="002A86"/>
                </a:solidFill>
                <a:latin typeface="Arial"/>
              </a:rPr>
              <a:t>led Adoption Incentive</a:t>
            </a:r>
          </a:p>
        </p:txBody>
      </p:sp>
      <p:sp>
        <p:nvSpPr>
          <p:cNvPr id="15" name="Editable text — Partner Eligibility Criteria"/>
          <p:cNvSpPr txBox="1"/>
          <p:nvPr/>
        </p:nvSpPr>
        <p:spPr>
          <a:xfrm>
            <a:off x="2063495" y="655114"/>
            <a:ext cx="2813458" cy="4198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004" b="0" i="0" spc="-11">
                <a:solidFill>
                  <a:srgbClr val="002A86"/>
                </a:solidFill>
                <a:latin typeface="Arial"/>
              </a:rPr>
              <a:t>Partner Eligibility Criteria</a:t>
            </a:r>
          </a:p>
        </p:txBody>
      </p:sp>
      <p:sp>
        <p:nvSpPr>
          <p:cNvPr id="16" name="Editable text — SAP PartnerEdge partner"/>
          <p:cNvSpPr txBox="1"/>
          <p:nvPr/>
        </p:nvSpPr>
        <p:spPr>
          <a:xfrm>
            <a:off x="1467866" y="1692958"/>
            <a:ext cx="2990949" cy="4198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004" b="1" i="0" spc="-46">
                <a:solidFill>
                  <a:srgbClr val="002986"/>
                </a:solidFill>
                <a:latin typeface="Arial"/>
              </a:rPr>
              <a:t>SAP PartnerEdge partner</a:t>
            </a:r>
          </a:p>
        </p:txBody>
      </p:sp>
      <p:sp>
        <p:nvSpPr>
          <p:cNvPr id="17" name="Editable text — Achieved SAP BTP Expert Competency "/>
          <p:cNvSpPr txBox="1"/>
          <p:nvPr/>
        </p:nvSpPr>
        <p:spPr>
          <a:xfrm>
            <a:off x="1467866" y="2034920"/>
            <a:ext cx="4037407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0" i="0" spc="-9">
                <a:solidFill>
                  <a:srgbClr val="000000"/>
                </a:solidFill>
                <a:latin typeface="Arial"/>
              </a:rPr>
              <a:t>Achieved </a:t>
            </a:r>
            <a:r>
              <a:rPr sz="1800" b="0" i="0" spc="-37">
                <a:solidFill>
                  <a:srgbClr val="467886"/>
                </a:solidFill>
                <a:latin typeface="Arial"/>
                <a:hlinkClick r:id="rId5"/>
              </a:rPr>
              <a:t>SAP BTP Expert Competency </a:t>
            </a:r>
          </a:p>
        </p:txBody>
      </p:sp>
      <p:sp>
        <p:nvSpPr>
          <p:cNvPr id="19" name="Editable text — SAP due diligence"/>
          <p:cNvSpPr txBox="1"/>
          <p:nvPr/>
        </p:nvSpPr>
        <p:spPr>
          <a:xfrm>
            <a:off x="1467866" y="2660952"/>
            <a:ext cx="2178206" cy="4198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004" b="1" i="0" spc="-52">
                <a:solidFill>
                  <a:srgbClr val="002986"/>
                </a:solidFill>
                <a:latin typeface="Arial"/>
              </a:rPr>
              <a:t>SAP due diligence</a:t>
            </a:r>
          </a:p>
        </p:txBody>
      </p:sp>
      <p:sp>
        <p:nvSpPr>
          <p:cNvPr id="20" name="Editable text — Valid due diligence of at least level 2 and in "/>
          <p:cNvSpPr txBox="1"/>
          <p:nvPr/>
        </p:nvSpPr>
        <p:spPr>
          <a:xfrm>
            <a:off x="1467866" y="3002914"/>
            <a:ext cx="446291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0" i="0" spc="-8">
                <a:solidFill>
                  <a:srgbClr val="000000"/>
                </a:solidFill>
                <a:latin typeface="Arial"/>
              </a:rPr>
              <a:t>Valid due diligence of at least level 2 and in </a:t>
            </a:r>
          </a:p>
        </p:txBody>
      </p:sp>
      <p:sp>
        <p:nvSpPr>
          <p:cNvPr id="21" name="Editable text — good standing with SAP."/>
          <p:cNvSpPr txBox="1"/>
          <p:nvPr/>
        </p:nvSpPr>
        <p:spPr>
          <a:xfrm>
            <a:off x="1467866" y="3277234"/>
            <a:ext cx="248163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0" i="0" spc="-26">
                <a:solidFill>
                  <a:srgbClr val="000000"/>
                </a:solidFill>
                <a:latin typeface="Arial"/>
              </a:rPr>
              <a:t>good standing with SAP.</a:t>
            </a:r>
          </a:p>
        </p:txBody>
      </p:sp>
      <p:sp>
        <p:nvSpPr>
          <p:cNvPr id="22" name="Editable text — SAP vendor number"/>
          <p:cNvSpPr txBox="1"/>
          <p:nvPr/>
        </p:nvSpPr>
        <p:spPr>
          <a:xfrm>
            <a:off x="1467866" y="3704616"/>
            <a:ext cx="2412110" cy="4203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006" b="1" i="0" spc="-50">
                <a:solidFill>
                  <a:srgbClr val="002986"/>
                </a:solidFill>
                <a:latin typeface="Arial"/>
              </a:rPr>
              <a:t>SAP vendor number</a:t>
            </a:r>
          </a:p>
        </p:txBody>
      </p:sp>
      <p:sp>
        <p:nvSpPr>
          <p:cNvPr id="23" name="Editable text — Vendor number must exist in SAP’s "/>
          <p:cNvSpPr txBox="1"/>
          <p:nvPr/>
        </p:nvSpPr>
        <p:spPr>
          <a:xfrm>
            <a:off x="1467866" y="4047236"/>
            <a:ext cx="3612515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0" i="0" spc="-26">
                <a:solidFill>
                  <a:srgbClr val="000000"/>
                </a:solidFill>
                <a:latin typeface="Arial"/>
              </a:rPr>
              <a:t>Vendor number must exist in SAP’s </a:t>
            </a:r>
          </a:p>
        </p:txBody>
      </p:sp>
      <p:sp>
        <p:nvSpPr>
          <p:cNvPr id="24" name="Editable text — procurement system."/>
          <p:cNvSpPr txBox="1"/>
          <p:nvPr/>
        </p:nvSpPr>
        <p:spPr>
          <a:xfrm>
            <a:off x="1467866" y="4321556"/>
            <a:ext cx="2179879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0" i="0" spc="-8">
                <a:solidFill>
                  <a:srgbClr val="000000"/>
                </a:solidFill>
                <a:latin typeface="Arial"/>
              </a:rPr>
              <a:t>procurement system.</a:t>
            </a:r>
          </a:p>
        </p:txBody>
      </p:sp>
      <p:sp>
        <p:nvSpPr>
          <p:cNvPr id="29" name="Editable text — Partners must meet SAP PartnerEdge requirements and maintain"/>
          <p:cNvSpPr txBox="1"/>
          <p:nvPr/>
        </p:nvSpPr>
        <p:spPr>
          <a:xfrm>
            <a:off x="1984882" y="5681980"/>
            <a:ext cx="7792236" cy="3060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6" b="0" i="0" spc="-8">
                <a:solidFill>
                  <a:srgbClr val="FFFFFF"/>
                </a:solidFill>
                <a:latin typeface="Arial"/>
              </a:rPr>
              <a:t>Partners must meet SAP PartnerEdge requirements and maintain eligibility throughout the program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"/>
          <p:cNvSpPr/>
          <p:nvPr/>
        </p:nvSpPr>
        <p:spPr>
          <a:xfrm>
            <a:off x="0" y="0"/>
            <a:ext cx="12195175" cy="6858000"/>
          </a:xfrm>
          <a:custGeom>
            <a:avLst/>
            <a:gdLst/>
            <a:ahLst/>
            <a:cxnLst/>
            <a:rect l="0" t="0" r="r" b="b"/>
            <a:pathLst>
              <a:path w="12195175" h="6858000" fill="norm" stroke="0" extrusionOk="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Editable vector"/>
          <p:cNvSpPr/>
          <p:nvPr/>
        </p:nvSpPr>
        <p:spPr>
          <a:xfrm>
            <a:off x="506628" y="6582778"/>
            <a:ext cx="1186535" cy="71856"/>
          </a:xfrm>
          <a:custGeom>
            <a:avLst/>
            <a:gdLst/>
            <a:ahLst/>
            <a:cxnLst/>
            <a:rect l="0" t="0" r="r" b="b"/>
            <a:pathLst>
              <a:path w="1186536" h="71857" fill="norm" stroke="0" extrusionOk="0">
                <a:moveTo>
                  <a:pt x="0" y="2832"/>
                </a:moveTo>
                <a:lnTo>
                  <a:pt x="0" y="55258"/>
                </a:lnTo>
                <a:lnTo>
                  <a:pt x="7074" y="55258"/>
                </a:lnTo>
                <a:lnTo>
                  <a:pt x="7074" y="2832"/>
                </a:lnTo>
                <a:close/>
                <a:moveTo>
                  <a:pt x="19812" y="2832"/>
                </a:moveTo>
                <a:lnTo>
                  <a:pt x="28181" y="2832"/>
                </a:lnTo>
                <a:lnTo>
                  <a:pt x="54712" y="47410"/>
                </a:lnTo>
                <a:cubicBezTo>
                  <a:pt x="54661" y="46266"/>
                  <a:pt x="54610" y="44717"/>
                  <a:pt x="54572" y="42761"/>
                </a:cubicBezTo>
                <a:cubicBezTo>
                  <a:pt x="54521" y="40793"/>
                  <a:pt x="54496" y="38862"/>
                  <a:pt x="54496" y="36957"/>
                </a:cubicBezTo>
                <a:lnTo>
                  <a:pt x="54496" y="2832"/>
                </a:lnTo>
                <a:lnTo>
                  <a:pt x="60820" y="2832"/>
                </a:lnTo>
                <a:lnTo>
                  <a:pt x="60820" y="55258"/>
                </a:lnTo>
                <a:lnTo>
                  <a:pt x="52108" y="55258"/>
                </a:lnTo>
                <a:lnTo>
                  <a:pt x="25921" y="11202"/>
                </a:lnTo>
                <a:cubicBezTo>
                  <a:pt x="25972" y="12345"/>
                  <a:pt x="26010" y="13894"/>
                  <a:pt x="26060" y="15837"/>
                </a:cubicBezTo>
                <a:cubicBezTo>
                  <a:pt x="26111" y="17780"/>
                  <a:pt x="26137" y="19724"/>
                  <a:pt x="26137" y="21654"/>
                </a:cubicBezTo>
                <a:lnTo>
                  <a:pt x="26137" y="55258"/>
                </a:lnTo>
                <a:lnTo>
                  <a:pt x="19812" y="55258"/>
                </a:lnTo>
                <a:lnTo>
                  <a:pt x="19812" y="2832"/>
                </a:lnTo>
                <a:close/>
                <a:moveTo>
                  <a:pt x="84125" y="9385"/>
                </a:moveTo>
                <a:lnTo>
                  <a:pt x="67653" y="9385"/>
                </a:lnTo>
                <a:lnTo>
                  <a:pt x="67653" y="2832"/>
                </a:lnTo>
                <a:lnTo>
                  <a:pt x="107683" y="2832"/>
                </a:lnTo>
                <a:lnTo>
                  <a:pt x="107683" y="9385"/>
                </a:lnTo>
                <a:lnTo>
                  <a:pt x="91199" y="9385"/>
                </a:lnTo>
                <a:lnTo>
                  <a:pt x="91199" y="55258"/>
                </a:lnTo>
                <a:lnTo>
                  <a:pt x="84125" y="55258"/>
                </a:lnTo>
                <a:lnTo>
                  <a:pt x="84125" y="9385"/>
                </a:lnTo>
                <a:close/>
                <a:moveTo>
                  <a:pt x="114300" y="2832"/>
                </a:moveTo>
                <a:lnTo>
                  <a:pt x="147980" y="2832"/>
                </a:lnTo>
                <a:lnTo>
                  <a:pt x="147980" y="9385"/>
                </a:lnTo>
                <a:lnTo>
                  <a:pt x="121374" y="9385"/>
                </a:lnTo>
                <a:lnTo>
                  <a:pt x="121374" y="25083"/>
                </a:lnTo>
                <a:lnTo>
                  <a:pt x="145783" y="25083"/>
                </a:lnTo>
                <a:lnTo>
                  <a:pt x="145783" y="31483"/>
                </a:lnTo>
                <a:lnTo>
                  <a:pt x="121374" y="31483"/>
                </a:lnTo>
                <a:lnTo>
                  <a:pt x="121374" y="48705"/>
                </a:lnTo>
                <a:lnTo>
                  <a:pt x="149504" y="48705"/>
                </a:lnTo>
                <a:lnTo>
                  <a:pt x="149504" y="55258"/>
                </a:lnTo>
                <a:lnTo>
                  <a:pt x="114300" y="55258"/>
                </a:lnTo>
                <a:lnTo>
                  <a:pt x="114300" y="2832"/>
                </a:lnTo>
                <a:close/>
                <a:moveTo>
                  <a:pt x="158496" y="2832"/>
                </a:moveTo>
                <a:lnTo>
                  <a:pt x="178626" y="2832"/>
                </a:lnTo>
                <a:cubicBezTo>
                  <a:pt x="182550" y="2832"/>
                  <a:pt x="185877" y="3442"/>
                  <a:pt x="188633" y="4674"/>
                </a:cubicBezTo>
                <a:cubicBezTo>
                  <a:pt x="191389" y="5906"/>
                  <a:pt x="193485" y="7671"/>
                  <a:pt x="194907" y="9996"/>
                </a:cubicBezTo>
                <a:cubicBezTo>
                  <a:pt x="196329" y="12319"/>
                  <a:pt x="197041" y="15088"/>
                  <a:pt x="197041" y="18314"/>
                </a:cubicBezTo>
                <a:cubicBezTo>
                  <a:pt x="197041" y="20613"/>
                  <a:pt x="196596" y="22797"/>
                  <a:pt x="195707" y="24854"/>
                </a:cubicBezTo>
                <a:cubicBezTo>
                  <a:pt x="194818" y="26912"/>
                  <a:pt x="193408" y="28702"/>
                  <a:pt x="191478" y="30214"/>
                </a:cubicBezTo>
                <a:cubicBezTo>
                  <a:pt x="189560" y="31725"/>
                  <a:pt x="187122" y="32766"/>
                  <a:pt x="184175" y="33338"/>
                </a:cubicBezTo>
                <a:lnTo>
                  <a:pt x="199200" y="55258"/>
                </a:lnTo>
                <a:lnTo>
                  <a:pt x="190944" y="55258"/>
                </a:lnTo>
                <a:lnTo>
                  <a:pt x="177254" y="34240"/>
                </a:lnTo>
                <a:lnTo>
                  <a:pt x="165570" y="34240"/>
                </a:lnTo>
                <a:lnTo>
                  <a:pt x="165570" y="55258"/>
                </a:lnTo>
                <a:lnTo>
                  <a:pt x="158496" y="55258"/>
                </a:lnTo>
                <a:lnTo>
                  <a:pt x="158496" y="2832"/>
                </a:lnTo>
                <a:close/>
                <a:moveTo>
                  <a:pt x="178143" y="27915"/>
                </a:moveTo>
                <a:cubicBezTo>
                  <a:pt x="180797" y="27915"/>
                  <a:pt x="183007" y="27496"/>
                  <a:pt x="184785" y="26657"/>
                </a:cubicBezTo>
                <a:cubicBezTo>
                  <a:pt x="186563" y="25832"/>
                  <a:pt x="187871" y="24702"/>
                  <a:pt x="188709" y="23279"/>
                </a:cubicBezTo>
                <a:cubicBezTo>
                  <a:pt x="189548" y="21857"/>
                  <a:pt x="189979" y="20219"/>
                  <a:pt x="189979" y="18390"/>
                </a:cubicBezTo>
                <a:cubicBezTo>
                  <a:pt x="189979" y="15380"/>
                  <a:pt x="188925" y="13119"/>
                  <a:pt x="186817" y="11595"/>
                </a:cubicBezTo>
                <a:cubicBezTo>
                  <a:pt x="184709" y="10071"/>
                  <a:pt x="181712" y="9310"/>
                  <a:pt x="177851" y="9310"/>
                </a:cubicBezTo>
                <a:lnTo>
                  <a:pt x="165570" y="9310"/>
                </a:lnTo>
                <a:lnTo>
                  <a:pt x="165570" y="27915"/>
                </a:lnTo>
                <a:lnTo>
                  <a:pt x="178143" y="27915"/>
                </a:lnTo>
                <a:close/>
                <a:moveTo>
                  <a:pt x="207264" y="2832"/>
                </a:moveTo>
                <a:lnTo>
                  <a:pt x="215633" y="2832"/>
                </a:lnTo>
                <a:lnTo>
                  <a:pt x="242164" y="47410"/>
                </a:lnTo>
                <a:cubicBezTo>
                  <a:pt x="242113" y="46266"/>
                  <a:pt x="242062" y="44717"/>
                  <a:pt x="242024" y="42761"/>
                </a:cubicBezTo>
                <a:cubicBezTo>
                  <a:pt x="241973" y="40793"/>
                  <a:pt x="241948" y="38862"/>
                  <a:pt x="241948" y="36957"/>
                </a:cubicBezTo>
                <a:lnTo>
                  <a:pt x="241948" y="2832"/>
                </a:lnTo>
                <a:lnTo>
                  <a:pt x="248272" y="2832"/>
                </a:lnTo>
                <a:lnTo>
                  <a:pt x="248272" y="55258"/>
                </a:lnTo>
                <a:lnTo>
                  <a:pt x="239560" y="55258"/>
                </a:lnTo>
                <a:lnTo>
                  <a:pt x="213373" y="11202"/>
                </a:lnTo>
                <a:cubicBezTo>
                  <a:pt x="213424" y="12345"/>
                  <a:pt x="213462" y="13894"/>
                  <a:pt x="213512" y="15837"/>
                </a:cubicBezTo>
                <a:cubicBezTo>
                  <a:pt x="213563" y="17780"/>
                  <a:pt x="213589" y="19724"/>
                  <a:pt x="213589" y="21654"/>
                </a:cubicBezTo>
                <a:lnTo>
                  <a:pt x="213589" y="55258"/>
                </a:lnTo>
                <a:lnTo>
                  <a:pt x="207264" y="55258"/>
                </a:lnTo>
                <a:lnTo>
                  <a:pt x="207264" y="2832"/>
                </a:lnTo>
                <a:close/>
                <a:moveTo>
                  <a:pt x="274079" y="2832"/>
                </a:moveTo>
                <a:lnTo>
                  <a:pt x="282181" y="2832"/>
                </a:lnTo>
                <a:lnTo>
                  <a:pt x="301904" y="55258"/>
                </a:lnTo>
                <a:lnTo>
                  <a:pt x="294500" y="55258"/>
                </a:lnTo>
                <a:lnTo>
                  <a:pt x="289547" y="41085"/>
                </a:lnTo>
                <a:lnTo>
                  <a:pt x="266560" y="41085"/>
                </a:lnTo>
                <a:lnTo>
                  <a:pt x="261607" y="55258"/>
                </a:lnTo>
                <a:lnTo>
                  <a:pt x="254356" y="55258"/>
                </a:lnTo>
                <a:lnTo>
                  <a:pt x="274079" y="2832"/>
                </a:lnTo>
                <a:close/>
                <a:moveTo>
                  <a:pt x="287401" y="34900"/>
                </a:moveTo>
                <a:lnTo>
                  <a:pt x="281178" y="17158"/>
                </a:lnTo>
                <a:cubicBezTo>
                  <a:pt x="280607" y="15545"/>
                  <a:pt x="280048" y="13932"/>
                  <a:pt x="279489" y="12319"/>
                </a:cubicBezTo>
                <a:cubicBezTo>
                  <a:pt x="278930" y="10706"/>
                  <a:pt x="278448" y="9322"/>
                  <a:pt x="278054" y="8154"/>
                </a:cubicBezTo>
                <a:cubicBezTo>
                  <a:pt x="277660" y="9322"/>
                  <a:pt x="277178" y="10706"/>
                  <a:pt x="276619" y="12319"/>
                </a:cubicBezTo>
                <a:cubicBezTo>
                  <a:pt x="276060" y="13932"/>
                  <a:pt x="275501" y="15545"/>
                  <a:pt x="274930" y="17158"/>
                </a:cubicBezTo>
                <a:lnTo>
                  <a:pt x="268719" y="34900"/>
                </a:lnTo>
                <a:lnTo>
                  <a:pt x="287401" y="34900"/>
                </a:lnTo>
                <a:close/>
                <a:moveTo>
                  <a:pt x="307848" y="2832"/>
                </a:moveTo>
                <a:lnTo>
                  <a:pt x="314922" y="2832"/>
                </a:lnTo>
                <a:lnTo>
                  <a:pt x="314922" y="48705"/>
                </a:lnTo>
                <a:lnTo>
                  <a:pt x="339179" y="48705"/>
                </a:lnTo>
                <a:lnTo>
                  <a:pt x="339179" y="55258"/>
                </a:lnTo>
                <a:lnTo>
                  <a:pt x="307848" y="55258"/>
                </a:lnTo>
                <a:lnTo>
                  <a:pt x="307848" y="2832"/>
                </a:lnTo>
                <a:close/>
                <a:moveTo>
                  <a:pt x="362268" y="32410"/>
                </a:moveTo>
                <a:lnTo>
                  <a:pt x="362268" y="37580"/>
                </a:lnTo>
                <a:lnTo>
                  <a:pt x="404609" y="37580"/>
                </a:lnTo>
                <a:lnTo>
                  <a:pt x="404609" y="32410"/>
                </a:lnTo>
                <a:close/>
                <a:moveTo>
                  <a:pt x="446773" y="56007"/>
                </a:moveTo>
                <a:cubicBezTo>
                  <a:pt x="442481" y="56007"/>
                  <a:pt x="438696" y="55309"/>
                  <a:pt x="435407" y="53911"/>
                </a:cubicBezTo>
                <a:cubicBezTo>
                  <a:pt x="432118" y="52528"/>
                  <a:pt x="429387" y="50432"/>
                  <a:pt x="427203" y="47625"/>
                </a:cubicBezTo>
                <a:lnTo>
                  <a:pt x="432041" y="42787"/>
                </a:lnTo>
                <a:cubicBezTo>
                  <a:pt x="433210" y="44260"/>
                  <a:pt x="434429" y="45492"/>
                  <a:pt x="435724" y="46495"/>
                </a:cubicBezTo>
                <a:cubicBezTo>
                  <a:pt x="437007" y="47498"/>
                  <a:pt x="438556" y="48299"/>
                  <a:pt x="440373" y="48895"/>
                </a:cubicBezTo>
                <a:cubicBezTo>
                  <a:pt x="442189" y="49492"/>
                  <a:pt x="444322" y="49785"/>
                  <a:pt x="446773" y="49785"/>
                </a:cubicBezTo>
                <a:cubicBezTo>
                  <a:pt x="449199" y="49785"/>
                  <a:pt x="451371" y="49479"/>
                  <a:pt x="453288" y="48870"/>
                </a:cubicBezTo>
                <a:cubicBezTo>
                  <a:pt x="455193" y="48273"/>
                  <a:pt x="456705" y="47320"/>
                  <a:pt x="457822" y="46025"/>
                </a:cubicBezTo>
                <a:cubicBezTo>
                  <a:pt x="458940" y="44742"/>
                  <a:pt x="459499" y="43117"/>
                  <a:pt x="459499" y="41161"/>
                </a:cubicBezTo>
                <a:cubicBezTo>
                  <a:pt x="459499" y="39192"/>
                  <a:pt x="458915" y="37605"/>
                  <a:pt x="457746" y="36399"/>
                </a:cubicBezTo>
                <a:cubicBezTo>
                  <a:pt x="456578" y="35179"/>
                  <a:pt x="455104" y="34227"/>
                  <a:pt x="453326" y="33541"/>
                </a:cubicBezTo>
                <a:cubicBezTo>
                  <a:pt x="451536" y="32868"/>
                  <a:pt x="449161" y="32157"/>
                  <a:pt x="446215" y="31407"/>
                </a:cubicBezTo>
                <a:cubicBezTo>
                  <a:pt x="442646" y="30518"/>
                  <a:pt x="439712" y="29579"/>
                  <a:pt x="437439" y="28601"/>
                </a:cubicBezTo>
                <a:cubicBezTo>
                  <a:pt x="435153" y="27623"/>
                  <a:pt x="433222" y="26124"/>
                  <a:pt x="431635" y="24118"/>
                </a:cubicBezTo>
                <a:cubicBezTo>
                  <a:pt x="430047" y="22111"/>
                  <a:pt x="429247" y="19431"/>
                  <a:pt x="429247" y="16078"/>
                </a:cubicBezTo>
                <a:cubicBezTo>
                  <a:pt x="429247" y="12878"/>
                  <a:pt x="430060" y="10237"/>
                  <a:pt x="431660" y="8128"/>
                </a:cubicBezTo>
                <a:cubicBezTo>
                  <a:pt x="433273" y="6033"/>
                  <a:pt x="435458" y="4496"/>
                  <a:pt x="438201" y="3518"/>
                </a:cubicBezTo>
                <a:cubicBezTo>
                  <a:pt x="440931" y="2540"/>
                  <a:pt x="444017" y="2045"/>
                  <a:pt x="447446" y="2045"/>
                </a:cubicBezTo>
                <a:cubicBezTo>
                  <a:pt x="451561" y="2045"/>
                  <a:pt x="455054" y="2718"/>
                  <a:pt x="457937" y="4039"/>
                </a:cubicBezTo>
                <a:cubicBezTo>
                  <a:pt x="460807" y="5373"/>
                  <a:pt x="463220" y="7201"/>
                  <a:pt x="465150" y="9525"/>
                </a:cubicBezTo>
                <a:lnTo>
                  <a:pt x="460426" y="14212"/>
                </a:lnTo>
                <a:cubicBezTo>
                  <a:pt x="458762" y="12306"/>
                  <a:pt x="456870" y="10833"/>
                  <a:pt x="454736" y="9792"/>
                </a:cubicBezTo>
                <a:cubicBezTo>
                  <a:pt x="452603" y="8751"/>
                  <a:pt x="450050" y="8230"/>
                  <a:pt x="447065" y="8230"/>
                </a:cubicBezTo>
                <a:cubicBezTo>
                  <a:pt x="444665" y="8230"/>
                  <a:pt x="442646" y="8560"/>
                  <a:pt x="441007" y="9208"/>
                </a:cubicBezTo>
                <a:cubicBezTo>
                  <a:pt x="439369" y="9868"/>
                  <a:pt x="438150" y="10770"/>
                  <a:pt x="437363" y="11913"/>
                </a:cubicBezTo>
                <a:cubicBezTo>
                  <a:pt x="436562" y="13056"/>
                  <a:pt x="436169" y="14364"/>
                  <a:pt x="436169" y="15850"/>
                </a:cubicBezTo>
                <a:cubicBezTo>
                  <a:pt x="436169" y="17666"/>
                  <a:pt x="436715" y="19139"/>
                  <a:pt x="437820" y="20269"/>
                </a:cubicBezTo>
                <a:cubicBezTo>
                  <a:pt x="438925" y="21387"/>
                  <a:pt x="440309" y="22276"/>
                  <a:pt x="441960" y="22911"/>
                </a:cubicBezTo>
                <a:cubicBezTo>
                  <a:pt x="443598" y="23533"/>
                  <a:pt x="445872" y="24244"/>
                  <a:pt x="448742" y="25006"/>
                </a:cubicBezTo>
                <a:cubicBezTo>
                  <a:pt x="452514" y="25946"/>
                  <a:pt x="455587" y="26912"/>
                  <a:pt x="457949" y="27915"/>
                </a:cubicBezTo>
                <a:cubicBezTo>
                  <a:pt x="460324" y="28905"/>
                  <a:pt x="462343" y="30429"/>
                  <a:pt x="463995" y="32487"/>
                </a:cubicBezTo>
                <a:cubicBezTo>
                  <a:pt x="465658" y="34544"/>
                  <a:pt x="466496" y="37313"/>
                  <a:pt x="466496" y="40780"/>
                </a:cubicBezTo>
                <a:cubicBezTo>
                  <a:pt x="466496" y="43765"/>
                  <a:pt x="465734" y="46393"/>
                  <a:pt x="464223" y="48692"/>
                </a:cubicBezTo>
                <a:cubicBezTo>
                  <a:pt x="462712" y="50991"/>
                  <a:pt x="460477" y="52781"/>
                  <a:pt x="457505" y="54064"/>
                </a:cubicBezTo>
                <a:cubicBezTo>
                  <a:pt x="454546" y="55359"/>
                  <a:pt x="450964" y="56007"/>
                  <a:pt x="446773" y="56007"/>
                </a:cubicBezTo>
                <a:close/>
                <a:moveTo>
                  <a:pt x="488963" y="2832"/>
                </a:moveTo>
                <a:lnTo>
                  <a:pt x="497065" y="2832"/>
                </a:lnTo>
                <a:lnTo>
                  <a:pt x="516788" y="55258"/>
                </a:lnTo>
                <a:lnTo>
                  <a:pt x="509384" y="55258"/>
                </a:lnTo>
                <a:lnTo>
                  <a:pt x="504431" y="41085"/>
                </a:lnTo>
                <a:lnTo>
                  <a:pt x="481444" y="41085"/>
                </a:lnTo>
                <a:lnTo>
                  <a:pt x="476491" y="55258"/>
                </a:lnTo>
                <a:lnTo>
                  <a:pt x="469240" y="55258"/>
                </a:lnTo>
                <a:lnTo>
                  <a:pt x="488963" y="2832"/>
                </a:lnTo>
                <a:close/>
                <a:moveTo>
                  <a:pt x="502285" y="34900"/>
                </a:moveTo>
                <a:lnTo>
                  <a:pt x="496062" y="17158"/>
                </a:lnTo>
                <a:cubicBezTo>
                  <a:pt x="495490" y="15545"/>
                  <a:pt x="494932" y="13932"/>
                  <a:pt x="494373" y="12319"/>
                </a:cubicBezTo>
                <a:cubicBezTo>
                  <a:pt x="493814" y="10706"/>
                  <a:pt x="493332" y="9322"/>
                  <a:pt x="492938" y="8154"/>
                </a:cubicBezTo>
                <a:cubicBezTo>
                  <a:pt x="492544" y="9322"/>
                  <a:pt x="492062" y="10706"/>
                  <a:pt x="491503" y="12319"/>
                </a:cubicBezTo>
                <a:cubicBezTo>
                  <a:pt x="490944" y="13932"/>
                  <a:pt x="490385" y="15545"/>
                  <a:pt x="489814" y="17158"/>
                </a:cubicBezTo>
                <a:lnTo>
                  <a:pt x="483603" y="34900"/>
                </a:lnTo>
                <a:lnTo>
                  <a:pt x="502285" y="34900"/>
                </a:lnTo>
                <a:close/>
                <a:moveTo>
                  <a:pt x="522732" y="2832"/>
                </a:moveTo>
                <a:lnTo>
                  <a:pt x="542531" y="2832"/>
                </a:lnTo>
                <a:cubicBezTo>
                  <a:pt x="546570" y="2832"/>
                  <a:pt x="549974" y="3493"/>
                  <a:pt x="552729" y="4801"/>
                </a:cubicBezTo>
                <a:cubicBezTo>
                  <a:pt x="555473" y="6121"/>
                  <a:pt x="557543" y="7963"/>
                  <a:pt x="558914" y="10351"/>
                </a:cubicBezTo>
                <a:cubicBezTo>
                  <a:pt x="560299" y="12726"/>
                  <a:pt x="560984" y="15532"/>
                  <a:pt x="560984" y="18759"/>
                </a:cubicBezTo>
                <a:cubicBezTo>
                  <a:pt x="560984" y="21908"/>
                  <a:pt x="560299" y="24727"/>
                  <a:pt x="558940" y="27204"/>
                </a:cubicBezTo>
                <a:cubicBezTo>
                  <a:pt x="557568" y="29680"/>
                  <a:pt x="555536" y="31636"/>
                  <a:pt x="552831" y="33058"/>
                </a:cubicBezTo>
                <a:cubicBezTo>
                  <a:pt x="550126" y="34493"/>
                  <a:pt x="546837" y="35205"/>
                  <a:pt x="542938" y="35205"/>
                </a:cubicBezTo>
                <a:lnTo>
                  <a:pt x="529806" y="35205"/>
                </a:lnTo>
                <a:lnTo>
                  <a:pt x="529806" y="55258"/>
                </a:lnTo>
                <a:lnTo>
                  <a:pt x="522732" y="55258"/>
                </a:lnTo>
                <a:lnTo>
                  <a:pt x="522732" y="2832"/>
                </a:lnTo>
                <a:close/>
                <a:moveTo>
                  <a:pt x="541934" y="28804"/>
                </a:moveTo>
                <a:cubicBezTo>
                  <a:pt x="545948" y="28804"/>
                  <a:pt x="548957" y="27953"/>
                  <a:pt x="550939" y="26251"/>
                </a:cubicBezTo>
                <a:cubicBezTo>
                  <a:pt x="552920" y="24550"/>
                  <a:pt x="553911" y="22085"/>
                  <a:pt x="553911" y="18835"/>
                </a:cubicBezTo>
                <a:cubicBezTo>
                  <a:pt x="553911" y="15710"/>
                  <a:pt x="552882" y="13336"/>
                  <a:pt x="550812" y="11723"/>
                </a:cubicBezTo>
                <a:cubicBezTo>
                  <a:pt x="548742" y="10109"/>
                  <a:pt x="545681" y="9310"/>
                  <a:pt x="541630" y="9310"/>
                </a:cubicBezTo>
                <a:lnTo>
                  <a:pt x="529806" y="9310"/>
                </a:lnTo>
                <a:lnTo>
                  <a:pt x="529806" y="28804"/>
                </a:lnTo>
                <a:lnTo>
                  <a:pt x="541934" y="28804"/>
                </a:lnTo>
                <a:close/>
                <a:moveTo>
                  <a:pt x="595973" y="56007"/>
                </a:moveTo>
                <a:cubicBezTo>
                  <a:pt x="593585" y="56007"/>
                  <a:pt x="591464" y="55538"/>
                  <a:pt x="589610" y="54623"/>
                </a:cubicBezTo>
                <a:cubicBezTo>
                  <a:pt x="587743" y="53708"/>
                  <a:pt x="586296" y="52363"/>
                  <a:pt x="585254" y="50610"/>
                </a:cubicBezTo>
                <a:cubicBezTo>
                  <a:pt x="584213" y="48844"/>
                  <a:pt x="583692" y="46736"/>
                  <a:pt x="583692" y="44285"/>
                </a:cubicBezTo>
                <a:cubicBezTo>
                  <a:pt x="583692" y="41275"/>
                  <a:pt x="584479" y="38812"/>
                  <a:pt x="586054" y="36881"/>
                </a:cubicBezTo>
                <a:cubicBezTo>
                  <a:pt x="587629" y="34938"/>
                  <a:pt x="589775" y="33528"/>
                  <a:pt x="592506" y="32652"/>
                </a:cubicBezTo>
                <a:cubicBezTo>
                  <a:pt x="595236" y="31776"/>
                  <a:pt x="598399" y="31331"/>
                  <a:pt x="601993" y="31331"/>
                </a:cubicBezTo>
                <a:lnTo>
                  <a:pt x="609143" y="31331"/>
                </a:lnTo>
                <a:lnTo>
                  <a:pt x="609143" y="28575"/>
                </a:lnTo>
                <a:cubicBezTo>
                  <a:pt x="609143" y="25756"/>
                  <a:pt x="608470" y="23597"/>
                  <a:pt x="607111" y="22123"/>
                </a:cubicBezTo>
                <a:cubicBezTo>
                  <a:pt x="605765" y="20651"/>
                  <a:pt x="603720" y="19914"/>
                  <a:pt x="600989" y="19914"/>
                </a:cubicBezTo>
                <a:cubicBezTo>
                  <a:pt x="598513" y="19914"/>
                  <a:pt x="596354" y="20409"/>
                  <a:pt x="594500" y="21413"/>
                </a:cubicBezTo>
                <a:cubicBezTo>
                  <a:pt x="592658" y="22416"/>
                  <a:pt x="591020" y="23876"/>
                  <a:pt x="589610" y="25794"/>
                </a:cubicBezTo>
                <a:lnTo>
                  <a:pt x="585292" y="21476"/>
                </a:lnTo>
                <a:cubicBezTo>
                  <a:pt x="589305" y="16663"/>
                  <a:pt x="594690" y="14250"/>
                  <a:pt x="601434" y="14250"/>
                </a:cubicBezTo>
                <a:cubicBezTo>
                  <a:pt x="604545" y="14250"/>
                  <a:pt x="607174" y="14846"/>
                  <a:pt x="609333" y="16040"/>
                </a:cubicBezTo>
                <a:cubicBezTo>
                  <a:pt x="611480" y="17234"/>
                  <a:pt x="613105" y="18898"/>
                  <a:pt x="614197" y="21044"/>
                </a:cubicBezTo>
                <a:cubicBezTo>
                  <a:pt x="615290" y="23191"/>
                  <a:pt x="615836" y="25705"/>
                  <a:pt x="615836" y="28575"/>
                </a:cubicBezTo>
                <a:lnTo>
                  <a:pt x="615836" y="55258"/>
                </a:lnTo>
                <a:lnTo>
                  <a:pt x="609435" y="55258"/>
                </a:lnTo>
                <a:lnTo>
                  <a:pt x="609435" y="47778"/>
                </a:lnTo>
                <a:lnTo>
                  <a:pt x="609295" y="47778"/>
                </a:lnTo>
                <a:cubicBezTo>
                  <a:pt x="607949" y="50635"/>
                  <a:pt x="606209" y="52718"/>
                  <a:pt x="604076" y="54026"/>
                </a:cubicBezTo>
                <a:cubicBezTo>
                  <a:pt x="601942" y="55347"/>
                  <a:pt x="599250" y="56007"/>
                  <a:pt x="595973" y="56007"/>
                </a:cubicBezTo>
                <a:close/>
                <a:moveTo>
                  <a:pt x="590614" y="44133"/>
                </a:moveTo>
                <a:cubicBezTo>
                  <a:pt x="590614" y="45403"/>
                  <a:pt x="590893" y="46495"/>
                  <a:pt x="591464" y="47447"/>
                </a:cubicBezTo>
                <a:cubicBezTo>
                  <a:pt x="592036" y="48387"/>
                  <a:pt x="592861" y="49111"/>
                  <a:pt x="593941" y="49619"/>
                </a:cubicBezTo>
                <a:cubicBezTo>
                  <a:pt x="595020" y="50127"/>
                  <a:pt x="596303" y="50381"/>
                  <a:pt x="597789" y="50381"/>
                </a:cubicBezTo>
                <a:cubicBezTo>
                  <a:pt x="600151" y="50381"/>
                  <a:pt x="602183" y="49911"/>
                  <a:pt x="603898" y="48946"/>
                </a:cubicBezTo>
                <a:cubicBezTo>
                  <a:pt x="605612" y="47993"/>
                  <a:pt x="606908" y="46749"/>
                  <a:pt x="607797" y="45187"/>
                </a:cubicBezTo>
                <a:cubicBezTo>
                  <a:pt x="608698" y="43638"/>
                  <a:pt x="609143" y="41999"/>
                  <a:pt x="609143" y="40260"/>
                </a:cubicBezTo>
                <a:lnTo>
                  <a:pt x="609143" y="36361"/>
                </a:lnTo>
                <a:lnTo>
                  <a:pt x="602894" y="36361"/>
                </a:lnTo>
                <a:cubicBezTo>
                  <a:pt x="599199" y="36361"/>
                  <a:pt x="596227" y="36919"/>
                  <a:pt x="593979" y="38050"/>
                </a:cubicBezTo>
                <a:cubicBezTo>
                  <a:pt x="591731" y="39180"/>
                  <a:pt x="590614" y="41199"/>
                  <a:pt x="590614" y="44133"/>
                </a:cubicBezTo>
                <a:close/>
                <a:moveTo>
                  <a:pt x="625285" y="15037"/>
                </a:moveTo>
                <a:lnTo>
                  <a:pt x="631685" y="15037"/>
                </a:lnTo>
                <a:lnTo>
                  <a:pt x="631685" y="23406"/>
                </a:lnTo>
                <a:lnTo>
                  <a:pt x="631838" y="23406"/>
                </a:lnTo>
                <a:cubicBezTo>
                  <a:pt x="632828" y="20803"/>
                  <a:pt x="634340" y="18631"/>
                  <a:pt x="636372" y="16879"/>
                </a:cubicBezTo>
                <a:cubicBezTo>
                  <a:pt x="638404" y="15126"/>
                  <a:pt x="641248" y="14250"/>
                  <a:pt x="644893" y="14250"/>
                </a:cubicBezTo>
                <a:cubicBezTo>
                  <a:pt x="647675" y="14250"/>
                  <a:pt x="649999" y="14834"/>
                  <a:pt x="651866" y="16002"/>
                </a:cubicBezTo>
                <a:cubicBezTo>
                  <a:pt x="653745" y="17171"/>
                  <a:pt x="655142" y="18821"/>
                  <a:pt x="656082" y="20955"/>
                </a:cubicBezTo>
                <a:cubicBezTo>
                  <a:pt x="657009" y="23089"/>
                  <a:pt x="657466" y="25578"/>
                  <a:pt x="657466" y="28435"/>
                </a:cubicBezTo>
                <a:lnTo>
                  <a:pt x="657466" y="55258"/>
                </a:lnTo>
                <a:lnTo>
                  <a:pt x="650735" y="55258"/>
                </a:lnTo>
                <a:lnTo>
                  <a:pt x="650735" y="29731"/>
                </a:lnTo>
                <a:cubicBezTo>
                  <a:pt x="650735" y="26632"/>
                  <a:pt x="650088" y="24270"/>
                  <a:pt x="648805" y="22644"/>
                </a:cubicBezTo>
                <a:cubicBezTo>
                  <a:pt x="647510" y="21019"/>
                  <a:pt x="645389" y="20206"/>
                  <a:pt x="642442" y="20206"/>
                </a:cubicBezTo>
                <a:cubicBezTo>
                  <a:pt x="640334" y="20206"/>
                  <a:pt x="638493" y="20663"/>
                  <a:pt x="636918" y="21590"/>
                </a:cubicBezTo>
                <a:cubicBezTo>
                  <a:pt x="635343" y="22505"/>
                  <a:pt x="634124" y="23838"/>
                  <a:pt x="633273" y="25603"/>
                </a:cubicBezTo>
                <a:cubicBezTo>
                  <a:pt x="632409" y="27369"/>
                  <a:pt x="631990" y="29477"/>
                  <a:pt x="631990" y="31928"/>
                </a:cubicBezTo>
                <a:lnTo>
                  <a:pt x="631990" y="55258"/>
                </a:lnTo>
                <a:lnTo>
                  <a:pt x="625285" y="55258"/>
                </a:lnTo>
                <a:lnTo>
                  <a:pt x="625285" y="15037"/>
                </a:lnTo>
                <a:close/>
                <a:moveTo>
                  <a:pt x="683209" y="56007"/>
                </a:moveTo>
                <a:cubicBezTo>
                  <a:pt x="679691" y="56007"/>
                  <a:pt x="676593" y="55118"/>
                  <a:pt x="673926" y="53366"/>
                </a:cubicBezTo>
                <a:cubicBezTo>
                  <a:pt x="671259" y="51601"/>
                  <a:pt x="669201" y="49137"/>
                  <a:pt x="667741" y="45987"/>
                </a:cubicBezTo>
                <a:cubicBezTo>
                  <a:pt x="666267" y="42838"/>
                  <a:pt x="665543" y="39218"/>
                  <a:pt x="665543" y="35128"/>
                </a:cubicBezTo>
                <a:cubicBezTo>
                  <a:pt x="665543" y="31039"/>
                  <a:pt x="666255" y="27419"/>
                  <a:pt x="667677" y="24270"/>
                </a:cubicBezTo>
                <a:cubicBezTo>
                  <a:pt x="669112" y="21108"/>
                  <a:pt x="671144" y="18656"/>
                  <a:pt x="673786" y="16891"/>
                </a:cubicBezTo>
                <a:cubicBezTo>
                  <a:pt x="676427" y="15139"/>
                  <a:pt x="679488" y="14250"/>
                  <a:pt x="682993" y="14250"/>
                </a:cubicBezTo>
                <a:cubicBezTo>
                  <a:pt x="685571" y="14250"/>
                  <a:pt x="687857" y="14656"/>
                  <a:pt x="689839" y="15443"/>
                </a:cubicBezTo>
                <a:cubicBezTo>
                  <a:pt x="691820" y="16243"/>
                  <a:pt x="693471" y="17297"/>
                  <a:pt x="694792" y="18631"/>
                </a:cubicBezTo>
                <a:cubicBezTo>
                  <a:pt x="696100" y="19952"/>
                  <a:pt x="697116" y="21451"/>
                  <a:pt x="697840" y="23114"/>
                </a:cubicBezTo>
                <a:lnTo>
                  <a:pt x="697979" y="23114"/>
                </a:lnTo>
                <a:lnTo>
                  <a:pt x="697979" y="0"/>
                </a:lnTo>
                <a:lnTo>
                  <a:pt x="704685" y="0"/>
                </a:lnTo>
                <a:lnTo>
                  <a:pt x="704685" y="55258"/>
                </a:lnTo>
                <a:lnTo>
                  <a:pt x="698284" y="55258"/>
                </a:lnTo>
                <a:lnTo>
                  <a:pt x="698284" y="46736"/>
                </a:lnTo>
                <a:lnTo>
                  <a:pt x="698208" y="46736"/>
                </a:lnTo>
                <a:cubicBezTo>
                  <a:pt x="697090" y="49492"/>
                  <a:pt x="695363" y="51727"/>
                  <a:pt x="693014" y="53429"/>
                </a:cubicBezTo>
                <a:cubicBezTo>
                  <a:pt x="690677" y="55144"/>
                  <a:pt x="687400" y="56007"/>
                  <a:pt x="683209" y="56007"/>
                </a:cubicBezTo>
                <a:close/>
                <a:moveTo>
                  <a:pt x="672541" y="35128"/>
                </a:moveTo>
                <a:cubicBezTo>
                  <a:pt x="672541" y="38380"/>
                  <a:pt x="673087" y="41148"/>
                  <a:pt x="674192" y="43421"/>
                </a:cubicBezTo>
                <a:cubicBezTo>
                  <a:pt x="675297" y="45707"/>
                  <a:pt x="676808" y="47422"/>
                  <a:pt x="678726" y="48578"/>
                </a:cubicBezTo>
                <a:cubicBezTo>
                  <a:pt x="680657" y="49733"/>
                  <a:pt x="682828" y="50305"/>
                  <a:pt x="685267" y="50305"/>
                </a:cubicBezTo>
                <a:cubicBezTo>
                  <a:pt x="687692" y="50305"/>
                  <a:pt x="689864" y="49733"/>
                  <a:pt x="691794" y="48578"/>
                </a:cubicBezTo>
                <a:cubicBezTo>
                  <a:pt x="693712" y="47422"/>
                  <a:pt x="695223" y="45707"/>
                  <a:pt x="696328" y="43447"/>
                </a:cubicBezTo>
                <a:cubicBezTo>
                  <a:pt x="697433" y="41173"/>
                  <a:pt x="697979" y="38405"/>
                  <a:pt x="697979" y="35128"/>
                </a:cubicBezTo>
                <a:cubicBezTo>
                  <a:pt x="697979" y="31877"/>
                  <a:pt x="697433" y="29121"/>
                  <a:pt x="696328" y="26848"/>
                </a:cubicBezTo>
                <a:cubicBezTo>
                  <a:pt x="695223" y="24574"/>
                  <a:pt x="693712" y="22873"/>
                  <a:pt x="691794" y="21717"/>
                </a:cubicBezTo>
                <a:cubicBezTo>
                  <a:pt x="689864" y="20562"/>
                  <a:pt x="687692" y="19990"/>
                  <a:pt x="685267" y="19990"/>
                </a:cubicBezTo>
                <a:cubicBezTo>
                  <a:pt x="682828" y="19990"/>
                  <a:pt x="680657" y="20562"/>
                  <a:pt x="678726" y="21717"/>
                </a:cubicBezTo>
                <a:cubicBezTo>
                  <a:pt x="676808" y="22873"/>
                  <a:pt x="675297" y="24574"/>
                  <a:pt x="674192" y="26848"/>
                </a:cubicBezTo>
                <a:cubicBezTo>
                  <a:pt x="673087" y="29121"/>
                  <a:pt x="672541" y="31877"/>
                  <a:pt x="672541" y="35128"/>
                </a:cubicBezTo>
                <a:close/>
                <a:moveTo>
                  <a:pt x="734568" y="2832"/>
                </a:moveTo>
                <a:lnTo>
                  <a:pt x="754367" y="2832"/>
                </a:lnTo>
                <a:cubicBezTo>
                  <a:pt x="758406" y="2832"/>
                  <a:pt x="761810" y="3493"/>
                  <a:pt x="764515" y="4801"/>
                </a:cubicBezTo>
                <a:cubicBezTo>
                  <a:pt x="767309" y="6121"/>
                  <a:pt x="769341" y="7963"/>
                  <a:pt x="770738" y="10351"/>
                </a:cubicBezTo>
                <a:cubicBezTo>
                  <a:pt x="772135" y="12726"/>
                  <a:pt x="772770" y="15532"/>
                  <a:pt x="772770" y="18759"/>
                </a:cubicBezTo>
                <a:cubicBezTo>
                  <a:pt x="772770" y="21908"/>
                  <a:pt x="772135" y="24727"/>
                  <a:pt x="770738" y="27204"/>
                </a:cubicBezTo>
                <a:cubicBezTo>
                  <a:pt x="769468" y="29680"/>
                  <a:pt x="767436" y="31636"/>
                  <a:pt x="764642" y="33058"/>
                </a:cubicBezTo>
                <a:cubicBezTo>
                  <a:pt x="761962" y="34493"/>
                  <a:pt x="758673" y="35205"/>
                  <a:pt x="754774" y="35205"/>
                </a:cubicBezTo>
                <a:lnTo>
                  <a:pt x="741642" y="35205"/>
                </a:lnTo>
                <a:lnTo>
                  <a:pt x="741642" y="55258"/>
                </a:lnTo>
                <a:lnTo>
                  <a:pt x="734568" y="55258"/>
                </a:lnTo>
                <a:lnTo>
                  <a:pt x="734568" y="2832"/>
                </a:lnTo>
                <a:close/>
                <a:moveTo>
                  <a:pt x="753770" y="28804"/>
                </a:moveTo>
                <a:cubicBezTo>
                  <a:pt x="757784" y="28804"/>
                  <a:pt x="760793" y="27953"/>
                  <a:pt x="762775" y="26251"/>
                </a:cubicBezTo>
                <a:cubicBezTo>
                  <a:pt x="764769" y="24550"/>
                  <a:pt x="765785" y="22085"/>
                  <a:pt x="765785" y="18835"/>
                </a:cubicBezTo>
                <a:cubicBezTo>
                  <a:pt x="765785" y="15710"/>
                  <a:pt x="764769" y="13336"/>
                  <a:pt x="762648" y="11723"/>
                </a:cubicBezTo>
                <a:cubicBezTo>
                  <a:pt x="760578" y="10109"/>
                  <a:pt x="757517" y="9310"/>
                  <a:pt x="753466" y="9310"/>
                </a:cubicBezTo>
                <a:lnTo>
                  <a:pt x="741642" y="9310"/>
                </a:lnTo>
                <a:lnTo>
                  <a:pt x="741642" y="28804"/>
                </a:lnTo>
                <a:lnTo>
                  <a:pt x="753770" y="28804"/>
                </a:lnTo>
                <a:close/>
                <a:moveTo>
                  <a:pt x="789534" y="56007"/>
                </a:moveTo>
                <a:cubicBezTo>
                  <a:pt x="787121" y="56007"/>
                  <a:pt x="784962" y="55538"/>
                  <a:pt x="783184" y="54623"/>
                </a:cubicBezTo>
                <a:cubicBezTo>
                  <a:pt x="781279" y="53708"/>
                  <a:pt x="779882" y="52363"/>
                  <a:pt x="778739" y="50610"/>
                </a:cubicBezTo>
                <a:cubicBezTo>
                  <a:pt x="777723" y="48844"/>
                  <a:pt x="777215" y="46736"/>
                  <a:pt x="777215" y="44285"/>
                </a:cubicBezTo>
                <a:cubicBezTo>
                  <a:pt x="777215" y="41275"/>
                  <a:pt x="777977" y="38812"/>
                  <a:pt x="779628" y="36881"/>
                </a:cubicBezTo>
                <a:cubicBezTo>
                  <a:pt x="781152" y="34938"/>
                  <a:pt x="783311" y="33528"/>
                  <a:pt x="786105" y="32652"/>
                </a:cubicBezTo>
                <a:cubicBezTo>
                  <a:pt x="788772" y="31776"/>
                  <a:pt x="791947" y="31331"/>
                  <a:pt x="795503" y="31331"/>
                </a:cubicBezTo>
                <a:lnTo>
                  <a:pt x="802742" y="31331"/>
                </a:lnTo>
                <a:lnTo>
                  <a:pt x="802742" y="28575"/>
                </a:lnTo>
                <a:cubicBezTo>
                  <a:pt x="802742" y="25756"/>
                  <a:pt x="801980" y="23597"/>
                  <a:pt x="800710" y="22123"/>
                </a:cubicBezTo>
                <a:cubicBezTo>
                  <a:pt x="799313" y="20651"/>
                  <a:pt x="797281" y="19914"/>
                  <a:pt x="794487" y="19914"/>
                </a:cubicBezTo>
                <a:cubicBezTo>
                  <a:pt x="792074" y="19914"/>
                  <a:pt x="789915" y="20409"/>
                  <a:pt x="788010" y="21413"/>
                </a:cubicBezTo>
                <a:cubicBezTo>
                  <a:pt x="786232" y="22416"/>
                  <a:pt x="784581" y="23876"/>
                  <a:pt x="783184" y="25794"/>
                </a:cubicBezTo>
                <a:lnTo>
                  <a:pt x="778866" y="21476"/>
                </a:lnTo>
                <a:cubicBezTo>
                  <a:pt x="782803" y="16663"/>
                  <a:pt x="788264" y="14250"/>
                  <a:pt x="794995" y="14250"/>
                </a:cubicBezTo>
                <a:cubicBezTo>
                  <a:pt x="798043" y="14250"/>
                  <a:pt x="800710" y="14846"/>
                  <a:pt x="802869" y="16040"/>
                </a:cubicBezTo>
                <a:cubicBezTo>
                  <a:pt x="805028" y="17234"/>
                  <a:pt x="806679" y="18898"/>
                  <a:pt x="807695" y="21044"/>
                </a:cubicBezTo>
                <a:cubicBezTo>
                  <a:pt x="808838" y="23191"/>
                  <a:pt x="809346" y="25705"/>
                  <a:pt x="809346" y="28575"/>
                </a:cubicBezTo>
                <a:lnTo>
                  <a:pt x="809346" y="55258"/>
                </a:lnTo>
                <a:lnTo>
                  <a:pt x="802996" y="55258"/>
                </a:lnTo>
                <a:lnTo>
                  <a:pt x="802996" y="47778"/>
                </a:lnTo>
                <a:lnTo>
                  <a:pt x="802869" y="47778"/>
                </a:lnTo>
                <a:cubicBezTo>
                  <a:pt x="801472" y="50635"/>
                  <a:pt x="799821" y="52718"/>
                  <a:pt x="797662" y="54026"/>
                </a:cubicBezTo>
                <a:cubicBezTo>
                  <a:pt x="795503" y="55347"/>
                  <a:pt x="792836" y="56007"/>
                  <a:pt x="789534" y="56007"/>
                </a:cubicBezTo>
                <a:close/>
                <a:moveTo>
                  <a:pt x="784200" y="44133"/>
                </a:moveTo>
                <a:cubicBezTo>
                  <a:pt x="784200" y="45403"/>
                  <a:pt x="784454" y="46495"/>
                  <a:pt x="784962" y="47447"/>
                </a:cubicBezTo>
                <a:cubicBezTo>
                  <a:pt x="785597" y="48387"/>
                  <a:pt x="786359" y="49111"/>
                  <a:pt x="787502" y="49619"/>
                </a:cubicBezTo>
                <a:cubicBezTo>
                  <a:pt x="788518" y="50127"/>
                  <a:pt x="789915" y="50381"/>
                  <a:pt x="791312" y="50381"/>
                </a:cubicBezTo>
                <a:cubicBezTo>
                  <a:pt x="793725" y="50381"/>
                  <a:pt x="795757" y="49911"/>
                  <a:pt x="797408" y="48946"/>
                </a:cubicBezTo>
                <a:cubicBezTo>
                  <a:pt x="799186" y="47993"/>
                  <a:pt x="800456" y="46749"/>
                  <a:pt x="801345" y="45187"/>
                </a:cubicBezTo>
                <a:cubicBezTo>
                  <a:pt x="802234" y="43638"/>
                  <a:pt x="802742" y="41999"/>
                  <a:pt x="802742" y="40260"/>
                </a:cubicBezTo>
                <a:lnTo>
                  <a:pt x="802742" y="36361"/>
                </a:lnTo>
                <a:lnTo>
                  <a:pt x="796392" y="36361"/>
                </a:lnTo>
                <a:cubicBezTo>
                  <a:pt x="792709" y="36361"/>
                  <a:pt x="789788" y="36919"/>
                  <a:pt x="787502" y="38050"/>
                </a:cubicBezTo>
                <a:cubicBezTo>
                  <a:pt x="785343" y="39180"/>
                  <a:pt x="784200" y="41199"/>
                  <a:pt x="784200" y="44133"/>
                </a:cubicBezTo>
                <a:close/>
                <a:moveTo>
                  <a:pt x="818871" y="15037"/>
                </a:moveTo>
                <a:lnTo>
                  <a:pt x="825221" y="15037"/>
                </a:lnTo>
                <a:lnTo>
                  <a:pt x="825221" y="23635"/>
                </a:lnTo>
                <a:lnTo>
                  <a:pt x="825348" y="23635"/>
                </a:lnTo>
                <a:cubicBezTo>
                  <a:pt x="826110" y="20333"/>
                  <a:pt x="827253" y="17945"/>
                  <a:pt x="828904" y="16472"/>
                </a:cubicBezTo>
                <a:cubicBezTo>
                  <a:pt x="830428" y="14999"/>
                  <a:pt x="832460" y="14250"/>
                  <a:pt x="834873" y="14250"/>
                </a:cubicBezTo>
                <a:cubicBezTo>
                  <a:pt x="835508" y="14250"/>
                  <a:pt x="836016" y="14288"/>
                  <a:pt x="836651" y="14364"/>
                </a:cubicBezTo>
                <a:cubicBezTo>
                  <a:pt x="837159" y="14440"/>
                  <a:pt x="837667" y="14529"/>
                  <a:pt x="838048" y="14631"/>
                </a:cubicBezTo>
                <a:lnTo>
                  <a:pt x="838048" y="21210"/>
                </a:lnTo>
                <a:cubicBezTo>
                  <a:pt x="837667" y="21095"/>
                  <a:pt x="837159" y="20993"/>
                  <a:pt x="836524" y="20917"/>
                </a:cubicBezTo>
                <a:cubicBezTo>
                  <a:pt x="835889" y="20841"/>
                  <a:pt x="835254" y="20803"/>
                  <a:pt x="834746" y="20803"/>
                </a:cubicBezTo>
                <a:cubicBezTo>
                  <a:pt x="831444" y="20803"/>
                  <a:pt x="829031" y="21946"/>
                  <a:pt x="827634" y="24244"/>
                </a:cubicBezTo>
                <a:cubicBezTo>
                  <a:pt x="826237" y="26543"/>
                  <a:pt x="825475" y="29896"/>
                  <a:pt x="825475" y="34316"/>
                </a:cubicBezTo>
                <a:lnTo>
                  <a:pt x="825475" y="55258"/>
                </a:lnTo>
                <a:lnTo>
                  <a:pt x="818871" y="55258"/>
                </a:lnTo>
                <a:lnTo>
                  <a:pt x="818871" y="15037"/>
                </a:lnTo>
                <a:close/>
                <a:moveTo>
                  <a:pt x="855701" y="55855"/>
                </a:moveTo>
                <a:cubicBezTo>
                  <a:pt x="853288" y="55855"/>
                  <a:pt x="851383" y="55525"/>
                  <a:pt x="849859" y="54890"/>
                </a:cubicBezTo>
                <a:cubicBezTo>
                  <a:pt x="848462" y="54242"/>
                  <a:pt x="847319" y="53239"/>
                  <a:pt x="846557" y="51867"/>
                </a:cubicBezTo>
                <a:cubicBezTo>
                  <a:pt x="845922" y="50509"/>
                  <a:pt x="845541" y="48743"/>
                  <a:pt x="845541" y="46584"/>
                </a:cubicBezTo>
                <a:lnTo>
                  <a:pt x="845541" y="20651"/>
                </a:lnTo>
                <a:lnTo>
                  <a:pt x="839572" y="20651"/>
                </a:lnTo>
                <a:lnTo>
                  <a:pt x="839572" y="17158"/>
                </a:lnTo>
                <a:lnTo>
                  <a:pt x="851383" y="5283"/>
                </a:lnTo>
                <a:lnTo>
                  <a:pt x="852272" y="5283"/>
                </a:lnTo>
                <a:lnTo>
                  <a:pt x="852272" y="15037"/>
                </a:lnTo>
                <a:lnTo>
                  <a:pt x="861289" y="15037"/>
                </a:lnTo>
                <a:lnTo>
                  <a:pt x="861289" y="20651"/>
                </a:lnTo>
                <a:lnTo>
                  <a:pt x="852272" y="20651"/>
                </a:lnTo>
                <a:lnTo>
                  <a:pt x="852272" y="45212"/>
                </a:lnTo>
                <a:cubicBezTo>
                  <a:pt x="852272" y="46406"/>
                  <a:pt x="852399" y="47320"/>
                  <a:pt x="852653" y="47981"/>
                </a:cubicBezTo>
                <a:cubicBezTo>
                  <a:pt x="852907" y="48641"/>
                  <a:pt x="853415" y="49111"/>
                  <a:pt x="854050" y="49378"/>
                </a:cubicBezTo>
                <a:cubicBezTo>
                  <a:pt x="854685" y="49657"/>
                  <a:pt x="855574" y="49785"/>
                  <a:pt x="856590" y="49785"/>
                </a:cubicBezTo>
                <a:cubicBezTo>
                  <a:pt x="858114" y="49785"/>
                  <a:pt x="859638" y="49581"/>
                  <a:pt x="861289" y="49149"/>
                </a:cubicBezTo>
                <a:lnTo>
                  <a:pt x="861289" y="55258"/>
                </a:lnTo>
                <a:cubicBezTo>
                  <a:pt x="860527" y="55435"/>
                  <a:pt x="859638" y="55576"/>
                  <a:pt x="858622" y="55690"/>
                </a:cubicBezTo>
                <a:cubicBezTo>
                  <a:pt x="857606" y="55791"/>
                  <a:pt x="856590" y="55855"/>
                  <a:pt x="855701" y="55855"/>
                </a:cubicBezTo>
                <a:close/>
                <a:moveTo>
                  <a:pt x="869163" y="15037"/>
                </a:moveTo>
                <a:lnTo>
                  <a:pt x="875513" y="15037"/>
                </a:lnTo>
                <a:lnTo>
                  <a:pt x="875513" y="23406"/>
                </a:lnTo>
                <a:lnTo>
                  <a:pt x="875640" y="23406"/>
                </a:lnTo>
                <a:cubicBezTo>
                  <a:pt x="876656" y="20803"/>
                  <a:pt x="878180" y="18631"/>
                  <a:pt x="880212" y="16879"/>
                </a:cubicBezTo>
                <a:cubicBezTo>
                  <a:pt x="882244" y="15126"/>
                  <a:pt x="885038" y="14250"/>
                  <a:pt x="888721" y="14250"/>
                </a:cubicBezTo>
                <a:cubicBezTo>
                  <a:pt x="891515" y="14250"/>
                  <a:pt x="893801" y="14834"/>
                  <a:pt x="895706" y="16002"/>
                </a:cubicBezTo>
                <a:cubicBezTo>
                  <a:pt x="897611" y="17171"/>
                  <a:pt x="899008" y="18821"/>
                  <a:pt x="899897" y="20955"/>
                </a:cubicBezTo>
                <a:cubicBezTo>
                  <a:pt x="900786" y="23089"/>
                  <a:pt x="901294" y="25578"/>
                  <a:pt x="901294" y="28435"/>
                </a:cubicBezTo>
                <a:lnTo>
                  <a:pt x="901294" y="55258"/>
                </a:lnTo>
                <a:lnTo>
                  <a:pt x="894563" y="55258"/>
                </a:lnTo>
                <a:lnTo>
                  <a:pt x="894563" y="29731"/>
                </a:lnTo>
                <a:cubicBezTo>
                  <a:pt x="894563" y="26632"/>
                  <a:pt x="893928" y="24270"/>
                  <a:pt x="892658" y="22644"/>
                </a:cubicBezTo>
                <a:cubicBezTo>
                  <a:pt x="891388" y="21019"/>
                  <a:pt x="889229" y="20206"/>
                  <a:pt x="886308" y="20206"/>
                </a:cubicBezTo>
                <a:cubicBezTo>
                  <a:pt x="884149" y="20206"/>
                  <a:pt x="882371" y="20663"/>
                  <a:pt x="880720" y="21590"/>
                </a:cubicBezTo>
                <a:cubicBezTo>
                  <a:pt x="879196" y="22505"/>
                  <a:pt x="877926" y="23838"/>
                  <a:pt x="877164" y="25603"/>
                </a:cubicBezTo>
                <a:cubicBezTo>
                  <a:pt x="876275" y="27369"/>
                  <a:pt x="875767" y="29477"/>
                  <a:pt x="875767" y="31928"/>
                </a:cubicBezTo>
                <a:lnTo>
                  <a:pt x="875767" y="55258"/>
                </a:lnTo>
                <a:lnTo>
                  <a:pt x="869163" y="55258"/>
                </a:lnTo>
                <a:lnTo>
                  <a:pt x="869163" y="15037"/>
                </a:lnTo>
                <a:close/>
                <a:moveTo>
                  <a:pt x="929615" y="56007"/>
                </a:moveTo>
                <a:cubicBezTo>
                  <a:pt x="925551" y="56007"/>
                  <a:pt x="921995" y="55207"/>
                  <a:pt x="918947" y="53607"/>
                </a:cubicBezTo>
                <a:cubicBezTo>
                  <a:pt x="915899" y="52007"/>
                  <a:pt x="913486" y="49632"/>
                  <a:pt x="911835" y="46495"/>
                </a:cubicBezTo>
                <a:cubicBezTo>
                  <a:pt x="910184" y="43358"/>
                  <a:pt x="909422" y="39574"/>
                  <a:pt x="909422" y="35128"/>
                </a:cubicBezTo>
                <a:cubicBezTo>
                  <a:pt x="909422" y="30633"/>
                  <a:pt x="910311" y="26822"/>
                  <a:pt x="911962" y="23685"/>
                </a:cubicBezTo>
                <a:cubicBezTo>
                  <a:pt x="913740" y="20549"/>
                  <a:pt x="916153" y="18186"/>
                  <a:pt x="919074" y="16612"/>
                </a:cubicBezTo>
                <a:cubicBezTo>
                  <a:pt x="921995" y="15037"/>
                  <a:pt x="925297" y="14250"/>
                  <a:pt x="928853" y="14250"/>
                </a:cubicBezTo>
                <a:cubicBezTo>
                  <a:pt x="932917" y="14250"/>
                  <a:pt x="936346" y="15202"/>
                  <a:pt x="938886" y="17107"/>
                </a:cubicBezTo>
                <a:cubicBezTo>
                  <a:pt x="941553" y="19000"/>
                  <a:pt x="943458" y="21425"/>
                  <a:pt x="944601" y="24371"/>
                </a:cubicBezTo>
                <a:cubicBezTo>
                  <a:pt x="945871" y="27331"/>
                  <a:pt x="946379" y="30429"/>
                  <a:pt x="946379" y="33681"/>
                </a:cubicBezTo>
                <a:cubicBezTo>
                  <a:pt x="946379" y="34798"/>
                  <a:pt x="946379" y="35840"/>
                  <a:pt x="946252" y="36805"/>
                </a:cubicBezTo>
                <a:lnTo>
                  <a:pt x="916407" y="36805"/>
                </a:lnTo>
                <a:cubicBezTo>
                  <a:pt x="916661" y="41199"/>
                  <a:pt x="917931" y="44539"/>
                  <a:pt x="920090" y="46851"/>
                </a:cubicBezTo>
                <a:cubicBezTo>
                  <a:pt x="922376" y="49149"/>
                  <a:pt x="925551" y="50305"/>
                  <a:pt x="929615" y="50305"/>
                </a:cubicBezTo>
                <a:cubicBezTo>
                  <a:pt x="932155" y="50305"/>
                  <a:pt x="934187" y="49936"/>
                  <a:pt x="935965" y="49188"/>
                </a:cubicBezTo>
                <a:cubicBezTo>
                  <a:pt x="937743" y="48451"/>
                  <a:pt x="939394" y="47219"/>
                  <a:pt x="940791" y="45504"/>
                </a:cubicBezTo>
                <a:lnTo>
                  <a:pt x="944982" y="49670"/>
                </a:lnTo>
                <a:cubicBezTo>
                  <a:pt x="943712" y="51168"/>
                  <a:pt x="942315" y="52375"/>
                  <a:pt x="940791" y="53302"/>
                </a:cubicBezTo>
                <a:cubicBezTo>
                  <a:pt x="939267" y="54229"/>
                  <a:pt x="937743" y="54915"/>
                  <a:pt x="935838" y="55347"/>
                </a:cubicBezTo>
                <a:cubicBezTo>
                  <a:pt x="934060" y="55779"/>
                  <a:pt x="932028" y="56007"/>
                  <a:pt x="929615" y="56007"/>
                </a:cubicBezTo>
                <a:close/>
                <a:moveTo>
                  <a:pt x="939648" y="31636"/>
                </a:moveTo>
                <a:cubicBezTo>
                  <a:pt x="939267" y="27763"/>
                  <a:pt x="938124" y="24854"/>
                  <a:pt x="936219" y="22911"/>
                </a:cubicBezTo>
                <a:cubicBezTo>
                  <a:pt x="934314" y="20955"/>
                  <a:pt x="931774" y="19990"/>
                  <a:pt x="928599" y="19990"/>
                </a:cubicBezTo>
                <a:cubicBezTo>
                  <a:pt x="926440" y="19990"/>
                  <a:pt x="924662" y="20422"/>
                  <a:pt x="922884" y="21286"/>
                </a:cubicBezTo>
                <a:cubicBezTo>
                  <a:pt x="921233" y="22149"/>
                  <a:pt x="919836" y="23457"/>
                  <a:pt x="918820" y="25197"/>
                </a:cubicBezTo>
                <a:cubicBezTo>
                  <a:pt x="917677" y="26924"/>
                  <a:pt x="916915" y="29070"/>
                  <a:pt x="916661" y="31636"/>
                </a:cubicBezTo>
                <a:lnTo>
                  <a:pt x="939648" y="31636"/>
                </a:lnTo>
                <a:close/>
                <a:moveTo>
                  <a:pt x="954507" y="15037"/>
                </a:moveTo>
                <a:lnTo>
                  <a:pt x="960857" y="15037"/>
                </a:lnTo>
                <a:lnTo>
                  <a:pt x="960857" y="23635"/>
                </a:lnTo>
                <a:lnTo>
                  <a:pt x="960984" y="23635"/>
                </a:lnTo>
                <a:cubicBezTo>
                  <a:pt x="961746" y="20333"/>
                  <a:pt x="962889" y="17945"/>
                  <a:pt x="964540" y="16472"/>
                </a:cubicBezTo>
                <a:cubicBezTo>
                  <a:pt x="966064" y="14999"/>
                  <a:pt x="968096" y="14250"/>
                  <a:pt x="970509" y="14250"/>
                </a:cubicBezTo>
                <a:cubicBezTo>
                  <a:pt x="971144" y="14250"/>
                  <a:pt x="971652" y="14288"/>
                  <a:pt x="972287" y="14364"/>
                </a:cubicBezTo>
                <a:cubicBezTo>
                  <a:pt x="972795" y="14440"/>
                  <a:pt x="973303" y="14529"/>
                  <a:pt x="973684" y="14631"/>
                </a:cubicBezTo>
                <a:lnTo>
                  <a:pt x="973684" y="21210"/>
                </a:lnTo>
                <a:cubicBezTo>
                  <a:pt x="973303" y="21095"/>
                  <a:pt x="972795" y="20993"/>
                  <a:pt x="972160" y="20917"/>
                </a:cubicBezTo>
                <a:cubicBezTo>
                  <a:pt x="971525" y="20841"/>
                  <a:pt x="970890" y="20803"/>
                  <a:pt x="970382" y="20803"/>
                </a:cubicBezTo>
                <a:cubicBezTo>
                  <a:pt x="967080" y="20803"/>
                  <a:pt x="964667" y="21946"/>
                  <a:pt x="963270" y="24244"/>
                </a:cubicBezTo>
                <a:cubicBezTo>
                  <a:pt x="961873" y="26543"/>
                  <a:pt x="961111" y="29896"/>
                  <a:pt x="961111" y="34316"/>
                </a:cubicBezTo>
                <a:lnTo>
                  <a:pt x="961111" y="55258"/>
                </a:lnTo>
                <a:lnTo>
                  <a:pt x="954507" y="55258"/>
                </a:lnTo>
                <a:lnTo>
                  <a:pt x="954507" y="15037"/>
                </a:lnTo>
                <a:close/>
                <a:moveTo>
                  <a:pt x="992988" y="56007"/>
                </a:moveTo>
                <a:cubicBezTo>
                  <a:pt x="986130" y="56007"/>
                  <a:pt x="980669" y="53899"/>
                  <a:pt x="976859" y="49670"/>
                </a:cubicBezTo>
                <a:lnTo>
                  <a:pt x="981177" y="45403"/>
                </a:lnTo>
                <a:cubicBezTo>
                  <a:pt x="982955" y="47257"/>
                  <a:pt x="984733" y="48565"/>
                  <a:pt x="986638" y="49327"/>
                </a:cubicBezTo>
                <a:cubicBezTo>
                  <a:pt x="988416" y="50076"/>
                  <a:pt x="990575" y="50457"/>
                  <a:pt x="992988" y="50457"/>
                </a:cubicBezTo>
                <a:cubicBezTo>
                  <a:pt x="995401" y="50457"/>
                  <a:pt x="997433" y="50000"/>
                  <a:pt x="999084" y="49099"/>
                </a:cubicBezTo>
                <a:cubicBezTo>
                  <a:pt x="1000735" y="48197"/>
                  <a:pt x="1001624" y="46711"/>
                  <a:pt x="1001624" y="44653"/>
                </a:cubicBezTo>
                <a:cubicBezTo>
                  <a:pt x="1001624" y="43193"/>
                  <a:pt x="1001243" y="41999"/>
                  <a:pt x="1000354" y="41097"/>
                </a:cubicBezTo>
                <a:cubicBezTo>
                  <a:pt x="999592" y="40196"/>
                  <a:pt x="998449" y="39484"/>
                  <a:pt x="997179" y="38964"/>
                </a:cubicBezTo>
                <a:cubicBezTo>
                  <a:pt x="995909" y="38443"/>
                  <a:pt x="993877" y="37833"/>
                  <a:pt x="991464" y="37135"/>
                </a:cubicBezTo>
                <a:cubicBezTo>
                  <a:pt x="988924" y="36424"/>
                  <a:pt x="986765" y="35649"/>
                  <a:pt x="984987" y="34837"/>
                </a:cubicBezTo>
                <a:cubicBezTo>
                  <a:pt x="983209" y="34011"/>
                  <a:pt x="981685" y="32842"/>
                  <a:pt x="980542" y="31318"/>
                </a:cubicBezTo>
                <a:cubicBezTo>
                  <a:pt x="979272" y="29794"/>
                  <a:pt x="978764" y="27839"/>
                  <a:pt x="978764" y="25451"/>
                </a:cubicBezTo>
                <a:cubicBezTo>
                  <a:pt x="978764" y="23076"/>
                  <a:pt x="979272" y="21044"/>
                  <a:pt x="980415" y="19355"/>
                </a:cubicBezTo>
                <a:cubicBezTo>
                  <a:pt x="981685" y="17666"/>
                  <a:pt x="983336" y="16396"/>
                  <a:pt x="985495" y="15532"/>
                </a:cubicBezTo>
                <a:cubicBezTo>
                  <a:pt x="987527" y="14681"/>
                  <a:pt x="990067" y="14250"/>
                  <a:pt x="992861" y="14250"/>
                </a:cubicBezTo>
                <a:cubicBezTo>
                  <a:pt x="995655" y="14250"/>
                  <a:pt x="998195" y="14707"/>
                  <a:pt x="1000735" y="15608"/>
                </a:cubicBezTo>
                <a:cubicBezTo>
                  <a:pt x="1003275" y="16523"/>
                  <a:pt x="1005307" y="17844"/>
                  <a:pt x="1006958" y="19571"/>
                </a:cubicBezTo>
                <a:lnTo>
                  <a:pt x="1002767" y="23851"/>
                </a:lnTo>
                <a:cubicBezTo>
                  <a:pt x="1000100" y="21222"/>
                  <a:pt x="996798" y="19914"/>
                  <a:pt x="992861" y="19914"/>
                </a:cubicBezTo>
                <a:cubicBezTo>
                  <a:pt x="990448" y="19914"/>
                  <a:pt x="988670" y="20346"/>
                  <a:pt x="987273" y="21210"/>
                </a:cubicBezTo>
                <a:cubicBezTo>
                  <a:pt x="985876" y="22085"/>
                  <a:pt x="985241" y="23394"/>
                  <a:pt x="985241" y="25159"/>
                </a:cubicBezTo>
                <a:cubicBezTo>
                  <a:pt x="985241" y="26327"/>
                  <a:pt x="985622" y="27293"/>
                  <a:pt x="986384" y="28055"/>
                </a:cubicBezTo>
                <a:cubicBezTo>
                  <a:pt x="987273" y="28829"/>
                  <a:pt x="988289" y="29464"/>
                  <a:pt x="989686" y="29973"/>
                </a:cubicBezTo>
                <a:cubicBezTo>
                  <a:pt x="990956" y="30480"/>
                  <a:pt x="992861" y="31090"/>
                  <a:pt x="995401" y="31776"/>
                </a:cubicBezTo>
                <a:cubicBezTo>
                  <a:pt x="997941" y="32500"/>
                  <a:pt x="1000100" y="33262"/>
                  <a:pt x="1001878" y="34049"/>
                </a:cubicBezTo>
                <a:cubicBezTo>
                  <a:pt x="1003529" y="34849"/>
                  <a:pt x="1005053" y="36055"/>
                  <a:pt x="1006323" y="37681"/>
                </a:cubicBezTo>
                <a:cubicBezTo>
                  <a:pt x="1007466" y="39307"/>
                  <a:pt x="1008101" y="41453"/>
                  <a:pt x="1008101" y="44133"/>
                </a:cubicBezTo>
                <a:cubicBezTo>
                  <a:pt x="1008101" y="46610"/>
                  <a:pt x="1007466" y="48743"/>
                  <a:pt x="1006196" y="50533"/>
                </a:cubicBezTo>
                <a:cubicBezTo>
                  <a:pt x="1004926" y="52312"/>
                  <a:pt x="1003148" y="53670"/>
                  <a:pt x="1000862" y="54611"/>
                </a:cubicBezTo>
                <a:cubicBezTo>
                  <a:pt x="998576" y="55538"/>
                  <a:pt x="995909" y="56007"/>
                  <a:pt x="992988" y="56007"/>
                </a:cubicBezTo>
                <a:close/>
                <a:moveTo>
                  <a:pt x="1057250" y="56007"/>
                </a:moveTo>
                <a:cubicBezTo>
                  <a:pt x="1052170" y="56007"/>
                  <a:pt x="1047725" y="54902"/>
                  <a:pt x="1043915" y="52693"/>
                </a:cubicBezTo>
                <a:cubicBezTo>
                  <a:pt x="1039978" y="50483"/>
                  <a:pt x="1037057" y="47334"/>
                  <a:pt x="1034898" y="43256"/>
                </a:cubicBezTo>
                <a:cubicBezTo>
                  <a:pt x="1032739" y="39180"/>
                  <a:pt x="1031596" y="34430"/>
                  <a:pt x="1031596" y="29032"/>
                </a:cubicBezTo>
                <a:cubicBezTo>
                  <a:pt x="1031596" y="23623"/>
                  <a:pt x="1032739" y="18885"/>
                  <a:pt x="1034898" y="14808"/>
                </a:cubicBezTo>
                <a:cubicBezTo>
                  <a:pt x="1037057" y="10744"/>
                  <a:pt x="1039978" y="7595"/>
                  <a:pt x="1043915" y="5385"/>
                </a:cubicBezTo>
                <a:cubicBezTo>
                  <a:pt x="1047725" y="3163"/>
                  <a:pt x="1052170" y="2045"/>
                  <a:pt x="1057250" y="2045"/>
                </a:cubicBezTo>
                <a:cubicBezTo>
                  <a:pt x="1062203" y="2045"/>
                  <a:pt x="1066648" y="3163"/>
                  <a:pt x="1070458" y="5385"/>
                </a:cubicBezTo>
                <a:cubicBezTo>
                  <a:pt x="1074395" y="7595"/>
                  <a:pt x="1077443" y="10744"/>
                  <a:pt x="1079602" y="14808"/>
                </a:cubicBezTo>
                <a:cubicBezTo>
                  <a:pt x="1081761" y="18885"/>
                  <a:pt x="1082777" y="23623"/>
                  <a:pt x="1082777" y="29032"/>
                </a:cubicBezTo>
                <a:cubicBezTo>
                  <a:pt x="1082777" y="34430"/>
                  <a:pt x="1081761" y="39180"/>
                  <a:pt x="1079602" y="43256"/>
                </a:cubicBezTo>
                <a:cubicBezTo>
                  <a:pt x="1077443" y="47334"/>
                  <a:pt x="1074395" y="50483"/>
                  <a:pt x="1070458" y="52693"/>
                </a:cubicBezTo>
                <a:cubicBezTo>
                  <a:pt x="1066648" y="54902"/>
                  <a:pt x="1062203" y="56007"/>
                  <a:pt x="1057250" y="56007"/>
                </a:cubicBezTo>
                <a:close/>
                <a:moveTo>
                  <a:pt x="1038835" y="29032"/>
                </a:moveTo>
                <a:cubicBezTo>
                  <a:pt x="1038835" y="33198"/>
                  <a:pt x="1039597" y="36818"/>
                  <a:pt x="1040994" y="39891"/>
                </a:cubicBezTo>
                <a:cubicBezTo>
                  <a:pt x="1042518" y="42964"/>
                  <a:pt x="1044677" y="45327"/>
                  <a:pt x="1047471" y="46978"/>
                </a:cubicBezTo>
                <a:cubicBezTo>
                  <a:pt x="1050138" y="48629"/>
                  <a:pt x="1053440" y="49454"/>
                  <a:pt x="1057250" y="49454"/>
                </a:cubicBezTo>
                <a:cubicBezTo>
                  <a:pt x="1060933" y="49454"/>
                  <a:pt x="1064235" y="48629"/>
                  <a:pt x="1066902" y="46978"/>
                </a:cubicBezTo>
                <a:cubicBezTo>
                  <a:pt x="1069696" y="45327"/>
                  <a:pt x="1071855" y="42964"/>
                  <a:pt x="1073379" y="39891"/>
                </a:cubicBezTo>
                <a:cubicBezTo>
                  <a:pt x="1074776" y="36818"/>
                  <a:pt x="1075538" y="33198"/>
                  <a:pt x="1075538" y="29032"/>
                </a:cubicBezTo>
                <a:cubicBezTo>
                  <a:pt x="1075538" y="24854"/>
                  <a:pt x="1074776" y="21248"/>
                  <a:pt x="1073379" y="18174"/>
                </a:cubicBezTo>
                <a:cubicBezTo>
                  <a:pt x="1071855" y="15113"/>
                  <a:pt x="1069696" y="12764"/>
                  <a:pt x="1066902" y="11112"/>
                </a:cubicBezTo>
                <a:cubicBezTo>
                  <a:pt x="1064235" y="9461"/>
                  <a:pt x="1060933" y="8636"/>
                  <a:pt x="1057250" y="8636"/>
                </a:cubicBezTo>
                <a:cubicBezTo>
                  <a:pt x="1053440" y="8636"/>
                  <a:pt x="1050138" y="9461"/>
                  <a:pt x="1047471" y="11112"/>
                </a:cubicBezTo>
                <a:cubicBezTo>
                  <a:pt x="1044677" y="12764"/>
                  <a:pt x="1042518" y="15113"/>
                  <a:pt x="1040994" y="18174"/>
                </a:cubicBezTo>
                <a:cubicBezTo>
                  <a:pt x="1039597" y="21248"/>
                  <a:pt x="1038835" y="24854"/>
                  <a:pt x="1038835" y="29032"/>
                </a:cubicBezTo>
                <a:close/>
                <a:moveTo>
                  <a:pt x="1091667" y="15037"/>
                </a:moveTo>
                <a:lnTo>
                  <a:pt x="1098017" y="15037"/>
                </a:lnTo>
                <a:lnTo>
                  <a:pt x="1098017" y="23406"/>
                </a:lnTo>
                <a:lnTo>
                  <a:pt x="1098144" y="23406"/>
                </a:lnTo>
                <a:cubicBezTo>
                  <a:pt x="1099160" y="20803"/>
                  <a:pt x="1100684" y="18631"/>
                  <a:pt x="1102716" y="16879"/>
                </a:cubicBezTo>
                <a:cubicBezTo>
                  <a:pt x="1104748" y="15126"/>
                  <a:pt x="1107542" y="14250"/>
                  <a:pt x="1111225" y="14250"/>
                </a:cubicBezTo>
                <a:cubicBezTo>
                  <a:pt x="1114019" y="14250"/>
                  <a:pt x="1116305" y="14834"/>
                  <a:pt x="1118210" y="16002"/>
                </a:cubicBezTo>
                <a:cubicBezTo>
                  <a:pt x="1120115" y="17171"/>
                  <a:pt x="1121512" y="18821"/>
                  <a:pt x="1122401" y="20955"/>
                </a:cubicBezTo>
                <a:cubicBezTo>
                  <a:pt x="1123290" y="23089"/>
                  <a:pt x="1123798" y="25578"/>
                  <a:pt x="1123798" y="28435"/>
                </a:cubicBezTo>
                <a:lnTo>
                  <a:pt x="1123798" y="55258"/>
                </a:lnTo>
                <a:lnTo>
                  <a:pt x="1117067" y="55258"/>
                </a:lnTo>
                <a:lnTo>
                  <a:pt x="1117067" y="29731"/>
                </a:lnTo>
                <a:cubicBezTo>
                  <a:pt x="1117067" y="26632"/>
                  <a:pt x="1116432" y="24270"/>
                  <a:pt x="1115162" y="22644"/>
                </a:cubicBezTo>
                <a:cubicBezTo>
                  <a:pt x="1113892" y="21019"/>
                  <a:pt x="1111733" y="20206"/>
                  <a:pt x="1108812" y="20206"/>
                </a:cubicBezTo>
                <a:cubicBezTo>
                  <a:pt x="1106653" y="20206"/>
                  <a:pt x="1104875" y="20663"/>
                  <a:pt x="1103224" y="21590"/>
                </a:cubicBezTo>
                <a:cubicBezTo>
                  <a:pt x="1101700" y="22505"/>
                  <a:pt x="1100430" y="23838"/>
                  <a:pt x="1099668" y="25603"/>
                </a:cubicBezTo>
                <a:cubicBezTo>
                  <a:pt x="1098779" y="27369"/>
                  <a:pt x="1098271" y="29477"/>
                  <a:pt x="1098271" y="31928"/>
                </a:cubicBezTo>
                <a:lnTo>
                  <a:pt x="1098271" y="55258"/>
                </a:lnTo>
                <a:lnTo>
                  <a:pt x="1091667" y="55258"/>
                </a:lnTo>
                <a:lnTo>
                  <a:pt x="1091667" y="15037"/>
                </a:lnTo>
                <a:close/>
                <a:moveTo>
                  <a:pt x="1143229" y="55855"/>
                </a:moveTo>
                <a:cubicBezTo>
                  <a:pt x="1141070" y="55855"/>
                  <a:pt x="1139292" y="55487"/>
                  <a:pt x="1137895" y="54776"/>
                </a:cubicBezTo>
                <a:cubicBezTo>
                  <a:pt x="1136498" y="54052"/>
                  <a:pt x="1135609" y="52984"/>
                  <a:pt x="1134974" y="51550"/>
                </a:cubicBezTo>
                <a:cubicBezTo>
                  <a:pt x="1134339" y="50127"/>
                  <a:pt x="1133958" y="48311"/>
                  <a:pt x="1133958" y="46101"/>
                </a:cubicBezTo>
                <a:lnTo>
                  <a:pt x="1133958" y="0"/>
                </a:lnTo>
                <a:lnTo>
                  <a:pt x="1140689" y="0"/>
                </a:lnTo>
                <a:lnTo>
                  <a:pt x="1140689" y="45060"/>
                </a:lnTo>
                <a:cubicBezTo>
                  <a:pt x="1140689" y="46304"/>
                  <a:pt x="1140816" y="47257"/>
                  <a:pt x="1141070" y="47930"/>
                </a:cubicBezTo>
                <a:cubicBezTo>
                  <a:pt x="1141324" y="48603"/>
                  <a:pt x="1141705" y="49073"/>
                  <a:pt x="1142213" y="49365"/>
                </a:cubicBezTo>
                <a:cubicBezTo>
                  <a:pt x="1142721" y="49644"/>
                  <a:pt x="1143483" y="49785"/>
                  <a:pt x="1144499" y="49785"/>
                </a:cubicBezTo>
                <a:cubicBezTo>
                  <a:pt x="1145134" y="49785"/>
                  <a:pt x="1145769" y="49733"/>
                  <a:pt x="1146404" y="49644"/>
                </a:cubicBezTo>
                <a:cubicBezTo>
                  <a:pt x="1147039" y="49543"/>
                  <a:pt x="1147547" y="49429"/>
                  <a:pt x="1148055" y="49302"/>
                </a:cubicBezTo>
                <a:lnTo>
                  <a:pt x="1148055" y="55258"/>
                </a:lnTo>
                <a:cubicBezTo>
                  <a:pt x="1147420" y="55461"/>
                  <a:pt x="1146658" y="55601"/>
                  <a:pt x="1145896" y="55703"/>
                </a:cubicBezTo>
                <a:cubicBezTo>
                  <a:pt x="1145007" y="55804"/>
                  <a:pt x="1144118" y="55855"/>
                  <a:pt x="1143229" y="55855"/>
                </a:cubicBezTo>
                <a:close/>
                <a:moveTo>
                  <a:pt x="1155294" y="71857"/>
                </a:moveTo>
                <a:cubicBezTo>
                  <a:pt x="1153897" y="71857"/>
                  <a:pt x="1152373" y="71755"/>
                  <a:pt x="1150976" y="71552"/>
                </a:cubicBezTo>
                <a:lnTo>
                  <a:pt x="1150976" y="65786"/>
                </a:lnTo>
                <a:cubicBezTo>
                  <a:pt x="1151992" y="66078"/>
                  <a:pt x="1153135" y="66231"/>
                  <a:pt x="1154786" y="66231"/>
                </a:cubicBezTo>
                <a:cubicBezTo>
                  <a:pt x="1156310" y="66231"/>
                  <a:pt x="1157580" y="66040"/>
                  <a:pt x="1158469" y="65660"/>
                </a:cubicBezTo>
                <a:cubicBezTo>
                  <a:pt x="1159485" y="65278"/>
                  <a:pt x="1160374" y="64694"/>
                  <a:pt x="1160882" y="63932"/>
                </a:cubicBezTo>
                <a:cubicBezTo>
                  <a:pt x="1161517" y="63157"/>
                  <a:pt x="1162152" y="62129"/>
                  <a:pt x="1162660" y="60833"/>
                </a:cubicBezTo>
                <a:lnTo>
                  <a:pt x="1164819" y="55144"/>
                </a:lnTo>
                <a:lnTo>
                  <a:pt x="1148690" y="15037"/>
                </a:lnTo>
                <a:lnTo>
                  <a:pt x="1155802" y="15037"/>
                </a:lnTo>
                <a:lnTo>
                  <a:pt x="1164438" y="37288"/>
                </a:lnTo>
                <a:cubicBezTo>
                  <a:pt x="1165073" y="39142"/>
                  <a:pt x="1165835" y="41237"/>
                  <a:pt x="1166597" y="43574"/>
                </a:cubicBezTo>
                <a:cubicBezTo>
                  <a:pt x="1167359" y="45910"/>
                  <a:pt x="1167867" y="47282"/>
                  <a:pt x="1167994" y="47702"/>
                </a:cubicBezTo>
                <a:cubicBezTo>
                  <a:pt x="1168121" y="47358"/>
                  <a:pt x="1168629" y="46038"/>
                  <a:pt x="1169391" y="43765"/>
                </a:cubicBezTo>
                <a:cubicBezTo>
                  <a:pt x="1170534" y="40932"/>
                  <a:pt x="1171169" y="39002"/>
                  <a:pt x="1171550" y="37960"/>
                </a:cubicBezTo>
                <a:lnTo>
                  <a:pt x="1179424" y="15037"/>
                </a:lnTo>
                <a:lnTo>
                  <a:pt x="1186536" y="15037"/>
                </a:lnTo>
                <a:lnTo>
                  <a:pt x="1167994" y="63030"/>
                </a:lnTo>
                <a:cubicBezTo>
                  <a:pt x="1167232" y="65088"/>
                  <a:pt x="1166343" y="66752"/>
                  <a:pt x="1165327" y="67996"/>
                </a:cubicBezTo>
                <a:cubicBezTo>
                  <a:pt x="1164438" y="69253"/>
                  <a:pt x="1163041" y="70206"/>
                  <a:pt x="1161517" y="70866"/>
                </a:cubicBezTo>
                <a:cubicBezTo>
                  <a:pt x="1159866" y="71527"/>
                  <a:pt x="1157834" y="71857"/>
                  <a:pt x="1155294" y="71857"/>
                </a:cubicBezTo>
                <a:close/>
              </a:path>
            </a:pathLst>
          </a:custGeom>
          <a:solidFill>
            <a:srgbClr val="000000">
              <a:alpha val="50196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Editable vector"/>
          <p:cNvSpPr/>
          <p:nvPr/>
        </p:nvSpPr>
        <p:spPr>
          <a:xfrm>
            <a:off x="2078608" y="-30302"/>
            <a:ext cx="10116566" cy="1076019"/>
          </a:xfrm>
          <a:custGeom>
            <a:avLst/>
            <a:gdLst/>
            <a:ahLst/>
            <a:cxnLst/>
            <a:rect l="0" t="0" r="r" b="b"/>
            <a:pathLst>
              <a:path w="10116566" h="1076020" fill="norm" stroke="0" extrusionOk="0">
                <a:moveTo>
                  <a:pt x="0" y="0"/>
                </a:moveTo>
                <a:lnTo>
                  <a:pt x="10116566" y="0"/>
                </a:lnTo>
                <a:lnTo>
                  <a:pt x="10116566" y="1076020"/>
                </a:lnTo>
                <a:lnTo>
                  <a:pt x="0" y="1076020"/>
                </a:lnTo>
                <a:close/>
              </a:path>
            </a:pathLst>
          </a:custGeom>
          <a:solidFill>
            <a:srgbClr val="E8F7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Editable vector"/>
          <p:cNvSpPr/>
          <p:nvPr/>
        </p:nvSpPr>
        <p:spPr>
          <a:xfrm>
            <a:off x="11121263" y="-40843"/>
            <a:ext cx="1073949" cy="1076020"/>
          </a:xfrm>
          <a:custGeom>
            <a:avLst/>
            <a:gdLst/>
            <a:ahLst/>
            <a:cxnLst/>
            <a:rect l="0" t="0" r="r" b="b"/>
            <a:pathLst>
              <a:path w="1073950" h="1076020" fill="norm" stroke="0" extrusionOk="0">
                <a:moveTo>
                  <a:pt x="0" y="0"/>
                </a:moveTo>
                <a:lnTo>
                  <a:pt x="1073950" y="0"/>
                </a:lnTo>
                <a:lnTo>
                  <a:pt x="1073950" y="1076020"/>
                </a:lnTo>
                <a:lnTo>
                  <a:pt x="0" y="1076020"/>
                </a:lnTo>
                <a:close/>
              </a:path>
            </a:pathLst>
          </a:custGeom>
          <a:solidFill>
            <a:srgbClr val="D1F0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1263" y="-40843"/>
            <a:ext cx="1073949" cy="107602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500" y="406400"/>
            <a:ext cx="127000" cy="63500"/>
          </a:xfrm>
          <a:prstGeom prst="rect">
            <a:avLst/>
          </a:prstGeom>
        </p:spPr>
      </p:pic>
      <p:sp>
        <p:nvSpPr>
          <p:cNvPr id="9" name="Editable vector"/>
          <p:cNvSpPr/>
          <p:nvPr/>
        </p:nvSpPr>
        <p:spPr>
          <a:xfrm>
            <a:off x="0" y="-16446"/>
            <a:ext cx="2078608" cy="1062164"/>
          </a:xfrm>
          <a:custGeom>
            <a:avLst/>
            <a:gdLst/>
            <a:ahLst/>
            <a:cxnLst/>
            <a:rect l="0" t="0" r="r" b="b"/>
            <a:pathLst>
              <a:path w="2078609" h="1062164" fill="norm" stroke="0" extrusionOk="0">
                <a:moveTo>
                  <a:pt x="0" y="0"/>
                </a:moveTo>
                <a:lnTo>
                  <a:pt x="2078609" y="0"/>
                </a:lnTo>
                <a:lnTo>
                  <a:pt x="2078609" y="1062164"/>
                </a:lnTo>
                <a:lnTo>
                  <a:pt x="0" y="1062164"/>
                </a:lnTo>
                <a:close/>
              </a:path>
            </a:pathLst>
          </a:custGeom>
          <a:solidFill>
            <a:srgbClr val="D1F0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6446"/>
            <a:ext cx="2078608" cy="1062164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6300" y="800100"/>
            <a:ext cx="76200" cy="38100"/>
          </a:xfrm>
          <a:prstGeom prst="rect">
            <a:avLst/>
          </a:prstGeom>
        </p:spPr>
      </p:pic>
      <p:sp>
        <p:nvSpPr>
          <p:cNvPr id="18" name="Editable vector"/>
          <p:cNvSpPr/>
          <p:nvPr/>
        </p:nvSpPr>
        <p:spPr>
          <a:xfrm>
            <a:off x="518274" y="1971675"/>
            <a:ext cx="3599954" cy="806830"/>
          </a:xfrm>
          <a:custGeom>
            <a:avLst/>
            <a:gdLst/>
            <a:ahLst/>
            <a:cxnLst/>
            <a:rect l="0" t="0" r="r" b="b"/>
            <a:pathLst>
              <a:path w="3599955" h="806831" fill="norm" stroke="0" extrusionOk="0">
                <a:moveTo>
                  <a:pt x="0" y="0"/>
                </a:moveTo>
                <a:lnTo>
                  <a:pt x="3471050" y="0"/>
                </a:lnTo>
                <a:lnTo>
                  <a:pt x="3599955" y="403479"/>
                </a:lnTo>
                <a:lnTo>
                  <a:pt x="3471050" y="806831"/>
                </a:lnTo>
                <a:lnTo>
                  <a:pt x="0" y="806831"/>
                </a:lnTo>
                <a:lnTo>
                  <a:pt x="128892" y="403479"/>
                </a:lnTo>
                <a:lnTo>
                  <a:pt x="0" y="0"/>
                </a:lnTo>
                <a:close/>
              </a:path>
            </a:pathLst>
          </a:custGeom>
          <a:solidFill>
            <a:srgbClr val="002A86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Editable vector"/>
          <p:cNvSpPr/>
          <p:nvPr/>
        </p:nvSpPr>
        <p:spPr>
          <a:xfrm>
            <a:off x="4218813" y="1971675"/>
            <a:ext cx="3599942" cy="806830"/>
          </a:xfrm>
          <a:custGeom>
            <a:avLst/>
            <a:gdLst/>
            <a:ahLst/>
            <a:cxnLst/>
            <a:rect l="0" t="0" r="r" b="b"/>
            <a:pathLst>
              <a:path w="3599942" h="806831" fill="norm" stroke="0" extrusionOk="0">
                <a:moveTo>
                  <a:pt x="0" y="0"/>
                </a:moveTo>
                <a:lnTo>
                  <a:pt x="3490087" y="0"/>
                </a:lnTo>
                <a:lnTo>
                  <a:pt x="3599942" y="403479"/>
                </a:lnTo>
                <a:lnTo>
                  <a:pt x="3490087" y="806831"/>
                </a:lnTo>
                <a:lnTo>
                  <a:pt x="0" y="806831"/>
                </a:lnTo>
                <a:lnTo>
                  <a:pt x="109855" y="403479"/>
                </a:lnTo>
                <a:lnTo>
                  <a:pt x="0" y="0"/>
                </a:lnTo>
                <a:close/>
              </a:path>
            </a:pathLst>
          </a:custGeom>
          <a:solidFill>
            <a:srgbClr val="002A86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Editable vector"/>
          <p:cNvSpPr/>
          <p:nvPr/>
        </p:nvSpPr>
        <p:spPr>
          <a:xfrm>
            <a:off x="7932166" y="1971675"/>
            <a:ext cx="3599941" cy="806830"/>
          </a:xfrm>
          <a:custGeom>
            <a:avLst/>
            <a:gdLst/>
            <a:ahLst/>
            <a:cxnLst/>
            <a:rect l="0" t="0" r="r" b="b"/>
            <a:pathLst>
              <a:path w="3599942" h="806831" fill="norm" stroke="0" extrusionOk="0">
                <a:moveTo>
                  <a:pt x="0" y="0"/>
                </a:moveTo>
                <a:lnTo>
                  <a:pt x="3490087" y="0"/>
                </a:lnTo>
                <a:lnTo>
                  <a:pt x="3599942" y="403479"/>
                </a:lnTo>
                <a:lnTo>
                  <a:pt x="3490087" y="806831"/>
                </a:lnTo>
                <a:lnTo>
                  <a:pt x="0" y="806831"/>
                </a:lnTo>
                <a:lnTo>
                  <a:pt x="109727" y="403479"/>
                </a:lnTo>
                <a:lnTo>
                  <a:pt x="0" y="0"/>
                </a:lnTo>
                <a:close/>
              </a:path>
            </a:pathLst>
          </a:custGeom>
          <a:solidFill>
            <a:srgbClr val="002A86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Editable vector"/>
          <p:cNvSpPr/>
          <p:nvPr/>
        </p:nvSpPr>
        <p:spPr>
          <a:xfrm>
            <a:off x="1714880" y="3143122"/>
            <a:ext cx="1496567" cy="15240"/>
          </a:xfrm>
          <a:custGeom>
            <a:avLst/>
            <a:gdLst/>
            <a:ahLst/>
            <a:cxnLst/>
            <a:rect l="0" t="0" r="r" b="b"/>
            <a:pathLst>
              <a:path w="1496568" h="15240" fill="norm" stroke="0" extrusionOk="0">
                <a:moveTo>
                  <a:pt x="0" y="0"/>
                </a:moveTo>
                <a:lnTo>
                  <a:pt x="748284" y="0"/>
                </a:lnTo>
                <a:lnTo>
                  <a:pt x="1496568" y="0"/>
                </a:lnTo>
                <a:lnTo>
                  <a:pt x="1496568" y="15240"/>
                </a:lnTo>
                <a:lnTo>
                  <a:pt x="748284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002A86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Editable vector"/>
          <p:cNvSpPr/>
          <p:nvPr/>
        </p:nvSpPr>
        <p:spPr>
          <a:xfrm>
            <a:off x="686180" y="3386963"/>
            <a:ext cx="1008888" cy="15240"/>
          </a:xfrm>
          <a:custGeom>
            <a:avLst/>
            <a:gdLst/>
            <a:ahLst/>
            <a:cxnLst/>
            <a:rect l="0" t="0" r="r" b="b"/>
            <a:pathLst>
              <a:path w="1008888" h="15240" fill="norm" stroke="0" extrusionOk="0">
                <a:moveTo>
                  <a:pt x="0" y="0"/>
                </a:moveTo>
                <a:lnTo>
                  <a:pt x="504444" y="0"/>
                </a:lnTo>
                <a:lnTo>
                  <a:pt x="1008888" y="0"/>
                </a:lnTo>
                <a:lnTo>
                  <a:pt x="1008888" y="15240"/>
                </a:lnTo>
                <a:lnTo>
                  <a:pt x="504444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002A86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Editable vector"/>
          <p:cNvSpPr/>
          <p:nvPr/>
        </p:nvSpPr>
        <p:spPr>
          <a:xfrm>
            <a:off x="2135504" y="3386963"/>
            <a:ext cx="737616" cy="15240"/>
          </a:xfrm>
          <a:custGeom>
            <a:avLst/>
            <a:gdLst/>
            <a:ahLst/>
            <a:cxnLst/>
            <a:rect l="0" t="0" r="r" b="b"/>
            <a:pathLst>
              <a:path w="737616" h="15240" fill="norm" stroke="0" extrusionOk="0">
                <a:moveTo>
                  <a:pt x="0" y="0"/>
                </a:moveTo>
                <a:lnTo>
                  <a:pt x="737616" y="0"/>
                </a:lnTo>
                <a:lnTo>
                  <a:pt x="737616" y="15240"/>
                </a:lnTo>
                <a:lnTo>
                  <a:pt x="0" y="15240"/>
                </a:lnTo>
                <a:close/>
              </a:path>
            </a:pathLst>
          </a:custGeom>
          <a:solidFill>
            <a:srgbClr val="002A86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Editable vector"/>
          <p:cNvSpPr/>
          <p:nvPr/>
        </p:nvSpPr>
        <p:spPr>
          <a:xfrm>
            <a:off x="686180" y="3630803"/>
            <a:ext cx="972311" cy="15239"/>
          </a:xfrm>
          <a:custGeom>
            <a:avLst/>
            <a:gdLst/>
            <a:ahLst/>
            <a:cxnLst/>
            <a:rect l="0" t="0" r="r" b="b"/>
            <a:pathLst>
              <a:path w="972312" h="15240" fill="norm" stroke="0" extrusionOk="0">
                <a:moveTo>
                  <a:pt x="0" y="0"/>
                </a:moveTo>
                <a:lnTo>
                  <a:pt x="486156" y="0"/>
                </a:lnTo>
                <a:lnTo>
                  <a:pt x="972312" y="0"/>
                </a:lnTo>
                <a:lnTo>
                  <a:pt x="972312" y="15240"/>
                </a:lnTo>
                <a:lnTo>
                  <a:pt x="486156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002A86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Editable vector"/>
          <p:cNvSpPr/>
          <p:nvPr/>
        </p:nvSpPr>
        <p:spPr>
          <a:xfrm>
            <a:off x="1451228" y="4240403"/>
            <a:ext cx="2205228" cy="15239"/>
          </a:xfrm>
          <a:custGeom>
            <a:avLst/>
            <a:gdLst/>
            <a:ahLst/>
            <a:cxnLst/>
            <a:rect l="0" t="0" r="r" b="b"/>
            <a:pathLst>
              <a:path w="2205228" h="15240" fill="norm" stroke="0" extrusionOk="0">
                <a:moveTo>
                  <a:pt x="0" y="0"/>
                </a:moveTo>
                <a:lnTo>
                  <a:pt x="735076" y="0"/>
                </a:lnTo>
                <a:lnTo>
                  <a:pt x="1470152" y="0"/>
                </a:lnTo>
                <a:lnTo>
                  <a:pt x="2205228" y="0"/>
                </a:lnTo>
                <a:lnTo>
                  <a:pt x="2205228" y="15240"/>
                </a:lnTo>
                <a:lnTo>
                  <a:pt x="1470152" y="15240"/>
                </a:lnTo>
                <a:lnTo>
                  <a:pt x="735076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002A86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Editable vector"/>
          <p:cNvSpPr/>
          <p:nvPr/>
        </p:nvSpPr>
        <p:spPr>
          <a:xfrm>
            <a:off x="4761610" y="3386963"/>
            <a:ext cx="1190244" cy="15240"/>
          </a:xfrm>
          <a:custGeom>
            <a:avLst/>
            <a:gdLst/>
            <a:ahLst/>
            <a:cxnLst/>
            <a:rect l="0" t="0" r="r" b="b"/>
            <a:pathLst>
              <a:path w="1190244" h="15240" fill="norm" stroke="0" extrusionOk="0">
                <a:moveTo>
                  <a:pt x="0" y="0"/>
                </a:moveTo>
                <a:lnTo>
                  <a:pt x="595122" y="0"/>
                </a:lnTo>
                <a:lnTo>
                  <a:pt x="1190244" y="0"/>
                </a:lnTo>
                <a:lnTo>
                  <a:pt x="1190244" y="15240"/>
                </a:lnTo>
                <a:lnTo>
                  <a:pt x="595122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002A86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Editable vector"/>
          <p:cNvSpPr/>
          <p:nvPr/>
        </p:nvSpPr>
        <p:spPr>
          <a:xfrm>
            <a:off x="518274" y="5617921"/>
            <a:ext cx="10975593" cy="320039"/>
          </a:xfrm>
          <a:custGeom>
            <a:avLst/>
            <a:gdLst/>
            <a:ahLst/>
            <a:cxnLst/>
            <a:rect l="0" t="0" r="r" b="b"/>
            <a:pathLst>
              <a:path w="10975594" h="320040" fill="norm" stroke="0" extrusionOk="0">
                <a:moveTo>
                  <a:pt x="0" y="0"/>
                </a:moveTo>
                <a:lnTo>
                  <a:pt x="10975594" y="0"/>
                </a:lnTo>
                <a:lnTo>
                  <a:pt x="10975594" y="320040"/>
                </a:lnTo>
                <a:lnTo>
                  <a:pt x="0" y="320040"/>
                </a:lnTo>
                <a:close/>
              </a:path>
            </a:pathLst>
          </a:custGeom>
          <a:solidFill>
            <a:srgbClr val="002A86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Editable text — 29"/>
          <p:cNvSpPr txBox="1"/>
          <p:nvPr/>
        </p:nvSpPr>
        <p:spPr>
          <a:xfrm>
            <a:off x="11568938" y="6546075"/>
            <a:ext cx="185839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38">
                <a:solidFill>
                  <a:srgbClr val="000000"/>
                </a:solidFill>
                <a:latin typeface="Arial"/>
              </a:rPr>
              <a:t>29</a:t>
            </a:r>
          </a:p>
        </p:txBody>
      </p:sp>
      <p:sp>
        <p:nvSpPr>
          <p:cNvPr id="12" name="Editable text — SAP Business AI Partner"/>
          <p:cNvSpPr txBox="1"/>
          <p:nvPr/>
        </p:nvSpPr>
        <p:spPr>
          <a:xfrm>
            <a:off x="2063495" y="177340"/>
            <a:ext cx="4538266" cy="6484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3204" b="1" i="0" spc="-122">
                <a:solidFill>
                  <a:srgbClr val="002A86"/>
                </a:solidFill>
                <a:latin typeface="Arial"/>
              </a:rPr>
              <a:t>SAP Business AI Partner</a:t>
            </a:r>
          </a:p>
        </p:txBody>
      </p:sp>
      <p:sp>
        <p:nvSpPr>
          <p:cNvPr id="13" name="Editable text — -"/>
          <p:cNvSpPr txBox="1"/>
          <p:nvPr/>
        </p:nvSpPr>
        <p:spPr>
          <a:xfrm>
            <a:off x="6538594" y="177340"/>
            <a:ext cx="199000" cy="6484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3204" b="1" i="0">
                <a:solidFill>
                  <a:srgbClr val="000000">
                    <a:alpha val="0"/>
                  </a:srgbClr>
                </a:solidFill>
                <a:latin typeface="Arial"/>
              </a:rPr>
              <a:t>-</a:t>
            </a:r>
          </a:p>
        </p:txBody>
      </p:sp>
      <p:sp>
        <p:nvSpPr>
          <p:cNvPr id="14" name="Editable text — led Adoption Incentive"/>
          <p:cNvSpPr txBox="1"/>
          <p:nvPr/>
        </p:nvSpPr>
        <p:spPr>
          <a:xfrm>
            <a:off x="6674231" y="177340"/>
            <a:ext cx="4330745" cy="6484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3204" b="1" i="0" spc="-36">
                <a:solidFill>
                  <a:srgbClr val="002A86"/>
                </a:solidFill>
                <a:latin typeface="Arial"/>
              </a:rPr>
              <a:t>led Adoption Incentive</a:t>
            </a:r>
          </a:p>
        </p:txBody>
      </p:sp>
      <p:sp>
        <p:nvSpPr>
          <p:cNvPr id="15" name="Editable text — Partner Sign"/>
          <p:cNvSpPr txBox="1"/>
          <p:nvPr/>
        </p:nvSpPr>
        <p:spPr>
          <a:xfrm>
            <a:off x="2063495" y="655114"/>
            <a:ext cx="1418755" cy="4198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004" b="0" i="0" spc="-43">
                <a:solidFill>
                  <a:srgbClr val="002A86"/>
                </a:solidFill>
                <a:latin typeface="Arial"/>
              </a:rPr>
              <a:t>Partner Sign</a:t>
            </a:r>
          </a:p>
        </p:txBody>
      </p:sp>
      <p:sp>
        <p:nvSpPr>
          <p:cNvPr id="16" name="Editable text — -"/>
          <p:cNvSpPr txBox="1"/>
          <p:nvPr/>
        </p:nvSpPr>
        <p:spPr>
          <a:xfrm>
            <a:off x="3420109" y="655114"/>
            <a:ext cx="144179" cy="4198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004" b="0" i="0">
                <a:solidFill>
                  <a:srgbClr val="000000">
                    <a:alpha val="0"/>
                  </a:srgbClr>
                </a:solidFill>
                <a:latin typeface="Arial"/>
              </a:rPr>
              <a:t>-</a:t>
            </a:r>
          </a:p>
        </p:txBody>
      </p:sp>
      <p:sp>
        <p:nvSpPr>
          <p:cNvPr id="17" name="Editable text — Up Process"/>
          <p:cNvSpPr txBox="1"/>
          <p:nvPr/>
        </p:nvSpPr>
        <p:spPr>
          <a:xfrm>
            <a:off x="3500882" y="655114"/>
            <a:ext cx="1346475" cy="4198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004" b="0" i="0" spc="-28">
                <a:solidFill>
                  <a:srgbClr val="002A86"/>
                </a:solidFill>
                <a:latin typeface="Arial"/>
              </a:rPr>
              <a:t>Up Process</a:t>
            </a:r>
          </a:p>
        </p:txBody>
      </p:sp>
      <p:sp>
        <p:nvSpPr>
          <p:cNvPr id="19" name="Editable text — Step 1"/>
          <p:cNvSpPr txBox="1"/>
          <p:nvPr/>
        </p:nvSpPr>
        <p:spPr>
          <a:xfrm>
            <a:off x="719327" y="2108405"/>
            <a:ext cx="662454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1" i="0" spc="-15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20" name="Editable text — Review &amp; Sign Partner Agreement"/>
          <p:cNvSpPr txBox="1"/>
          <p:nvPr/>
        </p:nvSpPr>
        <p:spPr>
          <a:xfrm>
            <a:off x="719327" y="2455085"/>
            <a:ext cx="2689620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23">
                <a:solidFill>
                  <a:srgbClr val="FFFFFF"/>
                </a:solidFill>
                <a:latin typeface="Arial"/>
              </a:rPr>
              <a:t>Review &amp; Sign Partner Agreement</a:t>
            </a:r>
          </a:p>
        </p:txBody>
      </p:sp>
      <p:sp>
        <p:nvSpPr>
          <p:cNvPr id="22" name="Editable text — Step 2"/>
          <p:cNvSpPr txBox="1"/>
          <p:nvPr/>
        </p:nvSpPr>
        <p:spPr>
          <a:xfrm>
            <a:off x="4401311" y="2108405"/>
            <a:ext cx="662454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1" i="0" spc="-15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3" name="Editable text — Submit Registration"/>
          <p:cNvSpPr txBox="1"/>
          <p:nvPr/>
        </p:nvSpPr>
        <p:spPr>
          <a:xfrm>
            <a:off x="4401311" y="2455085"/>
            <a:ext cx="1601941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8">
                <a:solidFill>
                  <a:srgbClr val="FFFFFF"/>
                </a:solidFill>
                <a:latin typeface="Arial"/>
              </a:rPr>
              <a:t>Submit Registration</a:t>
            </a:r>
          </a:p>
        </p:txBody>
      </p:sp>
      <p:sp>
        <p:nvSpPr>
          <p:cNvPr id="25" name="Editable text — Step 3"/>
          <p:cNvSpPr txBox="1"/>
          <p:nvPr/>
        </p:nvSpPr>
        <p:spPr>
          <a:xfrm>
            <a:off x="8115045" y="2108405"/>
            <a:ext cx="662454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1" i="0" spc="-15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6" name="Editable text — SAP Validates &amp; Approves"/>
          <p:cNvSpPr txBox="1"/>
          <p:nvPr/>
        </p:nvSpPr>
        <p:spPr>
          <a:xfrm>
            <a:off x="8115045" y="2455085"/>
            <a:ext cx="2126525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16">
                <a:solidFill>
                  <a:srgbClr val="FFFFFF"/>
                </a:solidFill>
                <a:latin typeface="Arial"/>
              </a:rPr>
              <a:t>SAP Validates &amp; Approves</a:t>
            </a:r>
          </a:p>
        </p:txBody>
      </p:sp>
      <p:sp>
        <p:nvSpPr>
          <p:cNvPr id="27" name="Editable text — • Review the Partner Payment "/>
          <p:cNvSpPr txBox="1"/>
          <p:nvPr/>
        </p:nvSpPr>
        <p:spPr>
          <a:xfrm>
            <a:off x="505053" y="2938985"/>
            <a:ext cx="2816068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0" i="0">
                <a:solidFill>
                  <a:srgbClr val="002986"/>
                </a:solidFill>
                <a:latin typeface="Arial"/>
              </a:rPr>
              <a:t>•</a:t>
            </a:r>
            <a:r>
              <a:rPr sz="1596" b="0" i="0" spc="17">
                <a:solidFill>
                  <a:srgbClr val="000000"/>
                </a:solidFill>
                <a:latin typeface="Arial"/>
              </a:rPr>
              <a:t> Review the </a:t>
            </a:r>
            <a:r>
              <a:rPr sz="1596" b="0" i="0" spc="-18">
                <a:solidFill>
                  <a:srgbClr val="002A86"/>
                </a:solidFill>
                <a:latin typeface="Arial"/>
                <a:hlinkClick r:id="rId6"/>
              </a:rPr>
              <a:t>Partner Payment </a:t>
            </a:r>
          </a:p>
        </p:txBody>
      </p:sp>
      <p:sp>
        <p:nvSpPr>
          <p:cNvPr id="29" name="Editable text — Addendum and Terms &amp; "/>
          <p:cNvSpPr txBox="1"/>
          <p:nvPr/>
        </p:nvSpPr>
        <p:spPr>
          <a:xfrm>
            <a:off x="686409" y="3182549"/>
            <a:ext cx="2297025" cy="3425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8" b="0" i="0" spc="30">
                <a:solidFill>
                  <a:srgbClr val="002A86"/>
                </a:solidFill>
                <a:latin typeface="Arial"/>
                <a:hlinkClick r:id="rId6"/>
              </a:rPr>
              <a:t>Addendum</a:t>
            </a:r>
            <a:r>
              <a:rPr sz="1598" b="0" i="0" spc="-22">
                <a:solidFill>
                  <a:srgbClr val="000000"/>
                </a:solidFill>
                <a:latin typeface="Arial"/>
              </a:rPr>
              <a:t> and </a:t>
            </a:r>
            <a:r>
              <a:rPr sz="1598" b="0" i="0" spc="-44">
                <a:solidFill>
                  <a:srgbClr val="002A86"/>
                </a:solidFill>
                <a:latin typeface="Arial"/>
                <a:hlinkClick r:id="rId7"/>
              </a:rPr>
              <a:t>Terms &amp; </a:t>
            </a:r>
          </a:p>
        </p:txBody>
      </p:sp>
      <p:sp>
        <p:nvSpPr>
          <p:cNvPr id="32" name="Editable text — Conditions from the SAP Partner "/>
          <p:cNvSpPr txBox="1"/>
          <p:nvPr/>
        </p:nvSpPr>
        <p:spPr>
          <a:xfrm>
            <a:off x="686409" y="3426919"/>
            <a:ext cx="3007447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0" i="0" spc="12">
                <a:solidFill>
                  <a:srgbClr val="002A86"/>
                </a:solidFill>
                <a:latin typeface="Arial"/>
                <a:hlinkClick r:id="rId7"/>
              </a:rPr>
              <a:t>Conditions</a:t>
            </a:r>
            <a:r>
              <a:rPr sz="1596" b="0" i="0" spc="-25">
                <a:solidFill>
                  <a:srgbClr val="000000"/>
                </a:solidFill>
                <a:latin typeface="Arial"/>
              </a:rPr>
              <a:t> from the SAP Partner </a:t>
            </a:r>
          </a:p>
        </p:txBody>
      </p:sp>
      <p:sp>
        <p:nvSpPr>
          <p:cNvPr id="34" name="Editable text — Portal"/>
          <p:cNvSpPr txBox="1"/>
          <p:nvPr/>
        </p:nvSpPr>
        <p:spPr>
          <a:xfrm>
            <a:off x="686409" y="3670759"/>
            <a:ext cx="599620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0" i="0" spc="10">
                <a:solidFill>
                  <a:srgbClr val="000000"/>
                </a:solidFill>
                <a:latin typeface="Arial"/>
              </a:rPr>
              <a:t>Portal</a:t>
            </a:r>
          </a:p>
        </p:txBody>
      </p:sp>
      <p:sp>
        <p:nvSpPr>
          <p:cNvPr id="35" name="Editable text — • Sign the Partner Agreement Form"/>
          <p:cNvSpPr txBox="1"/>
          <p:nvPr/>
        </p:nvSpPr>
        <p:spPr>
          <a:xfrm>
            <a:off x="505053" y="4036519"/>
            <a:ext cx="3214408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0" i="0">
                <a:solidFill>
                  <a:srgbClr val="002986"/>
                </a:solidFill>
                <a:latin typeface="Arial"/>
              </a:rPr>
              <a:t>•</a:t>
            </a:r>
            <a:r>
              <a:rPr sz="1596" b="0" i="0" spc="17">
                <a:solidFill>
                  <a:srgbClr val="000000"/>
                </a:solidFill>
                <a:latin typeface="Arial"/>
              </a:rPr>
              <a:t> Sign the </a:t>
            </a:r>
            <a:r>
              <a:rPr sz="1596" b="0" i="0" spc="-14">
                <a:solidFill>
                  <a:srgbClr val="002A86"/>
                </a:solidFill>
                <a:latin typeface="Arial"/>
                <a:hlinkClick r:id="rId8"/>
              </a:rPr>
              <a:t>Partner Agreement Form</a:t>
            </a:r>
          </a:p>
        </p:txBody>
      </p:sp>
      <p:sp>
        <p:nvSpPr>
          <p:cNvPr id="37" name="Editable text — • Submit the signed form to SAP via "/>
          <p:cNvSpPr txBox="1"/>
          <p:nvPr/>
        </p:nvSpPr>
        <p:spPr>
          <a:xfrm>
            <a:off x="4244085" y="2938985"/>
            <a:ext cx="3318272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0" i="0">
                <a:solidFill>
                  <a:srgbClr val="002986"/>
                </a:solidFill>
                <a:latin typeface="Arial"/>
              </a:rPr>
              <a:t>•</a:t>
            </a:r>
            <a:r>
              <a:rPr sz="1596" b="0" i="0" spc="-4">
                <a:solidFill>
                  <a:srgbClr val="000000"/>
                </a:solidFill>
                <a:latin typeface="Arial"/>
              </a:rPr>
              <a:t> Submit the signed form to SAP via </a:t>
            </a:r>
          </a:p>
        </p:txBody>
      </p:sp>
      <p:sp>
        <p:nvSpPr>
          <p:cNvPr id="38" name="Editable text — the contact form on the Partner "/>
          <p:cNvSpPr txBox="1"/>
          <p:nvPr/>
        </p:nvSpPr>
        <p:spPr>
          <a:xfrm>
            <a:off x="4425441" y="3182549"/>
            <a:ext cx="2909877" cy="3425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8" b="0" i="0" spc="-2">
                <a:solidFill>
                  <a:srgbClr val="000000"/>
                </a:solidFill>
                <a:latin typeface="Arial"/>
              </a:rPr>
              <a:t>the </a:t>
            </a:r>
            <a:r>
              <a:rPr sz="1598" b="0" i="0" spc="9">
                <a:solidFill>
                  <a:srgbClr val="002A86"/>
                </a:solidFill>
                <a:latin typeface="Arial"/>
                <a:hlinkClick r:id="rId9"/>
              </a:rPr>
              <a:t>contact form </a:t>
            </a:r>
            <a:r>
              <a:rPr sz="1598" b="0" i="0" spc="-13">
                <a:solidFill>
                  <a:srgbClr val="000000"/>
                </a:solidFill>
                <a:latin typeface="Arial"/>
              </a:rPr>
              <a:t>on the Partner </a:t>
            </a:r>
          </a:p>
        </p:txBody>
      </p:sp>
      <p:sp>
        <p:nvSpPr>
          <p:cNvPr id="40" name="Editable text — Portal using the file attachment "/>
          <p:cNvSpPr txBox="1"/>
          <p:nvPr/>
        </p:nvSpPr>
        <p:spPr>
          <a:xfrm>
            <a:off x="4425441" y="3426919"/>
            <a:ext cx="2887000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0" i="0" spc="-4">
                <a:solidFill>
                  <a:srgbClr val="000000"/>
                </a:solidFill>
                <a:latin typeface="Arial"/>
              </a:rPr>
              <a:t>Portal using the file attachment </a:t>
            </a:r>
          </a:p>
        </p:txBody>
      </p:sp>
      <p:sp>
        <p:nvSpPr>
          <p:cNvPr id="41" name="Editable text — function"/>
          <p:cNvSpPr txBox="1"/>
          <p:nvPr/>
        </p:nvSpPr>
        <p:spPr>
          <a:xfrm>
            <a:off x="4425441" y="3670759"/>
            <a:ext cx="792785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0" i="0" spc="22">
                <a:solidFill>
                  <a:srgbClr val="000000"/>
                </a:solidFill>
                <a:latin typeface="Arial"/>
              </a:rPr>
              <a:t>function</a:t>
            </a:r>
          </a:p>
        </p:txBody>
      </p:sp>
      <p:sp>
        <p:nvSpPr>
          <p:cNvPr id="42" name="Editable text — • Registration are open since June "/>
          <p:cNvSpPr txBox="1"/>
          <p:nvPr/>
        </p:nvSpPr>
        <p:spPr>
          <a:xfrm>
            <a:off x="4244085" y="4036519"/>
            <a:ext cx="3218144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0" i="0">
                <a:solidFill>
                  <a:srgbClr val="002986"/>
                </a:solidFill>
                <a:latin typeface="Arial"/>
              </a:rPr>
              <a:t>•</a:t>
            </a:r>
            <a:r>
              <a:rPr sz="1596" b="0" i="0" spc="2">
                <a:solidFill>
                  <a:srgbClr val="000000"/>
                </a:solidFill>
                <a:latin typeface="Arial"/>
              </a:rPr>
              <a:t> Registration are open since June </a:t>
            </a:r>
          </a:p>
        </p:txBody>
      </p:sp>
      <p:sp>
        <p:nvSpPr>
          <p:cNvPr id="43" name="Editable text — 15, 2026 - sign up early to "/>
          <p:cNvSpPr txBox="1"/>
          <p:nvPr/>
        </p:nvSpPr>
        <p:spPr>
          <a:xfrm>
            <a:off x="4425441" y="4280359"/>
            <a:ext cx="2391983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0" i="0" spc="-21">
                <a:solidFill>
                  <a:srgbClr val="000000"/>
                </a:solidFill>
                <a:latin typeface="Arial"/>
              </a:rPr>
              <a:t>15, 2026 - sign up early to </a:t>
            </a:r>
          </a:p>
        </p:txBody>
      </p:sp>
      <p:sp>
        <p:nvSpPr>
          <p:cNvPr id="44" name="Editable text — maximize your chance of "/>
          <p:cNvSpPr txBox="1"/>
          <p:nvPr/>
        </p:nvSpPr>
        <p:spPr>
          <a:xfrm>
            <a:off x="4425441" y="4523923"/>
            <a:ext cx="2336250" cy="3425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8" b="0" i="0" spc="-10">
                <a:solidFill>
                  <a:srgbClr val="000000"/>
                </a:solidFill>
                <a:latin typeface="Arial"/>
              </a:rPr>
              <a:t>maximize your chance of </a:t>
            </a:r>
          </a:p>
        </p:txBody>
      </p:sp>
      <p:sp>
        <p:nvSpPr>
          <p:cNvPr id="45" name="Editable text — participation"/>
          <p:cNvSpPr txBox="1"/>
          <p:nvPr/>
        </p:nvSpPr>
        <p:spPr>
          <a:xfrm>
            <a:off x="4425441" y="4768293"/>
            <a:ext cx="1197156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0" i="0" spc="27">
                <a:solidFill>
                  <a:srgbClr val="000000"/>
                </a:solidFill>
                <a:latin typeface="Arial"/>
              </a:rPr>
              <a:t>participation</a:t>
            </a:r>
          </a:p>
        </p:txBody>
      </p:sp>
      <p:sp>
        <p:nvSpPr>
          <p:cNvPr id="46" name="Editable text — • SAP reviews your onboarding "/>
          <p:cNvSpPr txBox="1"/>
          <p:nvPr/>
        </p:nvSpPr>
        <p:spPr>
          <a:xfrm>
            <a:off x="7965947" y="2938985"/>
            <a:ext cx="2920996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0" i="0">
                <a:solidFill>
                  <a:srgbClr val="002986"/>
                </a:solidFill>
                <a:latin typeface="Arial"/>
              </a:rPr>
              <a:t>•</a:t>
            </a:r>
            <a:r>
              <a:rPr sz="1596" b="0" i="0" spc="1">
                <a:solidFill>
                  <a:srgbClr val="000000"/>
                </a:solidFill>
                <a:latin typeface="Arial"/>
              </a:rPr>
              <a:t> SAP reviews your onboarding </a:t>
            </a:r>
          </a:p>
        </p:txBody>
      </p:sp>
      <p:sp>
        <p:nvSpPr>
          <p:cNvPr id="47" name="Editable text — request and confirms your "/>
          <p:cNvSpPr txBox="1"/>
          <p:nvPr/>
        </p:nvSpPr>
        <p:spPr>
          <a:xfrm>
            <a:off x="8147304" y="3182549"/>
            <a:ext cx="2466375" cy="3425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8" b="0" i="0" spc="0">
                <a:solidFill>
                  <a:srgbClr val="000000"/>
                </a:solidFill>
                <a:latin typeface="Arial"/>
              </a:rPr>
              <a:t>request and confirms your </a:t>
            </a:r>
          </a:p>
        </p:txBody>
      </p:sp>
      <p:sp>
        <p:nvSpPr>
          <p:cNvPr id="48" name="Editable text — approval status based on fulfilled "/>
          <p:cNvSpPr txBox="1"/>
          <p:nvPr/>
        </p:nvSpPr>
        <p:spPr>
          <a:xfrm>
            <a:off x="8147304" y="3426919"/>
            <a:ext cx="3123336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0" i="0" spc="12">
                <a:solidFill>
                  <a:srgbClr val="000000"/>
                </a:solidFill>
                <a:latin typeface="Arial"/>
              </a:rPr>
              <a:t>approval status based on fulfilled </a:t>
            </a:r>
          </a:p>
        </p:txBody>
      </p:sp>
      <p:sp>
        <p:nvSpPr>
          <p:cNvPr id="49" name="Editable text — eligibility criteria"/>
          <p:cNvSpPr txBox="1"/>
          <p:nvPr/>
        </p:nvSpPr>
        <p:spPr>
          <a:xfrm>
            <a:off x="8147304" y="3670759"/>
            <a:ext cx="1525108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0" i="0" spc="13">
                <a:solidFill>
                  <a:srgbClr val="000000"/>
                </a:solidFill>
                <a:latin typeface="Arial"/>
              </a:rPr>
              <a:t>eligibility criteria</a:t>
            </a:r>
          </a:p>
        </p:txBody>
      </p:sp>
      <p:sp>
        <p:nvSpPr>
          <p:cNvPr id="50" name="Editable text — • SAP shares final approval "/>
          <p:cNvSpPr txBox="1"/>
          <p:nvPr/>
        </p:nvSpPr>
        <p:spPr>
          <a:xfrm>
            <a:off x="7965947" y="4036519"/>
            <a:ext cx="2576420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0" i="0">
                <a:solidFill>
                  <a:srgbClr val="002986"/>
                </a:solidFill>
                <a:latin typeface="Arial"/>
              </a:rPr>
              <a:t>•</a:t>
            </a:r>
            <a:r>
              <a:rPr sz="1596" b="0" i="0" spc="-1">
                <a:solidFill>
                  <a:srgbClr val="000000"/>
                </a:solidFill>
                <a:latin typeface="Arial"/>
              </a:rPr>
              <a:t> SAP shares final approval </a:t>
            </a:r>
          </a:p>
        </p:txBody>
      </p:sp>
      <p:sp>
        <p:nvSpPr>
          <p:cNvPr id="51" name="Editable text — feedback through established "/>
          <p:cNvSpPr txBox="1"/>
          <p:nvPr/>
        </p:nvSpPr>
        <p:spPr>
          <a:xfrm>
            <a:off x="8147304" y="4280359"/>
            <a:ext cx="2799436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0" i="0" spc="9">
                <a:solidFill>
                  <a:srgbClr val="000000"/>
                </a:solidFill>
                <a:latin typeface="Arial"/>
              </a:rPr>
              <a:t>feedback through established </a:t>
            </a:r>
          </a:p>
        </p:txBody>
      </p:sp>
      <p:sp>
        <p:nvSpPr>
          <p:cNvPr id="52" name="Editable text — communication channels"/>
          <p:cNvSpPr txBox="1"/>
          <p:nvPr/>
        </p:nvSpPr>
        <p:spPr>
          <a:xfrm>
            <a:off x="8147304" y="4523923"/>
            <a:ext cx="2309459" cy="3425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8" b="0" i="0" spc="4">
                <a:solidFill>
                  <a:srgbClr val="000000"/>
                </a:solidFill>
                <a:latin typeface="Arial"/>
              </a:rPr>
              <a:t>communication channels</a:t>
            </a:r>
          </a:p>
        </p:txBody>
      </p:sp>
      <p:sp>
        <p:nvSpPr>
          <p:cNvPr id="53" name="Editable text — • Once approved, you are eligible "/>
          <p:cNvSpPr txBox="1"/>
          <p:nvPr/>
        </p:nvSpPr>
        <p:spPr>
          <a:xfrm>
            <a:off x="7965947" y="4890213"/>
            <a:ext cx="3157335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0" i="0">
                <a:solidFill>
                  <a:srgbClr val="002986"/>
                </a:solidFill>
                <a:latin typeface="Arial"/>
              </a:rPr>
              <a:t>•</a:t>
            </a:r>
            <a:r>
              <a:rPr sz="1596" b="0" i="0" spc="12">
                <a:solidFill>
                  <a:srgbClr val="000000"/>
                </a:solidFill>
                <a:latin typeface="Arial"/>
              </a:rPr>
              <a:t> Once approved, you are eligible </a:t>
            </a:r>
          </a:p>
        </p:txBody>
      </p:sp>
      <p:sp>
        <p:nvSpPr>
          <p:cNvPr id="54" name="Editable text — for customer matching"/>
          <p:cNvSpPr txBox="1"/>
          <p:nvPr/>
        </p:nvSpPr>
        <p:spPr>
          <a:xfrm>
            <a:off x="8147304" y="5134053"/>
            <a:ext cx="2073190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0" i="0" spc="2">
                <a:solidFill>
                  <a:srgbClr val="000000"/>
                </a:solidFill>
                <a:latin typeface="Arial"/>
              </a:rPr>
              <a:t>for customer matching</a:t>
            </a:r>
          </a:p>
        </p:txBody>
      </p:sp>
      <p:sp>
        <p:nvSpPr>
          <p:cNvPr id="56" name="Editable text — Partners participate and are paid at the entity level - the "/>
          <p:cNvSpPr txBox="1"/>
          <p:nvPr/>
        </p:nvSpPr>
        <p:spPr>
          <a:xfrm>
            <a:off x="1366774" y="5692315"/>
            <a:ext cx="8837284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6">
                <a:solidFill>
                  <a:srgbClr val="FFFFFF"/>
                </a:solidFill>
                <a:latin typeface="Arial"/>
              </a:rPr>
              <a:t>Partners participate and are paid at the entity level - the relevant regional or local entity must sign the agreement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"/>
          <p:cNvSpPr/>
          <p:nvPr/>
        </p:nvSpPr>
        <p:spPr>
          <a:xfrm>
            <a:off x="0" y="0"/>
            <a:ext cx="12195175" cy="6858000"/>
          </a:xfrm>
          <a:custGeom>
            <a:avLst/>
            <a:gdLst/>
            <a:ahLst/>
            <a:cxnLst/>
            <a:rect l="0" t="0" r="r" b="b"/>
            <a:pathLst>
              <a:path w="12195175" h="6858000" fill="norm" stroke="0" extrusionOk="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Editable vector"/>
          <p:cNvSpPr/>
          <p:nvPr/>
        </p:nvSpPr>
        <p:spPr>
          <a:xfrm>
            <a:off x="506628" y="6582778"/>
            <a:ext cx="1186535" cy="71856"/>
          </a:xfrm>
          <a:custGeom>
            <a:avLst/>
            <a:gdLst/>
            <a:ahLst/>
            <a:cxnLst/>
            <a:rect l="0" t="0" r="r" b="b"/>
            <a:pathLst>
              <a:path w="1186536" h="71857" fill="norm" stroke="0" extrusionOk="0">
                <a:moveTo>
                  <a:pt x="0" y="2832"/>
                </a:moveTo>
                <a:lnTo>
                  <a:pt x="0" y="55258"/>
                </a:lnTo>
                <a:lnTo>
                  <a:pt x="7074" y="55258"/>
                </a:lnTo>
                <a:lnTo>
                  <a:pt x="7074" y="2832"/>
                </a:lnTo>
                <a:close/>
                <a:moveTo>
                  <a:pt x="19812" y="2832"/>
                </a:moveTo>
                <a:lnTo>
                  <a:pt x="28181" y="2832"/>
                </a:lnTo>
                <a:lnTo>
                  <a:pt x="54712" y="47410"/>
                </a:lnTo>
                <a:cubicBezTo>
                  <a:pt x="54661" y="46266"/>
                  <a:pt x="54610" y="44717"/>
                  <a:pt x="54572" y="42761"/>
                </a:cubicBezTo>
                <a:cubicBezTo>
                  <a:pt x="54521" y="40793"/>
                  <a:pt x="54496" y="38862"/>
                  <a:pt x="54496" y="36957"/>
                </a:cubicBezTo>
                <a:lnTo>
                  <a:pt x="54496" y="2832"/>
                </a:lnTo>
                <a:lnTo>
                  <a:pt x="60820" y="2832"/>
                </a:lnTo>
                <a:lnTo>
                  <a:pt x="60820" y="55258"/>
                </a:lnTo>
                <a:lnTo>
                  <a:pt x="52108" y="55258"/>
                </a:lnTo>
                <a:lnTo>
                  <a:pt x="25921" y="11202"/>
                </a:lnTo>
                <a:cubicBezTo>
                  <a:pt x="25972" y="12345"/>
                  <a:pt x="26010" y="13894"/>
                  <a:pt x="26060" y="15837"/>
                </a:cubicBezTo>
                <a:cubicBezTo>
                  <a:pt x="26111" y="17780"/>
                  <a:pt x="26137" y="19724"/>
                  <a:pt x="26137" y="21654"/>
                </a:cubicBezTo>
                <a:lnTo>
                  <a:pt x="26137" y="55258"/>
                </a:lnTo>
                <a:lnTo>
                  <a:pt x="19812" y="55258"/>
                </a:lnTo>
                <a:lnTo>
                  <a:pt x="19812" y="2832"/>
                </a:lnTo>
                <a:close/>
                <a:moveTo>
                  <a:pt x="84125" y="9385"/>
                </a:moveTo>
                <a:lnTo>
                  <a:pt x="67653" y="9385"/>
                </a:lnTo>
                <a:lnTo>
                  <a:pt x="67653" y="2832"/>
                </a:lnTo>
                <a:lnTo>
                  <a:pt x="107683" y="2832"/>
                </a:lnTo>
                <a:lnTo>
                  <a:pt x="107683" y="9385"/>
                </a:lnTo>
                <a:lnTo>
                  <a:pt x="91199" y="9385"/>
                </a:lnTo>
                <a:lnTo>
                  <a:pt x="91199" y="55258"/>
                </a:lnTo>
                <a:lnTo>
                  <a:pt x="84125" y="55258"/>
                </a:lnTo>
                <a:lnTo>
                  <a:pt x="84125" y="9385"/>
                </a:lnTo>
                <a:close/>
                <a:moveTo>
                  <a:pt x="114300" y="2832"/>
                </a:moveTo>
                <a:lnTo>
                  <a:pt x="147980" y="2832"/>
                </a:lnTo>
                <a:lnTo>
                  <a:pt x="147980" y="9385"/>
                </a:lnTo>
                <a:lnTo>
                  <a:pt x="121374" y="9385"/>
                </a:lnTo>
                <a:lnTo>
                  <a:pt x="121374" y="25083"/>
                </a:lnTo>
                <a:lnTo>
                  <a:pt x="145783" y="25083"/>
                </a:lnTo>
                <a:lnTo>
                  <a:pt x="145783" y="31483"/>
                </a:lnTo>
                <a:lnTo>
                  <a:pt x="121374" y="31483"/>
                </a:lnTo>
                <a:lnTo>
                  <a:pt x="121374" y="48705"/>
                </a:lnTo>
                <a:lnTo>
                  <a:pt x="149504" y="48705"/>
                </a:lnTo>
                <a:lnTo>
                  <a:pt x="149504" y="55258"/>
                </a:lnTo>
                <a:lnTo>
                  <a:pt x="114300" y="55258"/>
                </a:lnTo>
                <a:lnTo>
                  <a:pt x="114300" y="2832"/>
                </a:lnTo>
                <a:close/>
                <a:moveTo>
                  <a:pt x="158496" y="2832"/>
                </a:moveTo>
                <a:lnTo>
                  <a:pt x="178626" y="2832"/>
                </a:lnTo>
                <a:cubicBezTo>
                  <a:pt x="182550" y="2832"/>
                  <a:pt x="185877" y="3442"/>
                  <a:pt x="188633" y="4674"/>
                </a:cubicBezTo>
                <a:cubicBezTo>
                  <a:pt x="191389" y="5906"/>
                  <a:pt x="193485" y="7671"/>
                  <a:pt x="194907" y="9996"/>
                </a:cubicBezTo>
                <a:cubicBezTo>
                  <a:pt x="196329" y="12319"/>
                  <a:pt x="197041" y="15088"/>
                  <a:pt x="197041" y="18314"/>
                </a:cubicBezTo>
                <a:cubicBezTo>
                  <a:pt x="197041" y="20613"/>
                  <a:pt x="196596" y="22797"/>
                  <a:pt x="195707" y="24854"/>
                </a:cubicBezTo>
                <a:cubicBezTo>
                  <a:pt x="194818" y="26912"/>
                  <a:pt x="193408" y="28702"/>
                  <a:pt x="191478" y="30214"/>
                </a:cubicBezTo>
                <a:cubicBezTo>
                  <a:pt x="189560" y="31725"/>
                  <a:pt x="187122" y="32766"/>
                  <a:pt x="184175" y="33338"/>
                </a:cubicBezTo>
                <a:lnTo>
                  <a:pt x="199200" y="55258"/>
                </a:lnTo>
                <a:lnTo>
                  <a:pt x="190944" y="55258"/>
                </a:lnTo>
                <a:lnTo>
                  <a:pt x="177254" y="34240"/>
                </a:lnTo>
                <a:lnTo>
                  <a:pt x="165570" y="34240"/>
                </a:lnTo>
                <a:lnTo>
                  <a:pt x="165570" y="55258"/>
                </a:lnTo>
                <a:lnTo>
                  <a:pt x="158496" y="55258"/>
                </a:lnTo>
                <a:lnTo>
                  <a:pt x="158496" y="2832"/>
                </a:lnTo>
                <a:close/>
                <a:moveTo>
                  <a:pt x="178143" y="27915"/>
                </a:moveTo>
                <a:cubicBezTo>
                  <a:pt x="180797" y="27915"/>
                  <a:pt x="183007" y="27496"/>
                  <a:pt x="184785" y="26657"/>
                </a:cubicBezTo>
                <a:cubicBezTo>
                  <a:pt x="186563" y="25832"/>
                  <a:pt x="187871" y="24702"/>
                  <a:pt x="188709" y="23279"/>
                </a:cubicBezTo>
                <a:cubicBezTo>
                  <a:pt x="189548" y="21857"/>
                  <a:pt x="189979" y="20219"/>
                  <a:pt x="189979" y="18390"/>
                </a:cubicBezTo>
                <a:cubicBezTo>
                  <a:pt x="189979" y="15380"/>
                  <a:pt x="188925" y="13119"/>
                  <a:pt x="186817" y="11595"/>
                </a:cubicBezTo>
                <a:cubicBezTo>
                  <a:pt x="184709" y="10071"/>
                  <a:pt x="181712" y="9310"/>
                  <a:pt x="177851" y="9310"/>
                </a:cubicBezTo>
                <a:lnTo>
                  <a:pt x="165570" y="9310"/>
                </a:lnTo>
                <a:lnTo>
                  <a:pt x="165570" y="27915"/>
                </a:lnTo>
                <a:lnTo>
                  <a:pt x="178143" y="27915"/>
                </a:lnTo>
                <a:close/>
                <a:moveTo>
                  <a:pt x="207264" y="2832"/>
                </a:moveTo>
                <a:lnTo>
                  <a:pt x="215633" y="2832"/>
                </a:lnTo>
                <a:lnTo>
                  <a:pt x="242164" y="47410"/>
                </a:lnTo>
                <a:cubicBezTo>
                  <a:pt x="242113" y="46266"/>
                  <a:pt x="242062" y="44717"/>
                  <a:pt x="242024" y="42761"/>
                </a:cubicBezTo>
                <a:cubicBezTo>
                  <a:pt x="241973" y="40793"/>
                  <a:pt x="241948" y="38862"/>
                  <a:pt x="241948" y="36957"/>
                </a:cubicBezTo>
                <a:lnTo>
                  <a:pt x="241948" y="2832"/>
                </a:lnTo>
                <a:lnTo>
                  <a:pt x="248272" y="2832"/>
                </a:lnTo>
                <a:lnTo>
                  <a:pt x="248272" y="55258"/>
                </a:lnTo>
                <a:lnTo>
                  <a:pt x="239560" y="55258"/>
                </a:lnTo>
                <a:lnTo>
                  <a:pt x="213373" y="11202"/>
                </a:lnTo>
                <a:cubicBezTo>
                  <a:pt x="213424" y="12345"/>
                  <a:pt x="213462" y="13894"/>
                  <a:pt x="213512" y="15837"/>
                </a:cubicBezTo>
                <a:cubicBezTo>
                  <a:pt x="213563" y="17780"/>
                  <a:pt x="213589" y="19724"/>
                  <a:pt x="213589" y="21654"/>
                </a:cubicBezTo>
                <a:lnTo>
                  <a:pt x="213589" y="55258"/>
                </a:lnTo>
                <a:lnTo>
                  <a:pt x="207264" y="55258"/>
                </a:lnTo>
                <a:lnTo>
                  <a:pt x="207264" y="2832"/>
                </a:lnTo>
                <a:close/>
                <a:moveTo>
                  <a:pt x="274079" y="2832"/>
                </a:moveTo>
                <a:lnTo>
                  <a:pt x="282181" y="2832"/>
                </a:lnTo>
                <a:lnTo>
                  <a:pt x="301904" y="55258"/>
                </a:lnTo>
                <a:lnTo>
                  <a:pt x="294500" y="55258"/>
                </a:lnTo>
                <a:lnTo>
                  <a:pt x="289547" y="41085"/>
                </a:lnTo>
                <a:lnTo>
                  <a:pt x="266560" y="41085"/>
                </a:lnTo>
                <a:lnTo>
                  <a:pt x="261607" y="55258"/>
                </a:lnTo>
                <a:lnTo>
                  <a:pt x="254356" y="55258"/>
                </a:lnTo>
                <a:lnTo>
                  <a:pt x="274079" y="2832"/>
                </a:lnTo>
                <a:close/>
                <a:moveTo>
                  <a:pt x="287401" y="34900"/>
                </a:moveTo>
                <a:lnTo>
                  <a:pt x="281178" y="17158"/>
                </a:lnTo>
                <a:cubicBezTo>
                  <a:pt x="280607" y="15545"/>
                  <a:pt x="280048" y="13932"/>
                  <a:pt x="279489" y="12319"/>
                </a:cubicBezTo>
                <a:cubicBezTo>
                  <a:pt x="278930" y="10706"/>
                  <a:pt x="278448" y="9322"/>
                  <a:pt x="278054" y="8154"/>
                </a:cubicBezTo>
                <a:cubicBezTo>
                  <a:pt x="277660" y="9322"/>
                  <a:pt x="277178" y="10706"/>
                  <a:pt x="276619" y="12319"/>
                </a:cubicBezTo>
                <a:cubicBezTo>
                  <a:pt x="276060" y="13932"/>
                  <a:pt x="275501" y="15545"/>
                  <a:pt x="274930" y="17158"/>
                </a:cubicBezTo>
                <a:lnTo>
                  <a:pt x="268719" y="34900"/>
                </a:lnTo>
                <a:lnTo>
                  <a:pt x="287401" y="34900"/>
                </a:lnTo>
                <a:close/>
                <a:moveTo>
                  <a:pt x="307848" y="2832"/>
                </a:moveTo>
                <a:lnTo>
                  <a:pt x="314922" y="2832"/>
                </a:lnTo>
                <a:lnTo>
                  <a:pt x="314922" y="48705"/>
                </a:lnTo>
                <a:lnTo>
                  <a:pt x="339179" y="48705"/>
                </a:lnTo>
                <a:lnTo>
                  <a:pt x="339179" y="55258"/>
                </a:lnTo>
                <a:lnTo>
                  <a:pt x="307848" y="55258"/>
                </a:lnTo>
                <a:lnTo>
                  <a:pt x="307848" y="2832"/>
                </a:lnTo>
                <a:close/>
                <a:moveTo>
                  <a:pt x="362268" y="32410"/>
                </a:moveTo>
                <a:lnTo>
                  <a:pt x="362268" y="37580"/>
                </a:lnTo>
                <a:lnTo>
                  <a:pt x="404609" y="37580"/>
                </a:lnTo>
                <a:lnTo>
                  <a:pt x="404609" y="32410"/>
                </a:lnTo>
                <a:close/>
                <a:moveTo>
                  <a:pt x="446773" y="56007"/>
                </a:moveTo>
                <a:cubicBezTo>
                  <a:pt x="442481" y="56007"/>
                  <a:pt x="438696" y="55309"/>
                  <a:pt x="435407" y="53911"/>
                </a:cubicBezTo>
                <a:cubicBezTo>
                  <a:pt x="432118" y="52528"/>
                  <a:pt x="429387" y="50432"/>
                  <a:pt x="427203" y="47625"/>
                </a:cubicBezTo>
                <a:lnTo>
                  <a:pt x="432041" y="42787"/>
                </a:lnTo>
                <a:cubicBezTo>
                  <a:pt x="433210" y="44260"/>
                  <a:pt x="434429" y="45492"/>
                  <a:pt x="435724" y="46495"/>
                </a:cubicBezTo>
                <a:cubicBezTo>
                  <a:pt x="437007" y="47498"/>
                  <a:pt x="438556" y="48299"/>
                  <a:pt x="440373" y="48895"/>
                </a:cubicBezTo>
                <a:cubicBezTo>
                  <a:pt x="442189" y="49492"/>
                  <a:pt x="444322" y="49785"/>
                  <a:pt x="446773" y="49785"/>
                </a:cubicBezTo>
                <a:cubicBezTo>
                  <a:pt x="449199" y="49785"/>
                  <a:pt x="451371" y="49479"/>
                  <a:pt x="453288" y="48870"/>
                </a:cubicBezTo>
                <a:cubicBezTo>
                  <a:pt x="455193" y="48273"/>
                  <a:pt x="456705" y="47320"/>
                  <a:pt x="457822" y="46025"/>
                </a:cubicBezTo>
                <a:cubicBezTo>
                  <a:pt x="458940" y="44742"/>
                  <a:pt x="459499" y="43117"/>
                  <a:pt x="459499" y="41161"/>
                </a:cubicBezTo>
                <a:cubicBezTo>
                  <a:pt x="459499" y="39192"/>
                  <a:pt x="458915" y="37605"/>
                  <a:pt x="457746" y="36399"/>
                </a:cubicBezTo>
                <a:cubicBezTo>
                  <a:pt x="456578" y="35179"/>
                  <a:pt x="455104" y="34227"/>
                  <a:pt x="453326" y="33541"/>
                </a:cubicBezTo>
                <a:cubicBezTo>
                  <a:pt x="451536" y="32868"/>
                  <a:pt x="449161" y="32157"/>
                  <a:pt x="446215" y="31407"/>
                </a:cubicBezTo>
                <a:cubicBezTo>
                  <a:pt x="442646" y="30518"/>
                  <a:pt x="439712" y="29579"/>
                  <a:pt x="437439" y="28601"/>
                </a:cubicBezTo>
                <a:cubicBezTo>
                  <a:pt x="435153" y="27623"/>
                  <a:pt x="433222" y="26124"/>
                  <a:pt x="431635" y="24118"/>
                </a:cubicBezTo>
                <a:cubicBezTo>
                  <a:pt x="430047" y="22111"/>
                  <a:pt x="429247" y="19431"/>
                  <a:pt x="429247" y="16078"/>
                </a:cubicBezTo>
                <a:cubicBezTo>
                  <a:pt x="429247" y="12878"/>
                  <a:pt x="430060" y="10237"/>
                  <a:pt x="431660" y="8128"/>
                </a:cubicBezTo>
                <a:cubicBezTo>
                  <a:pt x="433273" y="6033"/>
                  <a:pt x="435458" y="4496"/>
                  <a:pt x="438201" y="3518"/>
                </a:cubicBezTo>
                <a:cubicBezTo>
                  <a:pt x="440931" y="2540"/>
                  <a:pt x="444017" y="2045"/>
                  <a:pt x="447446" y="2045"/>
                </a:cubicBezTo>
                <a:cubicBezTo>
                  <a:pt x="451561" y="2045"/>
                  <a:pt x="455054" y="2718"/>
                  <a:pt x="457937" y="4039"/>
                </a:cubicBezTo>
                <a:cubicBezTo>
                  <a:pt x="460807" y="5373"/>
                  <a:pt x="463220" y="7201"/>
                  <a:pt x="465150" y="9525"/>
                </a:cubicBezTo>
                <a:lnTo>
                  <a:pt x="460426" y="14212"/>
                </a:lnTo>
                <a:cubicBezTo>
                  <a:pt x="458762" y="12306"/>
                  <a:pt x="456870" y="10833"/>
                  <a:pt x="454736" y="9792"/>
                </a:cubicBezTo>
                <a:cubicBezTo>
                  <a:pt x="452603" y="8751"/>
                  <a:pt x="450050" y="8230"/>
                  <a:pt x="447065" y="8230"/>
                </a:cubicBezTo>
                <a:cubicBezTo>
                  <a:pt x="444665" y="8230"/>
                  <a:pt x="442646" y="8560"/>
                  <a:pt x="441007" y="9208"/>
                </a:cubicBezTo>
                <a:cubicBezTo>
                  <a:pt x="439369" y="9868"/>
                  <a:pt x="438150" y="10770"/>
                  <a:pt x="437363" y="11913"/>
                </a:cubicBezTo>
                <a:cubicBezTo>
                  <a:pt x="436562" y="13056"/>
                  <a:pt x="436169" y="14364"/>
                  <a:pt x="436169" y="15850"/>
                </a:cubicBezTo>
                <a:cubicBezTo>
                  <a:pt x="436169" y="17666"/>
                  <a:pt x="436715" y="19139"/>
                  <a:pt x="437820" y="20269"/>
                </a:cubicBezTo>
                <a:cubicBezTo>
                  <a:pt x="438925" y="21387"/>
                  <a:pt x="440309" y="22276"/>
                  <a:pt x="441960" y="22911"/>
                </a:cubicBezTo>
                <a:cubicBezTo>
                  <a:pt x="443598" y="23533"/>
                  <a:pt x="445872" y="24244"/>
                  <a:pt x="448742" y="25006"/>
                </a:cubicBezTo>
                <a:cubicBezTo>
                  <a:pt x="452514" y="25946"/>
                  <a:pt x="455587" y="26912"/>
                  <a:pt x="457949" y="27915"/>
                </a:cubicBezTo>
                <a:cubicBezTo>
                  <a:pt x="460324" y="28905"/>
                  <a:pt x="462343" y="30429"/>
                  <a:pt x="463995" y="32487"/>
                </a:cubicBezTo>
                <a:cubicBezTo>
                  <a:pt x="465658" y="34544"/>
                  <a:pt x="466496" y="37313"/>
                  <a:pt x="466496" y="40780"/>
                </a:cubicBezTo>
                <a:cubicBezTo>
                  <a:pt x="466496" y="43765"/>
                  <a:pt x="465734" y="46393"/>
                  <a:pt x="464223" y="48692"/>
                </a:cubicBezTo>
                <a:cubicBezTo>
                  <a:pt x="462712" y="50991"/>
                  <a:pt x="460477" y="52781"/>
                  <a:pt x="457505" y="54064"/>
                </a:cubicBezTo>
                <a:cubicBezTo>
                  <a:pt x="454546" y="55359"/>
                  <a:pt x="450964" y="56007"/>
                  <a:pt x="446773" y="56007"/>
                </a:cubicBezTo>
                <a:close/>
                <a:moveTo>
                  <a:pt x="488963" y="2832"/>
                </a:moveTo>
                <a:lnTo>
                  <a:pt x="497065" y="2832"/>
                </a:lnTo>
                <a:lnTo>
                  <a:pt x="516788" y="55258"/>
                </a:lnTo>
                <a:lnTo>
                  <a:pt x="509384" y="55258"/>
                </a:lnTo>
                <a:lnTo>
                  <a:pt x="504431" y="41085"/>
                </a:lnTo>
                <a:lnTo>
                  <a:pt x="481444" y="41085"/>
                </a:lnTo>
                <a:lnTo>
                  <a:pt x="476491" y="55258"/>
                </a:lnTo>
                <a:lnTo>
                  <a:pt x="469240" y="55258"/>
                </a:lnTo>
                <a:lnTo>
                  <a:pt x="488963" y="2832"/>
                </a:lnTo>
                <a:close/>
                <a:moveTo>
                  <a:pt x="502285" y="34900"/>
                </a:moveTo>
                <a:lnTo>
                  <a:pt x="496062" y="17158"/>
                </a:lnTo>
                <a:cubicBezTo>
                  <a:pt x="495490" y="15545"/>
                  <a:pt x="494932" y="13932"/>
                  <a:pt x="494373" y="12319"/>
                </a:cubicBezTo>
                <a:cubicBezTo>
                  <a:pt x="493814" y="10706"/>
                  <a:pt x="493332" y="9322"/>
                  <a:pt x="492938" y="8154"/>
                </a:cubicBezTo>
                <a:cubicBezTo>
                  <a:pt x="492544" y="9322"/>
                  <a:pt x="492062" y="10706"/>
                  <a:pt x="491503" y="12319"/>
                </a:cubicBezTo>
                <a:cubicBezTo>
                  <a:pt x="490944" y="13932"/>
                  <a:pt x="490385" y="15545"/>
                  <a:pt x="489814" y="17158"/>
                </a:cubicBezTo>
                <a:lnTo>
                  <a:pt x="483603" y="34900"/>
                </a:lnTo>
                <a:lnTo>
                  <a:pt x="502285" y="34900"/>
                </a:lnTo>
                <a:close/>
                <a:moveTo>
                  <a:pt x="522732" y="2832"/>
                </a:moveTo>
                <a:lnTo>
                  <a:pt x="542531" y="2832"/>
                </a:lnTo>
                <a:cubicBezTo>
                  <a:pt x="546570" y="2832"/>
                  <a:pt x="549974" y="3493"/>
                  <a:pt x="552729" y="4801"/>
                </a:cubicBezTo>
                <a:cubicBezTo>
                  <a:pt x="555473" y="6121"/>
                  <a:pt x="557543" y="7963"/>
                  <a:pt x="558914" y="10351"/>
                </a:cubicBezTo>
                <a:cubicBezTo>
                  <a:pt x="560299" y="12726"/>
                  <a:pt x="560984" y="15532"/>
                  <a:pt x="560984" y="18759"/>
                </a:cubicBezTo>
                <a:cubicBezTo>
                  <a:pt x="560984" y="21908"/>
                  <a:pt x="560299" y="24727"/>
                  <a:pt x="558940" y="27204"/>
                </a:cubicBezTo>
                <a:cubicBezTo>
                  <a:pt x="557568" y="29680"/>
                  <a:pt x="555536" y="31636"/>
                  <a:pt x="552831" y="33058"/>
                </a:cubicBezTo>
                <a:cubicBezTo>
                  <a:pt x="550126" y="34493"/>
                  <a:pt x="546837" y="35205"/>
                  <a:pt x="542938" y="35205"/>
                </a:cubicBezTo>
                <a:lnTo>
                  <a:pt x="529806" y="35205"/>
                </a:lnTo>
                <a:lnTo>
                  <a:pt x="529806" y="55258"/>
                </a:lnTo>
                <a:lnTo>
                  <a:pt x="522732" y="55258"/>
                </a:lnTo>
                <a:lnTo>
                  <a:pt x="522732" y="2832"/>
                </a:lnTo>
                <a:close/>
                <a:moveTo>
                  <a:pt x="541934" y="28804"/>
                </a:moveTo>
                <a:cubicBezTo>
                  <a:pt x="545948" y="28804"/>
                  <a:pt x="548957" y="27953"/>
                  <a:pt x="550939" y="26251"/>
                </a:cubicBezTo>
                <a:cubicBezTo>
                  <a:pt x="552920" y="24550"/>
                  <a:pt x="553911" y="22085"/>
                  <a:pt x="553911" y="18835"/>
                </a:cubicBezTo>
                <a:cubicBezTo>
                  <a:pt x="553911" y="15710"/>
                  <a:pt x="552882" y="13336"/>
                  <a:pt x="550812" y="11723"/>
                </a:cubicBezTo>
                <a:cubicBezTo>
                  <a:pt x="548742" y="10109"/>
                  <a:pt x="545681" y="9310"/>
                  <a:pt x="541630" y="9310"/>
                </a:cubicBezTo>
                <a:lnTo>
                  <a:pt x="529806" y="9310"/>
                </a:lnTo>
                <a:lnTo>
                  <a:pt x="529806" y="28804"/>
                </a:lnTo>
                <a:lnTo>
                  <a:pt x="541934" y="28804"/>
                </a:lnTo>
                <a:close/>
                <a:moveTo>
                  <a:pt x="595973" y="56007"/>
                </a:moveTo>
                <a:cubicBezTo>
                  <a:pt x="593585" y="56007"/>
                  <a:pt x="591464" y="55538"/>
                  <a:pt x="589610" y="54623"/>
                </a:cubicBezTo>
                <a:cubicBezTo>
                  <a:pt x="587743" y="53708"/>
                  <a:pt x="586296" y="52363"/>
                  <a:pt x="585254" y="50610"/>
                </a:cubicBezTo>
                <a:cubicBezTo>
                  <a:pt x="584213" y="48844"/>
                  <a:pt x="583692" y="46736"/>
                  <a:pt x="583692" y="44285"/>
                </a:cubicBezTo>
                <a:cubicBezTo>
                  <a:pt x="583692" y="41275"/>
                  <a:pt x="584479" y="38812"/>
                  <a:pt x="586054" y="36881"/>
                </a:cubicBezTo>
                <a:cubicBezTo>
                  <a:pt x="587629" y="34938"/>
                  <a:pt x="589775" y="33528"/>
                  <a:pt x="592506" y="32652"/>
                </a:cubicBezTo>
                <a:cubicBezTo>
                  <a:pt x="595236" y="31776"/>
                  <a:pt x="598399" y="31331"/>
                  <a:pt x="601993" y="31331"/>
                </a:cubicBezTo>
                <a:lnTo>
                  <a:pt x="609143" y="31331"/>
                </a:lnTo>
                <a:lnTo>
                  <a:pt x="609143" y="28575"/>
                </a:lnTo>
                <a:cubicBezTo>
                  <a:pt x="609143" y="25756"/>
                  <a:pt x="608470" y="23597"/>
                  <a:pt x="607111" y="22123"/>
                </a:cubicBezTo>
                <a:cubicBezTo>
                  <a:pt x="605765" y="20651"/>
                  <a:pt x="603720" y="19914"/>
                  <a:pt x="600989" y="19914"/>
                </a:cubicBezTo>
                <a:cubicBezTo>
                  <a:pt x="598513" y="19914"/>
                  <a:pt x="596354" y="20409"/>
                  <a:pt x="594500" y="21413"/>
                </a:cubicBezTo>
                <a:cubicBezTo>
                  <a:pt x="592658" y="22416"/>
                  <a:pt x="591020" y="23876"/>
                  <a:pt x="589610" y="25794"/>
                </a:cubicBezTo>
                <a:lnTo>
                  <a:pt x="585292" y="21476"/>
                </a:lnTo>
                <a:cubicBezTo>
                  <a:pt x="589305" y="16663"/>
                  <a:pt x="594690" y="14250"/>
                  <a:pt x="601434" y="14250"/>
                </a:cubicBezTo>
                <a:cubicBezTo>
                  <a:pt x="604545" y="14250"/>
                  <a:pt x="607174" y="14846"/>
                  <a:pt x="609333" y="16040"/>
                </a:cubicBezTo>
                <a:cubicBezTo>
                  <a:pt x="611480" y="17234"/>
                  <a:pt x="613105" y="18898"/>
                  <a:pt x="614197" y="21044"/>
                </a:cubicBezTo>
                <a:cubicBezTo>
                  <a:pt x="615290" y="23191"/>
                  <a:pt x="615836" y="25705"/>
                  <a:pt x="615836" y="28575"/>
                </a:cubicBezTo>
                <a:lnTo>
                  <a:pt x="615836" y="55258"/>
                </a:lnTo>
                <a:lnTo>
                  <a:pt x="609435" y="55258"/>
                </a:lnTo>
                <a:lnTo>
                  <a:pt x="609435" y="47778"/>
                </a:lnTo>
                <a:lnTo>
                  <a:pt x="609295" y="47778"/>
                </a:lnTo>
                <a:cubicBezTo>
                  <a:pt x="607949" y="50635"/>
                  <a:pt x="606209" y="52718"/>
                  <a:pt x="604076" y="54026"/>
                </a:cubicBezTo>
                <a:cubicBezTo>
                  <a:pt x="601942" y="55347"/>
                  <a:pt x="599250" y="56007"/>
                  <a:pt x="595973" y="56007"/>
                </a:cubicBezTo>
                <a:close/>
                <a:moveTo>
                  <a:pt x="590614" y="44133"/>
                </a:moveTo>
                <a:cubicBezTo>
                  <a:pt x="590614" y="45403"/>
                  <a:pt x="590893" y="46495"/>
                  <a:pt x="591464" y="47447"/>
                </a:cubicBezTo>
                <a:cubicBezTo>
                  <a:pt x="592036" y="48387"/>
                  <a:pt x="592861" y="49111"/>
                  <a:pt x="593941" y="49619"/>
                </a:cubicBezTo>
                <a:cubicBezTo>
                  <a:pt x="595020" y="50127"/>
                  <a:pt x="596303" y="50381"/>
                  <a:pt x="597789" y="50381"/>
                </a:cubicBezTo>
                <a:cubicBezTo>
                  <a:pt x="600151" y="50381"/>
                  <a:pt x="602183" y="49911"/>
                  <a:pt x="603898" y="48946"/>
                </a:cubicBezTo>
                <a:cubicBezTo>
                  <a:pt x="605612" y="47993"/>
                  <a:pt x="606908" y="46749"/>
                  <a:pt x="607797" y="45187"/>
                </a:cubicBezTo>
                <a:cubicBezTo>
                  <a:pt x="608698" y="43638"/>
                  <a:pt x="609143" y="41999"/>
                  <a:pt x="609143" y="40260"/>
                </a:cubicBezTo>
                <a:lnTo>
                  <a:pt x="609143" y="36361"/>
                </a:lnTo>
                <a:lnTo>
                  <a:pt x="602894" y="36361"/>
                </a:lnTo>
                <a:cubicBezTo>
                  <a:pt x="599199" y="36361"/>
                  <a:pt x="596227" y="36919"/>
                  <a:pt x="593979" y="38050"/>
                </a:cubicBezTo>
                <a:cubicBezTo>
                  <a:pt x="591731" y="39180"/>
                  <a:pt x="590614" y="41199"/>
                  <a:pt x="590614" y="44133"/>
                </a:cubicBezTo>
                <a:close/>
                <a:moveTo>
                  <a:pt x="625285" y="15037"/>
                </a:moveTo>
                <a:lnTo>
                  <a:pt x="631685" y="15037"/>
                </a:lnTo>
                <a:lnTo>
                  <a:pt x="631685" y="23406"/>
                </a:lnTo>
                <a:lnTo>
                  <a:pt x="631838" y="23406"/>
                </a:lnTo>
                <a:cubicBezTo>
                  <a:pt x="632828" y="20803"/>
                  <a:pt x="634340" y="18631"/>
                  <a:pt x="636372" y="16879"/>
                </a:cubicBezTo>
                <a:cubicBezTo>
                  <a:pt x="638404" y="15126"/>
                  <a:pt x="641248" y="14250"/>
                  <a:pt x="644893" y="14250"/>
                </a:cubicBezTo>
                <a:cubicBezTo>
                  <a:pt x="647675" y="14250"/>
                  <a:pt x="649999" y="14834"/>
                  <a:pt x="651866" y="16002"/>
                </a:cubicBezTo>
                <a:cubicBezTo>
                  <a:pt x="653745" y="17171"/>
                  <a:pt x="655142" y="18821"/>
                  <a:pt x="656082" y="20955"/>
                </a:cubicBezTo>
                <a:cubicBezTo>
                  <a:pt x="657009" y="23089"/>
                  <a:pt x="657466" y="25578"/>
                  <a:pt x="657466" y="28435"/>
                </a:cubicBezTo>
                <a:lnTo>
                  <a:pt x="657466" y="55258"/>
                </a:lnTo>
                <a:lnTo>
                  <a:pt x="650735" y="55258"/>
                </a:lnTo>
                <a:lnTo>
                  <a:pt x="650735" y="29731"/>
                </a:lnTo>
                <a:cubicBezTo>
                  <a:pt x="650735" y="26632"/>
                  <a:pt x="650088" y="24270"/>
                  <a:pt x="648805" y="22644"/>
                </a:cubicBezTo>
                <a:cubicBezTo>
                  <a:pt x="647510" y="21019"/>
                  <a:pt x="645389" y="20206"/>
                  <a:pt x="642442" y="20206"/>
                </a:cubicBezTo>
                <a:cubicBezTo>
                  <a:pt x="640334" y="20206"/>
                  <a:pt x="638493" y="20663"/>
                  <a:pt x="636918" y="21590"/>
                </a:cubicBezTo>
                <a:cubicBezTo>
                  <a:pt x="635343" y="22505"/>
                  <a:pt x="634124" y="23838"/>
                  <a:pt x="633273" y="25603"/>
                </a:cubicBezTo>
                <a:cubicBezTo>
                  <a:pt x="632409" y="27369"/>
                  <a:pt x="631990" y="29477"/>
                  <a:pt x="631990" y="31928"/>
                </a:cubicBezTo>
                <a:lnTo>
                  <a:pt x="631990" y="55258"/>
                </a:lnTo>
                <a:lnTo>
                  <a:pt x="625285" y="55258"/>
                </a:lnTo>
                <a:lnTo>
                  <a:pt x="625285" y="15037"/>
                </a:lnTo>
                <a:close/>
                <a:moveTo>
                  <a:pt x="683209" y="56007"/>
                </a:moveTo>
                <a:cubicBezTo>
                  <a:pt x="679691" y="56007"/>
                  <a:pt x="676593" y="55118"/>
                  <a:pt x="673926" y="53366"/>
                </a:cubicBezTo>
                <a:cubicBezTo>
                  <a:pt x="671259" y="51601"/>
                  <a:pt x="669201" y="49137"/>
                  <a:pt x="667741" y="45987"/>
                </a:cubicBezTo>
                <a:cubicBezTo>
                  <a:pt x="666267" y="42838"/>
                  <a:pt x="665543" y="39218"/>
                  <a:pt x="665543" y="35128"/>
                </a:cubicBezTo>
                <a:cubicBezTo>
                  <a:pt x="665543" y="31039"/>
                  <a:pt x="666255" y="27419"/>
                  <a:pt x="667677" y="24270"/>
                </a:cubicBezTo>
                <a:cubicBezTo>
                  <a:pt x="669112" y="21108"/>
                  <a:pt x="671144" y="18656"/>
                  <a:pt x="673786" y="16891"/>
                </a:cubicBezTo>
                <a:cubicBezTo>
                  <a:pt x="676427" y="15139"/>
                  <a:pt x="679488" y="14250"/>
                  <a:pt x="682993" y="14250"/>
                </a:cubicBezTo>
                <a:cubicBezTo>
                  <a:pt x="685571" y="14250"/>
                  <a:pt x="687857" y="14656"/>
                  <a:pt x="689839" y="15443"/>
                </a:cubicBezTo>
                <a:cubicBezTo>
                  <a:pt x="691820" y="16243"/>
                  <a:pt x="693471" y="17297"/>
                  <a:pt x="694792" y="18631"/>
                </a:cubicBezTo>
                <a:cubicBezTo>
                  <a:pt x="696100" y="19952"/>
                  <a:pt x="697116" y="21451"/>
                  <a:pt x="697840" y="23114"/>
                </a:cubicBezTo>
                <a:lnTo>
                  <a:pt x="697979" y="23114"/>
                </a:lnTo>
                <a:lnTo>
                  <a:pt x="697979" y="0"/>
                </a:lnTo>
                <a:lnTo>
                  <a:pt x="704685" y="0"/>
                </a:lnTo>
                <a:lnTo>
                  <a:pt x="704685" y="55258"/>
                </a:lnTo>
                <a:lnTo>
                  <a:pt x="698284" y="55258"/>
                </a:lnTo>
                <a:lnTo>
                  <a:pt x="698284" y="46736"/>
                </a:lnTo>
                <a:lnTo>
                  <a:pt x="698208" y="46736"/>
                </a:lnTo>
                <a:cubicBezTo>
                  <a:pt x="697090" y="49492"/>
                  <a:pt x="695363" y="51727"/>
                  <a:pt x="693014" y="53429"/>
                </a:cubicBezTo>
                <a:cubicBezTo>
                  <a:pt x="690677" y="55144"/>
                  <a:pt x="687400" y="56007"/>
                  <a:pt x="683209" y="56007"/>
                </a:cubicBezTo>
                <a:close/>
                <a:moveTo>
                  <a:pt x="672541" y="35128"/>
                </a:moveTo>
                <a:cubicBezTo>
                  <a:pt x="672541" y="38380"/>
                  <a:pt x="673087" y="41148"/>
                  <a:pt x="674192" y="43421"/>
                </a:cubicBezTo>
                <a:cubicBezTo>
                  <a:pt x="675297" y="45707"/>
                  <a:pt x="676808" y="47422"/>
                  <a:pt x="678726" y="48578"/>
                </a:cubicBezTo>
                <a:cubicBezTo>
                  <a:pt x="680657" y="49733"/>
                  <a:pt x="682828" y="50305"/>
                  <a:pt x="685267" y="50305"/>
                </a:cubicBezTo>
                <a:cubicBezTo>
                  <a:pt x="687692" y="50305"/>
                  <a:pt x="689864" y="49733"/>
                  <a:pt x="691794" y="48578"/>
                </a:cubicBezTo>
                <a:cubicBezTo>
                  <a:pt x="693712" y="47422"/>
                  <a:pt x="695223" y="45707"/>
                  <a:pt x="696328" y="43447"/>
                </a:cubicBezTo>
                <a:cubicBezTo>
                  <a:pt x="697433" y="41173"/>
                  <a:pt x="697979" y="38405"/>
                  <a:pt x="697979" y="35128"/>
                </a:cubicBezTo>
                <a:cubicBezTo>
                  <a:pt x="697979" y="31877"/>
                  <a:pt x="697433" y="29121"/>
                  <a:pt x="696328" y="26848"/>
                </a:cubicBezTo>
                <a:cubicBezTo>
                  <a:pt x="695223" y="24574"/>
                  <a:pt x="693712" y="22873"/>
                  <a:pt x="691794" y="21717"/>
                </a:cubicBezTo>
                <a:cubicBezTo>
                  <a:pt x="689864" y="20562"/>
                  <a:pt x="687692" y="19990"/>
                  <a:pt x="685267" y="19990"/>
                </a:cubicBezTo>
                <a:cubicBezTo>
                  <a:pt x="682828" y="19990"/>
                  <a:pt x="680657" y="20562"/>
                  <a:pt x="678726" y="21717"/>
                </a:cubicBezTo>
                <a:cubicBezTo>
                  <a:pt x="676808" y="22873"/>
                  <a:pt x="675297" y="24574"/>
                  <a:pt x="674192" y="26848"/>
                </a:cubicBezTo>
                <a:cubicBezTo>
                  <a:pt x="673087" y="29121"/>
                  <a:pt x="672541" y="31877"/>
                  <a:pt x="672541" y="35128"/>
                </a:cubicBezTo>
                <a:close/>
                <a:moveTo>
                  <a:pt x="734568" y="2832"/>
                </a:moveTo>
                <a:lnTo>
                  <a:pt x="754367" y="2832"/>
                </a:lnTo>
                <a:cubicBezTo>
                  <a:pt x="758406" y="2832"/>
                  <a:pt x="761810" y="3493"/>
                  <a:pt x="764515" y="4801"/>
                </a:cubicBezTo>
                <a:cubicBezTo>
                  <a:pt x="767309" y="6121"/>
                  <a:pt x="769341" y="7963"/>
                  <a:pt x="770738" y="10351"/>
                </a:cubicBezTo>
                <a:cubicBezTo>
                  <a:pt x="772135" y="12726"/>
                  <a:pt x="772770" y="15532"/>
                  <a:pt x="772770" y="18759"/>
                </a:cubicBezTo>
                <a:cubicBezTo>
                  <a:pt x="772770" y="21908"/>
                  <a:pt x="772135" y="24727"/>
                  <a:pt x="770738" y="27204"/>
                </a:cubicBezTo>
                <a:cubicBezTo>
                  <a:pt x="769468" y="29680"/>
                  <a:pt x="767436" y="31636"/>
                  <a:pt x="764642" y="33058"/>
                </a:cubicBezTo>
                <a:cubicBezTo>
                  <a:pt x="761962" y="34493"/>
                  <a:pt x="758673" y="35205"/>
                  <a:pt x="754774" y="35205"/>
                </a:cubicBezTo>
                <a:lnTo>
                  <a:pt x="741642" y="35205"/>
                </a:lnTo>
                <a:lnTo>
                  <a:pt x="741642" y="55258"/>
                </a:lnTo>
                <a:lnTo>
                  <a:pt x="734568" y="55258"/>
                </a:lnTo>
                <a:lnTo>
                  <a:pt x="734568" y="2832"/>
                </a:lnTo>
                <a:close/>
                <a:moveTo>
                  <a:pt x="753770" y="28804"/>
                </a:moveTo>
                <a:cubicBezTo>
                  <a:pt x="757784" y="28804"/>
                  <a:pt x="760793" y="27953"/>
                  <a:pt x="762775" y="26251"/>
                </a:cubicBezTo>
                <a:cubicBezTo>
                  <a:pt x="764769" y="24550"/>
                  <a:pt x="765785" y="22085"/>
                  <a:pt x="765785" y="18835"/>
                </a:cubicBezTo>
                <a:cubicBezTo>
                  <a:pt x="765785" y="15710"/>
                  <a:pt x="764769" y="13336"/>
                  <a:pt x="762648" y="11723"/>
                </a:cubicBezTo>
                <a:cubicBezTo>
                  <a:pt x="760578" y="10109"/>
                  <a:pt x="757517" y="9310"/>
                  <a:pt x="753466" y="9310"/>
                </a:cubicBezTo>
                <a:lnTo>
                  <a:pt x="741642" y="9310"/>
                </a:lnTo>
                <a:lnTo>
                  <a:pt x="741642" y="28804"/>
                </a:lnTo>
                <a:lnTo>
                  <a:pt x="753770" y="28804"/>
                </a:lnTo>
                <a:close/>
                <a:moveTo>
                  <a:pt x="789534" y="56007"/>
                </a:moveTo>
                <a:cubicBezTo>
                  <a:pt x="787121" y="56007"/>
                  <a:pt x="784962" y="55538"/>
                  <a:pt x="783184" y="54623"/>
                </a:cubicBezTo>
                <a:cubicBezTo>
                  <a:pt x="781279" y="53708"/>
                  <a:pt x="779882" y="52363"/>
                  <a:pt x="778739" y="50610"/>
                </a:cubicBezTo>
                <a:cubicBezTo>
                  <a:pt x="777723" y="48844"/>
                  <a:pt x="777215" y="46736"/>
                  <a:pt x="777215" y="44285"/>
                </a:cubicBezTo>
                <a:cubicBezTo>
                  <a:pt x="777215" y="41275"/>
                  <a:pt x="777977" y="38812"/>
                  <a:pt x="779628" y="36881"/>
                </a:cubicBezTo>
                <a:cubicBezTo>
                  <a:pt x="781152" y="34938"/>
                  <a:pt x="783311" y="33528"/>
                  <a:pt x="786105" y="32652"/>
                </a:cubicBezTo>
                <a:cubicBezTo>
                  <a:pt x="788772" y="31776"/>
                  <a:pt x="791947" y="31331"/>
                  <a:pt x="795503" y="31331"/>
                </a:cubicBezTo>
                <a:lnTo>
                  <a:pt x="802742" y="31331"/>
                </a:lnTo>
                <a:lnTo>
                  <a:pt x="802742" y="28575"/>
                </a:lnTo>
                <a:cubicBezTo>
                  <a:pt x="802742" y="25756"/>
                  <a:pt x="801980" y="23597"/>
                  <a:pt x="800710" y="22123"/>
                </a:cubicBezTo>
                <a:cubicBezTo>
                  <a:pt x="799313" y="20651"/>
                  <a:pt x="797281" y="19914"/>
                  <a:pt x="794487" y="19914"/>
                </a:cubicBezTo>
                <a:cubicBezTo>
                  <a:pt x="792074" y="19914"/>
                  <a:pt x="789915" y="20409"/>
                  <a:pt x="788010" y="21413"/>
                </a:cubicBezTo>
                <a:cubicBezTo>
                  <a:pt x="786232" y="22416"/>
                  <a:pt x="784581" y="23876"/>
                  <a:pt x="783184" y="25794"/>
                </a:cubicBezTo>
                <a:lnTo>
                  <a:pt x="778866" y="21476"/>
                </a:lnTo>
                <a:cubicBezTo>
                  <a:pt x="782803" y="16663"/>
                  <a:pt x="788264" y="14250"/>
                  <a:pt x="794995" y="14250"/>
                </a:cubicBezTo>
                <a:cubicBezTo>
                  <a:pt x="798043" y="14250"/>
                  <a:pt x="800710" y="14846"/>
                  <a:pt x="802869" y="16040"/>
                </a:cubicBezTo>
                <a:cubicBezTo>
                  <a:pt x="805028" y="17234"/>
                  <a:pt x="806679" y="18898"/>
                  <a:pt x="807695" y="21044"/>
                </a:cubicBezTo>
                <a:cubicBezTo>
                  <a:pt x="808838" y="23191"/>
                  <a:pt x="809346" y="25705"/>
                  <a:pt x="809346" y="28575"/>
                </a:cubicBezTo>
                <a:lnTo>
                  <a:pt x="809346" y="55258"/>
                </a:lnTo>
                <a:lnTo>
                  <a:pt x="802996" y="55258"/>
                </a:lnTo>
                <a:lnTo>
                  <a:pt x="802996" y="47778"/>
                </a:lnTo>
                <a:lnTo>
                  <a:pt x="802869" y="47778"/>
                </a:lnTo>
                <a:cubicBezTo>
                  <a:pt x="801472" y="50635"/>
                  <a:pt x="799821" y="52718"/>
                  <a:pt x="797662" y="54026"/>
                </a:cubicBezTo>
                <a:cubicBezTo>
                  <a:pt x="795503" y="55347"/>
                  <a:pt x="792836" y="56007"/>
                  <a:pt x="789534" y="56007"/>
                </a:cubicBezTo>
                <a:close/>
                <a:moveTo>
                  <a:pt x="784200" y="44133"/>
                </a:moveTo>
                <a:cubicBezTo>
                  <a:pt x="784200" y="45403"/>
                  <a:pt x="784454" y="46495"/>
                  <a:pt x="784962" y="47447"/>
                </a:cubicBezTo>
                <a:cubicBezTo>
                  <a:pt x="785597" y="48387"/>
                  <a:pt x="786359" y="49111"/>
                  <a:pt x="787502" y="49619"/>
                </a:cubicBezTo>
                <a:cubicBezTo>
                  <a:pt x="788518" y="50127"/>
                  <a:pt x="789915" y="50381"/>
                  <a:pt x="791312" y="50381"/>
                </a:cubicBezTo>
                <a:cubicBezTo>
                  <a:pt x="793725" y="50381"/>
                  <a:pt x="795757" y="49911"/>
                  <a:pt x="797408" y="48946"/>
                </a:cubicBezTo>
                <a:cubicBezTo>
                  <a:pt x="799186" y="47993"/>
                  <a:pt x="800456" y="46749"/>
                  <a:pt x="801345" y="45187"/>
                </a:cubicBezTo>
                <a:cubicBezTo>
                  <a:pt x="802234" y="43638"/>
                  <a:pt x="802742" y="41999"/>
                  <a:pt x="802742" y="40260"/>
                </a:cubicBezTo>
                <a:lnTo>
                  <a:pt x="802742" y="36361"/>
                </a:lnTo>
                <a:lnTo>
                  <a:pt x="796392" y="36361"/>
                </a:lnTo>
                <a:cubicBezTo>
                  <a:pt x="792709" y="36361"/>
                  <a:pt x="789788" y="36919"/>
                  <a:pt x="787502" y="38050"/>
                </a:cubicBezTo>
                <a:cubicBezTo>
                  <a:pt x="785343" y="39180"/>
                  <a:pt x="784200" y="41199"/>
                  <a:pt x="784200" y="44133"/>
                </a:cubicBezTo>
                <a:close/>
                <a:moveTo>
                  <a:pt x="818871" y="15037"/>
                </a:moveTo>
                <a:lnTo>
                  <a:pt x="825221" y="15037"/>
                </a:lnTo>
                <a:lnTo>
                  <a:pt x="825221" y="23635"/>
                </a:lnTo>
                <a:lnTo>
                  <a:pt x="825348" y="23635"/>
                </a:lnTo>
                <a:cubicBezTo>
                  <a:pt x="826110" y="20333"/>
                  <a:pt x="827253" y="17945"/>
                  <a:pt x="828904" y="16472"/>
                </a:cubicBezTo>
                <a:cubicBezTo>
                  <a:pt x="830428" y="14999"/>
                  <a:pt x="832460" y="14250"/>
                  <a:pt x="834873" y="14250"/>
                </a:cubicBezTo>
                <a:cubicBezTo>
                  <a:pt x="835508" y="14250"/>
                  <a:pt x="836016" y="14288"/>
                  <a:pt x="836651" y="14364"/>
                </a:cubicBezTo>
                <a:cubicBezTo>
                  <a:pt x="837159" y="14440"/>
                  <a:pt x="837667" y="14529"/>
                  <a:pt x="838048" y="14631"/>
                </a:cubicBezTo>
                <a:lnTo>
                  <a:pt x="838048" y="21210"/>
                </a:lnTo>
                <a:cubicBezTo>
                  <a:pt x="837667" y="21095"/>
                  <a:pt x="837159" y="20993"/>
                  <a:pt x="836524" y="20917"/>
                </a:cubicBezTo>
                <a:cubicBezTo>
                  <a:pt x="835889" y="20841"/>
                  <a:pt x="835254" y="20803"/>
                  <a:pt x="834746" y="20803"/>
                </a:cubicBezTo>
                <a:cubicBezTo>
                  <a:pt x="831444" y="20803"/>
                  <a:pt x="829031" y="21946"/>
                  <a:pt x="827634" y="24244"/>
                </a:cubicBezTo>
                <a:cubicBezTo>
                  <a:pt x="826237" y="26543"/>
                  <a:pt x="825475" y="29896"/>
                  <a:pt x="825475" y="34316"/>
                </a:cubicBezTo>
                <a:lnTo>
                  <a:pt x="825475" y="55258"/>
                </a:lnTo>
                <a:lnTo>
                  <a:pt x="818871" y="55258"/>
                </a:lnTo>
                <a:lnTo>
                  <a:pt x="818871" y="15037"/>
                </a:lnTo>
                <a:close/>
                <a:moveTo>
                  <a:pt x="855701" y="55855"/>
                </a:moveTo>
                <a:cubicBezTo>
                  <a:pt x="853288" y="55855"/>
                  <a:pt x="851383" y="55525"/>
                  <a:pt x="849859" y="54890"/>
                </a:cubicBezTo>
                <a:cubicBezTo>
                  <a:pt x="848462" y="54242"/>
                  <a:pt x="847319" y="53239"/>
                  <a:pt x="846557" y="51867"/>
                </a:cubicBezTo>
                <a:cubicBezTo>
                  <a:pt x="845922" y="50509"/>
                  <a:pt x="845541" y="48743"/>
                  <a:pt x="845541" y="46584"/>
                </a:cubicBezTo>
                <a:lnTo>
                  <a:pt x="845541" y="20651"/>
                </a:lnTo>
                <a:lnTo>
                  <a:pt x="839572" y="20651"/>
                </a:lnTo>
                <a:lnTo>
                  <a:pt x="839572" y="17158"/>
                </a:lnTo>
                <a:lnTo>
                  <a:pt x="851383" y="5283"/>
                </a:lnTo>
                <a:lnTo>
                  <a:pt x="852272" y="5283"/>
                </a:lnTo>
                <a:lnTo>
                  <a:pt x="852272" y="15037"/>
                </a:lnTo>
                <a:lnTo>
                  <a:pt x="861289" y="15037"/>
                </a:lnTo>
                <a:lnTo>
                  <a:pt x="861289" y="20651"/>
                </a:lnTo>
                <a:lnTo>
                  <a:pt x="852272" y="20651"/>
                </a:lnTo>
                <a:lnTo>
                  <a:pt x="852272" y="45212"/>
                </a:lnTo>
                <a:cubicBezTo>
                  <a:pt x="852272" y="46406"/>
                  <a:pt x="852399" y="47320"/>
                  <a:pt x="852653" y="47981"/>
                </a:cubicBezTo>
                <a:cubicBezTo>
                  <a:pt x="852907" y="48641"/>
                  <a:pt x="853415" y="49111"/>
                  <a:pt x="854050" y="49378"/>
                </a:cubicBezTo>
                <a:cubicBezTo>
                  <a:pt x="854685" y="49657"/>
                  <a:pt x="855574" y="49785"/>
                  <a:pt x="856590" y="49785"/>
                </a:cubicBezTo>
                <a:cubicBezTo>
                  <a:pt x="858114" y="49785"/>
                  <a:pt x="859638" y="49581"/>
                  <a:pt x="861289" y="49149"/>
                </a:cubicBezTo>
                <a:lnTo>
                  <a:pt x="861289" y="55258"/>
                </a:lnTo>
                <a:cubicBezTo>
                  <a:pt x="860527" y="55435"/>
                  <a:pt x="859638" y="55576"/>
                  <a:pt x="858622" y="55690"/>
                </a:cubicBezTo>
                <a:cubicBezTo>
                  <a:pt x="857606" y="55791"/>
                  <a:pt x="856590" y="55855"/>
                  <a:pt x="855701" y="55855"/>
                </a:cubicBezTo>
                <a:close/>
                <a:moveTo>
                  <a:pt x="869163" y="15037"/>
                </a:moveTo>
                <a:lnTo>
                  <a:pt x="875513" y="15037"/>
                </a:lnTo>
                <a:lnTo>
                  <a:pt x="875513" y="23406"/>
                </a:lnTo>
                <a:lnTo>
                  <a:pt x="875640" y="23406"/>
                </a:lnTo>
                <a:cubicBezTo>
                  <a:pt x="876656" y="20803"/>
                  <a:pt x="878180" y="18631"/>
                  <a:pt x="880212" y="16879"/>
                </a:cubicBezTo>
                <a:cubicBezTo>
                  <a:pt x="882244" y="15126"/>
                  <a:pt x="885038" y="14250"/>
                  <a:pt x="888721" y="14250"/>
                </a:cubicBezTo>
                <a:cubicBezTo>
                  <a:pt x="891515" y="14250"/>
                  <a:pt x="893801" y="14834"/>
                  <a:pt x="895706" y="16002"/>
                </a:cubicBezTo>
                <a:cubicBezTo>
                  <a:pt x="897611" y="17171"/>
                  <a:pt x="899008" y="18821"/>
                  <a:pt x="899897" y="20955"/>
                </a:cubicBezTo>
                <a:cubicBezTo>
                  <a:pt x="900786" y="23089"/>
                  <a:pt x="901294" y="25578"/>
                  <a:pt x="901294" y="28435"/>
                </a:cubicBezTo>
                <a:lnTo>
                  <a:pt x="901294" y="55258"/>
                </a:lnTo>
                <a:lnTo>
                  <a:pt x="894563" y="55258"/>
                </a:lnTo>
                <a:lnTo>
                  <a:pt x="894563" y="29731"/>
                </a:lnTo>
                <a:cubicBezTo>
                  <a:pt x="894563" y="26632"/>
                  <a:pt x="893928" y="24270"/>
                  <a:pt x="892658" y="22644"/>
                </a:cubicBezTo>
                <a:cubicBezTo>
                  <a:pt x="891388" y="21019"/>
                  <a:pt x="889229" y="20206"/>
                  <a:pt x="886308" y="20206"/>
                </a:cubicBezTo>
                <a:cubicBezTo>
                  <a:pt x="884149" y="20206"/>
                  <a:pt x="882371" y="20663"/>
                  <a:pt x="880720" y="21590"/>
                </a:cubicBezTo>
                <a:cubicBezTo>
                  <a:pt x="879196" y="22505"/>
                  <a:pt x="877926" y="23838"/>
                  <a:pt x="877164" y="25603"/>
                </a:cubicBezTo>
                <a:cubicBezTo>
                  <a:pt x="876275" y="27369"/>
                  <a:pt x="875767" y="29477"/>
                  <a:pt x="875767" y="31928"/>
                </a:cubicBezTo>
                <a:lnTo>
                  <a:pt x="875767" y="55258"/>
                </a:lnTo>
                <a:lnTo>
                  <a:pt x="869163" y="55258"/>
                </a:lnTo>
                <a:lnTo>
                  <a:pt x="869163" y="15037"/>
                </a:lnTo>
                <a:close/>
                <a:moveTo>
                  <a:pt x="929615" y="56007"/>
                </a:moveTo>
                <a:cubicBezTo>
                  <a:pt x="925551" y="56007"/>
                  <a:pt x="921995" y="55207"/>
                  <a:pt x="918947" y="53607"/>
                </a:cubicBezTo>
                <a:cubicBezTo>
                  <a:pt x="915899" y="52007"/>
                  <a:pt x="913486" y="49632"/>
                  <a:pt x="911835" y="46495"/>
                </a:cubicBezTo>
                <a:cubicBezTo>
                  <a:pt x="910184" y="43358"/>
                  <a:pt x="909422" y="39574"/>
                  <a:pt x="909422" y="35128"/>
                </a:cubicBezTo>
                <a:cubicBezTo>
                  <a:pt x="909422" y="30633"/>
                  <a:pt x="910311" y="26822"/>
                  <a:pt x="911962" y="23685"/>
                </a:cubicBezTo>
                <a:cubicBezTo>
                  <a:pt x="913740" y="20549"/>
                  <a:pt x="916153" y="18186"/>
                  <a:pt x="919074" y="16612"/>
                </a:cubicBezTo>
                <a:cubicBezTo>
                  <a:pt x="921995" y="15037"/>
                  <a:pt x="925297" y="14250"/>
                  <a:pt x="928853" y="14250"/>
                </a:cubicBezTo>
                <a:cubicBezTo>
                  <a:pt x="932917" y="14250"/>
                  <a:pt x="936346" y="15202"/>
                  <a:pt x="938886" y="17107"/>
                </a:cubicBezTo>
                <a:cubicBezTo>
                  <a:pt x="941553" y="19000"/>
                  <a:pt x="943458" y="21425"/>
                  <a:pt x="944601" y="24371"/>
                </a:cubicBezTo>
                <a:cubicBezTo>
                  <a:pt x="945871" y="27331"/>
                  <a:pt x="946379" y="30429"/>
                  <a:pt x="946379" y="33681"/>
                </a:cubicBezTo>
                <a:cubicBezTo>
                  <a:pt x="946379" y="34798"/>
                  <a:pt x="946379" y="35840"/>
                  <a:pt x="946252" y="36805"/>
                </a:cubicBezTo>
                <a:lnTo>
                  <a:pt x="916407" y="36805"/>
                </a:lnTo>
                <a:cubicBezTo>
                  <a:pt x="916661" y="41199"/>
                  <a:pt x="917931" y="44539"/>
                  <a:pt x="920090" y="46851"/>
                </a:cubicBezTo>
                <a:cubicBezTo>
                  <a:pt x="922376" y="49149"/>
                  <a:pt x="925551" y="50305"/>
                  <a:pt x="929615" y="50305"/>
                </a:cubicBezTo>
                <a:cubicBezTo>
                  <a:pt x="932155" y="50305"/>
                  <a:pt x="934187" y="49936"/>
                  <a:pt x="935965" y="49188"/>
                </a:cubicBezTo>
                <a:cubicBezTo>
                  <a:pt x="937743" y="48451"/>
                  <a:pt x="939394" y="47219"/>
                  <a:pt x="940791" y="45504"/>
                </a:cubicBezTo>
                <a:lnTo>
                  <a:pt x="944982" y="49670"/>
                </a:lnTo>
                <a:cubicBezTo>
                  <a:pt x="943712" y="51168"/>
                  <a:pt x="942315" y="52375"/>
                  <a:pt x="940791" y="53302"/>
                </a:cubicBezTo>
                <a:cubicBezTo>
                  <a:pt x="939267" y="54229"/>
                  <a:pt x="937743" y="54915"/>
                  <a:pt x="935838" y="55347"/>
                </a:cubicBezTo>
                <a:cubicBezTo>
                  <a:pt x="934060" y="55779"/>
                  <a:pt x="932028" y="56007"/>
                  <a:pt x="929615" y="56007"/>
                </a:cubicBezTo>
                <a:close/>
                <a:moveTo>
                  <a:pt x="939648" y="31636"/>
                </a:moveTo>
                <a:cubicBezTo>
                  <a:pt x="939267" y="27763"/>
                  <a:pt x="938124" y="24854"/>
                  <a:pt x="936219" y="22911"/>
                </a:cubicBezTo>
                <a:cubicBezTo>
                  <a:pt x="934314" y="20955"/>
                  <a:pt x="931774" y="19990"/>
                  <a:pt x="928599" y="19990"/>
                </a:cubicBezTo>
                <a:cubicBezTo>
                  <a:pt x="926440" y="19990"/>
                  <a:pt x="924662" y="20422"/>
                  <a:pt x="922884" y="21286"/>
                </a:cubicBezTo>
                <a:cubicBezTo>
                  <a:pt x="921233" y="22149"/>
                  <a:pt x="919836" y="23457"/>
                  <a:pt x="918820" y="25197"/>
                </a:cubicBezTo>
                <a:cubicBezTo>
                  <a:pt x="917677" y="26924"/>
                  <a:pt x="916915" y="29070"/>
                  <a:pt x="916661" y="31636"/>
                </a:cubicBezTo>
                <a:lnTo>
                  <a:pt x="939648" y="31636"/>
                </a:lnTo>
                <a:close/>
                <a:moveTo>
                  <a:pt x="954507" y="15037"/>
                </a:moveTo>
                <a:lnTo>
                  <a:pt x="960857" y="15037"/>
                </a:lnTo>
                <a:lnTo>
                  <a:pt x="960857" y="23635"/>
                </a:lnTo>
                <a:lnTo>
                  <a:pt x="960984" y="23635"/>
                </a:lnTo>
                <a:cubicBezTo>
                  <a:pt x="961746" y="20333"/>
                  <a:pt x="962889" y="17945"/>
                  <a:pt x="964540" y="16472"/>
                </a:cubicBezTo>
                <a:cubicBezTo>
                  <a:pt x="966064" y="14999"/>
                  <a:pt x="968096" y="14250"/>
                  <a:pt x="970509" y="14250"/>
                </a:cubicBezTo>
                <a:cubicBezTo>
                  <a:pt x="971144" y="14250"/>
                  <a:pt x="971652" y="14288"/>
                  <a:pt x="972287" y="14364"/>
                </a:cubicBezTo>
                <a:cubicBezTo>
                  <a:pt x="972795" y="14440"/>
                  <a:pt x="973303" y="14529"/>
                  <a:pt x="973684" y="14631"/>
                </a:cubicBezTo>
                <a:lnTo>
                  <a:pt x="973684" y="21210"/>
                </a:lnTo>
                <a:cubicBezTo>
                  <a:pt x="973303" y="21095"/>
                  <a:pt x="972795" y="20993"/>
                  <a:pt x="972160" y="20917"/>
                </a:cubicBezTo>
                <a:cubicBezTo>
                  <a:pt x="971525" y="20841"/>
                  <a:pt x="970890" y="20803"/>
                  <a:pt x="970382" y="20803"/>
                </a:cubicBezTo>
                <a:cubicBezTo>
                  <a:pt x="967080" y="20803"/>
                  <a:pt x="964667" y="21946"/>
                  <a:pt x="963270" y="24244"/>
                </a:cubicBezTo>
                <a:cubicBezTo>
                  <a:pt x="961873" y="26543"/>
                  <a:pt x="961111" y="29896"/>
                  <a:pt x="961111" y="34316"/>
                </a:cubicBezTo>
                <a:lnTo>
                  <a:pt x="961111" y="55258"/>
                </a:lnTo>
                <a:lnTo>
                  <a:pt x="954507" y="55258"/>
                </a:lnTo>
                <a:lnTo>
                  <a:pt x="954507" y="15037"/>
                </a:lnTo>
                <a:close/>
                <a:moveTo>
                  <a:pt x="992988" y="56007"/>
                </a:moveTo>
                <a:cubicBezTo>
                  <a:pt x="986130" y="56007"/>
                  <a:pt x="980669" y="53899"/>
                  <a:pt x="976859" y="49670"/>
                </a:cubicBezTo>
                <a:lnTo>
                  <a:pt x="981177" y="45403"/>
                </a:lnTo>
                <a:cubicBezTo>
                  <a:pt x="982955" y="47257"/>
                  <a:pt x="984733" y="48565"/>
                  <a:pt x="986638" y="49327"/>
                </a:cubicBezTo>
                <a:cubicBezTo>
                  <a:pt x="988416" y="50076"/>
                  <a:pt x="990575" y="50457"/>
                  <a:pt x="992988" y="50457"/>
                </a:cubicBezTo>
                <a:cubicBezTo>
                  <a:pt x="995401" y="50457"/>
                  <a:pt x="997433" y="50000"/>
                  <a:pt x="999084" y="49099"/>
                </a:cubicBezTo>
                <a:cubicBezTo>
                  <a:pt x="1000735" y="48197"/>
                  <a:pt x="1001624" y="46711"/>
                  <a:pt x="1001624" y="44653"/>
                </a:cubicBezTo>
                <a:cubicBezTo>
                  <a:pt x="1001624" y="43193"/>
                  <a:pt x="1001243" y="41999"/>
                  <a:pt x="1000354" y="41097"/>
                </a:cubicBezTo>
                <a:cubicBezTo>
                  <a:pt x="999592" y="40196"/>
                  <a:pt x="998449" y="39484"/>
                  <a:pt x="997179" y="38964"/>
                </a:cubicBezTo>
                <a:cubicBezTo>
                  <a:pt x="995909" y="38443"/>
                  <a:pt x="993877" y="37833"/>
                  <a:pt x="991464" y="37135"/>
                </a:cubicBezTo>
                <a:cubicBezTo>
                  <a:pt x="988924" y="36424"/>
                  <a:pt x="986765" y="35649"/>
                  <a:pt x="984987" y="34837"/>
                </a:cubicBezTo>
                <a:cubicBezTo>
                  <a:pt x="983209" y="34011"/>
                  <a:pt x="981685" y="32842"/>
                  <a:pt x="980542" y="31318"/>
                </a:cubicBezTo>
                <a:cubicBezTo>
                  <a:pt x="979272" y="29794"/>
                  <a:pt x="978764" y="27839"/>
                  <a:pt x="978764" y="25451"/>
                </a:cubicBezTo>
                <a:cubicBezTo>
                  <a:pt x="978764" y="23076"/>
                  <a:pt x="979272" y="21044"/>
                  <a:pt x="980415" y="19355"/>
                </a:cubicBezTo>
                <a:cubicBezTo>
                  <a:pt x="981685" y="17666"/>
                  <a:pt x="983336" y="16396"/>
                  <a:pt x="985495" y="15532"/>
                </a:cubicBezTo>
                <a:cubicBezTo>
                  <a:pt x="987527" y="14681"/>
                  <a:pt x="990067" y="14250"/>
                  <a:pt x="992861" y="14250"/>
                </a:cubicBezTo>
                <a:cubicBezTo>
                  <a:pt x="995655" y="14250"/>
                  <a:pt x="998195" y="14707"/>
                  <a:pt x="1000735" y="15608"/>
                </a:cubicBezTo>
                <a:cubicBezTo>
                  <a:pt x="1003275" y="16523"/>
                  <a:pt x="1005307" y="17844"/>
                  <a:pt x="1006958" y="19571"/>
                </a:cubicBezTo>
                <a:lnTo>
                  <a:pt x="1002767" y="23851"/>
                </a:lnTo>
                <a:cubicBezTo>
                  <a:pt x="1000100" y="21222"/>
                  <a:pt x="996798" y="19914"/>
                  <a:pt x="992861" y="19914"/>
                </a:cubicBezTo>
                <a:cubicBezTo>
                  <a:pt x="990448" y="19914"/>
                  <a:pt x="988670" y="20346"/>
                  <a:pt x="987273" y="21210"/>
                </a:cubicBezTo>
                <a:cubicBezTo>
                  <a:pt x="985876" y="22085"/>
                  <a:pt x="985241" y="23394"/>
                  <a:pt x="985241" y="25159"/>
                </a:cubicBezTo>
                <a:cubicBezTo>
                  <a:pt x="985241" y="26327"/>
                  <a:pt x="985622" y="27293"/>
                  <a:pt x="986384" y="28055"/>
                </a:cubicBezTo>
                <a:cubicBezTo>
                  <a:pt x="987273" y="28829"/>
                  <a:pt x="988289" y="29464"/>
                  <a:pt x="989686" y="29973"/>
                </a:cubicBezTo>
                <a:cubicBezTo>
                  <a:pt x="990956" y="30480"/>
                  <a:pt x="992861" y="31090"/>
                  <a:pt x="995401" y="31776"/>
                </a:cubicBezTo>
                <a:cubicBezTo>
                  <a:pt x="997941" y="32500"/>
                  <a:pt x="1000100" y="33262"/>
                  <a:pt x="1001878" y="34049"/>
                </a:cubicBezTo>
                <a:cubicBezTo>
                  <a:pt x="1003529" y="34849"/>
                  <a:pt x="1005053" y="36055"/>
                  <a:pt x="1006323" y="37681"/>
                </a:cubicBezTo>
                <a:cubicBezTo>
                  <a:pt x="1007466" y="39307"/>
                  <a:pt x="1008101" y="41453"/>
                  <a:pt x="1008101" y="44133"/>
                </a:cubicBezTo>
                <a:cubicBezTo>
                  <a:pt x="1008101" y="46610"/>
                  <a:pt x="1007466" y="48743"/>
                  <a:pt x="1006196" y="50533"/>
                </a:cubicBezTo>
                <a:cubicBezTo>
                  <a:pt x="1004926" y="52312"/>
                  <a:pt x="1003148" y="53670"/>
                  <a:pt x="1000862" y="54611"/>
                </a:cubicBezTo>
                <a:cubicBezTo>
                  <a:pt x="998576" y="55538"/>
                  <a:pt x="995909" y="56007"/>
                  <a:pt x="992988" y="56007"/>
                </a:cubicBezTo>
                <a:close/>
                <a:moveTo>
                  <a:pt x="1057250" y="56007"/>
                </a:moveTo>
                <a:cubicBezTo>
                  <a:pt x="1052170" y="56007"/>
                  <a:pt x="1047725" y="54902"/>
                  <a:pt x="1043915" y="52693"/>
                </a:cubicBezTo>
                <a:cubicBezTo>
                  <a:pt x="1039978" y="50483"/>
                  <a:pt x="1037057" y="47334"/>
                  <a:pt x="1034898" y="43256"/>
                </a:cubicBezTo>
                <a:cubicBezTo>
                  <a:pt x="1032739" y="39180"/>
                  <a:pt x="1031596" y="34430"/>
                  <a:pt x="1031596" y="29032"/>
                </a:cubicBezTo>
                <a:cubicBezTo>
                  <a:pt x="1031596" y="23623"/>
                  <a:pt x="1032739" y="18885"/>
                  <a:pt x="1034898" y="14808"/>
                </a:cubicBezTo>
                <a:cubicBezTo>
                  <a:pt x="1037057" y="10744"/>
                  <a:pt x="1039978" y="7595"/>
                  <a:pt x="1043915" y="5385"/>
                </a:cubicBezTo>
                <a:cubicBezTo>
                  <a:pt x="1047725" y="3163"/>
                  <a:pt x="1052170" y="2045"/>
                  <a:pt x="1057250" y="2045"/>
                </a:cubicBezTo>
                <a:cubicBezTo>
                  <a:pt x="1062203" y="2045"/>
                  <a:pt x="1066648" y="3163"/>
                  <a:pt x="1070458" y="5385"/>
                </a:cubicBezTo>
                <a:cubicBezTo>
                  <a:pt x="1074395" y="7595"/>
                  <a:pt x="1077443" y="10744"/>
                  <a:pt x="1079602" y="14808"/>
                </a:cubicBezTo>
                <a:cubicBezTo>
                  <a:pt x="1081761" y="18885"/>
                  <a:pt x="1082777" y="23623"/>
                  <a:pt x="1082777" y="29032"/>
                </a:cubicBezTo>
                <a:cubicBezTo>
                  <a:pt x="1082777" y="34430"/>
                  <a:pt x="1081761" y="39180"/>
                  <a:pt x="1079602" y="43256"/>
                </a:cubicBezTo>
                <a:cubicBezTo>
                  <a:pt x="1077443" y="47334"/>
                  <a:pt x="1074395" y="50483"/>
                  <a:pt x="1070458" y="52693"/>
                </a:cubicBezTo>
                <a:cubicBezTo>
                  <a:pt x="1066648" y="54902"/>
                  <a:pt x="1062203" y="56007"/>
                  <a:pt x="1057250" y="56007"/>
                </a:cubicBezTo>
                <a:close/>
                <a:moveTo>
                  <a:pt x="1038835" y="29032"/>
                </a:moveTo>
                <a:cubicBezTo>
                  <a:pt x="1038835" y="33198"/>
                  <a:pt x="1039597" y="36818"/>
                  <a:pt x="1040994" y="39891"/>
                </a:cubicBezTo>
                <a:cubicBezTo>
                  <a:pt x="1042518" y="42964"/>
                  <a:pt x="1044677" y="45327"/>
                  <a:pt x="1047471" y="46978"/>
                </a:cubicBezTo>
                <a:cubicBezTo>
                  <a:pt x="1050138" y="48629"/>
                  <a:pt x="1053440" y="49454"/>
                  <a:pt x="1057250" y="49454"/>
                </a:cubicBezTo>
                <a:cubicBezTo>
                  <a:pt x="1060933" y="49454"/>
                  <a:pt x="1064235" y="48629"/>
                  <a:pt x="1066902" y="46978"/>
                </a:cubicBezTo>
                <a:cubicBezTo>
                  <a:pt x="1069696" y="45327"/>
                  <a:pt x="1071855" y="42964"/>
                  <a:pt x="1073379" y="39891"/>
                </a:cubicBezTo>
                <a:cubicBezTo>
                  <a:pt x="1074776" y="36818"/>
                  <a:pt x="1075538" y="33198"/>
                  <a:pt x="1075538" y="29032"/>
                </a:cubicBezTo>
                <a:cubicBezTo>
                  <a:pt x="1075538" y="24854"/>
                  <a:pt x="1074776" y="21248"/>
                  <a:pt x="1073379" y="18174"/>
                </a:cubicBezTo>
                <a:cubicBezTo>
                  <a:pt x="1071855" y="15113"/>
                  <a:pt x="1069696" y="12764"/>
                  <a:pt x="1066902" y="11112"/>
                </a:cubicBezTo>
                <a:cubicBezTo>
                  <a:pt x="1064235" y="9461"/>
                  <a:pt x="1060933" y="8636"/>
                  <a:pt x="1057250" y="8636"/>
                </a:cubicBezTo>
                <a:cubicBezTo>
                  <a:pt x="1053440" y="8636"/>
                  <a:pt x="1050138" y="9461"/>
                  <a:pt x="1047471" y="11112"/>
                </a:cubicBezTo>
                <a:cubicBezTo>
                  <a:pt x="1044677" y="12764"/>
                  <a:pt x="1042518" y="15113"/>
                  <a:pt x="1040994" y="18174"/>
                </a:cubicBezTo>
                <a:cubicBezTo>
                  <a:pt x="1039597" y="21248"/>
                  <a:pt x="1038835" y="24854"/>
                  <a:pt x="1038835" y="29032"/>
                </a:cubicBezTo>
                <a:close/>
                <a:moveTo>
                  <a:pt x="1091667" y="15037"/>
                </a:moveTo>
                <a:lnTo>
                  <a:pt x="1098017" y="15037"/>
                </a:lnTo>
                <a:lnTo>
                  <a:pt x="1098017" y="23406"/>
                </a:lnTo>
                <a:lnTo>
                  <a:pt x="1098144" y="23406"/>
                </a:lnTo>
                <a:cubicBezTo>
                  <a:pt x="1099160" y="20803"/>
                  <a:pt x="1100684" y="18631"/>
                  <a:pt x="1102716" y="16879"/>
                </a:cubicBezTo>
                <a:cubicBezTo>
                  <a:pt x="1104748" y="15126"/>
                  <a:pt x="1107542" y="14250"/>
                  <a:pt x="1111225" y="14250"/>
                </a:cubicBezTo>
                <a:cubicBezTo>
                  <a:pt x="1114019" y="14250"/>
                  <a:pt x="1116305" y="14834"/>
                  <a:pt x="1118210" y="16002"/>
                </a:cubicBezTo>
                <a:cubicBezTo>
                  <a:pt x="1120115" y="17171"/>
                  <a:pt x="1121512" y="18821"/>
                  <a:pt x="1122401" y="20955"/>
                </a:cubicBezTo>
                <a:cubicBezTo>
                  <a:pt x="1123290" y="23089"/>
                  <a:pt x="1123798" y="25578"/>
                  <a:pt x="1123798" y="28435"/>
                </a:cubicBezTo>
                <a:lnTo>
                  <a:pt x="1123798" y="55258"/>
                </a:lnTo>
                <a:lnTo>
                  <a:pt x="1117067" y="55258"/>
                </a:lnTo>
                <a:lnTo>
                  <a:pt x="1117067" y="29731"/>
                </a:lnTo>
                <a:cubicBezTo>
                  <a:pt x="1117067" y="26632"/>
                  <a:pt x="1116432" y="24270"/>
                  <a:pt x="1115162" y="22644"/>
                </a:cubicBezTo>
                <a:cubicBezTo>
                  <a:pt x="1113892" y="21019"/>
                  <a:pt x="1111733" y="20206"/>
                  <a:pt x="1108812" y="20206"/>
                </a:cubicBezTo>
                <a:cubicBezTo>
                  <a:pt x="1106653" y="20206"/>
                  <a:pt x="1104875" y="20663"/>
                  <a:pt x="1103224" y="21590"/>
                </a:cubicBezTo>
                <a:cubicBezTo>
                  <a:pt x="1101700" y="22505"/>
                  <a:pt x="1100430" y="23838"/>
                  <a:pt x="1099668" y="25603"/>
                </a:cubicBezTo>
                <a:cubicBezTo>
                  <a:pt x="1098779" y="27369"/>
                  <a:pt x="1098271" y="29477"/>
                  <a:pt x="1098271" y="31928"/>
                </a:cubicBezTo>
                <a:lnTo>
                  <a:pt x="1098271" y="55258"/>
                </a:lnTo>
                <a:lnTo>
                  <a:pt x="1091667" y="55258"/>
                </a:lnTo>
                <a:lnTo>
                  <a:pt x="1091667" y="15037"/>
                </a:lnTo>
                <a:close/>
                <a:moveTo>
                  <a:pt x="1143229" y="55855"/>
                </a:moveTo>
                <a:cubicBezTo>
                  <a:pt x="1141070" y="55855"/>
                  <a:pt x="1139292" y="55487"/>
                  <a:pt x="1137895" y="54776"/>
                </a:cubicBezTo>
                <a:cubicBezTo>
                  <a:pt x="1136498" y="54052"/>
                  <a:pt x="1135609" y="52984"/>
                  <a:pt x="1134974" y="51550"/>
                </a:cubicBezTo>
                <a:cubicBezTo>
                  <a:pt x="1134339" y="50127"/>
                  <a:pt x="1133958" y="48311"/>
                  <a:pt x="1133958" y="46101"/>
                </a:cubicBezTo>
                <a:lnTo>
                  <a:pt x="1133958" y="0"/>
                </a:lnTo>
                <a:lnTo>
                  <a:pt x="1140689" y="0"/>
                </a:lnTo>
                <a:lnTo>
                  <a:pt x="1140689" y="45060"/>
                </a:lnTo>
                <a:cubicBezTo>
                  <a:pt x="1140689" y="46304"/>
                  <a:pt x="1140816" y="47257"/>
                  <a:pt x="1141070" y="47930"/>
                </a:cubicBezTo>
                <a:cubicBezTo>
                  <a:pt x="1141324" y="48603"/>
                  <a:pt x="1141705" y="49073"/>
                  <a:pt x="1142213" y="49365"/>
                </a:cubicBezTo>
                <a:cubicBezTo>
                  <a:pt x="1142721" y="49644"/>
                  <a:pt x="1143483" y="49785"/>
                  <a:pt x="1144499" y="49785"/>
                </a:cubicBezTo>
                <a:cubicBezTo>
                  <a:pt x="1145134" y="49785"/>
                  <a:pt x="1145769" y="49733"/>
                  <a:pt x="1146404" y="49644"/>
                </a:cubicBezTo>
                <a:cubicBezTo>
                  <a:pt x="1147039" y="49543"/>
                  <a:pt x="1147547" y="49429"/>
                  <a:pt x="1148055" y="49302"/>
                </a:cubicBezTo>
                <a:lnTo>
                  <a:pt x="1148055" y="55258"/>
                </a:lnTo>
                <a:cubicBezTo>
                  <a:pt x="1147420" y="55461"/>
                  <a:pt x="1146658" y="55601"/>
                  <a:pt x="1145896" y="55703"/>
                </a:cubicBezTo>
                <a:cubicBezTo>
                  <a:pt x="1145007" y="55804"/>
                  <a:pt x="1144118" y="55855"/>
                  <a:pt x="1143229" y="55855"/>
                </a:cubicBezTo>
                <a:close/>
                <a:moveTo>
                  <a:pt x="1155294" y="71857"/>
                </a:moveTo>
                <a:cubicBezTo>
                  <a:pt x="1153897" y="71857"/>
                  <a:pt x="1152373" y="71755"/>
                  <a:pt x="1150976" y="71552"/>
                </a:cubicBezTo>
                <a:lnTo>
                  <a:pt x="1150976" y="65786"/>
                </a:lnTo>
                <a:cubicBezTo>
                  <a:pt x="1151992" y="66078"/>
                  <a:pt x="1153135" y="66231"/>
                  <a:pt x="1154786" y="66231"/>
                </a:cubicBezTo>
                <a:cubicBezTo>
                  <a:pt x="1156310" y="66231"/>
                  <a:pt x="1157580" y="66040"/>
                  <a:pt x="1158469" y="65660"/>
                </a:cubicBezTo>
                <a:cubicBezTo>
                  <a:pt x="1159485" y="65278"/>
                  <a:pt x="1160374" y="64694"/>
                  <a:pt x="1160882" y="63932"/>
                </a:cubicBezTo>
                <a:cubicBezTo>
                  <a:pt x="1161517" y="63157"/>
                  <a:pt x="1162152" y="62129"/>
                  <a:pt x="1162660" y="60833"/>
                </a:cubicBezTo>
                <a:lnTo>
                  <a:pt x="1164819" y="55144"/>
                </a:lnTo>
                <a:lnTo>
                  <a:pt x="1148690" y="15037"/>
                </a:lnTo>
                <a:lnTo>
                  <a:pt x="1155802" y="15037"/>
                </a:lnTo>
                <a:lnTo>
                  <a:pt x="1164438" y="37288"/>
                </a:lnTo>
                <a:cubicBezTo>
                  <a:pt x="1165073" y="39142"/>
                  <a:pt x="1165835" y="41237"/>
                  <a:pt x="1166597" y="43574"/>
                </a:cubicBezTo>
                <a:cubicBezTo>
                  <a:pt x="1167359" y="45910"/>
                  <a:pt x="1167867" y="47282"/>
                  <a:pt x="1167994" y="47702"/>
                </a:cubicBezTo>
                <a:cubicBezTo>
                  <a:pt x="1168121" y="47358"/>
                  <a:pt x="1168629" y="46038"/>
                  <a:pt x="1169391" y="43765"/>
                </a:cubicBezTo>
                <a:cubicBezTo>
                  <a:pt x="1170534" y="40932"/>
                  <a:pt x="1171169" y="39002"/>
                  <a:pt x="1171550" y="37960"/>
                </a:cubicBezTo>
                <a:lnTo>
                  <a:pt x="1179424" y="15037"/>
                </a:lnTo>
                <a:lnTo>
                  <a:pt x="1186536" y="15037"/>
                </a:lnTo>
                <a:lnTo>
                  <a:pt x="1167994" y="63030"/>
                </a:lnTo>
                <a:cubicBezTo>
                  <a:pt x="1167232" y="65088"/>
                  <a:pt x="1166343" y="66752"/>
                  <a:pt x="1165327" y="67996"/>
                </a:cubicBezTo>
                <a:cubicBezTo>
                  <a:pt x="1164438" y="69253"/>
                  <a:pt x="1163041" y="70206"/>
                  <a:pt x="1161517" y="70866"/>
                </a:cubicBezTo>
                <a:cubicBezTo>
                  <a:pt x="1159866" y="71527"/>
                  <a:pt x="1157834" y="71857"/>
                  <a:pt x="1155294" y="71857"/>
                </a:cubicBezTo>
                <a:close/>
              </a:path>
            </a:pathLst>
          </a:custGeom>
          <a:solidFill>
            <a:srgbClr val="000000">
              <a:alpha val="50196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Editable vector"/>
          <p:cNvSpPr/>
          <p:nvPr/>
        </p:nvSpPr>
        <p:spPr>
          <a:xfrm>
            <a:off x="2078608" y="-30302"/>
            <a:ext cx="10116566" cy="1076019"/>
          </a:xfrm>
          <a:custGeom>
            <a:avLst/>
            <a:gdLst/>
            <a:ahLst/>
            <a:cxnLst/>
            <a:rect l="0" t="0" r="r" b="b"/>
            <a:pathLst>
              <a:path w="10116566" h="1076020" fill="norm" stroke="0" extrusionOk="0">
                <a:moveTo>
                  <a:pt x="0" y="0"/>
                </a:moveTo>
                <a:lnTo>
                  <a:pt x="10116566" y="0"/>
                </a:lnTo>
                <a:lnTo>
                  <a:pt x="10116566" y="1076020"/>
                </a:lnTo>
                <a:lnTo>
                  <a:pt x="0" y="1076020"/>
                </a:lnTo>
                <a:close/>
              </a:path>
            </a:pathLst>
          </a:custGeom>
          <a:solidFill>
            <a:srgbClr val="E8F7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Editable vector"/>
          <p:cNvSpPr/>
          <p:nvPr/>
        </p:nvSpPr>
        <p:spPr>
          <a:xfrm>
            <a:off x="11121263" y="-40843"/>
            <a:ext cx="1073949" cy="1076020"/>
          </a:xfrm>
          <a:custGeom>
            <a:avLst/>
            <a:gdLst/>
            <a:ahLst/>
            <a:cxnLst/>
            <a:rect l="0" t="0" r="r" b="b"/>
            <a:pathLst>
              <a:path w="1073950" h="1076020" fill="norm" stroke="0" extrusionOk="0">
                <a:moveTo>
                  <a:pt x="0" y="0"/>
                </a:moveTo>
                <a:lnTo>
                  <a:pt x="1073950" y="0"/>
                </a:lnTo>
                <a:lnTo>
                  <a:pt x="1073950" y="1076020"/>
                </a:lnTo>
                <a:lnTo>
                  <a:pt x="0" y="1076020"/>
                </a:lnTo>
                <a:close/>
              </a:path>
            </a:pathLst>
          </a:custGeom>
          <a:solidFill>
            <a:srgbClr val="D1F0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1263" y="-40843"/>
            <a:ext cx="1073949" cy="107602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500" y="406400"/>
            <a:ext cx="127000" cy="63500"/>
          </a:xfrm>
          <a:prstGeom prst="rect">
            <a:avLst/>
          </a:prstGeom>
        </p:spPr>
      </p:pic>
      <p:sp>
        <p:nvSpPr>
          <p:cNvPr id="9" name="Editable vector"/>
          <p:cNvSpPr/>
          <p:nvPr/>
        </p:nvSpPr>
        <p:spPr>
          <a:xfrm>
            <a:off x="0" y="-16446"/>
            <a:ext cx="2078608" cy="1062164"/>
          </a:xfrm>
          <a:custGeom>
            <a:avLst/>
            <a:gdLst/>
            <a:ahLst/>
            <a:cxnLst/>
            <a:rect l="0" t="0" r="r" b="b"/>
            <a:pathLst>
              <a:path w="2078609" h="1062164" fill="norm" stroke="0" extrusionOk="0">
                <a:moveTo>
                  <a:pt x="0" y="0"/>
                </a:moveTo>
                <a:lnTo>
                  <a:pt x="2078609" y="0"/>
                </a:lnTo>
                <a:lnTo>
                  <a:pt x="2078609" y="1062164"/>
                </a:lnTo>
                <a:lnTo>
                  <a:pt x="0" y="1062164"/>
                </a:lnTo>
                <a:close/>
              </a:path>
            </a:pathLst>
          </a:custGeom>
          <a:solidFill>
            <a:srgbClr val="D1F0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6446"/>
            <a:ext cx="2078608" cy="1062164"/>
          </a:xfrm>
          <a:prstGeom prst="rect">
            <a:avLst/>
          </a:prstGeom>
        </p:spPr>
      </p:pic>
      <p:sp>
        <p:nvSpPr>
          <p:cNvPr id="15" name="Editable vector"/>
          <p:cNvSpPr/>
          <p:nvPr/>
        </p:nvSpPr>
        <p:spPr>
          <a:xfrm>
            <a:off x="567753" y="1617091"/>
            <a:ext cx="4968493" cy="411479"/>
          </a:xfrm>
          <a:custGeom>
            <a:avLst/>
            <a:gdLst/>
            <a:ahLst/>
            <a:cxnLst/>
            <a:rect l="0" t="0" r="r" b="b"/>
            <a:pathLst>
              <a:path w="4968494" h="411480" fill="norm" stroke="1" extrusionOk="0">
                <a:moveTo>
                  <a:pt x="0" y="0"/>
                </a:moveTo>
                <a:lnTo>
                  <a:pt x="4968494" y="0"/>
                </a:lnTo>
                <a:lnTo>
                  <a:pt x="4968494" y="411480"/>
                </a:lnTo>
                <a:lnTo>
                  <a:pt x="0" y="411480"/>
                </a:lnTo>
                <a:close/>
              </a:path>
            </a:pathLst>
          </a:custGeom>
          <a:solidFill>
            <a:srgbClr val="002A86"/>
          </a:solidFill>
          <a:ln w="12700" cap="flat">
            <a:solidFill>
              <a:srgbClr val="002A8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Editable vector"/>
          <p:cNvSpPr/>
          <p:nvPr/>
        </p:nvSpPr>
        <p:spPr>
          <a:xfrm>
            <a:off x="567753" y="2028659"/>
            <a:ext cx="4968493" cy="3898010"/>
          </a:xfrm>
          <a:custGeom>
            <a:avLst/>
            <a:gdLst/>
            <a:ahLst/>
            <a:cxnLst/>
            <a:rect l="0" t="0" r="r" b="b"/>
            <a:pathLst>
              <a:path w="4968494" h="3898011" fill="norm" stroke="1" extrusionOk="0">
                <a:moveTo>
                  <a:pt x="0" y="0"/>
                </a:moveTo>
                <a:lnTo>
                  <a:pt x="4968494" y="0"/>
                </a:lnTo>
                <a:lnTo>
                  <a:pt x="4968494" y="3898011"/>
                </a:lnTo>
                <a:lnTo>
                  <a:pt x="0" y="3898011"/>
                </a:lnTo>
                <a:close/>
              </a:path>
            </a:pathLst>
          </a:custGeom>
          <a:solidFill>
            <a:srgbClr val="D1EFFF"/>
          </a:solidFill>
          <a:ln w="12700" cap="flat">
            <a:solidFill>
              <a:srgbClr val="1B90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Editable vector"/>
          <p:cNvSpPr/>
          <p:nvPr/>
        </p:nvSpPr>
        <p:spPr>
          <a:xfrm>
            <a:off x="6436867" y="1617091"/>
            <a:ext cx="4967986" cy="411479"/>
          </a:xfrm>
          <a:custGeom>
            <a:avLst/>
            <a:gdLst/>
            <a:ahLst/>
            <a:cxnLst/>
            <a:rect l="0" t="0" r="r" b="b"/>
            <a:pathLst>
              <a:path w="4967986" h="411480" fill="norm" stroke="1" extrusionOk="0">
                <a:moveTo>
                  <a:pt x="0" y="0"/>
                </a:moveTo>
                <a:lnTo>
                  <a:pt x="4967986" y="0"/>
                </a:lnTo>
                <a:lnTo>
                  <a:pt x="4967986" y="411480"/>
                </a:lnTo>
                <a:lnTo>
                  <a:pt x="0" y="411480"/>
                </a:lnTo>
                <a:close/>
              </a:path>
            </a:pathLst>
          </a:custGeom>
          <a:solidFill>
            <a:srgbClr val="00144A"/>
          </a:solidFill>
          <a:ln w="12700" cap="flat">
            <a:solidFill>
              <a:srgbClr val="00144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Editable vector"/>
          <p:cNvSpPr/>
          <p:nvPr/>
        </p:nvSpPr>
        <p:spPr>
          <a:xfrm>
            <a:off x="6436867" y="2028659"/>
            <a:ext cx="4967986" cy="3898010"/>
          </a:xfrm>
          <a:custGeom>
            <a:avLst/>
            <a:gdLst/>
            <a:ahLst/>
            <a:cxnLst/>
            <a:rect l="0" t="0" r="r" b="b"/>
            <a:pathLst>
              <a:path w="4967986" h="3898011" fill="norm" stroke="1" extrusionOk="0">
                <a:moveTo>
                  <a:pt x="0" y="0"/>
                </a:moveTo>
                <a:lnTo>
                  <a:pt x="4967986" y="0"/>
                </a:lnTo>
                <a:lnTo>
                  <a:pt x="4967986" y="3898011"/>
                </a:lnTo>
                <a:lnTo>
                  <a:pt x="0" y="3898011"/>
                </a:lnTo>
                <a:close/>
              </a:path>
            </a:pathLst>
          </a:custGeom>
          <a:solidFill>
            <a:srgbClr val="002A86"/>
          </a:solidFill>
          <a:ln w="12700" cap="flat">
            <a:solidFill>
              <a:srgbClr val="002A8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Editable text — 30"/>
          <p:cNvSpPr txBox="1"/>
          <p:nvPr/>
        </p:nvSpPr>
        <p:spPr>
          <a:xfrm>
            <a:off x="11568938" y="6546075"/>
            <a:ext cx="185839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38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sp>
        <p:nvSpPr>
          <p:cNvPr id="11" name="Editable text — SAP Business AI Partner"/>
          <p:cNvSpPr txBox="1"/>
          <p:nvPr/>
        </p:nvSpPr>
        <p:spPr>
          <a:xfrm>
            <a:off x="2063495" y="177340"/>
            <a:ext cx="4538266" cy="6484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3204" b="1" i="0" spc="-122">
                <a:solidFill>
                  <a:srgbClr val="002A86"/>
                </a:solidFill>
                <a:latin typeface="Arial"/>
              </a:rPr>
              <a:t>SAP Business AI Partner</a:t>
            </a:r>
          </a:p>
        </p:txBody>
      </p:sp>
      <p:sp>
        <p:nvSpPr>
          <p:cNvPr id="12" name="Editable text — -"/>
          <p:cNvSpPr txBox="1"/>
          <p:nvPr/>
        </p:nvSpPr>
        <p:spPr>
          <a:xfrm>
            <a:off x="6538594" y="177340"/>
            <a:ext cx="199000" cy="6484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3204" b="1" i="0">
                <a:solidFill>
                  <a:srgbClr val="000000">
                    <a:alpha val="0"/>
                  </a:srgbClr>
                </a:solidFill>
                <a:latin typeface="Arial"/>
              </a:rPr>
              <a:t>-</a:t>
            </a:r>
          </a:p>
        </p:txBody>
      </p:sp>
      <p:sp>
        <p:nvSpPr>
          <p:cNvPr id="13" name="Editable text — led Adoption Incentive"/>
          <p:cNvSpPr txBox="1"/>
          <p:nvPr/>
        </p:nvSpPr>
        <p:spPr>
          <a:xfrm>
            <a:off x="6674231" y="177340"/>
            <a:ext cx="4330745" cy="6484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3204" b="1" i="0" spc="-36">
                <a:solidFill>
                  <a:srgbClr val="002A86"/>
                </a:solidFill>
                <a:latin typeface="Arial"/>
              </a:rPr>
              <a:t>led Adoption Incentive</a:t>
            </a:r>
          </a:p>
        </p:txBody>
      </p:sp>
      <p:sp>
        <p:nvSpPr>
          <p:cNvPr id="14" name="Editable text — Customer Eligibility Criteria"/>
          <p:cNvSpPr txBox="1"/>
          <p:nvPr/>
        </p:nvSpPr>
        <p:spPr>
          <a:xfrm>
            <a:off x="2063495" y="655114"/>
            <a:ext cx="3084254" cy="4198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004" b="0" i="0" spc="-10">
                <a:solidFill>
                  <a:srgbClr val="002A86"/>
                </a:solidFill>
                <a:latin typeface="Arial"/>
              </a:rPr>
              <a:t>Customer Eligibility Criteria</a:t>
            </a:r>
          </a:p>
        </p:txBody>
      </p:sp>
      <p:sp>
        <p:nvSpPr>
          <p:cNvPr id="16" name="Editable text — Eligible"/>
          <p:cNvSpPr txBox="1"/>
          <p:nvPr/>
        </p:nvSpPr>
        <p:spPr>
          <a:xfrm>
            <a:off x="2661539" y="1701800"/>
            <a:ext cx="845311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1" i="0" spc="-35">
                <a:solidFill>
                  <a:srgbClr val="FFFFFF"/>
                </a:solidFill>
                <a:latin typeface="Arial"/>
              </a:rPr>
              <a:t>Eligible</a:t>
            </a:r>
          </a:p>
        </p:txBody>
      </p:sp>
      <p:sp>
        <p:nvSpPr>
          <p:cNvPr id="18" name="Editable text — •"/>
          <p:cNvSpPr txBox="1"/>
          <p:nvPr/>
        </p:nvSpPr>
        <p:spPr>
          <a:xfrm>
            <a:off x="828446" y="2181584"/>
            <a:ext cx="141327" cy="38145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2" b="0" i="0">
                <a:solidFill>
                  <a:srgbClr val="002986"/>
                </a:solidFill>
                <a:latin typeface="Arial"/>
              </a:rPr>
              <a:t>•</a:t>
            </a:r>
          </a:p>
        </p:txBody>
      </p:sp>
      <p:sp>
        <p:nvSpPr>
          <p:cNvPr id="19" name="Editable text — Existing SAP Business AI Platform "/>
          <p:cNvSpPr txBox="1"/>
          <p:nvPr/>
        </p:nvSpPr>
        <p:spPr>
          <a:xfrm>
            <a:off x="1171346" y="2181584"/>
            <a:ext cx="3458157" cy="38145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2" b="0" i="0" spc="-43">
                <a:solidFill>
                  <a:srgbClr val="333333"/>
                </a:solidFill>
                <a:latin typeface="Arial"/>
              </a:rPr>
              <a:t>Existing SAP Business AI Platform </a:t>
            </a:r>
          </a:p>
        </p:txBody>
      </p:sp>
      <p:sp>
        <p:nvSpPr>
          <p:cNvPr id="20" name="Editable text — customers with a valid, active "/>
          <p:cNvSpPr txBox="1"/>
          <p:nvPr/>
        </p:nvSpPr>
        <p:spPr>
          <a:xfrm>
            <a:off x="1171346" y="2456433"/>
            <a:ext cx="3035985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0" i="0" spc="-17">
                <a:solidFill>
                  <a:srgbClr val="333333"/>
                </a:solidFill>
                <a:latin typeface="Arial"/>
              </a:rPr>
              <a:t>customers with a valid, active </a:t>
            </a:r>
          </a:p>
        </p:txBody>
      </p:sp>
      <p:sp>
        <p:nvSpPr>
          <p:cNvPr id="21" name="Editable text — subscription (direct from SAP or via "/>
          <p:cNvSpPr txBox="1"/>
          <p:nvPr/>
        </p:nvSpPr>
        <p:spPr>
          <a:xfrm>
            <a:off x="1171346" y="2730753"/>
            <a:ext cx="3656178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0" i="0" spc="-12">
                <a:solidFill>
                  <a:srgbClr val="333333"/>
                </a:solidFill>
                <a:latin typeface="Arial"/>
              </a:rPr>
              <a:t>subscription (direct from SAP or via </a:t>
            </a:r>
          </a:p>
        </p:txBody>
      </p:sp>
      <p:sp>
        <p:nvSpPr>
          <p:cNvPr id="22" name="Editable text — reseller)"/>
          <p:cNvSpPr txBox="1"/>
          <p:nvPr/>
        </p:nvSpPr>
        <p:spPr>
          <a:xfrm>
            <a:off x="1171346" y="3005074"/>
            <a:ext cx="897661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0" i="0" spc="8">
                <a:solidFill>
                  <a:srgbClr val="333333"/>
                </a:solidFill>
                <a:latin typeface="Arial"/>
              </a:rPr>
              <a:t>reseller)</a:t>
            </a:r>
          </a:p>
        </p:txBody>
      </p:sp>
      <p:sp>
        <p:nvSpPr>
          <p:cNvPr id="23" name="Editable text — •"/>
          <p:cNvSpPr txBox="1"/>
          <p:nvPr/>
        </p:nvSpPr>
        <p:spPr>
          <a:xfrm>
            <a:off x="828446" y="3279394"/>
            <a:ext cx="141224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0" i="0">
                <a:solidFill>
                  <a:srgbClr val="002986"/>
                </a:solidFill>
                <a:latin typeface="Arial"/>
              </a:rPr>
              <a:t>•</a:t>
            </a:r>
          </a:p>
        </p:txBody>
      </p:sp>
      <p:sp>
        <p:nvSpPr>
          <p:cNvPr id="24" name="Editable text — Net new customers signing a new "/>
          <p:cNvSpPr txBox="1"/>
          <p:nvPr/>
        </p:nvSpPr>
        <p:spPr>
          <a:xfrm>
            <a:off x="1171346" y="3279394"/>
            <a:ext cx="3449067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0" i="0" spc="-24">
                <a:solidFill>
                  <a:srgbClr val="333333"/>
                </a:solidFill>
                <a:latin typeface="Arial"/>
              </a:rPr>
              <a:t>Net new customers signing a new </a:t>
            </a:r>
          </a:p>
        </p:txBody>
      </p:sp>
      <p:sp>
        <p:nvSpPr>
          <p:cNvPr id="25" name="Editable text — agreement for eligible SAP Business AI "/>
          <p:cNvSpPr txBox="1"/>
          <p:nvPr/>
        </p:nvSpPr>
        <p:spPr>
          <a:xfrm>
            <a:off x="1171346" y="3553437"/>
            <a:ext cx="3980976" cy="38145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2" b="0" i="0" spc="-29">
                <a:solidFill>
                  <a:srgbClr val="333333"/>
                </a:solidFill>
                <a:latin typeface="Arial"/>
              </a:rPr>
              <a:t>agreement for eligible SAP Business AI </a:t>
            </a:r>
          </a:p>
        </p:txBody>
      </p:sp>
      <p:sp>
        <p:nvSpPr>
          <p:cNvPr id="26" name="Editable text — Cloud Services during the program "/>
          <p:cNvSpPr txBox="1"/>
          <p:nvPr/>
        </p:nvSpPr>
        <p:spPr>
          <a:xfrm>
            <a:off x="1171346" y="3828414"/>
            <a:ext cx="3607944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0" i="0" spc="-12">
                <a:solidFill>
                  <a:srgbClr val="333333"/>
                </a:solidFill>
                <a:latin typeface="Arial"/>
              </a:rPr>
              <a:t>Cloud Services during the program </a:t>
            </a:r>
          </a:p>
        </p:txBody>
      </p:sp>
      <p:sp>
        <p:nvSpPr>
          <p:cNvPr id="27" name="Editable text — period"/>
          <p:cNvSpPr txBox="1"/>
          <p:nvPr/>
        </p:nvSpPr>
        <p:spPr>
          <a:xfrm>
            <a:off x="1171346" y="4102734"/>
            <a:ext cx="738098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0" i="0" spc="62">
                <a:solidFill>
                  <a:srgbClr val="333333"/>
                </a:solidFill>
                <a:latin typeface="Arial"/>
              </a:rPr>
              <a:t>period</a:t>
            </a:r>
          </a:p>
        </p:txBody>
      </p:sp>
      <p:sp>
        <p:nvSpPr>
          <p:cNvPr id="28" name="Editable text — •"/>
          <p:cNvSpPr txBox="1"/>
          <p:nvPr/>
        </p:nvSpPr>
        <p:spPr>
          <a:xfrm>
            <a:off x="828446" y="4377055"/>
            <a:ext cx="141224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0" i="0">
                <a:solidFill>
                  <a:srgbClr val="002986"/>
                </a:solidFill>
                <a:latin typeface="Arial"/>
              </a:rPr>
              <a:t>•</a:t>
            </a:r>
          </a:p>
        </p:txBody>
      </p:sp>
      <p:sp>
        <p:nvSpPr>
          <p:cNvPr id="29" name="Editable text — Minimum subscription term of 3 years "/>
          <p:cNvSpPr txBox="1"/>
          <p:nvPr/>
        </p:nvSpPr>
        <p:spPr>
          <a:xfrm>
            <a:off x="1171346" y="4377055"/>
            <a:ext cx="3889579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0" i="0" spc="-8">
                <a:solidFill>
                  <a:srgbClr val="333333"/>
                </a:solidFill>
                <a:latin typeface="Arial"/>
              </a:rPr>
              <a:t>Minimum subscription term of 3 years </a:t>
            </a:r>
          </a:p>
        </p:txBody>
      </p:sp>
      <p:sp>
        <p:nvSpPr>
          <p:cNvPr id="30" name="Editable text — for net new customers"/>
          <p:cNvSpPr txBox="1"/>
          <p:nvPr/>
        </p:nvSpPr>
        <p:spPr>
          <a:xfrm>
            <a:off x="1171346" y="4651374"/>
            <a:ext cx="2295322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0" i="0" spc="-7">
                <a:solidFill>
                  <a:srgbClr val="333333"/>
                </a:solidFill>
                <a:latin typeface="Arial"/>
              </a:rPr>
              <a:t>for net new customers</a:t>
            </a:r>
          </a:p>
        </p:txBody>
      </p:sp>
      <p:sp>
        <p:nvSpPr>
          <p:cNvPr id="31" name="Editable text — •"/>
          <p:cNvSpPr txBox="1"/>
          <p:nvPr/>
        </p:nvSpPr>
        <p:spPr>
          <a:xfrm>
            <a:off x="828446" y="4925419"/>
            <a:ext cx="141327" cy="38145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2" b="0" i="0">
                <a:solidFill>
                  <a:srgbClr val="002986"/>
                </a:solidFill>
                <a:latin typeface="Arial"/>
              </a:rPr>
              <a:t>•</a:t>
            </a:r>
          </a:p>
        </p:txBody>
      </p:sp>
      <p:sp>
        <p:nvSpPr>
          <p:cNvPr id="32" name="Editable text — Commercial customers in Enterprise "/>
          <p:cNvSpPr txBox="1"/>
          <p:nvPr/>
        </p:nvSpPr>
        <p:spPr>
          <a:xfrm>
            <a:off x="1171346" y="4925419"/>
            <a:ext cx="3753216" cy="38145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2" b="0" i="0" spc="-15">
                <a:solidFill>
                  <a:srgbClr val="333333"/>
                </a:solidFill>
                <a:latin typeface="Arial"/>
              </a:rPr>
              <a:t>Commercial customers in Enterprise </a:t>
            </a:r>
          </a:p>
        </p:txBody>
      </p:sp>
      <p:sp>
        <p:nvSpPr>
          <p:cNvPr id="33" name="Editable text — and Corporate segments"/>
          <p:cNvSpPr txBox="1"/>
          <p:nvPr/>
        </p:nvSpPr>
        <p:spPr>
          <a:xfrm>
            <a:off x="1171346" y="5200269"/>
            <a:ext cx="2557297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0" i="0" spc="-8">
                <a:solidFill>
                  <a:srgbClr val="333333"/>
                </a:solidFill>
                <a:latin typeface="Arial"/>
              </a:rPr>
              <a:t>and Corporate segments</a:t>
            </a:r>
          </a:p>
        </p:txBody>
      </p:sp>
      <p:sp>
        <p:nvSpPr>
          <p:cNvPr id="34" name="Editable text — •"/>
          <p:cNvSpPr txBox="1"/>
          <p:nvPr/>
        </p:nvSpPr>
        <p:spPr>
          <a:xfrm>
            <a:off x="828446" y="5474588"/>
            <a:ext cx="141224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0" i="0">
                <a:solidFill>
                  <a:srgbClr val="002986"/>
                </a:solidFill>
                <a:latin typeface="Arial"/>
              </a:rPr>
              <a:t>•</a:t>
            </a:r>
          </a:p>
        </p:txBody>
      </p:sp>
      <p:sp>
        <p:nvSpPr>
          <p:cNvPr id="35" name="Editable text — Minimum €100K ACV (BTP + AI Units)"/>
          <p:cNvSpPr txBox="1"/>
          <p:nvPr/>
        </p:nvSpPr>
        <p:spPr>
          <a:xfrm>
            <a:off x="1171346" y="5474588"/>
            <a:ext cx="3782365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0" i="0" spc="-45">
                <a:solidFill>
                  <a:srgbClr val="333333"/>
                </a:solidFill>
                <a:latin typeface="Arial"/>
              </a:rPr>
              <a:t>Minimum €100K ACV (BTP + AI Units)</a:t>
            </a:r>
          </a:p>
        </p:txBody>
      </p:sp>
      <p:sp>
        <p:nvSpPr>
          <p:cNvPr id="37" name="Editable text — Excluded"/>
          <p:cNvSpPr txBox="1"/>
          <p:nvPr/>
        </p:nvSpPr>
        <p:spPr>
          <a:xfrm>
            <a:off x="8413750" y="1701800"/>
            <a:ext cx="1054709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1" i="0" spc="-28">
                <a:solidFill>
                  <a:srgbClr val="FFFFFF"/>
                </a:solidFill>
                <a:latin typeface="Arial"/>
              </a:rPr>
              <a:t>Excluded</a:t>
            </a:r>
          </a:p>
        </p:txBody>
      </p:sp>
      <p:sp>
        <p:nvSpPr>
          <p:cNvPr id="39" name="Editable text — •"/>
          <p:cNvSpPr txBox="1"/>
          <p:nvPr/>
        </p:nvSpPr>
        <p:spPr>
          <a:xfrm>
            <a:off x="6666230" y="2181584"/>
            <a:ext cx="143616" cy="38145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2" b="0" i="0">
                <a:solidFill>
                  <a:srgbClr val="FFFFFF"/>
                </a:solidFill>
                <a:latin typeface="Arial"/>
              </a:rPr>
              <a:t>•</a:t>
            </a:r>
          </a:p>
        </p:txBody>
      </p:sp>
      <p:sp>
        <p:nvSpPr>
          <p:cNvPr id="40" name="Editable text — Public Sector Customers and "/>
          <p:cNvSpPr txBox="1"/>
          <p:nvPr/>
        </p:nvSpPr>
        <p:spPr>
          <a:xfrm>
            <a:off x="7009130" y="2181584"/>
            <a:ext cx="3085276" cy="38145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2" b="0" i="0" spc="-2">
                <a:solidFill>
                  <a:srgbClr val="FFFFFF"/>
                </a:solidFill>
                <a:latin typeface="Arial"/>
              </a:rPr>
              <a:t>Public Sector Customers and </a:t>
            </a:r>
          </a:p>
        </p:txBody>
      </p:sp>
      <p:sp>
        <p:nvSpPr>
          <p:cNvPr id="41" name="Editable text — Government Entities"/>
          <p:cNvSpPr txBox="1"/>
          <p:nvPr/>
        </p:nvSpPr>
        <p:spPr>
          <a:xfrm>
            <a:off x="7009130" y="2456433"/>
            <a:ext cx="2133472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0" i="0" spc="0">
                <a:solidFill>
                  <a:srgbClr val="FFFFFF"/>
                </a:solidFill>
                <a:latin typeface="Arial"/>
              </a:rPr>
              <a:t>Government Entities</a:t>
            </a:r>
          </a:p>
        </p:txBody>
      </p:sp>
      <p:sp>
        <p:nvSpPr>
          <p:cNvPr id="42" name="Editable text — •"/>
          <p:cNvSpPr txBox="1"/>
          <p:nvPr/>
        </p:nvSpPr>
        <p:spPr>
          <a:xfrm>
            <a:off x="6666230" y="2730753"/>
            <a:ext cx="141223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0" i="0">
                <a:solidFill>
                  <a:srgbClr val="FFFFFF"/>
                </a:solidFill>
                <a:latin typeface="Arial"/>
              </a:rPr>
              <a:t>•</a:t>
            </a:r>
          </a:p>
        </p:txBody>
      </p:sp>
      <p:sp>
        <p:nvSpPr>
          <p:cNvPr id="43" name="Editable text — Customers that do not meet the "/>
          <p:cNvSpPr txBox="1"/>
          <p:nvPr/>
        </p:nvSpPr>
        <p:spPr>
          <a:xfrm>
            <a:off x="7009130" y="2730753"/>
            <a:ext cx="3316937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0" i="0" spc="-3">
                <a:solidFill>
                  <a:srgbClr val="FFFFFF"/>
                </a:solidFill>
                <a:latin typeface="Arial"/>
              </a:rPr>
              <a:t>Customers that do not meet the </a:t>
            </a:r>
          </a:p>
        </p:txBody>
      </p:sp>
      <p:sp>
        <p:nvSpPr>
          <p:cNvPr id="44" name="Editable text — minimum subscription and eligibility "/>
          <p:cNvSpPr txBox="1"/>
          <p:nvPr/>
        </p:nvSpPr>
        <p:spPr>
          <a:xfrm>
            <a:off x="7009130" y="3005074"/>
            <a:ext cx="374259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0" i="0" spc="7">
                <a:solidFill>
                  <a:srgbClr val="FFFFFF"/>
                </a:solidFill>
                <a:latin typeface="Arial"/>
              </a:rPr>
              <a:t>minimum subscription and eligibility </a:t>
            </a:r>
          </a:p>
        </p:txBody>
      </p:sp>
      <p:sp>
        <p:nvSpPr>
          <p:cNvPr id="45" name="Editable text — criteria defined in the program Terms &amp; "/>
          <p:cNvSpPr txBox="1"/>
          <p:nvPr/>
        </p:nvSpPr>
        <p:spPr>
          <a:xfrm>
            <a:off x="7009130" y="3279394"/>
            <a:ext cx="4005022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0" i="0" spc="-17">
                <a:solidFill>
                  <a:srgbClr val="FFFFFF"/>
                </a:solidFill>
                <a:latin typeface="Arial"/>
              </a:rPr>
              <a:t>criteria defined in the program Terms &amp; </a:t>
            </a:r>
          </a:p>
        </p:txBody>
      </p:sp>
      <p:sp>
        <p:nvSpPr>
          <p:cNvPr id="46" name="Editable text — Conditions"/>
          <p:cNvSpPr txBox="1"/>
          <p:nvPr/>
        </p:nvSpPr>
        <p:spPr>
          <a:xfrm>
            <a:off x="7009130" y="3553437"/>
            <a:ext cx="1159495" cy="38145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2" b="0" i="0" spc="13">
                <a:solidFill>
                  <a:srgbClr val="FFFFFF"/>
                </a:solidFill>
                <a:latin typeface="Arial"/>
              </a:rPr>
              <a:t>Conditions</a:t>
            </a:r>
          </a:p>
        </p:txBody>
      </p:sp>
      <p:sp>
        <p:nvSpPr>
          <p:cNvPr id="47" name="Editable text — •"/>
          <p:cNvSpPr txBox="1"/>
          <p:nvPr/>
        </p:nvSpPr>
        <p:spPr>
          <a:xfrm>
            <a:off x="6666230" y="3828414"/>
            <a:ext cx="141223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0" i="0">
                <a:solidFill>
                  <a:srgbClr val="FFFFFF"/>
                </a:solidFill>
                <a:latin typeface="Arial"/>
              </a:rPr>
              <a:t>•</a:t>
            </a:r>
          </a:p>
        </p:txBody>
      </p:sp>
      <p:sp>
        <p:nvSpPr>
          <p:cNvPr id="48" name="Editable text — Customers with BTP PAYG or "/>
          <p:cNvSpPr txBox="1"/>
          <p:nvPr/>
        </p:nvSpPr>
        <p:spPr>
          <a:xfrm>
            <a:off x="7009130" y="3828414"/>
            <a:ext cx="2981352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0" i="0" spc="-59">
                <a:solidFill>
                  <a:srgbClr val="FFFFFF"/>
                </a:solidFill>
                <a:latin typeface="Arial"/>
              </a:rPr>
              <a:t>Customers with BTP PAYG or </a:t>
            </a:r>
          </a:p>
        </p:txBody>
      </p:sp>
      <p:sp>
        <p:nvSpPr>
          <p:cNvPr id="49" name="Editable text — Subscription Agreements"/>
          <p:cNvSpPr txBox="1"/>
          <p:nvPr/>
        </p:nvSpPr>
        <p:spPr>
          <a:xfrm>
            <a:off x="7009130" y="4102734"/>
            <a:ext cx="2603017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0" i="0" spc="-5">
                <a:solidFill>
                  <a:srgbClr val="FFFFFF"/>
                </a:solidFill>
                <a:latin typeface="Arial"/>
              </a:rPr>
              <a:t>Subscription Agreements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"/>
          <p:cNvSpPr/>
          <p:nvPr/>
        </p:nvSpPr>
        <p:spPr>
          <a:xfrm>
            <a:off x="0" y="0"/>
            <a:ext cx="12195175" cy="6858000"/>
          </a:xfrm>
          <a:custGeom>
            <a:avLst/>
            <a:gdLst/>
            <a:ahLst/>
            <a:cxnLst/>
            <a:rect l="0" t="0" r="r" b="b"/>
            <a:pathLst>
              <a:path w="12195175" h="6858000" fill="norm" stroke="0" extrusionOk="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Editable vector"/>
          <p:cNvSpPr/>
          <p:nvPr/>
        </p:nvSpPr>
        <p:spPr>
          <a:xfrm>
            <a:off x="506628" y="6582778"/>
            <a:ext cx="1186535" cy="71856"/>
          </a:xfrm>
          <a:custGeom>
            <a:avLst/>
            <a:gdLst/>
            <a:ahLst/>
            <a:cxnLst/>
            <a:rect l="0" t="0" r="r" b="b"/>
            <a:pathLst>
              <a:path w="1186536" h="71857" fill="norm" stroke="0" extrusionOk="0">
                <a:moveTo>
                  <a:pt x="0" y="2832"/>
                </a:moveTo>
                <a:lnTo>
                  <a:pt x="0" y="55258"/>
                </a:lnTo>
                <a:lnTo>
                  <a:pt x="7074" y="55258"/>
                </a:lnTo>
                <a:lnTo>
                  <a:pt x="7074" y="2832"/>
                </a:lnTo>
                <a:close/>
                <a:moveTo>
                  <a:pt x="19812" y="2832"/>
                </a:moveTo>
                <a:lnTo>
                  <a:pt x="28181" y="2832"/>
                </a:lnTo>
                <a:lnTo>
                  <a:pt x="54712" y="47410"/>
                </a:lnTo>
                <a:cubicBezTo>
                  <a:pt x="54661" y="46266"/>
                  <a:pt x="54610" y="44717"/>
                  <a:pt x="54572" y="42761"/>
                </a:cubicBezTo>
                <a:cubicBezTo>
                  <a:pt x="54521" y="40793"/>
                  <a:pt x="54496" y="38862"/>
                  <a:pt x="54496" y="36957"/>
                </a:cubicBezTo>
                <a:lnTo>
                  <a:pt x="54496" y="2832"/>
                </a:lnTo>
                <a:lnTo>
                  <a:pt x="60820" y="2832"/>
                </a:lnTo>
                <a:lnTo>
                  <a:pt x="60820" y="55258"/>
                </a:lnTo>
                <a:lnTo>
                  <a:pt x="52108" y="55258"/>
                </a:lnTo>
                <a:lnTo>
                  <a:pt x="25921" y="11202"/>
                </a:lnTo>
                <a:cubicBezTo>
                  <a:pt x="25972" y="12345"/>
                  <a:pt x="26010" y="13894"/>
                  <a:pt x="26060" y="15837"/>
                </a:cubicBezTo>
                <a:cubicBezTo>
                  <a:pt x="26111" y="17780"/>
                  <a:pt x="26137" y="19724"/>
                  <a:pt x="26137" y="21654"/>
                </a:cubicBezTo>
                <a:lnTo>
                  <a:pt x="26137" y="55258"/>
                </a:lnTo>
                <a:lnTo>
                  <a:pt x="19812" y="55258"/>
                </a:lnTo>
                <a:lnTo>
                  <a:pt x="19812" y="2832"/>
                </a:lnTo>
                <a:close/>
                <a:moveTo>
                  <a:pt x="84125" y="9385"/>
                </a:moveTo>
                <a:lnTo>
                  <a:pt x="67653" y="9385"/>
                </a:lnTo>
                <a:lnTo>
                  <a:pt x="67653" y="2832"/>
                </a:lnTo>
                <a:lnTo>
                  <a:pt x="107683" y="2832"/>
                </a:lnTo>
                <a:lnTo>
                  <a:pt x="107683" y="9385"/>
                </a:lnTo>
                <a:lnTo>
                  <a:pt x="91199" y="9385"/>
                </a:lnTo>
                <a:lnTo>
                  <a:pt x="91199" y="55258"/>
                </a:lnTo>
                <a:lnTo>
                  <a:pt x="84125" y="55258"/>
                </a:lnTo>
                <a:lnTo>
                  <a:pt x="84125" y="9385"/>
                </a:lnTo>
                <a:close/>
                <a:moveTo>
                  <a:pt x="114300" y="2832"/>
                </a:moveTo>
                <a:lnTo>
                  <a:pt x="147980" y="2832"/>
                </a:lnTo>
                <a:lnTo>
                  <a:pt x="147980" y="9385"/>
                </a:lnTo>
                <a:lnTo>
                  <a:pt x="121374" y="9385"/>
                </a:lnTo>
                <a:lnTo>
                  <a:pt x="121374" y="25083"/>
                </a:lnTo>
                <a:lnTo>
                  <a:pt x="145783" y="25083"/>
                </a:lnTo>
                <a:lnTo>
                  <a:pt x="145783" y="31483"/>
                </a:lnTo>
                <a:lnTo>
                  <a:pt x="121374" y="31483"/>
                </a:lnTo>
                <a:lnTo>
                  <a:pt x="121374" y="48705"/>
                </a:lnTo>
                <a:lnTo>
                  <a:pt x="149504" y="48705"/>
                </a:lnTo>
                <a:lnTo>
                  <a:pt x="149504" y="55258"/>
                </a:lnTo>
                <a:lnTo>
                  <a:pt x="114300" y="55258"/>
                </a:lnTo>
                <a:lnTo>
                  <a:pt x="114300" y="2832"/>
                </a:lnTo>
                <a:close/>
                <a:moveTo>
                  <a:pt x="158496" y="2832"/>
                </a:moveTo>
                <a:lnTo>
                  <a:pt x="178626" y="2832"/>
                </a:lnTo>
                <a:cubicBezTo>
                  <a:pt x="182550" y="2832"/>
                  <a:pt x="185877" y="3442"/>
                  <a:pt x="188633" y="4674"/>
                </a:cubicBezTo>
                <a:cubicBezTo>
                  <a:pt x="191389" y="5906"/>
                  <a:pt x="193485" y="7671"/>
                  <a:pt x="194907" y="9996"/>
                </a:cubicBezTo>
                <a:cubicBezTo>
                  <a:pt x="196329" y="12319"/>
                  <a:pt x="197041" y="15088"/>
                  <a:pt x="197041" y="18314"/>
                </a:cubicBezTo>
                <a:cubicBezTo>
                  <a:pt x="197041" y="20613"/>
                  <a:pt x="196596" y="22797"/>
                  <a:pt x="195707" y="24854"/>
                </a:cubicBezTo>
                <a:cubicBezTo>
                  <a:pt x="194818" y="26912"/>
                  <a:pt x="193408" y="28702"/>
                  <a:pt x="191478" y="30214"/>
                </a:cubicBezTo>
                <a:cubicBezTo>
                  <a:pt x="189560" y="31725"/>
                  <a:pt x="187122" y="32766"/>
                  <a:pt x="184175" y="33338"/>
                </a:cubicBezTo>
                <a:lnTo>
                  <a:pt x="199200" y="55258"/>
                </a:lnTo>
                <a:lnTo>
                  <a:pt x="190944" y="55258"/>
                </a:lnTo>
                <a:lnTo>
                  <a:pt x="177254" y="34240"/>
                </a:lnTo>
                <a:lnTo>
                  <a:pt x="165570" y="34240"/>
                </a:lnTo>
                <a:lnTo>
                  <a:pt x="165570" y="55258"/>
                </a:lnTo>
                <a:lnTo>
                  <a:pt x="158496" y="55258"/>
                </a:lnTo>
                <a:lnTo>
                  <a:pt x="158496" y="2832"/>
                </a:lnTo>
                <a:close/>
                <a:moveTo>
                  <a:pt x="178143" y="27915"/>
                </a:moveTo>
                <a:cubicBezTo>
                  <a:pt x="180797" y="27915"/>
                  <a:pt x="183007" y="27496"/>
                  <a:pt x="184785" y="26657"/>
                </a:cubicBezTo>
                <a:cubicBezTo>
                  <a:pt x="186563" y="25832"/>
                  <a:pt x="187871" y="24702"/>
                  <a:pt x="188709" y="23279"/>
                </a:cubicBezTo>
                <a:cubicBezTo>
                  <a:pt x="189548" y="21857"/>
                  <a:pt x="189979" y="20219"/>
                  <a:pt x="189979" y="18390"/>
                </a:cubicBezTo>
                <a:cubicBezTo>
                  <a:pt x="189979" y="15380"/>
                  <a:pt x="188925" y="13119"/>
                  <a:pt x="186817" y="11595"/>
                </a:cubicBezTo>
                <a:cubicBezTo>
                  <a:pt x="184709" y="10071"/>
                  <a:pt x="181712" y="9310"/>
                  <a:pt x="177851" y="9310"/>
                </a:cubicBezTo>
                <a:lnTo>
                  <a:pt x="165570" y="9310"/>
                </a:lnTo>
                <a:lnTo>
                  <a:pt x="165570" y="27915"/>
                </a:lnTo>
                <a:lnTo>
                  <a:pt x="178143" y="27915"/>
                </a:lnTo>
                <a:close/>
                <a:moveTo>
                  <a:pt x="207264" y="2832"/>
                </a:moveTo>
                <a:lnTo>
                  <a:pt x="215633" y="2832"/>
                </a:lnTo>
                <a:lnTo>
                  <a:pt x="242164" y="47410"/>
                </a:lnTo>
                <a:cubicBezTo>
                  <a:pt x="242113" y="46266"/>
                  <a:pt x="242062" y="44717"/>
                  <a:pt x="242024" y="42761"/>
                </a:cubicBezTo>
                <a:cubicBezTo>
                  <a:pt x="241973" y="40793"/>
                  <a:pt x="241948" y="38862"/>
                  <a:pt x="241948" y="36957"/>
                </a:cubicBezTo>
                <a:lnTo>
                  <a:pt x="241948" y="2832"/>
                </a:lnTo>
                <a:lnTo>
                  <a:pt x="248272" y="2832"/>
                </a:lnTo>
                <a:lnTo>
                  <a:pt x="248272" y="55258"/>
                </a:lnTo>
                <a:lnTo>
                  <a:pt x="239560" y="55258"/>
                </a:lnTo>
                <a:lnTo>
                  <a:pt x="213373" y="11202"/>
                </a:lnTo>
                <a:cubicBezTo>
                  <a:pt x="213424" y="12345"/>
                  <a:pt x="213462" y="13894"/>
                  <a:pt x="213512" y="15837"/>
                </a:cubicBezTo>
                <a:cubicBezTo>
                  <a:pt x="213563" y="17780"/>
                  <a:pt x="213589" y="19724"/>
                  <a:pt x="213589" y="21654"/>
                </a:cubicBezTo>
                <a:lnTo>
                  <a:pt x="213589" y="55258"/>
                </a:lnTo>
                <a:lnTo>
                  <a:pt x="207264" y="55258"/>
                </a:lnTo>
                <a:lnTo>
                  <a:pt x="207264" y="2832"/>
                </a:lnTo>
                <a:close/>
                <a:moveTo>
                  <a:pt x="274079" y="2832"/>
                </a:moveTo>
                <a:lnTo>
                  <a:pt x="282181" y="2832"/>
                </a:lnTo>
                <a:lnTo>
                  <a:pt x="301904" y="55258"/>
                </a:lnTo>
                <a:lnTo>
                  <a:pt x="294500" y="55258"/>
                </a:lnTo>
                <a:lnTo>
                  <a:pt x="289547" y="41085"/>
                </a:lnTo>
                <a:lnTo>
                  <a:pt x="266560" y="41085"/>
                </a:lnTo>
                <a:lnTo>
                  <a:pt x="261607" y="55258"/>
                </a:lnTo>
                <a:lnTo>
                  <a:pt x="254356" y="55258"/>
                </a:lnTo>
                <a:lnTo>
                  <a:pt x="274079" y="2832"/>
                </a:lnTo>
                <a:close/>
                <a:moveTo>
                  <a:pt x="287401" y="34900"/>
                </a:moveTo>
                <a:lnTo>
                  <a:pt x="281178" y="17158"/>
                </a:lnTo>
                <a:cubicBezTo>
                  <a:pt x="280607" y="15545"/>
                  <a:pt x="280048" y="13932"/>
                  <a:pt x="279489" y="12319"/>
                </a:cubicBezTo>
                <a:cubicBezTo>
                  <a:pt x="278930" y="10706"/>
                  <a:pt x="278448" y="9322"/>
                  <a:pt x="278054" y="8154"/>
                </a:cubicBezTo>
                <a:cubicBezTo>
                  <a:pt x="277660" y="9322"/>
                  <a:pt x="277178" y="10706"/>
                  <a:pt x="276619" y="12319"/>
                </a:cubicBezTo>
                <a:cubicBezTo>
                  <a:pt x="276060" y="13932"/>
                  <a:pt x="275501" y="15545"/>
                  <a:pt x="274930" y="17158"/>
                </a:cubicBezTo>
                <a:lnTo>
                  <a:pt x="268719" y="34900"/>
                </a:lnTo>
                <a:lnTo>
                  <a:pt x="287401" y="34900"/>
                </a:lnTo>
                <a:close/>
                <a:moveTo>
                  <a:pt x="307848" y="2832"/>
                </a:moveTo>
                <a:lnTo>
                  <a:pt x="314922" y="2832"/>
                </a:lnTo>
                <a:lnTo>
                  <a:pt x="314922" y="48705"/>
                </a:lnTo>
                <a:lnTo>
                  <a:pt x="339179" y="48705"/>
                </a:lnTo>
                <a:lnTo>
                  <a:pt x="339179" y="55258"/>
                </a:lnTo>
                <a:lnTo>
                  <a:pt x="307848" y="55258"/>
                </a:lnTo>
                <a:lnTo>
                  <a:pt x="307848" y="2832"/>
                </a:lnTo>
                <a:close/>
                <a:moveTo>
                  <a:pt x="362268" y="32410"/>
                </a:moveTo>
                <a:lnTo>
                  <a:pt x="362268" y="37580"/>
                </a:lnTo>
                <a:lnTo>
                  <a:pt x="404609" y="37580"/>
                </a:lnTo>
                <a:lnTo>
                  <a:pt x="404609" y="32410"/>
                </a:lnTo>
                <a:close/>
                <a:moveTo>
                  <a:pt x="446773" y="56007"/>
                </a:moveTo>
                <a:cubicBezTo>
                  <a:pt x="442481" y="56007"/>
                  <a:pt x="438696" y="55309"/>
                  <a:pt x="435407" y="53911"/>
                </a:cubicBezTo>
                <a:cubicBezTo>
                  <a:pt x="432118" y="52528"/>
                  <a:pt x="429387" y="50432"/>
                  <a:pt x="427203" y="47625"/>
                </a:cubicBezTo>
                <a:lnTo>
                  <a:pt x="432041" y="42787"/>
                </a:lnTo>
                <a:cubicBezTo>
                  <a:pt x="433210" y="44260"/>
                  <a:pt x="434429" y="45492"/>
                  <a:pt x="435724" y="46495"/>
                </a:cubicBezTo>
                <a:cubicBezTo>
                  <a:pt x="437007" y="47498"/>
                  <a:pt x="438556" y="48299"/>
                  <a:pt x="440373" y="48895"/>
                </a:cubicBezTo>
                <a:cubicBezTo>
                  <a:pt x="442189" y="49492"/>
                  <a:pt x="444322" y="49785"/>
                  <a:pt x="446773" y="49785"/>
                </a:cubicBezTo>
                <a:cubicBezTo>
                  <a:pt x="449199" y="49785"/>
                  <a:pt x="451371" y="49479"/>
                  <a:pt x="453288" y="48870"/>
                </a:cubicBezTo>
                <a:cubicBezTo>
                  <a:pt x="455193" y="48273"/>
                  <a:pt x="456705" y="47320"/>
                  <a:pt x="457822" y="46025"/>
                </a:cubicBezTo>
                <a:cubicBezTo>
                  <a:pt x="458940" y="44742"/>
                  <a:pt x="459499" y="43117"/>
                  <a:pt x="459499" y="41161"/>
                </a:cubicBezTo>
                <a:cubicBezTo>
                  <a:pt x="459499" y="39192"/>
                  <a:pt x="458915" y="37605"/>
                  <a:pt x="457746" y="36399"/>
                </a:cubicBezTo>
                <a:cubicBezTo>
                  <a:pt x="456578" y="35179"/>
                  <a:pt x="455104" y="34227"/>
                  <a:pt x="453326" y="33541"/>
                </a:cubicBezTo>
                <a:cubicBezTo>
                  <a:pt x="451536" y="32868"/>
                  <a:pt x="449161" y="32157"/>
                  <a:pt x="446215" y="31407"/>
                </a:cubicBezTo>
                <a:cubicBezTo>
                  <a:pt x="442646" y="30518"/>
                  <a:pt x="439712" y="29579"/>
                  <a:pt x="437439" y="28601"/>
                </a:cubicBezTo>
                <a:cubicBezTo>
                  <a:pt x="435153" y="27623"/>
                  <a:pt x="433222" y="26124"/>
                  <a:pt x="431635" y="24118"/>
                </a:cubicBezTo>
                <a:cubicBezTo>
                  <a:pt x="430047" y="22111"/>
                  <a:pt x="429247" y="19431"/>
                  <a:pt x="429247" y="16078"/>
                </a:cubicBezTo>
                <a:cubicBezTo>
                  <a:pt x="429247" y="12878"/>
                  <a:pt x="430060" y="10237"/>
                  <a:pt x="431660" y="8128"/>
                </a:cubicBezTo>
                <a:cubicBezTo>
                  <a:pt x="433273" y="6033"/>
                  <a:pt x="435458" y="4496"/>
                  <a:pt x="438201" y="3518"/>
                </a:cubicBezTo>
                <a:cubicBezTo>
                  <a:pt x="440931" y="2540"/>
                  <a:pt x="444017" y="2045"/>
                  <a:pt x="447446" y="2045"/>
                </a:cubicBezTo>
                <a:cubicBezTo>
                  <a:pt x="451561" y="2045"/>
                  <a:pt x="455054" y="2718"/>
                  <a:pt x="457937" y="4039"/>
                </a:cubicBezTo>
                <a:cubicBezTo>
                  <a:pt x="460807" y="5373"/>
                  <a:pt x="463220" y="7201"/>
                  <a:pt x="465150" y="9525"/>
                </a:cubicBezTo>
                <a:lnTo>
                  <a:pt x="460426" y="14212"/>
                </a:lnTo>
                <a:cubicBezTo>
                  <a:pt x="458762" y="12306"/>
                  <a:pt x="456870" y="10833"/>
                  <a:pt x="454736" y="9792"/>
                </a:cubicBezTo>
                <a:cubicBezTo>
                  <a:pt x="452603" y="8751"/>
                  <a:pt x="450050" y="8230"/>
                  <a:pt x="447065" y="8230"/>
                </a:cubicBezTo>
                <a:cubicBezTo>
                  <a:pt x="444665" y="8230"/>
                  <a:pt x="442646" y="8560"/>
                  <a:pt x="441007" y="9208"/>
                </a:cubicBezTo>
                <a:cubicBezTo>
                  <a:pt x="439369" y="9868"/>
                  <a:pt x="438150" y="10770"/>
                  <a:pt x="437363" y="11913"/>
                </a:cubicBezTo>
                <a:cubicBezTo>
                  <a:pt x="436562" y="13056"/>
                  <a:pt x="436169" y="14364"/>
                  <a:pt x="436169" y="15850"/>
                </a:cubicBezTo>
                <a:cubicBezTo>
                  <a:pt x="436169" y="17666"/>
                  <a:pt x="436715" y="19139"/>
                  <a:pt x="437820" y="20269"/>
                </a:cubicBezTo>
                <a:cubicBezTo>
                  <a:pt x="438925" y="21387"/>
                  <a:pt x="440309" y="22276"/>
                  <a:pt x="441960" y="22911"/>
                </a:cubicBezTo>
                <a:cubicBezTo>
                  <a:pt x="443598" y="23533"/>
                  <a:pt x="445872" y="24244"/>
                  <a:pt x="448742" y="25006"/>
                </a:cubicBezTo>
                <a:cubicBezTo>
                  <a:pt x="452514" y="25946"/>
                  <a:pt x="455587" y="26912"/>
                  <a:pt x="457949" y="27915"/>
                </a:cubicBezTo>
                <a:cubicBezTo>
                  <a:pt x="460324" y="28905"/>
                  <a:pt x="462343" y="30429"/>
                  <a:pt x="463995" y="32487"/>
                </a:cubicBezTo>
                <a:cubicBezTo>
                  <a:pt x="465658" y="34544"/>
                  <a:pt x="466496" y="37313"/>
                  <a:pt x="466496" y="40780"/>
                </a:cubicBezTo>
                <a:cubicBezTo>
                  <a:pt x="466496" y="43765"/>
                  <a:pt x="465734" y="46393"/>
                  <a:pt x="464223" y="48692"/>
                </a:cubicBezTo>
                <a:cubicBezTo>
                  <a:pt x="462712" y="50991"/>
                  <a:pt x="460477" y="52781"/>
                  <a:pt x="457505" y="54064"/>
                </a:cubicBezTo>
                <a:cubicBezTo>
                  <a:pt x="454546" y="55359"/>
                  <a:pt x="450964" y="56007"/>
                  <a:pt x="446773" y="56007"/>
                </a:cubicBezTo>
                <a:close/>
                <a:moveTo>
                  <a:pt x="488963" y="2832"/>
                </a:moveTo>
                <a:lnTo>
                  <a:pt x="497065" y="2832"/>
                </a:lnTo>
                <a:lnTo>
                  <a:pt x="516788" y="55258"/>
                </a:lnTo>
                <a:lnTo>
                  <a:pt x="509384" y="55258"/>
                </a:lnTo>
                <a:lnTo>
                  <a:pt x="504431" y="41085"/>
                </a:lnTo>
                <a:lnTo>
                  <a:pt x="481444" y="41085"/>
                </a:lnTo>
                <a:lnTo>
                  <a:pt x="476491" y="55258"/>
                </a:lnTo>
                <a:lnTo>
                  <a:pt x="469240" y="55258"/>
                </a:lnTo>
                <a:lnTo>
                  <a:pt x="488963" y="2832"/>
                </a:lnTo>
                <a:close/>
                <a:moveTo>
                  <a:pt x="502285" y="34900"/>
                </a:moveTo>
                <a:lnTo>
                  <a:pt x="496062" y="17158"/>
                </a:lnTo>
                <a:cubicBezTo>
                  <a:pt x="495490" y="15545"/>
                  <a:pt x="494932" y="13932"/>
                  <a:pt x="494373" y="12319"/>
                </a:cubicBezTo>
                <a:cubicBezTo>
                  <a:pt x="493814" y="10706"/>
                  <a:pt x="493332" y="9322"/>
                  <a:pt x="492938" y="8154"/>
                </a:cubicBezTo>
                <a:cubicBezTo>
                  <a:pt x="492544" y="9322"/>
                  <a:pt x="492062" y="10706"/>
                  <a:pt x="491503" y="12319"/>
                </a:cubicBezTo>
                <a:cubicBezTo>
                  <a:pt x="490944" y="13932"/>
                  <a:pt x="490385" y="15545"/>
                  <a:pt x="489814" y="17158"/>
                </a:cubicBezTo>
                <a:lnTo>
                  <a:pt x="483603" y="34900"/>
                </a:lnTo>
                <a:lnTo>
                  <a:pt x="502285" y="34900"/>
                </a:lnTo>
                <a:close/>
                <a:moveTo>
                  <a:pt x="522732" y="2832"/>
                </a:moveTo>
                <a:lnTo>
                  <a:pt x="542531" y="2832"/>
                </a:lnTo>
                <a:cubicBezTo>
                  <a:pt x="546570" y="2832"/>
                  <a:pt x="549974" y="3493"/>
                  <a:pt x="552729" y="4801"/>
                </a:cubicBezTo>
                <a:cubicBezTo>
                  <a:pt x="555473" y="6121"/>
                  <a:pt x="557543" y="7963"/>
                  <a:pt x="558914" y="10351"/>
                </a:cubicBezTo>
                <a:cubicBezTo>
                  <a:pt x="560299" y="12726"/>
                  <a:pt x="560984" y="15532"/>
                  <a:pt x="560984" y="18759"/>
                </a:cubicBezTo>
                <a:cubicBezTo>
                  <a:pt x="560984" y="21908"/>
                  <a:pt x="560299" y="24727"/>
                  <a:pt x="558940" y="27204"/>
                </a:cubicBezTo>
                <a:cubicBezTo>
                  <a:pt x="557568" y="29680"/>
                  <a:pt x="555536" y="31636"/>
                  <a:pt x="552831" y="33058"/>
                </a:cubicBezTo>
                <a:cubicBezTo>
                  <a:pt x="550126" y="34493"/>
                  <a:pt x="546837" y="35205"/>
                  <a:pt x="542938" y="35205"/>
                </a:cubicBezTo>
                <a:lnTo>
                  <a:pt x="529806" y="35205"/>
                </a:lnTo>
                <a:lnTo>
                  <a:pt x="529806" y="55258"/>
                </a:lnTo>
                <a:lnTo>
                  <a:pt x="522732" y="55258"/>
                </a:lnTo>
                <a:lnTo>
                  <a:pt x="522732" y="2832"/>
                </a:lnTo>
                <a:close/>
                <a:moveTo>
                  <a:pt x="541934" y="28804"/>
                </a:moveTo>
                <a:cubicBezTo>
                  <a:pt x="545948" y="28804"/>
                  <a:pt x="548957" y="27953"/>
                  <a:pt x="550939" y="26251"/>
                </a:cubicBezTo>
                <a:cubicBezTo>
                  <a:pt x="552920" y="24550"/>
                  <a:pt x="553911" y="22085"/>
                  <a:pt x="553911" y="18835"/>
                </a:cubicBezTo>
                <a:cubicBezTo>
                  <a:pt x="553911" y="15710"/>
                  <a:pt x="552882" y="13336"/>
                  <a:pt x="550812" y="11723"/>
                </a:cubicBezTo>
                <a:cubicBezTo>
                  <a:pt x="548742" y="10109"/>
                  <a:pt x="545681" y="9310"/>
                  <a:pt x="541630" y="9310"/>
                </a:cubicBezTo>
                <a:lnTo>
                  <a:pt x="529806" y="9310"/>
                </a:lnTo>
                <a:lnTo>
                  <a:pt x="529806" y="28804"/>
                </a:lnTo>
                <a:lnTo>
                  <a:pt x="541934" y="28804"/>
                </a:lnTo>
                <a:close/>
                <a:moveTo>
                  <a:pt x="595973" y="56007"/>
                </a:moveTo>
                <a:cubicBezTo>
                  <a:pt x="593585" y="56007"/>
                  <a:pt x="591464" y="55538"/>
                  <a:pt x="589610" y="54623"/>
                </a:cubicBezTo>
                <a:cubicBezTo>
                  <a:pt x="587743" y="53708"/>
                  <a:pt x="586296" y="52363"/>
                  <a:pt x="585254" y="50610"/>
                </a:cubicBezTo>
                <a:cubicBezTo>
                  <a:pt x="584213" y="48844"/>
                  <a:pt x="583692" y="46736"/>
                  <a:pt x="583692" y="44285"/>
                </a:cubicBezTo>
                <a:cubicBezTo>
                  <a:pt x="583692" y="41275"/>
                  <a:pt x="584479" y="38812"/>
                  <a:pt x="586054" y="36881"/>
                </a:cubicBezTo>
                <a:cubicBezTo>
                  <a:pt x="587629" y="34938"/>
                  <a:pt x="589775" y="33528"/>
                  <a:pt x="592506" y="32652"/>
                </a:cubicBezTo>
                <a:cubicBezTo>
                  <a:pt x="595236" y="31776"/>
                  <a:pt x="598399" y="31331"/>
                  <a:pt x="601993" y="31331"/>
                </a:cubicBezTo>
                <a:lnTo>
                  <a:pt x="609143" y="31331"/>
                </a:lnTo>
                <a:lnTo>
                  <a:pt x="609143" y="28575"/>
                </a:lnTo>
                <a:cubicBezTo>
                  <a:pt x="609143" y="25756"/>
                  <a:pt x="608470" y="23597"/>
                  <a:pt x="607111" y="22123"/>
                </a:cubicBezTo>
                <a:cubicBezTo>
                  <a:pt x="605765" y="20651"/>
                  <a:pt x="603720" y="19914"/>
                  <a:pt x="600989" y="19914"/>
                </a:cubicBezTo>
                <a:cubicBezTo>
                  <a:pt x="598513" y="19914"/>
                  <a:pt x="596354" y="20409"/>
                  <a:pt x="594500" y="21413"/>
                </a:cubicBezTo>
                <a:cubicBezTo>
                  <a:pt x="592658" y="22416"/>
                  <a:pt x="591020" y="23876"/>
                  <a:pt x="589610" y="25794"/>
                </a:cubicBezTo>
                <a:lnTo>
                  <a:pt x="585292" y="21476"/>
                </a:lnTo>
                <a:cubicBezTo>
                  <a:pt x="589305" y="16663"/>
                  <a:pt x="594690" y="14250"/>
                  <a:pt x="601434" y="14250"/>
                </a:cubicBezTo>
                <a:cubicBezTo>
                  <a:pt x="604545" y="14250"/>
                  <a:pt x="607174" y="14846"/>
                  <a:pt x="609333" y="16040"/>
                </a:cubicBezTo>
                <a:cubicBezTo>
                  <a:pt x="611480" y="17234"/>
                  <a:pt x="613105" y="18898"/>
                  <a:pt x="614197" y="21044"/>
                </a:cubicBezTo>
                <a:cubicBezTo>
                  <a:pt x="615290" y="23191"/>
                  <a:pt x="615836" y="25705"/>
                  <a:pt x="615836" y="28575"/>
                </a:cubicBezTo>
                <a:lnTo>
                  <a:pt x="615836" y="55258"/>
                </a:lnTo>
                <a:lnTo>
                  <a:pt x="609435" y="55258"/>
                </a:lnTo>
                <a:lnTo>
                  <a:pt x="609435" y="47778"/>
                </a:lnTo>
                <a:lnTo>
                  <a:pt x="609295" y="47778"/>
                </a:lnTo>
                <a:cubicBezTo>
                  <a:pt x="607949" y="50635"/>
                  <a:pt x="606209" y="52718"/>
                  <a:pt x="604076" y="54026"/>
                </a:cubicBezTo>
                <a:cubicBezTo>
                  <a:pt x="601942" y="55347"/>
                  <a:pt x="599250" y="56007"/>
                  <a:pt x="595973" y="56007"/>
                </a:cubicBezTo>
                <a:close/>
                <a:moveTo>
                  <a:pt x="590614" y="44133"/>
                </a:moveTo>
                <a:cubicBezTo>
                  <a:pt x="590614" y="45403"/>
                  <a:pt x="590893" y="46495"/>
                  <a:pt x="591464" y="47447"/>
                </a:cubicBezTo>
                <a:cubicBezTo>
                  <a:pt x="592036" y="48387"/>
                  <a:pt x="592861" y="49111"/>
                  <a:pt x="593941" y="49619"/>
                </a:cubicBezTo>
                <a:cubicBezTo>
                  <a:pt x="595020" y="50127"/>
                  <a:pt x="596303" y="50381"/>
                  <a:pt x="597789" y="50381"/>
                </a:cubicBezTo>
                <a:cubicBezTo>
                  <a:pt x="600151" y="50381"/>
                  <a:pt x="602183" y="49911"/>
                  <a:pt x="603898" y="48946"/>
                </a:cubicBezTo>
                <a:cubicBezTo>
                  <a:pt x="605612" y="47993"/>
                  <a:pt x="606908" y="46749"/>
                  <a:pt x="607797" y="45187"/>
                </a:cubicBezTo>
                <a:cubicBezTo>
                  <a:pt x="608698" y="43638"/>
                  <a:pt x="609143" y="41999"/>
                  <a:pt x="609143" y="40260"/>
                </a:cubicBezTo>
                <a:lnTo>
                  <a:pt x="609143" y="36361"/>
                </a:lnTo>
                <a:lnTo>
                  <a:pt x="602894" y="36361"/>
                </a:lnTo>
                <a:cubicBezTo>
                  <a:pt x="599199" y="36361"/>
                  <a:pt x="596227" y="36919"/>
                  <a:pt x="593979" y="38050"/>
                </a:cubicBezTo>
                <a:cubicBezTo>
                  <a:pt x="591731" y="39180"/>
                  <a:pt x="590614" y="41199"/>
                  <a:pt x="590614" y="44133"/>
                </a:cubicBezTo>
                <a:close/>
                <a:moveTo>
                  <a:pt x="625285" y="15037"/>
                </a:moveTo>
                <a:lnTo>
                  <a:pt x="631685" y="15037"/>
                </a:lnTo>
                <a:lnTo>
                  <a:pt x="631685" y="23406"/>
                </a:lnTo>
                <a:lnTo>
                  <a:pt x="631838" y="23406"/>
                </a:lnTo>
                <a:cubicBezTo>
                  <a:pt x="632828" y="20803"/>
                  <a:pt x="634340" y="18631"/>
                  <a:pt x="636372" y="16879"/>
                </a:cubicBezTo>
                <a:cubicBezTo>
                  <a:pt x="638404" y="15126"/>
                  <a:pt x="641248" y="14250"/>
                  <a:pt x="644893" y="14250"/>
                </a:cubicBezTo>
                <a:cubicBezTo>
                  <a:pt x="647675" y="14250"/>
                  <a:pt x="649999" y="14834"/>
                  <a:pt x="651866" y="16002"/>
                </a:cubicBezTo>
                <a:cubicBezTo>
                  <a:pt x="653745" y="17171"/>
                  <a:pt x="655142" y="18821"/>
                  <a:pt x="656082" y="20955"/>
                </a:cubicBezTo>
                <a:cubicBezTo>
                  <a:pt x="657009" y="23089"/>
                  <a:pt x="657466" y="25578"/>
                  <a:pt x="657466" y="28435"/>
                </a:cubicBezTo>
                <a:lnTo>
                  <a:pt x="657466" y="55258"/>
                </a:lnTo>
                <a:lnTo>
                  <a:pt x="650735" y="55258"/>
                </a:lnTo>
                <a:lnTo>
                  <a:pt x="650735" y="29731"/>
                </a:lnTo>
                <a:cubicBezTo>
                  <a:pt x="650735" y="26632"/>
                  <a:pt x="650088" y="24270"/>
                  <a:pt x="648805" y="22644"/>
                </a:cubicBezTo>
                <a:cubicBezTo>
                  <a:pt x="647510" y="21019"/>
                  <a:pt x="645389" y="20206"/>
                  <a:pt x="642442" y="20206"/>
                </a:cubicBezTo>
                <a:cubicBezTo>
                  <a:pt x="640334" y="20206"/>
                  <a:pt x="638493" y="20663"/>
                  <a:pt x="636918" y="21590"/>
                </a:cubicBezTo>
                <a:cubicBezTo>
                  <a:pt x="635343" y="22505"/>
                  <a:pt x="634124" y="23838"/>
                  <a:pt x="633273" y="25603"/>
                </a:cubicBezTo>
                <a:cubicBezTo>
                  <a:pt x="632409" y="27369"/>
                  <a:pt x="631990" y="29477"/>
                  <a:pt x="631990" y="31928"/>
                </a:cubicBezTo>
                <a:lnTo>
                  <a:pt x="631990" y="55258"/>
                </a:lnTo>
                <a:lnTo>
                  <a:pt x="625285" y="55258"/>
                </a:lnTo>
                <a:lnTo>
                  <a:pt x="625285" y="15037"/>
                </a:lnTo>
                <a:close/>
                <a:moveTo>
                  <a:pt x="683209" y="56007"/>
                </a:moveTo>
                <a:cubicBezTo>
                  <a:pt x="679691" y="56007"/>
                  <a:pt x="676593" y="55118"/>
                  <a:pt x="673926" y="53366"/>
                </a:cubicBezTo>
                <a:cubicBezTo>
                  <a:pt x="671259" y="51601"/>
                  <a:pt x="669201" y="49137"/>
                  <a:pt x="667741" y="45987"/>
                </a:cubicBezTo>
                <a:cubicBezTo>
                  <a:pt x="666267" y="42838"/>
                  <a:pt x="665543" y="39218"/>
                  <a:pt x="665543" y="35128"/>
                </a:cubicBezTo>
                <a:cubicBezTo>
                  <a:pt x="665543" y="31039"/>
                  <a:pt x="666255" y="27419"/>
                  <a:pt x="667677" y="24270"/>
                </a:cubicBezTo>
                <a:cubicBezTo>
                  <a:pt x="669112" y="21108"/>
                  <a:pt x="671144" y="18656"/>
                  <a:pt x="673786" y="16891"/>
                </a:cubicBezTo>
                <a:cubicBezTo>
                  <a:pt x="676427" y="15139"/>
                  <a:pt x="679488" y="14250"/>
                  <a:pt x="682993" y="14250"/>
                </a:cubicBezTo>
                <a:cubicBezTo>
                  <a:pt x="685571" y="14250"/>
                  <a:pt x="687857" y="14656"/>
                  <a:pt x="689839" y="15443"/>
                </a:cubicBezTo>
                <a:cubicBezTo>
                  <a:pt x="691820" y="16243"/>
                  <a:pt x="693471" y="17297"/>
                  <a:pt x="694792" y="18631"/>
                </a:cubicBezTo>
                <a:cubicBezTo>
                  <a:pt x="696100" y="19952"/>
                  <a:pt x="697116" y="21451"/>
                  <a:pt x="697840" y="23114"/>
                </a:cubicBezTo>
                <a:lnTo>
                  <a:pt x="697979" y="23114"/>
                </a:lnTo>
                <a:lnTo>
                  <a:pt x="697979" y="0"/>
                </a:lnTo>
                <a:lnTo>
                  <a:pt x="704685" y="0"/>
                </a:lnTo>
                <a:lnTo>
                  <a:pt x="704685" y="55258"/>
                </a:lnTo>
                <a:lnTo>
                  <a:pt x="698284" y="55258"/>
                </a:lnTo>
                <a:lnTo>
                  <a:pt x="698284" y="46736"/>
                </a:lnTo>
                <a:lnTo>
                  <a:pt x="698208" y="46736"/>
                </a:lnTo>
                <a:cubicBezTo>
                  <a:pt x="697090" y="49492"/>
                  <a:pt x="695363" y="51727"/>
                  <a:pt x="693014" y="53429"/>
                </a:cubicBezTo>
                <a:cubicBezTo>
                  <a:pt x="690677" y="55144"/>
                  <a:pt x="687400" y="56007"/>
                  <a:pt x="683209" y="56007"/>
                </a:cubicBezTo>
                <a:close/>
                <a:moveTo>
                  <a:pt x="672541" y="35128"/>
                </a:moveTo>
                <a:cubicBezTo>
                  <a:pt x="672541" y="38380"/>
                  <a:pt x="673087" y="41148"/>
                  <a:pt x="674192" y="43421"/>
                </a:cubicBezTo>
                <a:cubicBezTo>
                  <a:pt x="675297" y="45707"/>
                  <a:pt x="676808" y="47422"/>
                  <a:pt x="678726" y="48578"/>
                </a:cubicBezTo>
                <a:cubicBezTo>
                  <a:pt x="680657" y="49733"/>
                  <a:pt x="682828" y="50305"/>
                  <a:pt x="685267" y="50305"/>
                </a:cubicBezTo>
                <a:cubicBezTo>
                  <a:pt x="687692" y="50305"/>
                  <a:pt x="689864" y="49733"/>
                  <a:pt x="691794" y="48578"/>
                </a:cubicBezTo>
                <a:cubicBezTo>
                  <a:pt x="693712" y="47422"/>
                  <a:pt x="695223" y="45707"/>
                  <a:pt x="696328" y="43447"/>
                </a:cubicBezTo>
                <a:cubicBezTo>
                  <a:pt x="697433" y="41173"/>
                  <a:pt x="697979" y="38405"/>
                  <a:pt x="697979" y="35128"/>
                </a:cubicBezTo>
                <a:cubicBezTo>
                  <a:pt x="697979" y="31877"/>
                  <a:pt x="697433" y="29121"/>
                  <a:pt x="696328" y="26848"/>
                </a:cubicBezTo>
                <a:cubicBezTo>
                  <a:pt x="695223" y="24574"/>
                  <a:pt x="693712" y="22873"/>
                  <a:pt x="691794" y="21717"/>
                </a:cubicBezTo>
                <a:cubicBezTo>
                  <a:pt x="689864" y="20562"/>
                  <a:pt x="687692" y="19990"/>
                  <a:pt x="685267" y="19990"/>
                </a:cubicBezTo>
                <a:cubicBezTo>
                  <a:pt x="682828" y="19990"/>
                  <a:pt x="680657" y="20562"/>
                  <a:pt x="678726" y="21717"/>
                </a:cubicBezTo>
                <a:cubicBezTo>
                  <a:pt x="676808" y="22873"/>
                  <a:pt x="675297" y="24574"/>
                  <a:pt x="674192" y="26848"/>
                </a:cubicBezTo>
                <a:cubicBezTo>
                  <a:pt x="673087" y="29121"/>
                  <a:pt x="672541" y="31877"/>
                  <a:pt x="672541" y="35128"/>
                </a:cubicBezTo>
                <a:close/>
                <a:moveTo>
                  <a:pt x="734568" y="2832"/>
                </a:moveTo>
                <a:lnTo>
                  <a:pt x="754367" y="2832"/>
                </a:lnTo>
                <a:cubicBezTo>
                  <a:pt x="758406" y="2832"/>
                  <a:pt x="761810" y="3493"/>
                  <a:pt x="764515" y="4801"/>
                </a:cubicBezTo>
                <a:cubicBezTo>
                  <a:pt x="767309" y="6121"/>
                  <a:pt x="769341" y="7963"/>
                  <a:pt x="770738" y="10351"/>
                </a:cubicBezTo>
                <a:cubicBezTo>
                  <a:pt x="772135" y="12726"/>
                  <a:pt x="772770" y="15532"/>
                  <a:pt x="772770" y="18759"/>
                </a:cubicBezTo>
                <a:cubicBezTo>
                  <a:pt x="772770" y="21908"/>
                  <a:pt x="772135" y="24727"/>
                  <a:pt x="770738" y="27204"/>
                </a:cubicBezTo>
                <a:cubicBezTo>
                  <a:pt x="769468" y="29680"/>
                  <a:pt x="767436" y="31636"/>
                  <a:pt x="764642" y="33058"/>
                </a:cubicBezTo>
                <a:cubicBezTo>
                  <a:pt x="761962" y="34493"/>
                  <a:pt x="758673" y="35205"/>
                  <a:pt x="754774" y="35205"/>
                </a:cubicBezTo>
                <a:lnTo>
                  <a:pt x="741642" y="35205"/>
                </a:lnTo>
                <a:lnTo>
                  <a:pt x="741642" y="55258"/>
                </a:lnTo>
                <a:lnTo>
                  <a:pt x="734568" y="55258"/>
                </a:lnTo>
                <a:lnTo>
                  <a:pt x="734568" y="2832"/>
                </a:lnTo>
                <a:close/>
                <a:moveTo>
                  <a:pt x="753770" y="28804"/>
                </a:moveTo>
                <a:cubicBezTo>
                  <a:pt x="757784" y="28804"/>
                  <a:pt x="760793" y="27953"/>
                  <a:pt x="762775" y="26251"/>
                </a:cubicBezTo>
                <a:cubicBezTo>
                  <a:pt x="764769" y="24550"/>
                  <a:pt x="765785" y="22085"/>
                  <a:pt x="765785" y="18835"/>
                </a:cubicBezTo>
                <a:cubicBezTo>
                  <a:pt x="765785" y="15710"/>
                  <a:pt x="764769" y="13336"/>
                  <a:pt x="762648" y="11723"/>
                </a:cubicBezTo>
                <a:cubicBezTo>
                  <a:pt x="760578" y="10109"/>
                  <a:pt x="757517" y="9310"/>
                  <a:pt x="753466" y="9310"/>
                </a:cubicBezTo>
                <a:lnTo>
                  <a:pt x="741642" y="9310"/>
                </a:lnTo>
                <a:lnTo>
                  <a:pt x="741642" y="28804"/>
                </a:lnTo>
                <a:lnTo>
                  <a:pt x="753770" y="28804"/>
                </a:lnTo>
                <a:close/>
                <a:moveTo>
                  <a:pt x="789534" y="56007"/>
                </a:moveTo>
                <a:cubicBezTo>
                  <a:pt x="787121" y="56007"/>
                  <a:pt x="784962" y="55538"/>
                  <a:pt x="783184" y="54623"/>
                </a:cubicBezTo>
                <a:cubicBezTo>
                  <a:pt x="781279" y="53708"/>
                  <a:pt x="779882" y="52363"/>
                  <a:pt x="778739" y="50610"/>
                </a:cubicBezTo>
                <a:cubicBezTo>
                  <a:pt x="777723" y="48844"/>
                  <a:pt x="777215" y="46736"/>
                  <a:pt x="777215" y="44285"/>
                </a:cubicBezTo>
                <a:cubicBezTo>
                  <a:pt x="777215" y="41275"/>
                  <a:pt x="777977" y="38812"/>
                  <a:pt x="779628" y="36881"/>
                </a:cubicBezTo>
                <a:cubicBezTo>
                  <a:pt x="781152" y="34938"/>
                  <a:pt x="783311" y="33528"/>
                  <a:pt x="786105" y="32652"/>
                </a:cubicBezTo>
                <a:cubicBezTo>
                  <a:pt x="788772" y="31776"/>
                  <a:pt x="791947" y="31331"/>
                  <a:pt x="795503" y="31331"/>
                </a:cubicBezTo>
                <a:lnTo>
                  <a:pt x="802742" y="31331"/>
                </a:lnTo>
                <a:lnTo>
                  <a:pt x="802742" y="28575"/>
                </a:lnTo>
                <a:cubicBezTo>
                  <a:pt x="802742" y="25756"/>
                  <a:pt x="801980" y="23597"/>
                  <a:pt x="800710" y="22123"/>
                </a:cubicBezTo>
                <a:cubicBezTo>
                  <a:pt x="799313" y="20651"/>
                  <a:pt x="797281" y="19914"/>
                  <a:pt x="794487" y="19914"/>
                </a:cubicBezTo>
                <a:cubicBezTo>
                  <a:pt x="792074" y="19914"/>
                  <a:pt x="789915" y="20409"/>
                  <a:pt x="788010" y="21413"/>
                </a:cubicBezTo>
                <a:cubicBezTo>
                  <a:pt x="786232" y="22416"/>
                  <a:pt x="784581" y="23876"/>
                  <a:pt x="783184" y="25794"/>
                </a:cubicBezTo>
                <a:lnTo>
                  <a:pt x="778866" y="21476"/>
                </a:lnTo>
                <a:cubicBezTo>
                  <a:pt x="782803" y="16663"/>
                  <a:pt x="788264" y="14250"/>
                  <a:pt x="794995" y="14250"/>
                </a:cubicBezTo>
                <a:cubicBezTo>
                  <a:pt x="798043" y="14250"/>
                  <a:pt x="800710" y="14846"/>
                  <a:pt x="802869" y="16040"/>
                </a:cubicBezTo>
                <a:cubicBezTo>
                  <a:pt x="805028" y="17234"/>
                  <a:pt x="806679" y="18898"/>
                  <a:pt x="807695" y="21044"/>
                </a:cubicBezTo>
                <a:cubicBezTo>
                  <a:pt x="808838" y="23191"/>
                  <a:pt x="809346" y="25705"/>
                  <a:pt x="809346" y="28575"/>
                </a:cubicBezTo>
                <a:lnTo>
                  <a:pt x="809346" y="55258"/>
                </a:lnTo>
                <a:lnTo>
                  <a:pt x="802996" y="55258"/>
                </a:lnTo>
                <a:lnTo>
                  <a:pt x="802996" y="47778"/>
                </a:lnTo>
                <a:lnTo>
                  <a:pt x="802869" y="47778"/>
                </a:lnTo>
                <a:cubicBezTo>
                  <a:pt x="801472" y="50635"/>
                  <a:pt x="799821" y="52718"/>
                  <a:pt x="797662" y="54026"/>
                </a:cubicBezTo>
                <a:cubicBezTo>
                  <a:pt x="795503" y="55347"/>
                  <a:pt x="792836" y="56007"/>
                  <a:pt x="789534" y="56007"/>
                </a:cubicBezTo>
                <a:close/>
                <a:moveTo>
                  <a:pt x="784200" y="44133"/>
                </a:moveTo>
                <a:cubicBezTo>
                  <a:pt x="784200" y="45403"/>
                  <a:pt x="784454" y="46495"/>
                  <a:pt x="784962" y="47447"/>
                </a:cubicBezTo>
                <a:cubicBezTo>
                  <a:pt x="785597" y="48387"/>
                  <a:pt x="786359" y="49111"/>
                  <a:pt x="787502" y="49619"/>
                </a:cubicBezTo>
                <a:cubicBezTo>
                  <a:pt x="788518" y="50127"/>
                  <a:pt x="789915" y="50381"/>
                  <a:pt x="791312" y="50381"/>
                </a:cubicBezTo>
                <a:cubicBezTo>
                  <a:pt x="793725" y="50381"/>
                  <a:pt x="795757" y="49911"/>
                  <a:pt x="797408" y="48946"/>
                </a:cubicBezTo>
                <a:cubicBezTo>
                  <a:pt x="799186" y="47993"/>
                  <a:pt x="800456" y="46749"/>
                  <a:pt x="801345" y="45187"/>
                </a:cubicBezTo>
                <a:cubicBezTo>
                  <a:pt x="802234" y="43638"/>
                  <a:pt x="802742" y="41999"/>
                  <a:pt x="802742" y="40260"/>
                </a:cubicBezTo>
                <a:lnTo>
                  <a:pt x="802742" y="36361"/>
                </a:lnTo>
                <a:lnTo>
                  <a:pt x="796392" y="36361"/>
                </a:lnTo>
                <a:cubicBezTo>
                  <a:pt x="792709" y="36361"/>
                  <a:pt x="789788" y="36919"/>
                  <a:pt x="787502" y="38050"/>
                </a:cubicBezTo>
                <a:cubicBezTo>
                  <a:pt x="785343" y="39180"/>
                  <a:pt x="784200" y="41199"/>
                  <a:pt x="784200" y="44133"/>
                </a:cubicBezTo>
                <a:close/>
                <a:moveTo>
                  <a:pt x="818871" y="15037"/>
                </a:moveTo>
                <a:lnTo>
                  <a:pt x="825221" y="15037"/>
                </a:lnTo>
                <a:lnTo>
                  <a:pt x="825221" y="23635"/>
                </a:lnTo>
                <a:lnTo>
                  <a:pt x="825348" y="23635"/>
                </a:lnTo>
                <a:cubicBezTo>
                  <a:pt x="826110" y="20333"/>
                  <a:pt x="827253" y="17945"/>
                  <a:pt x="828904" y="16472"/>
                </a:cubicBezTo>
                <a:cubicBezTo>
                  <a:pt x="830428" y="14999"/>
                  <a:pt x="832460" y="14250"/>
                  <a:pt x="834873" y="14250"/>
                </a:cubicBezTo>
                <a:cubicBezTo>
                  <a:pt x="835508" y="14250"/>
                  <a:pt x="836016" y="14288"/>
                  <a:pt x="836651" y="14364"/>
                </a:cubicBezTo>
                <a:cubicBezTo>
                  <a:pt x="837159" y="14440"/>
                  <a:pt x="837667" y="14529"/>
                  <a:pt x="838048" y="14631"/>
                </a:cubicBezTo>
                <a:lnTo>
                  <a:pt x="838048" y="21210"/>
                </a:lnTo>
                <a:cubicBezTo>
                  <a:pt x="837667" y="21095"/>
                  <a:pt x="837159" y="20993"/>
                  <a:pt x="836524" y="20917"/>
                </a:cubicBezTo>
                <a:cubicBezTo>
                  <a:pt x="835889" y="20841"/>
                  <a:pt x="835254" y="20803"/>
                  <a:pt x="834746" y="20803"/>
                </a:cubicBezTo>
                <a:cubicBezTo>
                  <a:pt x="831444" y="20803"/>
                  <a:pt x="829031" y="21946"/>
                  <a:pt x="827634" y="24244"/>
                </a:cubicBezTo>
                <a:cubicBezTo>
                  <a:pt x="826237" y="26543"/>
                  <a:pt x="825475" y="29896"/>
                  <a:pt x="825475" y="34316"/>
                </a:cubicBezTo>
                <a:lnTo>
                  <a:pt x="825475" y="55258"/>
                </a:lnTo>
                <a:lnTo>
                  <a:pt x="818871" y="55258"/>
                </a:lnTo>
                <a:lnTo>
                  <a:pt x="818871" y="15037"/>
                </a:lnTo>
                <a:close/>
                <a:moveTo>
                  <a:pt x="855701" y="55855"/>
                </a:moveTo>
                <a:cubicBezTo>
                  <a:pt x="853288" y="55855"/>
                  <a:pt x="851383" y="55525"/>
                  <a:pt x="849859" y="54890"/>
                </a:cubicBezTo>
                <a:cubicBezTo>
                  <a:pt x="848462" y="54242"/>
                  <a:pt x="847319" y="53239"/>
                  <a:pt x="846557" y="51867"/>
                </a:cubicBezTo>
                <a:cubicBezTo>
                  <a:pt x="845922" y="50509"/>
                  <a:pt x="845541" y="48743"/>
                  <a:pt x="845541" y="46584"/>
                </a:cubicBezTo>
                <a:lnTo>
                  <a:pt x="845541" y="20651"/>
                </a:lnTo>
                <a:lnTo>
                  <a:pt x="839572" y="20651"/>
                </a:lnTo>
                <a:lnTo>
                  <a:pt x="839572" y="17158"/>
                </a:lnTo>
                <a:lnTo>
                  <a:pt x="851383" y="5283"/>
                </a:lnTo>
                <a:lnTo>
                  <a:pt x="852272" y="5283"/>
                </a:lnTo>
                <a:lnTo>
                  <a:pt x="852272" y="15037"/>
                </a:lnTo>
                <a:lnTo>
                  <a:pt x="861289" y="15037"/>
                </a:lnTo>
                <a:lnTo>
                  <a:pt x="861289" y="20651"/>
                </a:lnTo>
                <a:lnTo>
                  <a:pt x="852272" y="20651"/>
                </a:lnTo>
                <a:lnTo>
                  <a:pt x="852272" y="45212"/>
                </a:lnTo>
                <a:cubicBezTo>
                  <a:pt x="852272" y="46406"/>
                  <a:pt x="852399" y="47320"/>
                  <a:pt x="852653" y="47981"/>
                </a:cubicBezTo>
                <a:cubicBezTo>
                  <a:pt x="852907" y="48641"/>
                  <a:pt x="853415" y="49111"/>
                  <a:pt x="854050" y="49378"/>
                </a:cubicBezTo>
                <a:cubicBezTo>
                  <a:pt x="854685" y="49657"/>
                  <a:pt x="855574" y="49785"/>
                  <a:pt x="856590" y="49785"/>
                </a:cubicBezTo>
                <a:cubicBezTo>
                  <a:pt x="858114" y="49785"/>
                  <a:pt x="859638" y="49581"/>
                  <a:pt x="861289" y="49149"/>
                </a:cubicBezTo>
                <a:lnTo>
                  <a:pt x="861289" y="55258"/>
                </a:lnTo>
                <a:cubicBezTo>
                  <a:pt x="860527" y="55435"/>
                  <a:pt x="859638" y="55576"/>
                  <a:pt x="858622" y="55690"/>
                </a:cubicBezTo>
                <a:cubicBezTo>
                  <a:pt x="857606" y="55791"/>
                  <a:pt x="856590" y="55855"/>
                  <a:pt x="855701" y="55855"/>
                </a:cubicBezTo>
                <a:close/>
                <a:moveTo>
                  <a:pt x="869163" y="15037"/>
                </a:moveTo>
                <a:lnTo>
                  <a:pt x="875513" y="15037"/>
                </a:lnTo>
                <a:lnTo>
                  <a:pt x="875513" y="23406"/>
                </a:lnTo>
                <a:lnTo>
                  <a:pt x="875640" y="23406"/>
                </a:lnTo>
                <a:cubicBezTo>
                  <a:pt x="876656" y="20803"/>
                  <a:pt x="878180" y="18631"/>
                  <a:pt x="880212" y="16879"/>
                </a:cubicBezTo>
                <a:cubicBezTo>
                  <a:pt x="882244" y="15126"/>
                  <a:pt x="885038" y="14250"/>
                  <a:pt x="888721" y="14250"/>
                </a:cubicBezTo>
                <a:cubicBezTo>
                  <a:pt x="891515" y="14250"/>
                  <a:pt x="893801" y="14834"/>
                  <a:pt x="895706" y="16002"/>
                </a:cubicBezTo>
                <a:cubicBezTo>
                  <a:pt x="897611" y="17171"/>
                  <a:pt x="899008" y="18821"/>
                  <a:pt x="899897" y="20955"/>
                </a:cubicBezTo>
                <a:cubicBezTo>
                  <a:pt x="900786" y="23089"/>
                  <a:pt x="901294" y="25578"/>
                  <a:pt x="901294" y="28435"/>
                </a:cubicBezTo>
                <a:lnTo>
                  <a:pt x="901294" y="55258"/>
                </a:lnTo>
                <a:lnTo>
                  <a:pt x="894563" y="55258"/>
                </a:lnTo>
                <a:lnTo>
                  <a:pt x="894563" y="29731"/>
                </a:lnTo>
                <a:cubicBezTo>
                  <a:pt x="894563" y="26632"/>
                  <a:pt x="893928" y="24270"/>
                  <a:pt x="892658" y="22644"/>
                </a:cubicBezTo>
                <a:cubicBezTo>
                  <a:pt x="891388" y="21019"/>
                  <a:pt x="889229" y="20206"/>
                  <a:pt x="886308" y="20206"/>
                </a:cubicBezTo>
                <a:cubicBezTo>
                  <a:pt x="884149" y="20206"/>
                  <a:pt x="882371" y="20663"/>
                  <a:pt x="880720" y="21590"/>
                </a:cubicBezTo>
                <a:cubicBezTo>
                  <a:pt x="879196" y="22505"/>
                  <a:pt x="877926" y="23838"/>
                  <a:pt x="877164" y="25603"/>
                </a:cubicBezTo>
                <a:cubicBezTo>
                  <a:pt x="876275" y="27369"/>
                  <a:pt x="875767" y="29477"/>
                  <a:pt x="875767" y="31928"/>
                </a:cubicBezTo>
                <a:lnTo>
                  <a:pt x="875767" y="55258"/>
                </a:lnTo>
                <a:lnTo>
                  <a:pt x="869163" y="55258"/>
                </a:lnTo>
                <a:lnTo>
                  <a:pt x="869163" y="15037"/>
                </a:lnTo>
                <a:close/>
                <a:moveTo>
                  <a:pt x="929615" y="56007"/>
                </a:moveTo>
                <a:cubicBezTo>
                  <a:pt x="925551" y="56007"/>
                  <a:pt x="921995" y="55207"/>
                  <a:pt x="918947" y="53607"/>
                </a:cubicBezTo>
                <a:cubicBezTo>
                  <a:pt x="915899" y="52007"/>
                  <a:pt x="913486" y="49632"/>
                  <a:pt x="911835" y="46495"/>
                </a:cubicBezTo>
                <a:cubicBezTo>
                  <a:pt x="910184" y="43358"/>
                  <a:pt x="909422" y="39574"/>
                  <a:pt x="909422" y="35128"/>
                </a:cubicBezTo>
                <a:cubicBezTo>
                  <a:pt x="909422" y="30633"/>
                  <a:pt x="910311" y="26822"/>
                  <a:pt x="911962" y="23685"/>
                </a:cubicBezTo>
                <a:cubicBezTo>
                  <a:pt x="913740" y="20549"/>
                  <a:pt x="916153" y="18186"/>
                  <a:pt x="919074" y="16612"/>
                </a:cubicBezTo>
                <a:cubicBezTo>
                  <a:pt x="921995" y="15037"/>
                  <a:pt x="925297" y="14250"/>
                  <a:pt x="928853" y="14250"/>
                </a:cubicBezTo>
                <a:cubicBezTo>
                  <a:pt x="932917" y="14250"/>
                  <a:pt x="936346" y="15202"/>
                  <a:pt x="938886" y="17107"/>
                </a:cubicBezTo>
                <a:cubicBezTo>
                  <a:pt x="941553" y="19000"/>
                  <a:pt x="943458" y="21425"/>
                  <a:pt x="944601" y="24371"/>
                </a:cubicBezTo>
                <a:cubicBezTo>
                  <a:pt x="945871" y="27331"/>
                  <a:pt x="946379" y="30429"/>
                  <a:pt x="946379" y="33681"/>
                </a:cubicBezTo>
                <a:cubicBezTo>
                  <a:pt x="946379" y="34798"/>
                  <a:pt x="946379" y="35840"/>
                  <a:pt x="946252" y="36805"/>
                </a:cubicBezTo>
                <a:lnTo>
                  <a:pt x="916407" y="36805"/>
                </a:lnTo>
                <a:cubicBezTo>
                  <a:pt x="916661" y="41199"/>
                  <a:pt x="917931" y="44539"/>
                  <a:pt x="920090" y="46851"/>
                </a:cubicBezTo>
                <a:cubicBezTo>
                  <a:pt x="922376" y="49149"/>
                  <a:pt x="925551" y="50305"/>
                  <a:pt x="929615" y="50305"/>
                </a:cubicBezTo>
                <a:cubicBezTo>
                  <a:pt x="932155" y="50305"/>
                  <a:pt x="934187" y="49936"/>
                  <a:pt x="935965" y="49188"/>
                </a:cubicBezTo>
                <a:cubicBezTo>
                  <a:pt x="937743" y="48451"/>
                  <a:pt x="939394" y="47219"/>
                  <a:pt x="940791" y="45504"/>
                </a:cubicBezTo>
                <a:lnTo>
                  <a:pt x="944982" y="49670"/>
                </a:lnTo>
                <a:cubicBezTo>
                  <a:pt x="943712" y="51168"/>
                  <a:pt x="942315" y="52375"/>
                  <a:pt x="940791" y="53302"/>
                </a:cubicBezTo>
                <a:cubicBezTo>
                  <a:pt x="939267" y="54229"/>
                  <a:pt x="937743" y="54915"/>
                  <a:pt x="935838" y="55347"/>
                </a:cubicBezTo>
                <a:cubicBezTo>
                  <a:pt x="934060" y="55779"/>
                  <a:pt x="932028" y="56007"/>
                  <a:pt x="929615" y="56007"/>
                </a:cubicBezTo>
                <a:close/>
                <a:moveTo>
                  <a:pt x="939648" y="31636"/>
                </a:moveTo>
                <a:cubicBezTo>
                  <a:pt x="939267" y="27763"/>
                  <a:pt x="938124" y="24854"/>
                  <a:pt x="936219" y="22911"/>
                </a:cubicBezTo>
                <a:cubicBezTo>
                  <a:pt x="934314" y="20955"/>
                  <a:pt x="931774" y="19990"/>
                  <a:pt x="928599" y="19990"/>
                </a:cubicBezTo>
                <a:cubicBezTo>
                  <a:pt x="926440" y="19990"/>
                  <a:pt x="924662" y="20422"/>
                  <a:pt x="922884" y="21286"/>
                </a:cubicBezTo>
                <a:cubicBezTo>
                  <a:pt x="921233" y="22149"/>
                  <a:pt x="919836" y="23457"/>
                  <a:pt x="918820" y="25197"/>
                </a:cubicBezTo>
                <a:cubicBezTo>
                  <a:pt x="917677" y="26924"/>
                  <a:pt x="916915" y="29070"/>
                  <a:pt x="916661" y="31636"/>
                </a:cubicBezTo>
                <a:lnTo>
                  <a:pt x="939648" y="31636"/>
                </a:lnTo>
                <a:close/>
                <a:moveTo>
                  <a:pt x="954507" y="15037"/>
                </a:moveTo>
                <a:lnTo>
                  <a:pt x="960857" y="15037"/>
                </a:lnTo>
                <a:lnTo>
                  <a:pt x="960857" y="23635"/>
                </a:lnTo>
                <a:lnTo>
                  <a:pt x="960984" y="23635"/>
                </a:lnTo>
                <a:cubicBezTo>
                  <a:pt x="961746" y="20333"/>
                  <a:pt x="962889" y="17945"/>
                  <a:pt x="964540" y="16472"/>
                </a:cubicBezTo>
                <a:cubicBezTo>
                  <a:pt x="966064" y="14999"/>
                  <a:pt x="968096" y="14250"/>
                  <a:pt x="970509" y="14250"/>
                </a:cubicBezTo>
                <a:cubicBezTo>
                  <a:pt x="971144" y="14250"/>
                  <a:pt x="971652" y="14288"/>
                  <a:pt x="972287" y="14364"/>
                </a:cubicBezTo>
                <a:cubicBezTo>
                  <a:pt x="972795" y="14440"/>
                  <a:pt x="973303" y="14529"/>
                  <a:pt x="973684" y="14631"/>
                </a:cubicBezTo>
                <a:lnTo>
                  <a:pt x="973684" y="21210"/>
                </a:lnTo>
                <a:cubicBezTo>
                  <a:pt x="973303" y="21095"/>
                  <a:pt x="972795" y="20993"/>
                  <a:pt x="972160" y="20917"/>
                </a:cubicBezTo>
                <a:cubicBezTo>
                  <a:pt x="971525" y="20841"/>
                  <a:pt x="970890" y="20803"/>
                  <a:pt x="970382" y="20803"/>
                </a:cubicBezTo>
                <a:cubicBezTo>
                  <a:pt x="967080" y="20803"/>
                  <a:pt x="964667" y="21946"/>
                  <a:pt x="963270" y="24244"/>
                </a:cubicBezTo>
                <a:cubicBezTo>
                  <a:pt x="961873" y="26543"/>
                  <a:pt x="961111" y="29896"/>
                  <a:pt x="961111" y="34316"/>
                </a:cubicBezTo>
                <a:lnTo>
                  <a:pt x="961111" y="55258"/>
                </a:lnTo>
                <a:lnTo>
                  <a:pt x="954507" y="55258"/>
                </a:lnTo>
                <a:lnTo>
                  <a:pt x="954507" y="15037"/>
                </a:lnTo>
                <a:close/>
                <a:moveTo>
                  <a:pt x="992988" y="56007"/>
                </a:moveTo>
                <a:cubicBezTo>
                  <a:pt x="986130" y="56007"/>
                  <a:pt x="980669" y="53899"/>
                  <a:pt x="976859" y="49670"/>
                </a:cubicBezTo>
                <a:lnTo>
                  <a:pt x="981177" y="45403"/>
                </a:lnTo>
                <a:cubicBezTo>
                  <a:pt x="982955" y="47257"/>
                  <a:pt x="984733" y="48565"/>
                  <a:pt x="986638" y="49327"/>
                </a:cubicBezTo>
                <a:cubicBezTo>
                  <a:pt x="988416" y="50076"/>
                  <a:pt x="990575" y="50457"/>
                  <a:pt x="992988" y="50457"/>
                </a:cubicBezTo>
                <a:cubicBezTo>
                  <a:pt x="995401" y="50457"/>
                  <a:pt x="997433" y="50000"/>
                  <a:pt x="999084" y="49099"/>
                </a:cubicBezTo>
                <a:cubicBezTo>
                  <a:pt x="1000735" y="48197"/>
                  <a:pt x="1001624" y="46711"/>
                  <a:pt x="1001624" y="44653"/>
                </a:cubicBezTo>
                <a:cubicBezTo>
                  <a:pt x="1001624" y="43193"/>
                  <a:pt x="1001243" y="41999"/>
                  <a:pt x="1000354" y="41097"/>
                </a:cubicBezTo>
                <a:cubicBezTo>
                  <a:pt x="999592" y="40196"/>
                  <a:pt x="998449" y="39484"/>
                  <a:pt x="997179" y="38964"/>
                </a:cubicBezTo>
                <a:cubicBezTo>
                  <a:pt x="995909" y="38443"/>
                  <a:pt x="993877" y="37833"/>
                  <a:pt x="991464" y="37135"/>
                </a:cubicBezTo>
                <a:cubicBezTo>
                  <a:pt x="988924" y="36424"/>
                  <a:pt x="986765" y="35649"/>
                  <a:pt x="984987" y="34837"/>
                </a:cubicBezTo>
                <a:cubicBezTo>
                  <a:pt x="983209" y="34011"/>
                  <a:pt x="981685" y="32842"/>
                  <a:pt x="980542" y="31318"/>
                </a:cubicBezTo>
                <a:cubicBezTo>
                  <a:pt x="979272" y="29794"/>
                  <a:pt x="978764" y="27839"/>
                  <a:pt x="978764" y="25451"/>
                </a:cubicBezTo>
                <a:cubicBezTo>
                  <a:pt x="978764" y="23076"/>
                  <a:pt x="979272" y="21044"/>
                  <a:pt x="980415" y="19355"/>
                </a:cubicBezTo>
                <a:cubicBezTo>
                  <a:pt x="981685" y="17666"/>
                  <a:pt x="983336" y="16396"/>
                  <a:pt x="985495" y="15532"/>
                </a:cubicBezTo>
                <a:cubicBezTo>
                  <a:pt x="987527" y="14681"/>
                  <a:pt x="990067" y="14250"/>
                  <a:pt x="992861" y="14250"/>
                </a:cubicBezTo>
                <a:cubicBezTo>
                  <a:pt x="995655" y="14250"/>
                  <a:pt x="998195" y="14707"/>
                  <a:pt x="1000735" y="15608"/>
                </a:cubicBezTo>
                <a:cubicBezTo>
                  <a:pt x="1003275" y="16523"/>
                  <a:pt x="1005307" y="17844"/>
                  <a:pt x="1006958" y="19571"/>
                </a:cubicBezTo>
                <a:lnTo>
                  <a:pt x="1002767" y="23851"/>
                </a:lnTo>
                <a:cubicBezTo>
                  <a:pt x="1000100" y="21222"/>
                  <a:pt x="996798" y="19914"/>
                  <a:pt x="992861" y="19914"/>
                </a:cubicBezTo>
                <a:cubicBezTo>
                  <a:pt x="990448" y="19914"/>
                  <a:pt x="988670" y="20346"/>
                  <a:pt x="987273" y="21210"/>
                </a:cubicBezTo>
                <a:cubicBezTo>
                  <a:pt x="985876" y="22085"/>
                  <a:pt x="985241" y="23394"/>
                  <a:pt x="985241" y="25159"/>
                </a:cubicBezTo>
                <a:cubicBezTo>
                  <a:pt x="985241" y="26327"/>
                  <a:pt x="985622" y="27293"/>
                  <a:pt x="986384" y="28055"/>
                </a:cubicBezTo>
                <a:cubicBezTo>
                  <a:pt x="987273" y="28829"/>
                  <a:pt x="988289" y="29464"/>
                  <a:pt x="989686" y="29973"/>
                </a:cubicBezTo>
                <a:cubicBezTo>
                  <a:pt x="990956" y="30480"/>
                  <a:pt x="992861" y="31090"/>
                  <a:pt x="995401" y="31776"/>
                </a:cubicBezTo>
                <a:cubicBezTo>
                  <a:pt x="997941" y="32500"/>
                  <a:pt x="1000100" y="33262"/>
                  <a:pt x="1001878" y="34049"/>
                </a:cubicBezTo>
                <a:cubicBezTo>
                  <a:pt x="1003529" y="34849"/>
                  <a:pt x="1005053" y="36055"/>
                  <a:pt x="1006323" y="37681"/>
                </a:cubicBezTo>
                <a:cubicBezTo>
                  <a:pt x="1007466" y="39307"/>
                  <a:pt x="1008101" y="41453"/>
                  <a:pt x="1008101" y="44133"/>
                </a:cubicBezTo>
                <a:cubicBezTo>
                  <a:pt x="1008101" y="46610"/>
                  <a:pt x="1007466" y="48743"/>
                  <a:pt x="1006196" y="50533"/>
                </a:cubicBezTo>
                <a:cubicBezTo>
                  <a:pt x="1004926" y="52312"/>
                  <a:pt x="1003148" y="53670"/>
                  <a:pt x="1000862" y="54611"/>
                </a:cubicBezTo>
                <a:cubicBezTo>
                  <a:pt x="998576" y="55538"/>
                  <a:pt x="995909" y="56007"/>
                  <a:pt x="992988" y="56007"/>
                </a:cubicBezTo>
                <a:close/>
                <a:moveTo>
                  <a:pt x="1057250" y="56007"/>
                </a:moveTo>
                <a:cubicBezTo>
                  <a:pt x="1052170" y="56007"/>
                  <a:pt x="1047725" y="54902"/>
                  <a:pt x="1043915" y="52693"/>
                </a:cubicBezTo>
                <a:cubicBezTo>
                  <a:pt x="1039978" y="50483"/>
                  <a:pt x="1037057" y="47334"/>
                  <a:pt x="1034898" y="43256"/>
                </a:cubicBezTo>
                <a:cubicBezTo>
                  <a:pt x="1032739" y="39180"/>
                  <a:pt x="1031596" y="34430"/>
                  <a:pt x="1031596" y="29032"/>
                </a:cubicBezTo>
                <a:cubicBezTo>
                  <a:pt x="1031596" y="23623"/>
                  <a:pt x="1032739" y="18885"/>
                  <a:pt x="1034898" y="14808"/>
                </a:cubicBezTo>
                <a:cubicBezTo>
                  <a:pt x="1037057" y="10744"/>
                  <a:pt x="1039978" y="7595"/>
                  <a:pt x="1043915" y="5385"/>
                </a:cubicBezTo>
                <a:cubicBezTo>
                  <a:pt x="1047725" y="3163"/>
                  <a:pt x="1052170" y="2045"/>
                  <a:pt x="1057250" y="2045"/>
                </a:cubicBezTo>
                <a:cubicBezTo>
                  <a:pt x="1062203" y="2045"/>
                  <a:pt x="1066648" y="3163"/>
                  <a:pt x="1070458" y="5385"/>
                </a:cubicBezTo>
                <a:cubicBezTo>
                  <a:pt x="1074395" y="7595"/>
                  <a:pt x="1077443" y="10744"/>
                  <a:pt x="1079602" y="14808"/>
                </a:cubicBezTo>
                <a:cubicBezTo>
                  <a:pt x="1081761" y="18885"/>
                  <a:pt x="1082777" y="23623"/>
                  <a:pt x="1082777" y="29032"/>
                </a:cubicBezTo>
                <a:cubicBezTo>
                  <a:pt x="1082777" y="34430"/>
                  <a:pt x="1081761" y="39180"/>
                  <a:pt x="1079602" y="43256"/>
                </a:cubicBezTo>
                <a:cubicBezTo>
                  <a:pt x="1077443" y="47334"/>
                  <a:pt x="1074395" y="50483"/>
                  <a:pt x="1070458" y="52693"/>
                </a:cubicBezTo>
                <a:cubicBezTo>
                  <a:pt x="1066648" y="54902"/>
                  <a:pt x="1062203" y="56007"/>
                  <a:pt x="1057250" y="56007"/>
                </a:cubicBezTo>
                <a:close/>
                <a:moveTo>
                  <a:pt x="1038835" y="29032"/>
                </a:moveTo>
                <a:cubicBezTo>
                  <a:pt x="1038835" y="33198"/>
                  <a:pt x="1039597" y="36818"/>
                  <a:pt x="1040994" y="39891"/>
                </a:cubicBezTo>
                <a:cubicBezTo>
                  <a:pt x="1042518" y="42964"/>
                  <a:pt x="1044677" y="45327"/>
                  <a:pt x="1047471" y="46978"/>
                </a:cubicBezTo>
                <a:cubicBezTo>
                  <a:pt x="1050138" y="48629"/>
                  <a:pt x="1053440" y="49454"/>
                  <a:pt x="1057250" y="49454"/>
                </a:cubicBezTo>
                <a:cubicBezTo>
                  <a:pt x="1060933" y="49454"/>
                  <a:pt x="1064235" y="48629"/>
                  <a:pt x="1066902" y="46978"/>
                </a:cubicBezTo>
                <a:cubicBezTo>
                  <a:pt x="1069696" y="45327"/>
                  <a:pt x="1071855" y="42964"/>
                  <a:pt x="1073379" y="39891"/>
                </a:cubicBezTo>
                <a:cubicBezTo>
                  <a:pt x="1074776" y="36818"/>
                  <a:pt x="1075538" y="33198"/>
                  <a:pt x="1075538" y="29032"/>
                </a:cubicBezTo>
                <a:cubicBezTo>
                  <a:pt x="1075538" y="24854"/>
                  <a:pt x="1074776" y="21248"/>
                  <a:pt x="1073379" y="18174"/>
                </a:cubicBezTo>
                <a:cubicBezTo>
                  <a:pt x="1071855" y="15113"/>
                  <a:pt x="1069696" y="12764"/>
                  <a:pt x="1066902" y="11112"/>
                </a:cubicBezTo>
                <a:cubicBezTo>
                  <a:pt x="1064235" y="9461"/>
                  <a:pt x="1060933" y="8636"/>
                  <a:pt x="1057250" y="8636"/>
                </a:cubicBezTo>
                <a:cubicBezTo>
                  <a:pt x="1053440" y="8636"/>
                  <a:pt x="1050138" y="9461"/>
                  <a:pt x="1047471" y="11112"/>
                </a:cubicBezTo>
                <a:cubicBezTo>
                  <a:pt x="1044677" y="12764"/>
                  <a:pt x="1042518" y="15113"/>
                  <a:pt x="1040994" y="18174"/>
                </a:cubicBezTo>
                <a:cubicBezTo>
                  <a:pt x="1039597" y="21248"/>
                  <a:pt x="1038835" y="24854"/>
                  <a:pt x="1038835" y="29032"/>
                </a:cubicBezTo>
                <a:close/>
                <a:moveTo>
                  <a:pt x="1091667" y="15037"/>
                </a:moveTo>
                <a:lnTo>
                  <a:pt x="1098017" y="15037"/>
                </a:lnTo>
                <a:lnTo>
                  <a:pt x="1098017" y="23406"/>
                </a:lnTo>
                <a:lnTo>
                  <a:pt x="1098144" y="23406"/>
                </a:lnTo>
                <a:cubicBezTo>
                  <a:pt x="1099160" y="20803"/>
                  <a:pt x="1100684" y="18631"/>
                  <a:pt x="1102716" y="16879"/>
                </a:cubicBezTo>
                <a:cubicBezTo>
                  <a:pt x="1104748" y="15126"/>
                  <a:pt x="1107542" y="14250"/>
                  <a:pt x="1111225" y="14250"/>
                </a:cubicBezTo>
                <a:cubicBezTo>
                  <a:pt x="1114019" y="14250"/>
                  <a:pt x="1116305" y="14834"/>
                  <a:pt x="1118210" y="16002"/>
                </a:cubicBezTo>
                <a:cubicBezTo>
                  <a:pt x="1120115" y="17171"/>
                  <a:pt x="1121512" y="18821"/>
                  <a:pt x="1122401" y="20955"/>
                </a:cubicBezTo>
                <a:cubicBezTo>
                  <a:pt x="1123290" y="23089"/>
                  <a:pt x="1123798" y="25578"/>
                  <a:pt x="1123798" y="28435"/>
                </a:cubicBezTo>
                <a:lnTo>
                  <a:pt x="1123798" y="55258"/>
                </a:lnTo>
                <a:lnTo>
                  <a:pt x="1117067" y="55258"/>
                </a:lnTo>
                <a:lnTo>
                  <a:pt x="1117067" y="29731"/>
                </a:lnTo>
                <a:cubicBezTo>
                  <a:pt x="1117067" y="26632"/>
                  <a:pt x="1116432" y="24270"/>
                  <a:pt x="1115162" y="22644"/>
                </a:cubicBezTo>
                <a:cubicBezTo>
                  <a:pt x="1113892" y="21019"/>
                  <a:pt x="1111733" y="20206"/>
                  <a:pt x="1108812" y="20206"/>
                </a:cubicBezTo>
                <a:cubicBezTo>
                  <a:pt x="1106653" y="20206"/>
                  <a:pt x="1104875" y="20663"/>
                  <a:pt x="1103224" y="21590"/>
                </a:cubicBezTo>
                <a:cubicBezTo>
                  <a:pt x="1101700" y="22505"/>
                  <a:pt x="1100430" y="23838"/>
                  <a:pt x="1099668" y="25603"/>
                </a:cubicBezTo>
                <a:cubicBezTo>
                  <a:pt x="1098779" y="27369"/>
                  <a:pt x="1098271" y="29477"/>
                  <a:pt x="1098271" y="31928"/>
                </a:cubicBezTo>
                <a:lnTo>
                  <a:pt x="1098271" y="55258"/>
                </a:lnTo>
                <a:lnTo>
                  <a:pt x="1091667" y="55258"/>
                </a:lnTo>
                <a:lnTo>
                  <a:pt x="1091667" y="15037"/>
                </a:lnTo>
                <a:close/>
                <a:moveTo>
                  <a:pt x="1143229" y="55855"/>
                </a:moveTo>
                <a:cubicBezTo>
                  <a:pt x="1141070" y="55855"/>
                  <a:pt x="1139292" y="55487"/>
                  <a:pt x="1137895" y="54776"/>
                </a:cubicBezTo>
                <a:cubicBezTo>
                  <a:pt x="1136498" y="54052"/>
                  <a:pt x="1135609" y="52984"/>
                  <a:pt x="1134974" y="51550"/>
                </a:cubicBezTo>
                <a:cubicBezTo>
                  <a:pt x="1134339" y="50127"/>
                  <a:pt x="1133958" y="48311"/>
                  <a:pt x="1133958" y="46101"/>
                </a:cubicBezTo>
                <a:lnTo>
                  <a:pt x="1133958" y="0"/>
                </a:lnTo>
                <a:lnTo>
                  <a:pt x="1140689" y="0"/>
                </a:lnTo>
                <a:lnTo>
                  <a:pt x="1140689" y="45060"/>
                </a:lnTo>
                <a:cubicBezTo>
                  <a:pt x="1140689" y="46304"/>
                  <a:pt x="1140816" y="47257"/>
                  <a:pt x="1141070" y="47930"/>
                </a:cubicBezTo>
                <a:cubicBezTo>
                  <a:pt x="1141324" y="48603"/>
                  <a:pt x="1141705" y="49073"/>
                  <a:pt x="1142213" y="49365"/>
                </a:cubicBezTo>
                <a:cubicBezTo>
                  <a:pt x="1142721" y="49644"/>
                  <a:pt x="1143483" y="49785"/>
                  <a:pt x="1144499" y="49785"/>
                </a:cubicBezTo>
                <a:cubicBezTo>
                  <a:pt x="1145134" y="49785"/>
                  <a:pt x="1145769" y="49733"/>
                  <a:pt x="1146404" y="49644"/>
                </a:cubicBezTo>
                <a:cubicBezTo>
                  <a:pt x="1147039" y="49543"/>
                  <a:pt x="1147547" y="49429"/>
                  <a:pt x="1148055" y="49302"/>
                </a:cubicBezTo>
                <a:lnTo>
                  <a:pt x="1148055" y="55258"/>
                </a:lnTo>
                <a:cubicBezTo>
                  <a:pt x="1147420" y="55461"/>
                  <a:pt x="1146658" y="55601"/>
                  <a:pt x="1145896" y="55703"/>
                </a:cubicBezTo>
                <a:cubicBezTo>
                  <a:pt x="1145007" y="55804"/>
                  <a:pt x="1144118" y="55855"/>
                  <a:pt x="1143229" y="55855"/>
                </a:cubicBezTo>
                <a:close/>
                <a:moveTo>
                  <a:pt x="1155294" y="71857"/>
                </a:moveTo>
                <a:cubicBezTo>
                  <a:pt x="1153897" y="71857"/>
                  <a:pt x="1152373" y="71755"/>
                  <a:pt x="1150976" y="71552"/>
                </a:cubicBezTo>
                <a:lnTo>
                  <a:pt x="1150976" y="65786"/>
                </a:lnTo>
                <a:cubicBezTo>
                  <a:pt x="1151992" y="66078"/>
                  <a:pt x="1153135" y="66231"/>
                  <a:pt x="1154786" y="66231"/>
                </a:cubicBezTo>
                <a:cubicBezTo>
                  <a:pt x="1156310" y="66231"/>
                  <a:pt x="1157580" y="66040"/>
                  <a:pt x="1158469" y="65660"/>
                </a:cubicBezTo>
                <a:cubicBezTo>
                  <a:pt x="1159485" y="65278"/>
                  <a:pt x="1160374" y="64694"/>
                  <a:pt x="1160882" y="63932"/>
                </a:cubicBezTo>
                <a:cubicBezTo>
                  <a:pt x="1161517" y="63157"/>
                  <a:pt x="1162152" y="62129"/>
                  <a:pt x="1162660" y="60833"/>
                </a:cubicBezTo>
                <a:lnTo>
                  <a:pt x="1164819" y="55144"/>
                </a:lnTo>
                <a:lnTo>
                  <a:pt x="1148690" y="15037"/>
                </a:lnTo>
                <a:lnTo>
                  <a:pt x="1155802" y="15037"/>
                </a:lnTo>
                <a:lnTo>
                  <a:pt x="1164438" y="37288"/>
                </a:lnTo>
                <a:cubicBezTo>
                  <a:pt x="1165073" y="39142"/>
                  <a:pt x="1165835" y="41237"/>
                  <a:pt x="1166597" y="43574"/>
                </a:cubicBezTo>
                <a:cubicBezTo>
                  <a:pt x="1167359" y="45910"/>
                  <a:pt x="1167867" y="47282"/>
                  <a:pt x="1167994" y="47702"/>
                </a:cubicBezTo>
                <a:cubicBezTo>
                  <a:pt x="1168121" y="47358"/>
                  <a:pt x="1168629" y="46038"/>
                  <a:pt x="1169391" y="43765"/>
                </a:cubicBezTo>
                <a:cubicBezTo>
                  <a:pt x="1170534" y="40932"/>
                  <a:pt x="1171169" y="39002"/>
                  <a:pt x="1171550" y="37960"/>
                </a:cubicBezTo>
                <a:lnTo>
                  <a:pt x="1179424" y="15037"/>
                </a:lnTo>
                <a:lnTo>
                  <a:pt x="1186536" y="15037"/>
                </a:lnTo>
                <a:lnTo>
                  <a:pt x="1167994" y="63030"/>
                </a:lnTo>
                <a:cubicBezTo>
                  <a:pt x="1167232" y="65088"/>
                  <a:pt x="1166343" y="66752"/>
                  <a:pt x="1165327" y="67996"/>
                </a:cubicBezTo>
                <a:cubicBezTo>
                  <a:pt x="1164438" y="69253"/>
                  <a:pt x="1163041" y="70206"/>
                  <a:pt x="1161517" y="70866"/>
                </a:cubicBezTo>
                <a:cubicBezTo>
                  <a:pt x="1159866" y="71527"/>
                  <a:pt x="1157834" y="71857"/>
                  <a:pt x="1155294" y="71857"/>
                </a:cubicBezTo>
                <a:close/>
              </a:path>
            </a:pathLst>
          </a:custGeom>
          <a:solidFill>
            <a:srgbClr val="000000">
              <a:alpha val="50196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Editable vector"/>
          <p:cNvSpPr/>
          <p:nvPr/>
        </p:nvSpPr>
        <p:spPr>
          <a:xfrm>
            <a:off x="2078608" y="-30302"/>
            <a:ext cx="10116566" cy="1076019"/>
          </a:xfrm>
          <a:custGeom>
            <a:avLst/>
            <a:gdLst/>
            <a:ahLst/>
            <a:cxnLst/>
            <a:rect l="0" t="0" r="r" b="b"/>
            <a:pathLst>
              <a:path w="10116566" h="1076020" fill="norm" stroke="0" extrusionOk="0">
                <a:moveTo>
                  <a:pt x="0" y="0"/>
                </a:moveTo>
                <a:lnTo>
                  <a:pt x="10116566" y="0"/>
                </a:lnTo>
                <a:lnTo>
                  <a:pt x="10116566" y="1076020"/>
                </a:lnTo>
                <a:lnTo>
                  <a:pt x="0" y="1076020"/>
                </a:lnTo>
                <a:close/>
              </a:path>
            </a:pathLst>
          </a:custGeom>
          <a:solidFill>
            <a:srgbClr val="E8F7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Editable vector"/>
          <p:cNvSpPr/>
          <p:nvPr/>
        </p:nvSpPr>
        <p:spPr>
          <a:xfrm>
            <a:off x="11121263" y="-40843"/>
            <a:ext cx="1073949" cy="1076020"/>
          </a:xfrm>
          <a:custGeom>
            <a:avLst/>
            <a:gdLst/>
            <a:ahLst/>
            <a:cxnLst/>
            <a:rect l="0" t="0" r="r" b="b"/>
            <a:pathLst>
              <a:path w="1073950" h="1076020" fill="norm" stroke="0" extrusionOk="0">
                <a:moveTo>
                  <a:pt x="0" y="0"/>
                </a:moveTo>
                <a:lnTo>
                  <a:pt x="1073950" y="0"/>
                </a:lnTo>
                <a:lnTo>
                  <a:pt x="1073950" y="1076020"/>
                </a:lnTo>
                <a:lnTo>
                  <a:pt x="0" y="1076020"/>
                </a:lnTo>
                <a:close/>
              </a:path>
            </a:pathLst>
          </a:custGeom>
          <a:solidFill>
            <a:srgbClr val="D1F0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1263" y="-40843"/>
            <a:ext cx="1073949" cy="107602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500" y="406400"/>
            <a:ext cx="127000" cy="63500"/>
          </a:xfrm>
          <a:prstGeom prst="rect">
            <a:avLst/>
          </a:prstGeom>
        </p:spPr>
      </p:pic>
      <p:sp>
        <p:nvSpPr>
          <p:cNvPr id="9" name="Editable vector"/>
          <p:cNvSpPr/>
          <p:nvPr/>
        </p:nvSpPr>
        <p:spPr>
          <a:xfrm>
            <a:off x="0" y="-16446"/>
            <a:ext cx="2078608" cy="1062164"/>
          </a:xfrm>
          <a:custGeom>
            <a:avLst/>
            <a:gdLst/>
            <a:ahLst/>
            <a:cxnLst/>
            <a:rect l="0" t="0" r="r" b="b"/>
            <a:pathLst>
              <a:path w="2078609" h="1062164" fill="norm" stroke="0" extrusionOk="0">
                <a:moveTo>
                  <a:pt x="0" y="0"/>
                </a:moveTo>
                <a:lnTo>
                  <a:pt x="2078609" y="0"/>
                </a:lnTo>
                <a:lnTo>
                  <a:pt x="2078609" y="1062164"/>
                </a:lnTo>
                <a:lnTo>
                  <a:pt x="0" y="1062164"/>
                </a:lnTo>
                <a:close/>
              </a:path>
            </a:pathLst>
          </a:custGeom>
          <a:solidFill>
            <a:srgbClr val="D1F0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6446"/>
            <a:ext cx="2078608" cy="1062164"/>
          </a:xfrm>
          <a:prstGeom prst="rect">
            <a:avLst/>
          </a:prstGeom>
        </p:spPr>
      </p:pic>
      <p:sp>
        <p:nvSpPr>
          <p:cNvPr id="15" name="Editable vector"/>
          <p:cNvSpPr/>
          <p:nvPr/>
        </p:nvSpPr>
        <p:spPr>
          <a:xfrm>
            <a:off x="609600" y="1348841"/>
            <a:ext cx="609600" cy="791997"/>
          </a:xfrm>
          <a:custGeom>
            <a:avLst/>
            <a:gdLst/>
            <a:ahLst/>
            <a:cxnLst/>
            <a:rect l="0" t="0" r="r" b="b"/>
            <a:pathLst>
              <a:path w="609600" h="791997" fill="norm" stroke="1" extrusionOk="0">
                <a:moveTo>
                  <a:pt x="0" y="0"/>
                </a:moveTo>
                <a:lnTo>
                  <a:pt x="609600" y="0"/>
                </a:lnTo>
                <a:lnTo>
                  <a:pt x="609600" y="791997"/>
                </a:lnTo>
                <a:lnTo>
                  <a:pt x="0" y="791997"/>
                </a:lnTo>
                <a:close/>
              </a:path>
            </a:pathLst>
          </a:custGeom>
          <a:solidFill>
            <a:srgbClr val="002A86"/>
          </a:solidFill>
          <a:ln w="12700" cap="flat">
            <a:solidFill>
              <a:srgbClr val="002A8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Editable vector"/>
          <p:cNvSpPr/>
          <p:nvPr/>
        </p:nvSpPr>
        <p:spPr>
          <a:xfrm>
            <a:off x="1341119" y="1348866"/>
            <a:ext cx="10119359" cy="792479"/>
          </a:xfrm>
          <a:custGeom>
            <a:avLst/>
            <a:gdLst/>
            <a:ahLst/>
            <a:cxnLst/>
            <a:rect l="0" t="0" r="r" b="b"/>
            <a:pathLst>
              <a:path w="10119360" h="792480" fill="norm" stroke="1" extrusionOk="0">
                <a:moveTo>
                  <a:pt x="0" y="0"/>
                </a:moveTo>
                <a:lnTo>
                  <a:pt x="10119360" y="0"/>
                </a:lnTo>
                <a:lnTo>
                  <a:pt x="10119360" y="792480"/>
                </a:lnTo>
                <a:lnTo>
                  <a:pt x="0" y="792480"/>
                </a:lnTo>
                <a:close/>
              </a:path>
            </a:pathLst>
          </a:custGeom>
          <a:solidFill>
            <a:srgbClr val="D1EFFF"/>
          </a:solidFill>
          <a:ln w="12700" cap="flat">
            <a:solidFill>
              <a:srgbClr val="D1E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Editable vector"/>
          <p:cNvSpPr/>
          <p:nvPr/>
        </p:nvSpPr>
        <p:spPr>
          <a:xfrm>
            <a:off x="914400" y="2177922"/>
            <a:ext cx="12" cy="243840"/>
          </a:xfrm>
          <a:custGeom>
            <a:avLst/>
            <a:gdLst/>
            <a:ahLst/>
            <a:cxnLst/>
            <a:rect l="0" t="0" r="r" b="b"/>
            <a:pathLst>
              <a:path w="13" h="243840" fill="none" stroke="1" extrusionOk="0">
                <a:moveTo>
                  <a:pt x="0" y="0"/>
                </a:moveTo>
                <a:lnTo>
                  <a:pt x="0" y="243840"/>
                </a:lnTo>
              </a:path>
            </a:pathLst>
          </a:custGeom>
          <a:noFill/>
          <a:ln w="12700" cap="flat">
            <a:solidFill>
              <a:srgbClr val="1B90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Editable vector"/>
          <p:cNvSpPr/>
          <p:nvPr/>
        </p:nvSpPr>
        <p:spPr>
          <a:xfrm>
            <a:off x="609600" y="2435961"/>
            <a:ext cx="609600" cy="791997"/>
          </a:xfrm>
          <a:custGeom>
            <a:avLst/>
            <a:gdLst/>
            <a:ahLst/>
            <a:cxnLst/>
            <a:rect l="0" t="0" r="r" b="b"/>
            <a:pathLst>
              <a:path w="609600" h="791997" fill="norm" stroke="1" extrusionOk="0">
                <a:moveTo>
                  <a:pt x="0" y="0"/>
                </a:moveTo>
                <a:lnTo>
                  <a:pt x="609600" y="0"/>
                </a:lnTo>
                <a:lnTo>
                  <a:pt x="609600" y="791997"/>
                </a:lnTo>
                <a:lnTo>
                  <a:pt x="0" y="791997"/>
                </a:lnTo>
                <a:close/>
              </a:path>
            </a:pathLst>
          </a:custGeom>
          <a:solidFill>
            <a:srgbClr val="0070F2"/>
          </a:solidFill>
          <a:ln w="12700" cap="flat">
            <a:solidFill>
              <a:srgbClr val="0070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Editable vector"/>
          <p:cNvSpPr/>
          <p:nvPr/>
        </p:nvSpPr>
        <p:spPr>
          <a:xfrm>
            <a:off x="1341119" y="2440152"/>
            <a:ext cx="10119359" cy="791997"/>
          </a:xfrm>
          <a:custGeom>
            <a:avLst/>
            <a:gdLst/>
            <a:ahLst/>
            <a:cxnLst/>
            <a:rect l="0" t="0" r="r" b="b"/>
            <a:pathLst>
              <a:path w="10119360" h="791997" fill="norm" stroke="1" extrusionOk="0">
                <a:moveTo>
                  <a:pt x="0" y="0"/>
                </a:moveTo>
                <a:lnTo>
                  <a:pt x="10119360" y="0"/>
                </a:lnTo>
                <a:lnTo>
                  <a:pt x="10119360" y="791997"/>
                </a:lnTo>
                <a:lnTo>
                  <a:pt x="0" y="791997"/>
                </a:lnTo>
                <a:close/>
              </a:path>
            </a:pathLst>
          </a:custGeom>
          <a:solidFill>
            <a:srgbClr val="D1EFFF"/>
          </a:solidFill>
          <a:ln w="12700" cap="flat">
            <a:solidFill>
              <a:srgbClr val="D1E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Editable vector"/>
          <p:cNvSpPr/>
          <p:nvPr/>
        </p:nvSpPr>
        <p:spPr>
          <a:xfrm>
            <a:off x="914400" y="3241547"/>
            <a:ext cx="12" cy="243840"/>
          </a:xfrm>
          <a:custGeom>
            <a:avLst/>
            <a:gdLst/>
            <a:ahLst/>
            <a:cxnLst/>
            <a:rect l="0" t="0" r="r" b="b"/>
            <a:pathLst>
              <a:path w="13" h="243840" fill="none" stroke="1" extrusionOk="0">
                <a:moveTo>
                  <a:pt x="0" y="0"/>
                </a:moveTo>
                <a:lnTo>
                  <a:pt x="0" y="243840"/>
                </a:lnTo>
              </a:path>
            </a:pathLst>
          </a:custGeom>
          <a:noFill/>
          <a:ln w="12700" cap="flat">
            <a:solidFill>
              <a:srgbClr val="1B90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Editable vector"/>
          <p:cNvSpPr/>
          <p:nvPr/>
        </p:nvSpPr>
        <p:spPr>
          <a:xfrm>
            <a:off x="609600" y="3495649"/>
            <a:ext cx="609600" cy="791997"/>
          </a:xfrm>
          <a:custGeom>
            <a:avLst/>
            <a:gdLst/>
            <a:ahLst/>
            <a:cxnLst/>
            <a:rect l="0" t="0" r="r" b="b"/>
            <a:pathLst>
              <a:path w="609600" h="791997" fill="norm" stroke="1" extrusionOk="0">
                <a:moveTo>
                  <a:pt x="0" y="0"/>
                </a:moveTo>
                <a:lnTo>
                  <a:pt x="609600" y="0"/>
                </a:lnTo>
                <a:lnTo>
                  <a:pt x="609600" y="791997"/>
                </a:lnTo>
                <a:lnTo>
                  <a:pt x="0" y="791997"/>
                </a:lnTo>
                <a:close/>
              </a:path>
            </a:pathLst>
          </a:custGeom>
          <a:solidFill>
            <a:srgbClr val="1B90FF"/>
          </a:solidFill>
          <a:ln w="12700" cap="flat">
            <a:solidFill>
              <a:srgbClr val="1B90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Editable vector"/>
          <p:cNvSpPr/>
          <p:nvPr/>
        </p:nvSpPr>
        <p:spPr>
          <a:xfrm>
            <a:off x="1341119" y="3489807"/>
            <a:ext cx="10119359" cy="791997"/>
          </a:xfrm>
          <a:custGeom>
            <a:avLst/>
            <a:gdLst/>
            <a:ahLst/>
            <a:cxnLst/>
            <a:rect l="0" t="0" r="r" b="b"/>
            <a:pathLst>
              <a:path w="10119360" h="791997" fill="norm" stroke="1" extrusionOk="0">
                <a:moveTo>
                  <a:pt x="0" y="0"/>
                </a:moveTo>
                <a:lnTo>
                  <a:pt x="10119360" y="0"/>
                </a:lnTo>
                <a:lnTo>
                  <a:pt x="10119360" y="791997"/>
                </a:lnTo>
                <a:lnTo>
                  <a:pt x="0" y="791997"/>
                </a:lnTo>
                <a:close/>
              </a:path>
            </a:pathLst>
          </a:custGeom>
          <a:solidFill>
            <a:srgbClr val="D1EFFF"/>
          </a:solidFill>
          <a:ln w="12700" cap="flat">
            <a:solidFill>
              <a:srgbClr val="D1E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Editable vector"/>
          <p:cNvSpPr/>
          <p:nvPr/>
        </p:nvSpPr>
        <p:spPr>
          <a:xfrm>
            <a:off x="9067800" y="3867911"/>
            <a:ext cx="1815083" cy="13716"/>
          </a:xfrm>
          <a:custGeom>
            <a:avLst/>
            <a:gdLst/>
            <a:ahLst/>
            <a:cxnLst/>
            <a:rect l="0" t="0" r="r" b="b"/>
            <a:pathLst>
              <a:path w="1815084" h="13716" fill="norm" stroke="0" extrusionOk="0">
                <a:moveTo>
                  <a:pt x="0" y="0"/>
                </a:moveTo>
                <a:lnTo>
                  <a:pt x="1815084" y="0"/>
                </a:lnTo>
                <a:lnTo>
                  <a:pt x="1815084" y="13716"/>
                </a:lnTo>
                <a:lnTo>
                  <a:pt x="0" y="13716"/>
                </a:lnTo>
                <a:close/>
              </a:path>
            </a:pathLst>
          </a:custGeom>
          <a:solidFill>
            <a:srgbClr val="467886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Editable vector"/>
          <p:cNvSpPr/>
          <p:nvPr/>
        </p:nvSpPr>
        <p:spPr>
          <a:xfrm>
            <a:off x="914400" y="4312539"/>
            <a:ext cx="12" cy="243840"/>
          </a:xfrm>
          <a:custGeom>
            <a:avLst/>
            <a:gdLst/>
            <a:ahLst/>
            <a:cxnLst/>
            <a:rect l="0" t="0" r="r" b="b"/>
            <a:pathLst>
              <a:path w="13" h="243840" fill="none" stroke="1" extrusionOk="0">
                <a:moveTo>
                  <a:pt x="0" y="0"/>
                </a:moveTo>
                <a:lnTo>
                  <a:pt x="0" y="243840"/>
                </a:lnTo>
              </a:path>
            </a:pathLst>
          </a:custGeom>
          <a:noFill/>
          <a:ln w="12700" cap="flat">
            <a:solidFill>
              <a:srgbClr val="1B90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Editable vector"/>
          <p:cNvSpPr/>
          <p:nvPr/>
        </p:nvSpPr>
        <p:spPr>
          <a:xfrm>
            <a:off x="609600" y="4580737"/>
            <a:ext cx="609600" cy="791997"/>
          </a:xfrm>
          <a:custGeom>
            <a:avLst/>
            <a:gdLst/>
            <a:ahLst/>
            <a:cxnLst/>
            <a:rect l="0" t="0" r="r" b="b"/>
            <a:pathLst>
              <a:path w="609600" h="791997" fill="norm" stroke="1" extrusionOk="0">
                <a:moveTo>
                  <a:pt x="0" y="0"/>
                </a:moveTo>
                <a:lnTo>
                  <a:pt x="609600" y="0"/>
                </a:lnTo>
                <a:lnTo>
                  <a:pt x="609600" y="791997"/>
                </a:lnTo>
                <a:lnTo>
                  <a:pt x="0" y="791997"/>
                </a:lnTo>
                <a:close/>
              </a:path>
            </a:pathLst>
          </a:custGeom>
          <a:solidFill>
            <a:srgbClr val="002A86"/>
          </a:solidFill>
          <a:ln w="12700" cap="flat">
            <a:solidFill>
              <a:srgbClr val="002A8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Editable vector"/>
          <p:cNvSpPr/>
          <p:nvPr/>
        </p:nvSpPr>
        <p:spPr>
          <a:xfrm>
            <a:off x="609600" y="5651347"/>
            <a:ext cx="609600" cy="791997"/>
          </a:xfrm>
          <a:custGeom>
            <a:avLst/>
            <a:gdLst/>
            <a:ahLst/>
            <a:cxnLst/>
            <a:rect l="0" t="0" r="r" b="b"/>
            <a:pathLst>
              <a:path w="609600" h="791997" fill="norm" stroke="1" extrusionOk="0">
                <a:moveTo>
                  <a:pt x="0" y="0"/>
                </a:moveTo>
                <a:lnTo>
                  <a:pt x="609600" y="0"/>
                </a:lnTo>
                <a:lnTo>
                  <a:pt x="609600" y="791997"/>
                </a:lnTo>
                <a:lnTo>
                  <a:pt x="0" y="791997"/>
                </a:lnTo>
                <a:close/>
              </a:path>
            </a:pathLst>
          </a:custGeom>
          <a:solidFill>
            <a:srgbClr val="002A86"/>
          </a:solidFill>
          <a:ln w="12700" cap="flat">
            <a:solidFill>
              <a:srgbClr val="002A8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Editable vector"/>
          <p:cNvSpPr/>
          <p:nvPr/>
        </p:nvSpPr>
        <p:spPr>
          <a:xfrm>
            <a:off x="1341119" y="5651347"/>
            <a:ext cx="10119359" cy="791997"/>
          </a:xfrm>
          <a:custGeom>
            <a:avLst/>
            <a:gdLst/>
            <a:ahLst/>
            <a:cxnLst/>
            <a:rect l="0" t="0" r="r" b="b"/>
            <a:pathLst>
              <a:path w="10119360" h="791997" fill="norm" stroke="1" extrusionOk="0">
                <a:moveTo>
                  <a:pt x="0" y="0"/>
                </a:moveTo>
                <a:lnTo>
                  <a:pt x="10119360" y="0"/>
                </a:lnTo>
                <a:lnTo>
                  <a:pt x="10119360" y="791997"/>
                </a:lnTo>
                <a:lnTo>
                  <a:pt x="0" y="791997"/>
                </a:lnTo>
                <a:close/>
              </a:path>
            </a:pathLst>
          </a:custGeom>
          <a:solidFill>
            <a:srgbClr val="002A86"/>
          </a:solidFill>
          <a:ln w="12700" cap="flat">
            <a:solidFill>
              <a:srgbClr val="002A8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Editable vector"/>
          <p:cNvSpPr/>
          <p:nvPr/>
        </p:nvSpPr>
        <p:spPr>
          <a:xfrm>
            <a:off x="1341119" y="4580737"/>
            <a:ext cx="10119359" cy="791997"/>
          </a:xfrm>
          <a:custGeom>
            <a:avLst/>
            <a:gdLst/>
            <a:ahLst/>
            <a:cxnLst/>
            <a:rect l="0" t="0" r="r" b="b"/>
            <a:pathLst>
              <a:path w="10119360" h="791997" fill="norm" stroke="1" extrusionOk="0">
                <a:moveTo>
                  <a:pt x="0" y="0"/>
                </a:moveTo>
                <a:lnTo>
                  <a:pt x="10119360" y="0"/>
                </a:lnTo>
                <a:lnTo>
                  <a:pt x="10119360" y="791997"/>
                </a:lnTo>
                <a:lnTo>
                  <a:pt x="0" y="791997"/>
                </a:lnTo>
                <a:close/>
              </a:path>
            </a:pathLst>
          </a:custGeom>
          <a:solidFill>
            <a:srgbClr val="D1EFFF"/>
          </a:solidFill>
          <a:ln w="12700" cap="flat">
            <a:solidFill>
              <a:srgbClr val="D1E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Editable vector"/>
          <p:cNvSpPr/>
          <p:nvPr/>
        </p:nvSpPr>
        <p:spPr>
          <a:xfrm>
            <a:off x="914400" y="5383529"/>
            <a:ext cx="12" cy="243903"/>
          </a:xfrm>
          <a:custGeom>
            <a:avLst/>
            <a:gdLst/>
            <a:ahLst/>
            <a:cxnLst/>
            <a:rect l="0" t="0" r="r" b="b"/>
            <a:pathLst>
              <a:path w="13" h="243904" fill="none" stroke="1" extrusionOk="0">
                <a:moveTo>
                  <a:pt x="0" y="0"/>
                </a:moveTo>
                <a:lnTo>
                  <a:pt x="0" y="243904"/>
                </a:lnTo>
              </a:path>
            </a:pathLst>
          </a:custGeom>
          <a:noFill/>
          <a:ln w="12700" cap="flat">
            <a:solidFill>
              <a:srgbClr val="1B90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Editable text — 31"/>
          <p:cNvSpPr txBox="1"/>
          <p:nvPr/>
        </p:nvSpPr>
        <p:spPr>
          <a:xfrm>
            <a:off x="11568938" y="6546075"/>
            <a:ext cx="185839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38">
                <a:solidFill>
                  <a:srgbClr val="000000"/>
                </a:solidFill>
                <a:latin typeface="Arial"/>
              </a:rPr>
              <a:t>31</a:t>
            </a:r>
          </a:p>
        </p:txBody>
      </p:sp>
      <p:sp>
        <p:nvSpPr>
          <p:cNvPr id="11" name="Editable text — SAP Business AI Partner"/>
          <p:cNvSpPr txBox="1"/>
          <p:nvPr/>
        </p:nvSpPr>
        <p:spPr>
          <a:xfrm>
            <a:off x="2063495" y="177340"/>
            <a:ext cx="4538266" cy="6484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3204" b="1" i="0" spc="-122">
                <a:solidFill>
                  <a:srgbClr val="002A86"/>
                </a:solidFill>
                <a:latin typeface="Arial"/>
              </a:rPr>
              <a:t>SAP Business AI Partner</a:t>
            </a:r>
          </a:p>
        </p:txBody>
      </p:sp>
      <p:sp>
        <p:nvSpPr>
          <p:cNvPr id="12" name="Editable text — -"/>
          <p:cNvSpPr txBox="1"/>
          <p:nvPr/>
        </p:nvSpPr>
        <p:spPr>
          <a:xfrm>
            <a:off x="6538594" y="177340"/>
            <a:ext cx="199000" cy="6484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3204" b="1" i="0">
                <a:solidFill>
                  <a:srgbClr val="000000">
                    <a:alpha val="0"/>
                  </a:srgbClr>
                </a:solidFill>
                <a:latin typeface="Arial"/>
              </a:rPr>
              <a:t>-</a:t>
            </a:r>
          </a:p>
        </p:txBody>
      </p:sp>
      <p:sp>
        <p:nvSpPr>
          <p:cNvPr id="13" name="Editable text — led Adoption Incentive"/>
          <p:cNvSpPr txBox="1"/>
          <p:nvPr/>
        </p:nvSpPr>
        <p:spPr>
          <a:xfrm>
            <a:off x="6674231" y="177340"/>
            <a:ext cx="4330745" cy="6484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3204" b="1" i="0" spc="-36">
                <a:solidFill>
                  <a:srgbClr val="002A86"/>
                </a:solidFill>
                <a:latin typeface="Arial"/>
              </a:rPr>
              <a:t>led Adoption Incentive</a:t>
            </a:r>
          </a:p>
        </p:txBody>
      </p:sp>
      <p:sp>
        <p:nvSpPr>
          <p:cNvPr id="14" name="Editable text — Customer &amp; Partner Engagement Journey"/>
          <p:cNvSpPr txBox="1"/>
          <p:nvPr/>
        </p:nvSpPr>
        <p:spPr>
          <a:xfrm>
            <a:off x="2063495" y="655114"/>
            <a:ext cx="4679258" cy="4198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004" b="0" i="0" spc="-27">
                <a:solidFill>
                  <a:srgbClr val="002A86"/>
                </a:solidFill>
                <a:latin typeface="Arial"/>
              </a:rPr>
              <a:t>Customer &amp; Partner Engagement Journey</a:t>
            </a:r>
          </a:p>
        </p:txBody>
      </p:sp>
      <p:sp>
        <p:nvSpPr>
          <p:cNvPr id="16" name="Editable text — 1"/>
          <p:cNvSpPr txBox="1"/>
          <p:nvPr/>
        </p:nvSpPr>
        <p:spPr>
          <a:xfrm>
            <a:off x="827836" y="1614551"/>
            <a:ext cx="235711" cy="495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Editable text — Customer Nomination: Partners nominate eligible customers th"/>
          <p:cNvSpPr txBox="1"/>
          <p:nvPr/>
        </p:nvSpPr>
        <p:spPr>
          <a:xfrm>
            <a:off x="1463294" y="1579674"/>
            <a:ext cx="9266132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0">
                <a:solidFill>
                  <a:srgbClr val="333333"/>
                </a:solidFill>
                <a:latin typeface="Arial"/>
              </a:rPr>
              <a:t>Customer Nomination: </a:t>
            </a:r>
            <a:r>
              <a:rPr sz="1403" b="0" i="0" spc="-17">
                <a:solidFill>
                  <a:srgbClr val="333333"/>
                </a:solidFill>
                <a:latin typeface="Arial"/>
              </a:rPr>
              <a:t>Partners nominate eligible customers through their SAP representative (e.g. Partner Business </a:t>
            </a:r>
          </a:p>
        </p:txBody>
      </p:sp>
      <p:sp>
        <p:nvSpPr>
          <p:cNvPr id="19" name="Editable text — Manager or Account Executive). Nominations must always be su"/>
          <p:cNvSpPr txBox="1"/>
          <p:nvPr/>
        </p:nvSpPr>
        <p:spPr>
          <a:xfrm>
            <a:off x="1463294" y="1793034"/>
            <a:ext cx="7302447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14">
                <a:solidFill>
                  <a:srgbClr val="333333"/>
                </a:solidFill>
                <a:latin typeface="Arial"/>
              </a:rPr>
              <a:t>Manager or Account Executive). Nominations must always be submitted by an SAP employee</a:t>
            </a:r>
          </a:p>
        </p:txBody>
      </p:sp>
      <p:sp>
        <p:nvSpPr>
          <p:cNvPr id="22" name="Editable text — 2"/>
          <p:cNvSpPr txBox="1"/>
          <p:nvPr/>
        </p:nvSpPr>
        <p:spPr>
          <a:xfrm>
            <a:off x="827836" y="2674873"/>
            <a:ext cx="235711" cy="495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Editable text — Eligibility Validation: SAP conducts compliance, profitabili"/>
          <p:cNvSpPr txBox="1"/>
          <p:nvPr/>
        </p:nvSpPr>
        <p:spPr>
          <a:xfrm>
            <a:off x="1463294" y="2736009"/>
            <a:ext cx="7271019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2">
                <a:solidFill>
                  <a:srgbClr val="333333"/>
                </a:solidFill>
                <a:latin typeface="Arial"/>
              </a:rPr>
              <a:t>Eligibility Validation: </a:t>
            </a:r>
            <a:r>
              <a:rPr sz="1403" b="0" i="0" spc="-1">
                <a:solidFill>
                  <a:srgbClr val="333333"/>
                </a:solidFill>
                <a:latin typeface="Arial"/>
              </a:rPr>
              <a:t>SAP conducts compliance, profitability and program eligibility checks</a:t>
            </a:r>
          </a:p>
        </p:txBody>
      </p:sp>
      <p:sp>
        <p:nvSpPr>
          <p:cNvPr id="27" name="Editable text — 3"/>
          <p:cNvSpPr txBox="1"/>
          <p:nvPr/>
        </p:nvSpPr>
        <p:spPr>
          <a:xfrm>
            <a:off x="827836" y="3725545"/>
            <a:ext cx="235711" cy="495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Editable text — Customer Enrollment: Following successful validation, SAP no"/>
          <p:cNvSpPr txBox="1"/>
          <p:nvPr/>
        </p:nvSpPr>
        <p:spPr>
          <a:xfrm>
            <a:off x="1463294" y="3689144"/>
            <a:ext cx="9867204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1">
                <a:solidFill>
                  <a:srgbClr val="333333"/>
                </a:solidFill>
                <a:latin typeface="Arial"/>
              </a:rPr>
              <a:t>Customer Enrollment: </a:t>
            </a:r>
            <a:r>
              <a:rPr sz="1403" b="0" i="0" spc="-12">
                <a:solidFill>
                  <a:srgbClr val="333333"/>
                </a:solidFill>
                <a:latin typeface="Arial"/>
              </a:rPr>
              <a:t>Following successful validation, SAP nominator is asked to obtain signed </a:t>
            </a:r>
            <a:r>
              <a:rPr sz="1403" b="0" i="0" spc="1">
                <a:solidFill>
                  <a:srgbClr val="467886"/>
                </a:solidFill>
                <a:latin typeface="Arial"/>
                <a:hlinkClick r:id="rId5"/>
              </a:rPr>
              <a:t>customer consent form</a:t>
            </a:r>
            <a:r>
              <a:rPr sz="1403" b="0" i="0" spc="-27">
                <a:solidFill>
                  <a:srgbClr val="333333"/>
                </a:solidFill>
                <a:latin typeface="Arial"/>
              </a:rPr>
              <a:t> and </a:t>
            </a:r>
          </a:p>
        </p:txBody>
      </p:sp>
      <p:sp>
        <p:nvSpPr>
          <p:cNvPr id="31" name="Editable text — returns it to the SAP Incentive Program team"/>
          <p:cNvSpPr txBox="1"/>
          <p:nvPr/>
        </p:nvSpPr>
        <p:spPr>
          <a:xfrm>
            <a:off x="1463294" y="3902504"/>
            <a:ext cx="3499493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19">
                <a:solidFill>
                  <a:srgbClr val="333333"/>
                </a:solidFill>
                <a:latin typeface="Arial"/>
              </a:rPr>
              <a:t>returns it to the SAP Incentive Program team</a:t>
            </a:r>
          </a:p>
        </p:txBody>
      </p:sp>
      <p:sp>
        <p:nvSpPr>
          <p:cNvPr id="34" name="Editable text — 4"/>
          <p:cNvSpPr txBox="1"/>
          <p:nvPr/>
        </p:nvSpPr>
        <p:spPr>
          <a:xfrm>
            <a:off x="827836" y="4846679"/>
            <a:ext cx="235884" cy="49575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402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Editable text — 5"/>
          <p:cNvSpPr txBox="1"/>
          <p:nvPr/>
        </p:nvSpPr>
        <p:spPr>
          <a:xfrm>
            <a:off x="827836" y="5917996"/>
            <a:ext cx="235711" cy="495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Editable text — Project Scoping, Delivery &amp; Incentive Payout: Customer and p"/>
          <p:cNvSpPr txBox="1"/>
          <p:nvPr/>
        </p:nvSpPr>
        <p:spPr>
          <a:xfrm>
            <a:off x="1463294" y="5876414"/>
            <a:ext cx="9344334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38">
                <a:solidFill>
                  <a:srgbClr val="FFFFFF"/>
                </a:solidFill>
                <a:latin typeface="Arial"/>
              </a:rPr>
              <a:t>Project Scoping, Delivery &amp; Incentive Payout: </a:t>
            </a:r>
            <a:r>
              <a:rPr sz="1403" b="0" i="0" spc="-16">
                <a:solidFill>
                  <a:srgbClr val="FFFFFF"/>
                </a:solidFill>
                <a:latin typeface="Arial"/>
              </a:rPr>
              <a:t>Customer and partner agree on incentive package(s) and SOW secured </a:t>
            </a:r>
          </a:p>
        </p:txBody>
      </p:sp>
      <p:sp>
        <p:nvSpPr>
          <p:cNvPr id="39" name="Editable text — through initial customer sign-off. A final customer sign-off"/>
          <p:cNvSpPr txBox="1"/>
          <p:nvPr/>
        </p:nvSpPr>
        <p:spPr>
          <a:xfrm>
            <a:off x="1463294" y="6089774"/>
            <a:ext cx="8318064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7">
                <a:solidFill>
                  <a:srgbClr val="FFFFFF"/>
                </a:solidFill>
                <a:latin typeface="Arial"/>
              </a:rPr>
              <a:t>through initial customer sign-off. A final customer sign-off confirms delivery and triggers incentive payment</a:t>
            </a:r>
          </a:p>
        </p:txBody>
      </p:sp>
      <p:sp>
        <p:nvSpPr>
          <p:cNvPr id="41" name="Editable text — Partner Selection &amp; Matching: Customers select their preferr"/>
          <p:cNvSpPr txBox="1"/>
          <p:nvPr/>
        </p:nvSpPr>
        <p:spPr>
          <a:xfrm>
            <a:off x="1463294" y="4674029"/>
            <a:ext cx="9366563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1">
                <a:solidFill>
                  <a:srgbClr val="333333"/>
                </a:solidFill>
                <a:latin typeface="Arial"/>
              </a:rPr>
              <a:t>Partner Selection &amp; Matching: </a:t>
            </a:r>
            <a:r>
              <a:rPr sz="1403" b="0" i="0" spc="-10">
                <a:solidFill>
                  <a:srgbClr val="333333"/>
                </a:solidFill>
                <a:latin typeface="Arial"/>
              </a:rPr>
              <a:t>Customers select their preferred partner. If they don’t select a partner, SAP provides a </a:t>
            </a:r>
          </a:p>
        </p:txBody>
      </p:sp>
      <p:sp>
        <p:nvSpPr>
          <p:cNvPr id="42" name="Editable text — partner shortlist based on quantitative criteria (i.e. avail"/>
          <p:cNvSpPr txBox="1"/>
          <p:nvPr/>
        </p:nvSpPr>
        <p:spPr>
          <a:xfrm>
            <a:off x="1463294" y="4887388"/>
            <a:ext cx="8775270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4">
                <a:solidFill>
                  <a:srgbClr val="333333"/>
                </a:solidFill>
                <a:latin typeface="Arial"/>
              </a:rPr>
              <a:t>partner shortlist based on quantitative criteria (i.e. available current and past engagement through documented </a:t>
            </a:r>
          </a:p>
        </p:txBody>
      </p:sp>
      <p:sp>
        <p:nvSpPr>
          <p:cNvPr id="43" name="Editable text — implementation projects). Final partner choice always rests "/>
          <p:cNvSpPr txBox="1"/>
          <p:nvPr/>
        </p:nvSpPr>
        <p:spPr>
          <a:xfrm>
            <a:off x="1463294" y="5100749"/>
            <a:ext cx="6095479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5">
                <a:solidFill>
                  <a:srgbClr val="333333"/>
                </a:solidFill>
                <a:latin typeface="Arial"/>
              </a:rPr>
              <a:t>implementation projects). Final partner choice always rests with the customer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"/>
          <p:cNvSpPr/>
          <p:nvPr/>
        </p:nvSpPr>
        <p:spPr>
          <a:xfrm>
            <a:off x="0" y="0"/>
            <a:ext cx="12195175" cy="6858000"/>
          </a:xfrm>
          <a:custGeom>
            <a:avLst/>
            <a:gdLst/>
            <a:ahLst/>
            <a:cxnLst/>
            <a:rect l="0" t="0" r="r" b="b"/>
            <a:pathLst>
              <a:path w="12195175" h="6858000" fill="norm" stroke="0" extrusionOk="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Editable vector"/>
          <p:cNvSpPr/>
          <p:nvPr/>
        </p:nvSpPr>
        <p:spPr>
          <a:xfrm>
            <a:off x="506628" y="6582778"/>
            <a:ext cx="1186535" cy="71856"/>
          </a:xfrm>
          <a:custGeom>
            <a:avLst/>
            <a:gdLst/>
            <a:ahLst/>
            <a:cxnLst/>
            <a:rect l="0" t="0" r="r" b="b"/>
            <a:pathLst>
              <a:path w="1186536" h="71857" fill="norm" stroke="0" extrusionOk="0">
                <a:moveTo>
                  <a:pt x="0" y="2832"/>
                </a:moveTo>
                <a:lnTo>
                  <a:pt x="0" y="55258"/>
                </a:lnTo>
                <a:lnTo>
                  <a:pt x="7074" y="55258"/>
                </a:lnTo>
                <a:lnTo>
                  <a:pt x="7074" y="2832"/>
                </a:lnTo>
                <a:close/>
                <a:moveTo>
                  <a:pt x="19812" y="2832"/>
                </a:moveTo>
                <a:lnTo>
                  <a:pt x="28181" y="2832"/>
                </a:lnTo>
                <a:lnTo>
                  <a:pt x="54712" y="47410"/>
                </a:lnTo>
                <a:cubicBezTo>
                  <a:pt x="54661" y="46266"/>
                  <a:pt x="54610" y="44717"/>
                  <a:pt x="54572" y="42761"/>
                </a:cubicBezTo>
                <a:cubicBezTo>
                  <a:pt x="54521" y="40793"/>
                  <a:pt x="54496" y="38862"/>
                  <a:pt x="54496" y="36957"/>
                </a:cubicBezTo>
                <a:lnTo>
                  <a:pt x="54496" y="2832"/>
                </a:lnTo>
                <a:lnTo>
                  <a:pt x="60820" y="2832"/>
                </a:lnTo>
                <a:lnTo>
                  <a:pt x="60820" y="55258"/>
                </a:lnTo>
                <a:lnTo>
                  <a:pt x="52108" y="55258"/>
                </a:lnTo>
                <a:lnTo>
                  <a:pt x="25921" y="11202"/>
                </a:lnTo>
                <a:cubicBezTo>
                  <a:pt x="25972" y="12345"/>
                  <a:pt x="26010" y="13894"/>
                  <a:pt x="26060" y="15837"/>
                </a:cubicBezTo>
                <a:cubicBezTo>
                  <a:pt x="26111" y="17780"/>
                  <a:pt x="26137" y="19724"/>
                  <a:pt x="26137" y="21654"/>
                </a:cubicBezTo>
                <a:lnTo>
                  <a:pt x="26137" y="55258"/>
                </a:lnTo>
                <a:lnTo>
                  <a:pt x="19812" y="55258"/>
                </a:lnTo>
                <a:lnTo>
                  <a:pt x="19812" y="2832"/>
                </a:lnTo>
                <a:close/>
                <a:moveTo>
                  <a:pt x="84125" y="9385"/>
                </a:moveTo>
                <a:lnTo>
                  <a:pt x="67653" y="9385"/>
                </a:lnTo>
                <a:lnTo>
                  <a:pt x="67653" y="2832"/>
                </a:lnTo>
                <a:lnTo>
                  <a:pt x="107683" y="2832"/>
                </a:lnTo>
                <a:lnTo>
                  <a:pt x="107683" y="9385"/>
                </a:lnTo>
                <a:lnTo>
                  <a:pt x="91199" y="9385"/>
                </a:lnTo>
                <a:lnTo>
                  <a:pt x="91199" y="55258"/>
                </a:lnTo>
                <a:lnTo>
                  <a:pt x="84125" y="55258"/>
                </a:lnTo>
                <a:lnTo>
                  <a:pt x="84125" y="9385"/>
                </a:lnTo>
                <a:close/>
                <a:moveTo>
                  <a:pt x="114300" y="2832"/>
                </a:moveTo>
                <a:lnTo>
                  <a:pt x="147980" y="2832"/>
                </a:lnTo>
                <a:lnTo>
                  <a:pt x="147980" y="9385"/>
                </a:lnTo>
                <a:lnTo>
                  <a:pt x="121374" y="9385"/>
                </a:lnTo>
                <a:lnTo>
                  <a:pt x="121374" y="25083"/>
                </a:lnTo>
                <a:lnTo>
                  <a:pt x="145783" y="25083"/>
                </a:lnTo>
                <a:lnTo>
                  <a:pt x="145783" y="31483"/>
                </a:lnTo>
                <a:lnTo>
                  <a:pt x="121374" y="31483"/>
                </a:lnTo>
                <a:lnTo>
                  <a:pt x="121374" y="48705"/>
                </a:lnTo>
                <a:lnTo>
                  <a:pt x="149504" y="48705"/>
                </a:lnTo>
                <a:lnTo>
                  <a:pt x="149504" y="55258"/>
                </a:lnTo>
                <a:lnTo>
                  <a:pt x="114300" y="55258"/>
                </a:lnTo>
                <a:lnTo>
                  <a:pt x="114300" y="2832"/>
                </a:lnTo>
                <a:close/>
                <a:moveTo>
                  <a:pt x="158496" y="2832"/>
                </a:moveTo>
                <a:lnTo>
                  <a:pt x="178626" y="2832"/>
                </a:lnTo>
                <a:cubicBezTo>
                  <a:pt x="182550" y="2832"/>
                  <a:pt x="185877" y="3442"/>
                  <a:pt x="188633" y="4674"/>
                </a:cubicBezTo>
                <a:cubicBezTo>
                  <a:pt x="191389" y="5906"/>
                  <a:pt x="193485" y="7671"/>
                  <a:pt x="194907" y="9996"/>
                </a:cubicBezTo>
                <a:cubicBezTo>
                  <a:pt x="196329" y="12319"/>
                  <a:pt x="197041" y="15088"/>
                  <a:pt x="197041" y="18314"/>
                </a:cubicBezTo>
                <a:cubicBezTo>
                  <a:pt x="197041" y="20613"/>
                  <a:pt x="196596" y="22797"/>
                  <a:pt x="195707" y="24854"/>
                </a:cubicBezTo>
                <a:cubicBezTo>
                  <a:pt x="194818" y="26912"/>
                  <a:pt x="193408" y="28702"/>
                  <a:pt x="191478" y="30214"/>
                </a:cubicBezTo>
                <a:cubicBezTo>
                  <a:pt x="189560" y="31725"/>
                  <a:pt x="187122" y="32766"/>
                  <a:pt x="184175" y="33338"/>
                </a:cubicBezTo>
                <a:lnTo>
                  <a:pt x="199200" y="55258"/>
                </a:lnTo>
                <a:lnTo>
                  <a:pt x="190944" y="55258"/>
                </a:lnTo>
                <a:lnTo>
                  <a:pt x="177254" y="34240"/>
                </a:lnTo>
                <a:lnTo>
                  <a:pt x="165570" y="34240"/>
                </a:lnTo>
                <a:lnTo>
                  <a:pt x="165570" y="55258"/>
                </a:lnTo>
                <a:lnTo>
                  <a:pt x="158496" y="55258"/>
                </a:lnTo>
                <a:lnTo>
                  <a:pt x="158496" y="2832"/>
                </a:lnTo>
                <a:close/>
                <a:moveTo>
                  <a:pt x="178143" y="27915"/>
                </a:moveTo>
                <a:cubicBezTo>
                  <a:pt x="180797" y="27915"/>
                  <a:pt x="183007" y="27496"/>
                  <a:pt x="184785" y="26657"/>
                </a:cubicBezTo>
                <a:cubicBezTo>
                  <a:pt x="186563" y="25832"/>
                  <a:pt x="187871" y="24702"/>
                  <a:pt x="188709" y="23279"/>
                </a:cubicBezTo>
                <a:cubicBezTo>
                  <a:pt x="189548" y="21857"/>
                  <a:pt x="189979" y="20219"/>
                  <a:pt x="189979" y="18390"/>
                </a:cubicBezTo>
                <a:cubicBezTo>
                  <a:pt x="189979" y="15380"/>
                  <a:pt x="188925" y="13119"/>
                  <a:pt x="186817" y="11595"/>
                </a:cubicBezTo>
                <a:cubicBezTo>
                  <a:pt x="184709" y="10071"/>
                  <a:pt x="181712" y="9310"/>
                  <a:pt x="177851" y="9310"/>
                </a:cubicBezTo>
                <a:lnTo>
                  <a:pt x="165570" y="9310"/>
                </a:lnTo>
                <a:lnTo>
                  <a:pt x="165570" y="27915"/>
                </a:lnTo>
                <a:lnTo>
                  <a:pt x="178143" y="27915"/>
                </a:lnTo>
                <a:close/>
                <a:moveTo>
                  <a:pt x="207264" y="2832"/>
                </a:moveTo>
                <a:lnTo>
                  <a:pt x="215633" y="2832"/>
                </a:lnTo>
                <a:lnTo>
                  <a:pt x="242164" y="47410"/>
                </a:lnTo>
                <a:cubicBezTo>
                  <a:pt x="242113" y="46266"/>
                  <a:pt x="242062" y="44717"/>
                  <a:pt x="242024" y="42761"/>
                </a:cubicBezTo>
                <a:cubicBezTo>
                  <a:pt x="241973" y="40793"/>
                  <a:pt x="241948" y="38862"/>
                  <a:pt x="241948" y="36957"/>
                </a:cubicBezTo>
                <a:lnTo>
                  <a:pt x="241948" y="2832"/>
                </a:lnTo>
                <a:lnTo>
                  <a:pt x="248272" y="2832"/>
                </a:lnTo>
                <a:lnTo>
                  <a:pt x="248272" y="55258"/>
                </a:lnTo>
                <a:lnTo>
                  <a:pt x="239560" y="55258"/>
                </a:lnTo>
                <a:lnTo>
                  <a:pt x="213373" y="11202"/>
                </a:lnTo>
                <a:cubicBezTo>
                  <a:pt x="213424" y="12345"/>
                  <a:pt x="213462" y="13894"/>
                  <a:pt x="213512" y="15837"/>
                </a:cubicBezTo>
                <a:cubicBezTo>
                  <a:pt x="213563" y="17780"/>
                  <a:pt x="213589" y="19724"/>
                  <a:pt x="213589" y="21654"/>
                </a:cubicBezTo>
                <a:lnTo>
                  <a:pt x="213589" y="55258"/>
                </a:lnTo>
                <a:lnTo>
                  <a:pt x="207264" y="55258"/>
                </a:lnTo>
                <a:lnTo>
                  <a:pt x="207264" y="2832"/>
                </a:lnTo>
                <a:close/>
                <a:moveTo>
                  <a:pt x="274079" y="2832"/>
                </a:moveTo>
                <a:lnTo>
                  <a:pt x="282181" y="2832"/>
                </a:lnTo>
                <a:lnTo>
                  <a:pt x="301904" y="55258"/>
                </a:lnTo>
                <a:lnTo>
                  <a:pt x="294500" y="55258"/>
                </a:lnTo>
                <a:lnTo>
                  <a:pt x="289547" y="41085"/>
                </a:lnTo>
                <a:lnTo>
                  <a:pt x="266560" y="41085"/>
                </a:lnTo>
                <a:lnTo>
                  <a:pt x="261607" y="55258"/>
                </a:lnTo>
                <a:lnTo>
                  <a:pt x="254356" y="55258"/>
                </a:lnTo>
                <a:lnTo>
                  <a:pt x="274079" y="2832"/>
                </a:lnTo>
                <a:close/>
                <a:moveTo>
                  <a:pt x="287401" y="34900"/>
                </a:moveTo>
                <a:lnTo>
                  <a:pt x="281178" y="17158"/>
                </a:lnTo>
                <a:cubicBezTo>
                  <a:pt x="280607" y="15545"/>
                  <a:pt x="280048" y="13932"/>
                  <a:pt x="279489" y="12319"/>
                </a:cubicBezTo>
                <a:cubicBezTo>
                  <a:pt x="278930" y="10706"/>
                  <a:pt x="278448" y="9322"/>
                  <a:pt x="278054" y="8154"/>
                </a:cubicBezTo>
                <a:cubicBezTo>
                  <a:pt x="277660" y="9322"/>
                  <a:pt x="277178" y="10706"/>
                  <a:pt x="276619" y="12319"/>
                </a:cubicBezTo>
                <a:cubicBezTo>
                  <a:pt x="276060" y="13932"/>
                  <a:pt x="275501" y="15545"/>
                  <a:pt x="274930" y="17158"/>
                </a:cubicBezTo>
                <a:lnTo>
                  <a:pt x="268719" y="34900"/>
                </a:lnTo>
                <a:lnTo>
                  <a:pt x="287401" y="34900"/>
                </a:lnTo>
                <a:close/>
                <a:moveTo>
                  <a:pt x="307848" y="2832"/>
                </a:moveTo>
                <a:lnTo>
                  <a:pt x="314922" y="2832"/>
                </a:lnTo>
                <a:lnTo>
                  <a:pt x="314922" y="48705"/>
                </a:lnTo>
                <a:lnTo>
                  <a:pt x="339179" y="48705"/>
                </a:lnTo>
                <a:lnTo>
                  <a:pt x="339179" y="55258"/>
                </a:lnTo>
                <a:lnTo>
                  <a:pt x="307848" y="55258"/>
                </a:lnTo>
                <a:lnTo>
                  <a:pt x="307848" y="2832"/>
                </a:lnTo>
                <a:close/>
                <a:moveTo>
                  <a:pt x="362268" y="32410"/>
                </a:moveTo>
                <a:lnTo>
                  <a:pt x="362268" y="37580"/>
                </a:lnTo>
                <a:lnTo>
                  <a:pt x="404609" y="37580"/>
                </a:lnTo>
                <a:lnTo>
                  <a:pt x="404609" y="32410"/>
                </a:lnTo>
                <a:close/>
                <a:moveTo>
                  <a:pt x="446773" y="56007"/>
                </a:moveTo>
                <a:cubicBezTo>
                  <a:pt x="442481" y="56007"/>
                  <a:pt x="438696" y="55309"/>
                  <a:pt x="435407" y="53911"/>
                </a:cubicBezTo>
                <a:cubicBezTo>
                  <a:pt x="432118" y="52528"/>
                  <a:pt x="429387" y="50432"/>
                  <a:pt x="427203" y="47625"/>
                </a:cubicBezTo>
                <a:lnTo>
                  <a:pt x="432041" y="42787"/>
                </a:lnTo>
                <a:cubicBezTo>
                  <a:pt x="433210" y="44260"/>
                  <a:pt x="434429" y="45492"/>
                  <a:pt x="435724" y="46495"/>
                </a:cubicBezTo>
                <a:cubicBezTo>
                  <a:pt x="437007" y="47498"/>
                  <a:pt x="438556" y="48299"/>
                  <a:pt x="440373" y="48895"/>
                </a:cubicBezTo>
                <a:cubicBezTo>
                  <a:pt x="442189" y="49492"/>
                  <a:pt x="444322" y="49785"/>
                  <a:pt x="446773" y="49785"/>
                </a:cubicBezTo>
                <a:cubicBezTo>
                  <a:pt x="449199" y="49785"/>
                  <a:pt x="451371" y="49479"/>
                  <a:pt x="453288" y="48870"/>
                </a:cubicBezTo>
                <a:cubicBezTo>
                  <a:pt x="455193" y="48273"/>
                  <a:pt x="456705" y="47320"/>
                  <a:pt x="457822" y="46025"/>
                </a:cubicBezTo>
                <a:cubicBezTo>
                  <a:pt x="458940" y="44742"/>
                  <a:pt x="459499" y="43117"/>
                  <a:pt x="459499" y="41161"/>
                </a:cubicBezTo>
                <a:cubicBezTo>
                  <a:pt x="459499" y="39192"/>
                  <a:pt x="458915" y="37605"/>
                  <a:pt x="457746" y="36399"/>
                </a:cubicBezTo>
                <a:cubicBezTo>
                  <a:pt x="456578" y="35179"/>
                  <a:pt x="455104" y="34227"/>
                  <a:pt x="453326" y="33541"/>
                </a:cubicBezTo>
                <a:cubicBezTo>
                  <a:pt x="451536" y="32868"/>
                  <a:pt x="449161" y="32157"/>
                  <a:pt x="446215" y="31407"/>
                </a:cubicBezTo>
                <a:cubicBezTo>
                  <a:pt x="442646" y="30518"/>
                  <a:pt x="439712" y="29579"/>
                  <a:pt x="437439" y="28601"/>
                </a:cubicBezTo>
                <a:cubicBezTo>
                  <a:pt x="435153" y="27623"/>
                  <a:pt x="433222" y="26124"/>
                  <a:pt x="431635" y="24118"/>
                </a:cubicBezTo>
                <a:cubicBezTo>
                  <a:pt x="430047" y="22111"/>
                  <a:pt x="429247" y="19431"/>
                  <a:pt x="429247" y="16078"/>
                </a:cubicBezTo>
                <a:cubicBezTo>
                  <a:pt x="429247" y="12878"/>
                  <a:pt x="430060" y="10237"/>
                  <a:pt x="431660" y="8128"/>
                </a:cubicBezTo>
                <a:cubicBezTo>
                  <a:pt x="433273" y="6033"/>
                  <a:pt x="435458" y="4496"/>
                  <a:pt x="438201" y="3518"/>
                </a:cubicBezTo>
                <a:cubicBezTo>
                  <a:pt x="440931" y="2540"/>
                  <a:pt x="444017" y="2045"/>
                  <a:pt x="447446" y="2045"/>
                </a:cubicBezTo>
                <a:cubicBezTo>
                  <a:pt x="451561" y="2045"/>
                  <a:pt x="455054" y="2718"/>
                  <a:pt x="457937" y="4039"/>
                </a:cubicBezTo>
                <a:cubicBezTo>
                  <a:pt x="460807" y="5373"/>
                  <a:pt x="463220" y="7201"/>
                  <a:pt x="465150" y="9525"/>
                </a:cubicBezTo>
                <a:lnTo>
                  <a:pt x="460426" y="14212"/>
                </a:lnTo>
                <a:cubicBezTo>
                  <a:pt x="458762" y="12306"/>
                  <a:pt x="456870" y="10833"/>
                  <a:pt x="454736" y="9792"/>
                </a:cubicBezTo>
                <a:cubicBezTo>
                  <a:pt x="452603" y="8751"/>
                  <a:pt x="450050" y="8230"/>
                  <a:pt x="447065" y="8230"/>
                </a:cubicBezTo>
                <a:cubicBezTo>
                  <a:pt x="444665" y="8230"/>
                  <a:pt x="442646" y="8560"/>
                  <a:pt x="441007" y="9208"/>
                </a:cubicBezTo>
                <a:cubicBezTo>
                  <a:pt x="439369" y="9868"/>
                  <a:pt x="438150" y="10770"/>
                  <a:pt x="437363" y="11913"/>
                </a:cubicBezTo>
                <a:cubicBezTo>
                  <a:pt x="436562" y="13056"/>
                  <a:pt x="436169" y="14364"/>
                  <a:pt x="436169" y="15850"/>
                </a:cubicBezTo>
                <a:cubicBezTo>
                  <a:pt x="436169" y="17666"/>
                  <a:pt x="436715" y="19139"/>
                  <a:pt x="437820" y="20269"/>
                </a:cubicBezTo>
                <a:cubicBezTo>
                  <a:pt x="438925" y="21387"/>
                  <a:pt x="440309" y="22276"/>
                  <a:pt x="441960" y="22911"/>
                </a:cubicBezTo>
                <a:cubicBezTo>
                  <a:pt x="443598" y="23533"/>
                  <a:pt x="445872" y="24244"/>
                  <a:pt x="448742" y="25006"/>
                </a:cubicBezTo>
                <a:cubicBezTo>
                  <a:pt x="452514" y="25946"/>
                  <a:pt x="455587" y="26912"/>
                  <a:pt x="457949" y="27915"/>
                </a:cubicBezTo>
                <a:cubicBezTo>
                  <a:pt x="460324" y="28905"/>
                  <a:pt x="462343" y="30429"/>
                  <a:pt x="463995" y="32487"/>
                </a:cubicBezTo>
                <a:cubicBezTo>
                  <a:pt x="465658" y="34544"/>
                  <a:pt x="466496" y="37313"/>
                  <a:pt x="466496" y="40780"/>
                </a:cubicBezTo>
                <a:cubicBezTo>
                  <a:pt x="466496" y="43765"/>
                  <a:pt x="465734" y="46393"/>
                  <a:pt x="464223" y="48692"/>
                </a:cubicBezTo>
                <a:cubicBezTo>
                  <a:pt x="462712" y="50991"/>
                  <a:pt x="460477" y="52781"/>
                  <a:pt x="457505" y="54064"/>
                </a:cubicBezTo>
                <a:cubicBezTo>
                  <a:pt x="454546" y="55359"/>
                  <a:pt x="450964" y="56007"/>
                  <a:pt x="446773" y="56007"/>
                </a:cubicBezTo>
                <a:close/>
                <a:moveTo>
                  <a:pt x="488963" y="2832"/>
                </a:moveTo>
                <a:lnTo>
                  <a:pt x="497065" y="2832"/>
                </a:lnTo>
                <a:lnTo>
                  <a:pt x="516788" y="55258"/>
                </a:lnTo>
                <a:lnTo>
                  <a:pt x="509384" y="55258"/>
                </a:lnTo>
                <a:lnTo>
                  <a:pt x="504431" y="41085"/>
                </a:lnTo>
                <a:lnTo>
                  <a:pt x="481444" y="41085"/>
                </a:lnTo>
                <a:lnTo>
                  <a:pt x="476491" y="55258"/>
                </a:lnTo>
                <a:lnTo>
                  <a:pt x="469240" y="55258"/>
                </a:lnTo>
                <a:lnTo>
                  <a:pt x="488963" y="2832"/>
                </a:lnTo>
                <a:close/>
                <a:moveTo>
                  <a:pt x="502285" y="34900"/>
                </a:moveTo>
                <a:lnTo>
                  <a:pt x="496062" y="17158"/>
                </a:lnTo>
                <a:cubicBezTo>
                  <a:pt x="495490" y="15545"/>
                  <a:pt x="494932" y="13932"/>
                  <a:pt x="494373" y="12319"/>
                </a:cubicBezTo>
                <a:cubicBezTo>
                  <a:pt x="493814" y="10706"/>
                  <a:pt x="493332" y="9322"/>
                  <a:pt x="492938" y="8154"/>
                </a:cubicBezTo>
                <a:cubicBezTo>
                  <a:pt x="492544" y="9322"/>
                  <a:pt x="492062" y="10706"/>
                  <a:pt x="491503" y="12319"/>
                </a:cubicBezTo>
                <a:cubicBezTo>
                  <a:pt x="490944" y="13932"/>
                  <a:pt x="490385" y="15545"/>
                  <a:pt x="489814" y="17158"/>
                </a:cubicBezTo>
                <a:lnTo>
                  <a:pt x="483603" y="34900"/>
                </a:lnTo>
                <a:lnTo>
                  <a:pt x="502285" y="34900"/>
                </a:lnTo>
                <a:close/>
                <a:moveTo>
                  <a:pt x="522732" y="2832"/>
                </a:moveTo>
                <a:lnTo>
                  <a:pt x="542531" y="2832"/>
                </a:lnTo>
                <a:cubicBezTo>
                  <a:pt x="546570" y="2832"/>
                  <a:pt x="549974" y="3493"/>
                  <a:pt x="552729" y="4801"/>
                </a:cubicBezTo>
                <a:cubicBezTo>
                  <a:pt x="555473" y="6121"/>
                  <a:pt x="557543" y="7963"/>
                  <a:pt x="558914" y="10351"/>
                </a:cubicBezTo>
                <a:cubicBezTo>
                  <a:pt x="560299" y="12726"/>
                  <a:pt x="560984" y="15532"/>
                  <a:pt x="560984" y="18759"/>
                </a:cubicBezTo>
                <a:cubicBezTo>
                  <a:pt x="560984" y="21908"/>
                  <a:pt x="560299" y="24727"/>
                  <a:pt x="558940" y="27204"/>
                </a:cubicBezTo>
                <a:cubicBezTo>
                  <a:pt x="557568" y="29680"/>
                  <a:pt x="555536" y="31636"/>
                  <a:pt x="552831" y="33058"/>
                </a:cubicBezTo>
                <a:cubicBezTo>
                  <a:pt x="550126" y="34493"/>
                  <a:pt x="546837" y="35205"/>
                  <a:pt x="542938" y="35205"/>
                </a:cubicBezTo>
                <a:lnTo>
                  <a:pt x="529806" y="35205"/>
                </a:lnTo>
                <a:lnTo>
                  <a:pt x="529806" y="55258"/>
                </a:lnTo>
                <a:lnTo>
                  <a:pt x="522732" y="55258"/>
                </a:lnTo>
                <a:lnTo>
                  <a:pt x="522732" y="2832"/>
                </a:lnTo>
                <a:close/>
                <a:moveTo>
                  <a:pt x="541934" y="28804"/>
                </a:moveTo>
                <a:cubicBezTo>
                  <a:pt x="545948" y="28804"/>
                  <a:pt x="548957" y="27953"/>
                  <a:pt x="550939" y="26251"/>
                </a:cubicBezTo>
                <a:cubicBezTo>
                  <a:pt x="552920" y="24550"/>
                  <a:pt x="553911" y="22085"/>
                  <a:pt x="553911" y="18835"/>
                </a:cubicBezTo>
                <a:cubicBezTo>
                  <a:pt x="553911" y="15710"/>
                  <a:pt x="552882" y="13336"/>
                  <a:pt x="550812" y="11723"/>
                </a:cubicBezTo>
                <a:cubicBezTo>
                  <a:pt x="548742" y="10109"/>
                  <a:pt x="545681" y="9310"/>
                  <a:pt x="541630" y="9310"/>
                </a:cubicBezTo>
                <a:lnTo>
                  <a:pt x="529806" y="9310"/>
                </a:lnTo>
                <a:lnTo>
                  <a:pt x="529806" y="28804"/>
                </a:lnTo>
                <a:lnTo>
                  <a:pt x="541934" y="28804"/>
                </a:lnTo>
                <a:close/>
                <a:moveTo>
                  <a:pt x="595973" y="56007"/>
                </a:moveTo>
                <a:cubicBezTo>
                  <a:pt x="593585" y="56007"/>
                  <a:pt x="591464" y="55538"/>
                  <a:pt x="589610" y="54623"/>
                </a:cubicBezTo>
                <a:cubicBezTo>
                  <a:pt x="587743" y="53708"/>
                  <a:pt x="586296" y="52363"/>
                  <a:pt x="585254" y="50610"/>
                </a:cubicBezTo>
                <a:cubicBezTo>
                  <a:pt x="584213" y="48844"/>
                  <a:pt x="583692" y="46736"/>
                  <a:pt x="583692" y="44285"/>
                </a:cubicBezTo>
                <a:cubicBezTo>
                  <a:pt x="583692" y="41275"/>
                  <a:pt x="584479" y="38812"/>
                  <a:pt x="586054" y="36881"/>
                </a:cubicBezTo>
                <a:cubicBezTo>
                  <a:pt x="587629" y="34938"/>
                  <a:pt x="589775" y="33528"/>
                  <a:pt x="592506" y="32652"/>
                </a:cubicBezTo>
                <a:cubicBezTo>
                  <a:pt x="595236" y="31776"/>
                  <a:pt x="598399" y="31331"/>
                  <a:pt x="601993" y="31331"/>
                </a:cubicBezTo>
                <a:lnTo>
                  <a:pt x="609143" y="31331"/>
                </a:lnTo>
                <a:lnTo>
                  <a:pt x="609143" y="28575"/>
                </a:lnTo>
                <a:cubicBezTo>
                  <a:pt x="609143" y="25756"/>
                  <a:pt x="608470" y="23597"/>
                  <a:pt x="607111" y="22123"/>
                </a:cubicBezTo>
                <a:cubicBezTo>
                  <a:pt x="605765" y="20651"/>
                  <a:pt x="603720" y="19914"/>
                  <a:pt x="600989" y="19914"/>
                </a:cubicBezTo>
                <a:cubicBezTo>
                  <a:pt x="598513" y="19914"/>
                  <a:pt x="596354" y="20409"/>
                  <a:pt x="594500" y="21413"/>
                </a:cubicBezTo>
                <a:cubicBezTo>
                  <a:pt x="592658" y="22416"/>
                  <a:pt x="591020" y="23876"/>
                  <a:pt x="589610" y="25794"/>
                </a:cubicBezTo>
                <a:lnTo>
                  <a:pt x="585292" y="21476"/>
                </a:lnTo>
                <a:cubicBezTo>
                  <a:pt x="589305" y="16663"/>
                  <a:pt x="594690" y="14250"/>
                  <a:pt x="601434" y="14250"/>
                </a:cubicBezTo>
                <a:cubicBezTo>
                  <a:pt x="604545" y="14250"/>
                  <a:pt x="607174" y="14846"/>
                  <a:pt x="609333" y="16040"/>
                </a:cubicBezTo>
                <a:cubicBezTo>
                  <a:pt x="611480" y="17234"/>
                  <a:pt x="613105" y="18898"/>
                  <a:pt x="614197" y="21044"/>
                </a:cubicBezTo>
                <a:cubicBezTo>
                  <a:pt x="615290" y="23191"/>
                  <a:pt x="615836" y="25705"/>
                  <a:pt x="615836" y="28575"/>
                </a:cubicBezTo>
                <a:lnTo>
                  <a:pt x="615836" y="55258"/>
                </a:lnTo>
                <a:lnTo>
                  <a:pt x="609435" y="55258"/>
                </a:lnTo>
                <a:lnTo>
                  <a:pt x="609435" y="47778"/>
                </a:lnTo>
                <a:lnTo>
                  <a:pt x="609295" y="47778"/>
                </a:lnTo>
                <a:cubicBezTo>
                  <a:pt x="607949" y="50635"/>
                  <a:pt x="606209" y="52718"/>
                  <a:pt x="604076" y="54026"/>
                </a:cubicBezTo>
                <a:cubicBezTo>
                  <a:pt x="601942" y="55347"/>
                  <a:pt x="599250" y="56007"/>
                  <a:pt x="595973" y="56007"/>
                </a:cubicBezTo>
                <a:close/>
                <a:moveTo>
                  <a:pt x="590614" y="44133"/>
                </a:moveTo>
                <a:cubicBezTo>
                  <a:pt x="590614" y="45403"/>
                  <a:pt x="590893" y="46495"/>
                  <a:pt x="591464" y="47447"/>
                </a:cubicBezTo>
                <a:cubicBezTo>
                  <a:pt x="592036" y="48387"/>
                  <a:pt x="592861" y="49111"/>
                  <a:pt x="593941" y="49619"/>
                </a:cubicBezTo>
                <a:cubicBezTo>
                  <a:pt x="595020" y="50127"/>
                  <a:pt x="596303" y="50381"/>
                  <a:pt x="597789" y="50381"/>
                </a:cubicBezTo>
                <a:cubicBezTo>
                  <a:pt x="600151" y="50381"/>
                  <a:pt x="602183" y="49911"/>
                  <a:pt x="603898" y="48946"/>
                </a:cubicBezTo>
                <a:cubicBezTo>
                  <a:pt x="605612" y="47993"/>
                  <a:pt x="606908" y="46749"/>
                  <a:pt x="607797" y="45187"/>
                </a:cubicBezTo>
                <a:cubicBezTo>
                  <a:pt x="608698" y="43638"/>
                  <a:pt x="609143" y="41999"/>
                  <a:pt x="609143" y="40260"/>
                </a:cubicBezTo>
                <a:lnTo>
                  <a:pt x="609143" y="36361"/>
                </a:lnTo>
                <a:lnTo>
                  <a:pt x="602894" y="36361"/>
                </a:lnTo>
                <a:cubicBezTo>
                  <a:pt x="599199" y="36361"/>
                  <a:pt x="596227" y="36919"/>
                  <a:pt x="593979" y="38050"/>
                </a:cubicBezTo>
                <a:cubicBezTo>
                  <a:pt x="591731" y="39180"/>
                  <a:pt x="590614" y="41199"/>
                  <a:pt x="590614" y="44133"/>
                </a:cubicBezTo>
                <a:close/>
                <a:moveTo>
                  <a:pt x="625285" y="15037"/>
                </a:moveTo>
                <a:lnTo>
                  <a:pt x="631685" y="15037"/>
                </a:lnTo>
                <a:lnTo>
                  <a:pt x="631685" y="23406"/>
                </a:lnTo>
                <a:lnTo>
                  <a:pt x="631838" y="23406"/>
                </a:lnTo>
                <a:cubicBezTo>
                  <a:pt x="632828" y="20803"/>
                  <a:pt x="634340" y="18631"/>
                  <a:pt x="636372" y="16879"/>
                </a:cubicBezTo>
                <a:cubicBezTo>
                  <a:pt x="638404" y="15126"/>
                  <a:pt x="641248" y="14250"/>
                  <a:pt x="644893" y="14250"/>
                </a:cubicBezTo>
                <a:cubicBezTo>
                  <a:pt x="647675" y="14250"/>
                  <a:pt x="649999" y="14834"/>
                  <a:pt x="651866" y="16002"/>
                </a:cubicBezTo>
                <a:cubicBezTo>
                  <a:pt x="653745" y="17171"/>
                  <a:pt x="655142" y="18821"/>
                  <a:pt x="656082" y="20955"/>
                </a:cubicBezTo>
                <a:cubicBezTo>
                  <a:pt x="657009" y="23089"/>
                  <a:pt x="657466" y="25578"/>
                  <a:pt x="657466" y="28435"/>
                </a:cubicBezTo>
                <a:lnTo>
                  <a:pt x="657466" y="55258"/>
                </a:lnTo>
                <a:lnTo>
                  <a:pt x="650735" y="55258"/>
                </a:lnTo>
                <a:lnTo>
                  <a:pt x="650735" y="29731"/>
                </a:lnTo>
                <a:cubicBezTo>
                  <a:pt x="650735" y="26632"/>
                  <a:pt x="650088" y="24270"/>
                  <a:pt x="648805" y="22644"/>
                </a:cubicBezTo>
                <a:cubicBezTo>
                  <a:pt x="647510" y="21019"/>
                  <a:pt x="645389" y="20206"/>
                  <a:pt x="642442" y="20206"/>
                </a:cubicBezTo>
                <a:cubicBezTo>
                  <a:pt x="640334" y="20206"/>
                  <a:pt x="638493" y="20663"/>
                  <a:pt x="636918" y="21590"/>
                </a:cubicBezTo>
                <a:cubicBezTo>
                  <a:pt x="635343" y="22505"/>
                  <a:pt x="634124" y="23838"/>
                  <a:pt x="633273" y="25603"/>
                </a:cubicBezTo>
                <a:cubicBezTo>
                  <a:pt x="632409" y="27369"/>
                  <a:pt x="631990" y="29477"/>
                  <a:pt x="631990" y="31928"/>
                </a:cubicBezTo>
                <a:lnTo>
                  <a:pt x="631990" y="55258"/>
                </a:lnTo>
                <a:lnTo>
                  <a:pt x="625285" y="55258"/>
                </a:lnTo>
                <a:lnTo>
                  <a:pt x="625285" y="15037"/>
                </a:lnTo>
                <a:close/>
                <a:moveTo>
                  <a:pt x="683209" y="56007"/>
                </a:moveTo>
                <a:cubicBezTo>
                  <a:pt x="679691" y="56007"/>
                  <a:pt x="676593" y="55118"/>
                  <a:pt x="673926" y="53366"/>
                </a:cubicBezTo>
                <a:cubicBezTo>
                  <a:pt x="671259" y="51601"/>
                  <a:pt x="669201" y="49137"/>
                  <a:pt x="667741" y="45987"/>
                </a:cubicBezTo>
                <a:cubicBezTo>
                  <a:pt x="666267" y="42838"/>
                  <a:pt x="665543" y="39218"/>
                  <a:pt x="665543" y="35128"/>
                </a:cubicBezTo>
                <a:cubicBezTo>
                  <a:pt x="665543" y="31039"/>
                  <a:pt x="666255" y="27419"/>
                  <a:pt x="667677" y="24270"/>
                </a:cubicBezTo>
                <a:cubicBezTo>
                  <a:pt x="669112" y="21108"/>
                  <a:pt x="671144" y="18656"/>
                  <a:pt x="673786" y="16891"/>
                </a:cubicBezTo>
                <a:cubicBezTo>
                  <a:pt x="676427" y="15139"/>
                  <a:pt x="679488" y="14250"/>
                  <a:pt x="682993" y="14250"/>
                </a:cubicBezTo>
                <a:cubicBezTo>
                  <a:pt x="685571" y="14250"/>
                  <a:pt x="687857" y="14656"/>
                  <a:pt x="689839" y="15443"/>
                </a:cubicBezTo>
                <a:cubicBezTo>
                  <a:pt x="691820" y="16243"/>
                  <a:pt x="693471" y="17297"/>
                  <a:pt x="694792" y="18631"/>
                </a:cubicBezTo>
                <a:cubicBezTo>
                  <a:pt x="696100" y="19952"/>
                  <a:pt x="697116" y="21451"/>
                  <a:pt x="697840" y="23114"/>
                </a:cubicBezTo>
                <a:lnTo>
                  <a:pt x="697979" y="23114"/>
                </a:lnTo>
                <a:lnTo>
                  <a:pt x="697979" y="0"/>
                </a:lnTo>
                <a:lnTo>
                  <a:pt x="704685" y="0"/>
                </a:lnTo>
                <a:lnTo>
                  <a:pt x="704685" y="55258"/>
                </a:lnTo>
                <a:lnTo>
                  <a:pt x="698284" y="55258"/>
                </a:lnTo>
                <a:lnTo>
                  <a:pt x="698284" y="46736"/>
                </a:lnTo>
                <a:lnTo>
                  <a:pt x="698208" y="46736"/>
                </a:lnTo>
                <a:cubicBezTo>
                  <a:pt x="697090" y="49492"/>
                  <a:pt x="695363" y="51727"/>
                  <a:pt x="693014" y="53429"/>
                </a:cubicBezTo>
                <a:cubicBezTo>
                  <a:pt x="690677" y="55144"/>
                  <a:pt x="687400" y="56007"/>
                  <a:pt x="683209" y="56007"/>
                </a:cubicBezTo>
                <a:close/>
                <a:moveTo>
                  <a:pt x="672541" y="35128"/>
                </a:moveTo>
                <a:cubicBezTo>
                  <a:pt x="672541" y="38380"/>
                  <a:pt x="673087" y="41148"/>
                  <a:pt x="674192" y="43421"/>
                </a:cubicBezTo>
                <a:cubicBezTo>
                  <a:pt x="675297" y="45707"/>
                  <a:pt x="676808" y="47422"/>
                  <a:pt x="678726" y="48578"/>
                </a:cubicBezTo>
                <a:cubicBezTo>
                  <a:pt x="680657" y="49733"/>
                  <a:pt x="682828" y="50305"/>
                  <a:pt x="685267" y="50305"/>
                </a:cubicBezTo>
                <a:cubicBezTo>
                  <a:pt x="687692" y="50305"/>
                  <a:pt x="689864" y="49733"/>
                  <a:pt x="691794" y="48578"/>
                </a:cubicBezTo>
                <a:cubicBezTo>
                  <a:pt x="693712" y="47422"/>
                  <a:pt x="695223" y="45707"/>
                  <a:pt x="696328" y="43447"/>
                </a:cubicBezTo>
                <a:cubicBezTo>
                  <a:pt x="697433" y="41173"/>
                  <a:pt x="697979" y="38405"/>
                  <a:pt x="697979" y="35128"/>
                </a:cubicBezTo>
                <a:cubicBezTo>
                  <a:pt x="697979" y="31877"/>
                  <a:pt x="697433" y="29121"/>
                  <a:pt x="696328" y="26848"/>
                </a:cubicBezTo>
                <a:cubicBezTo>
                  <a:pt x="695223" y="24574"/>
                  <a:pt x="693712" y="22873"/>
                  <a:pt x="691794" y="21717"/>
                </a:cubicBezTo>
                <a:cubicBezTo>
                  <a:pt x="689864" y="20562"/>
                  <a:pt x="687692" y="19990"/>
                  <a:pt x="685267" y="19990"/>
                </a:cubicBezTo>
                <a:cubicBezTo>
                  <a:pt x="682828" y="19990"/>
                  <a:pt x="680657" y="20562"/>
                  <a:pt x="678726" y="21717"/>
                </a:cubicBezTo>
                <a:cubicBezTo>
                  <a:pt x="676808" y="22873"/>
                  <a:pt x="675297" y="24574"/>
                  <a:pt x="674192" y="26848"/>
                </a:cubicBezTo>
                <a:cubicBezTo>
                  <a:pt x="673087" y="29121"/>
                  <a:pt x="672541" y="31877"/>
                  <a:pt x="672541" y="35128"/>
                </a:cubicBezTo>
                <a:close/>
                <a:moveTo>
                  <a:pt x="734568" y="2832"/>
                </a:moveTo>
                <a:lnTo>
                  <a:pt x="754367" y="2832"/>
                </a:lnTo>
                <a:cubicBezTo>
                  <a:pt x="758406" y="2832"/>
                  <a:pt x="761810" y="3493"/>
                  <a:pt x="764515" y="4801"/>
                </a:cubicBezTo>
                <a:cubicBezTo>
                  <a:pt x="767309" y="6121"/>
                  <a:pt x="769341" y="7963"/>
                  <a:pt x="770738" y="10351"/>
                </a:cubicBezTo>
                <a:cubicBezTo>
                  <a:pt x="772135" y="12726"/>
                  <a:pt x="772770" y="15532"/>
                  <a:pt x="772770" y="18759"/>
                </a:cubicBezTo>
                <a:cubicBezTo>
                  <a:pt x="772770" y="21908"/>
                  <a:pt x="772135" y="24727"/>
                  <a:pt x="770738" y="27204"/>
                </a:cubicBezTo>
                <a:cubicBezTo>
                  <a:pt x="769468" y="29680"/>
                  <a:pt x="767436" y="31636"/>
                  <a:pt x="764642" y="33058"/>
                </a:cubicBezTo>
                <a:cubicBezTo>
                  <a:pt x="761962" y="34493"/>
                  <a:pt x="758673" y="35205"/>
                  <a:pt x="754774" y="35205"/>
                </a:cubicBezTo>
                <a:lnTo>
                  <a:pt x="741642" y="35205"/>
                </a:lnTo>
                <a:lnTo>
                  <a:pt x="741642" y="55258"/>
                </a:lnTo>
                <a:lnTo>
                  <a:pt x="734568" y="55258"/>
                </a:lnTo>
                <a:lnTo>
                  <a:pt x="734568" y="2832"/>
                </a:lnTo>
                <a:close/>
                <a:moveTo>
                  <a:pt x="753770" y="28804"/>
                </a:moveTo>
                <a:cubicBezTo>
                  <a:pt x="757784" y="28804"/>
                  <a:pt x="760793" y="27953"/>
                  <a:pt x="762775" y="26251"/>
                </a:cubicBezTo>
                <a:cubicBezTo>
                  <a:pt x="764769" y="24550"/>
                  <a:pt x="765785" y="22085"/>
                  <a:pt x="765785" y="18835"/>
                </a:cubicBezTo>
                <a:cubicBezTo>
                  <a:pt x="765785" y="15710"/>
                  <a:pt x="764769" y="13336"/>
                  <a:pt x="762648" y="11723"/>
                </a:cubicBezTo>
                <a:cubicBezTo>
                  <a:pt x="760578" y="10109"/>
                  <a:pt x="757517" y="9310"/>
                  <a:pt x="753466" y="9310"/>
                </a:cubicBezTo>
                <a:lnTo>
                  <a:pt x="741642" y="9310"/>
                </a:lnTo>
                <a:lnTo>
                  <a:pt x="741642" y="28804"/>
                </a:lnTo>
                <a:lnTo>
                  <a:pt x="753770" y="28804"/>
                </a:lnTo>
                <a:close/>
                <a:moveTo>
                  <a:pt x="789534" y="56007"/>
                </a:moveTo>
                <a:cubicBezTo>
                  <a:pt x="787121" y="56007"/>
                  <a:pt x="784962" y="55538"/>
                  <a:pt x="783184" y="54623"/>
                </a:cubicBezTo>
                <a:cubicBezTo>
                  <a:pt x="781279" y="53708"/>
                  <a:pt x="779882" y="52363"/>
                  <a:pt x="778739" y="50610"/>
                </a:cubicBezTo>
                <a:cubicBezTo>
                  <a:pt x="777723" y="48844"/>
                  <a:pt x="777215" y="46736"/>
                  <a:pt x="777215" y="44285"/>
                </a:cubicBezTo>
                <a:cubicBezTo>
                  <a:pt x="777215" y="41275"/>
                  <a:pt x="777977" y="38812"/>
                  <a:pt x="779628" y="36881"/>
                </a:cubicBezTo>
                <a:cubicBezTo>
                  <a:pt x="781152" y="34938"/>
                  <a:pt x="783311" y="33528"/>
                  <a:pt x="786105" y="32652"/>
                </a:cubicBezTo>
                <a:cubicBezTo>
                  <a:pt x="788772" y="31776"/>
                  <a:pt x="791947" y="31331"/>
                  <a:pt x="795503" y="31331"/>
                </a:cubicBezTo>
                <a:lnTo>
                  <a:pt x="802742" y="31331"/>
                </a:lnTo>
                <a:lnTo>
                  <a:pt x="802742" y="28575"/>
                </a:lnTo>
                <a:cubicBezTo>
                  <a:pt x="802742" y="25756"/>
                  <a:pt x="801980" y="23597"/>
                  <a:pt x="800710" y="22123"/>
                </a:cubicBezTo>
                <a:cubicBezTo>
                  <a:pt x="799313" y="20651"/>
                  <a:pt x="797281" y="19914"/>
                  <a:pt x="794487" y="19914"/>
                </a:cubicBezTo>
                <a:cubicBezTo>
                  <a:pt x="792074" y="19914"/>
                  <a:pt x="789915" y="20409"/>
                  <a:pt x="788010" y="21413"/>
                </a:cubicBezTo>
                <a:cubicBezTo>
                  <a:pt x="786232" y="22416"/>
                  <a:pt x="784581" y="23876"/>
                  <a:pt x="783184" y="25794"/>
                </a:cubicBezTo>
                <a:lnTo>
                  <a:pt x="778866" y="21476"/>
                </a:lnTo>
                <a:cubicBezTo>
                  <a:pt x="782803" y="16663"/>
                  <a:pt x="788264" y="14250"/>
                  <a:pt x="794995" y="14250"/>
                </a:cubicBezTo>
                <a:cubicBezTo>
                  <a:pt x="798043" y="14250"/>
                  <a:pt x="800710" y="14846"/>
                  <a:pt x="802869" y="16040"/>
                </a:cubicBezTo>
                <a:cubicBezTo>
                  <a:pt x="805028" y="17234"/>
                  <a:pt x="806679" y="18898"/>
                  <a:pt x="807695" y="21044"/>
                </a:cubicBezTo>
                <a:cubicBezTo>
                  <a:pt x="808838" y="23191"/>
                  <a:pt x="809346" y="25705"/>
                  <a:pt x="809346" y="28575"/>
                </a:cubicBezTo>
                <a:lnTo>
                  <a:pt x="809346" y="55258"/>
                </a:lnTo>
                <a:lnTo>
                  <a:pt x="802996" y="55258"/>
                </a:lnTo>
                <a:lnTo>
                  <a:pt x="802996" y="47778"/>
                </a:lnTo>
                <a:lnTo>
                  <a:pt x="802869" y="47778"/>
                </a:lnTo>
                <a:cubicBezTo>
                  <a:pt x="801472" y="50635"/>
                  <a:pt x="799821" y="52718"/>
                  <a:pt x="797662" y="54026"/>
                </a:cubicBezTo>
                <a:cubicBezTo>
                  <a:pt x="795503" y="55347"/>
                  <a:pt x="792836" y="56007"/>
                  <a:pt x="789534" y="56007"/>
                </a:cubicBezTo>
                <a:close/>
                <a:moveTo>
                  <a:pt x="784200" y="44133"/>
                </a:moveTo>
                <a:cubicBezTo>
                  <a:pt x="784200" y="45403"/>
                  <a:pt x="784454" y="46495"/>
                  <a:pt x="784962" y="47447"/>
                </a:cubicBezTo>
                <a:cubicBezTo>
                  <a:pt x="785597" y="48387"/>
                  <a:pt x="786359" y="49111"/>
                  <a:pt x="787502" y="49619"/>
                </a:cubicBezTo>
                <a:cubicBezTo>
                  <a:pt x="788518" y="50127"/>
                  <a:pt x="789915" y="50381"/>
                  <a:pt x="791312" y="50381"/>
                </a:cubicBezTo>
                <a:cubicBezTo>
                  <a:pt x="793725" y="50381"/>
                  <a:pt x="795757" y="49911"/>
                  <a:pt x="797408" y="48946"/>
                </a:cubicBezTo>
                <a:cubicBezTo>
                  <a:pt x="799186" y="47993"/>
                  <a:pt x="800456" y="46749"/>
                  <a:pt x="801345" y="45187"/>
                </a:cubicBezTo>
                <a:cubicBezTo>
                  <a:pt x="802234" y="43638"/>
                  <a:pt x="802742" y="41999"/>
                  <a:pt x="802742" y="40260"/>
                </a:cubicBezTo>
                <a:lnTo>
                  <a:pt x="802742" y="36361"/>
                </a:lnTo>
                <a:lnTo>
                  <a:pt x="796392" y="36361"/>
                </a:lnTo>
                <a:cubicBezTo>
                  <a:pt x="792709" y="36361"/>
                  <a:pt x="789788" y="36919"/>
                  <a:pt x="787502" y="38050"/>
                </a:cubicBezTo>
                <a:cubicBezTo>
                  <a:pt x="785343" y="39180"/>
                  <a:pt x="784200" y="41199"/>
                  <a:pt x="784200" y="44133"/>
                </a:cubicBezTo>
                <a:close/>
                <a:moveTo>
                  <a:pt x="818871" y="15037"/>
                </a:moveTo>
                <a:lnTo>
                  <a:pt x="825221" y="15037"/>
                </a:lnTo>
                <a:lnTo>
                  <a:pt x="825221" y="23635"/>
                </a:lnTo>
                <a:lnTo>
                  <a:pt x="825348" y="23635"/>
                </a:lnTo>
                <a:cubicBezTo>
                  <a:pt x="826110" y="20333"/>
                  <a:pt x="827253" y="17945"/>
                  <a:pt x="828904" y="16472"/>
                </a:cubicBezTo>
                <a:cubicBezTo>
                  <a:pt x="830428" y="14999"/>
                  <a:pt x="832460" y="14250"/>
                  <a:pt x="834873" y="14250"/>
                </a:cubicBezTo>
                <a:cubicBezTo>
                  <a:pt x="835508" y="14250"/>
                  <a:pt x="836016" y="14288"/>
                  <a:pt x="836651" y="14364"/>
                </a:cubicBezTo>
                <a:cubicBezTo>
                  <a:pt x="837159" y="14440"/>
                  <a:pt x="837667" y="14529"/>
                  <a:pt x="838048" y="14631"/>
                </a:cubicBezTo>
                <a:lnTo>
                  <a:pt x="838048" y="21210"/>
                </a:lnTo>
                <a:cubicBezTo>
                  <a:pt x="837667" y="21095"/>
                  <a:pt x="837159" y="20993"/>
                  <a:pt x="836524" y="20917"/>
                </a:cubicBezTo>
                <a:cubicBezTo>
                  <a:pt x="835889" y="20841"/>
                  <a:pt x="835254" y="20803"/>
                  <a:pt x="834746" y="20803"/>
                </a:cubicBezTo>
                <a:cubicBezTo>
                  <a:pt x="831444" y="20803"/>
                  <a:pt x="829031" y="21946"/>
                  <a:pt x="827634" y="24244"/>
                </a:cubicBezTo>
                <a:cubicBezTo>
                  <a:pt x="826237" y="26543"/>
                  <a:pt x="825475" y="29896"/>
                  <a:pt x="825475" y="34316"/>
                </a:cubicBezTo>
                <a:lnTo>
                  <a:pt x="825475" y="55258"/>
                </a:lnTo>
                <a:lnTo>
                  <a:pt x="818871" y="55258"/>
                </a:lnTo>
                <a:lnTo>
                  <a:pt x="818871" y="15037"/>
                </a:lnTo>
                <a:close/>
                <a:moveTo>
                  <a:pt x="855701" y="55855"/>
                </a:moveTo>
                <a:cubicBezTo>
                  <a:pt x="853288" y="55855"/>
                  <a:pt x="851383" y="55525"/>
                  <a:pt x="849859" y="54890"/>
                </a:cubicBezTo>
                <a:cubicBezTo>
                  <a:pt x="848462" y="54242"/>
                  <a:pt x="847319" y="53239"/>
                  <a:pt x="846557" y="51867"/>
                </a:cubicBezTo>
                <a:cubicBezTo>
                  <a:pt x="845922" y="50509"/>
                  <a:pt x="845541" y="48743"/>
                  <a:pt x="845541" y="46584"/>
                </a:cubicBezTo>
                <a:lnTo>
                  <a:pt x="845541" y="20651"/>
                </a:lnTo>
                <a:lnTo>
                  <a:pt x="839572" y="20651"/>
                </a:lnTo>
                <a:lnTo>
                  <a:pt x="839572" y="17158"/>
                </a:lnTo>
                <a:lnTo>
                  <a:pt x="851383" y="5283"/>
                </a:lnTo>
                <a:lnTo>
                  <a:pt x="852272" y="5283"/>
                </a:lnTo>
                <a:lnTo>
                  <a:pt x="852272" y="15037"/>
                </a:lnTo>
                <a:lnTo>
                  <a:pt x="861289" y="15037"/>
                </a:lnTo>
                <a:lnTo>
                  <a:pt x="861289" y="20651"/>
                </a:lnTo>
                <a:lnTo>
                  <a:pt x="852272" y="20651"/>
                </a:lnTo>
                <a:lnTo>
                  <a:pt x="852272" y="45212"/>
                </a:lnTo>
                <a:cubicBezTo>
                  <a:pt x="852272" y="46406"/>
                  <a:pt x="852399" y="47320"/>
                  <a:pt x="852653" y="47981"/>
                </a:cubicBezTo>
                <a:cubicBezTo>
                  <a:pt x="852907" y="48641"/>
                  <a:pt x="853415" y="49111"/>
                  <a:pt x="854050" y="49378"/>
                </a:cubicBezTo>
                <a:cubicBezTo>
                  <a:pt x="854685" y="49657"/>
                  <a:pt x="855574" y="49785"/>
                  <a:pt x="856590" y="49785"/>
                </a:cubicBezTo>
                <a:cubicBezTo>
                  <a:pt x="858114" y="49785"/>
                  <a:pt x="859638" y="49581"/>
                  <a:pt x="861289" y="49149"/>
                </a:cubicBezTo>
                <a:lnTo>
                  <a:pt x="861289" y="55258"/>
                </a:lnTo>
                <a:cubicBezTo>
                  <a:pt x="860527" y="55435"/>
                  <a:pt x="859638" y="55576"/>
                  <a:pt x="858622" y="55690"/>
                </a:cubicBezTo>
                <a:cubicBezTo>
                  <a:pt x="857606" y="55791"/>
                  <a:pt x="856590" y="55855"/>
                  <a:pt x="855701" y="55855"/>
                </a:cubicBezTo>
                <a:close/>
                <a:moveTo>
                  <a:pt x="869163" y="15037"/>
                </a:moveTo>
                <a:lnTo>
                  <a:pt x="875513" y="15037"/>
                </a:lnTo>
                <a:lnTo>
                  <a:pt x="875513" y="23406"/>
                </a:lnTo>
                <a:lnTo>
                  <a:pt x="875640" y="23406"/>
                </a:lnTo>
                <a:cubicBezTo>
                  <a:pt x="876656" y="20803"/>
                  <a:pt x="878180" y="18631"/>
                  <a:pt x="880212" y="16879"/>
                </a:cubicBezTo>
                <a:cubicBezTo>
                  <a:pt x="882244" y="15126"/>
                  <a:pt x="885038" y="14250"/>
                  <a:pt x="888721" y="14250"/>
                </a:cubicBezTo>
                <a:cubicBezTo>
                  <a:pt x="891515" y="14250"/>
                  <a:pt x="893801" y="14834"/>
                  <a:pt x="895706" y="16002"/>
                </a:cubicBezTo>
                <a:cubicBezTo>
                  <a:pt x="897611" y="17171"/>
                  <a:pt x="899008" y="18821"/>
                  <a:pt x="899897" y="20955"/>
                </a:cubicBezTo>
                <a:cubicBezTo>
                  <a:pt x="900786" y="23089"/>
                  <a:pt x="901294" y="25578"/>
                  <a:pt x="901294" y="28435"/>
                </a:cubicBezTo>
                <a:lnTo>
                  <a:pt x="901294" y="55258"/>
                </a:lnTo>
                <a:lnTo>
                  <a:pt x="894563" y="55258"/>
                </a:lnTo>
                <a:lnTo>
                  <a:pt x="894563" y="29731"/>
                </a:lnTo>
                <a:cubicBezTo>
                  <a:pt x="894563" y="26632"/>
                  <a:pt x="893928" y="24270"/>
                  <a:pt x="892658" y="22644"/>
                </a:cubicBezTo>
                <a:cubicBezTo>
                  <a:pt x="891388" y="21019"/>
                  <a:pt x="889229" y="20206"/>
                  <a:pt x="886308" y="20206"/>
                </a:cubicBezTo>
                <a:cubicBezTo>
                  <a:pt x="884149" y="20206"/>
                  <a:pt x="882371" y="20663"/>
                  <a:pt x="880720" y="21590"/>
                </a:cubicBezTo>
                <a:cubicBezTo>
                  <a:pt x="879196" y="22505"/>
                  <a:pt x="877926" y="23838"/>
                  <a:pt x="877164" y="25603"/>
                </a:cubicBezTo>
                <a:cubicBezTo>
                  <a:pt x="876275" y="27369"/>
                  <a:pt x="875767" y="29477"/>
                  <a:pt x="875767" y="31928"/>
                </a:cubicBezTo>
                <a:lnTo>
                  <a:pt x="875767" y="55258"/>
                </a:lnTo>
                <a:lnTo>
                  <a:pt x="869163" y="55258"/>
                </a:lnTo>
                <a:lnTo>
                  <a:pt x="869163" y="15037"/>
                </a:lnTo>
                <a:close/>
                <a:moveTo>
                  <a:pt x="929615" y="56007"/>
                </a:moveTo>
                <a:cubicBezTo>
                  <a:pt x="925551" y="56007"/>
                  <a:pt x="921995" y="55207"/>
                  <a:pt x="918947" y="53607"/>
                </a:cubicBezTo>
                <a:cubicBezTo>
                  <a:pt x="915899" y="52007"/>
                  <a:pt x="913486" y="49632"/>
                  <a:pt x="911835" y="46495"/>
                </a:cubicBezTo>
                <a:cubicBezTo>
                  <a:pt x="910184" y="43358"/>
                  <a:pt x="909422" y="39574"/>
                  <a:pt x="909422" y="35128"/>
                </a:cubicBezTo>
                <a:cubicBezTo>
                  <a:pt x="909422" y="30633"/>
                  <a:pt x="910311" y="26822"/>
                  <a:pt x="911962" y="23685"/>
                </a:cubicBezTo>
                <a:cubicBezTo>
                  <a:pt x="913740" y="20549"/>
                  <a:pt x="916153" y="18186"/>
                  <a:pt x="919074" y="16612"/>
                </a:cubicBezTo>
                <a:cubicBezTo>
                  <a:pt x="921995" y="15037"/>
                  <a:pt x="925297" y="14250"/>
                  <a:pt x="928853" y="14250"/>
                </a:cubicBezTo>
                <a:cubicBezTo>
                  <a:pt x="932917" y="14250"/>
                  <a:pt x="936346" y="15202"/>
                  <a:pt x="938886" y="17107"/>
                </a:cubicBezTo>
                <a:cubicBezTo>
                  <a:pt x="941553" y="19000"/>
                  <a:pt x="943458" y="21425"/>
                  <a:pt x="944601" y="24371"/>
                </a:cubicBezTo>
                <a:cubicBezTo>
                  <a:pt x="945871" y="27331"/>
                  <a:pt x="946379" y="30429"/>
                  <a:pt x="946379" y="33681"/>
                </a:cubicBezTo>
                <a:cubicBezTo>
                  <a:pt x="946379" y="34798"/>
                  <a:pt x="946379" y="35840"/>
                  <a:pt x="946252" y="36805"/>
                </a:cubicBezTo>
                <a:lnTo>
                  <a:pt x="916407" y="36805"/>
                </a:lnTo>
                <a:cubicBezTo>
                  <a:pt x="916661" y="41199"/>
                  <a:pt x="917931" y="44539"/>
                  <a:pt x="920090" y="46851"/>
                </a:cubicBezTo>
                <a:cubicBezTo>
                  <a:pt x="922376" y="49149"/>
                  <a:pt x="925551" y="50305"/>
                  <a:pt x="929615" y="50305"/>
                </a:cubicBezTo>
                <a:cubicBezTo>
                  <a:pt x="932155" y="50305"/>
                  <a:pt x="934187" y="49936"/>
                  <a:pt x="935965" y="49188"/>
                </a:cubicBezTo>
                <a:cubicBezTo>
                  <a:pt x="937743" y="48451"/>
                  <a:pt x="939394" y="47219"/>
                  <a:pt x="940791" y="45504"/>
                </a:cubicBezTo>
                <a:lnTo>
                  <a:pt x="944982" y="49670"/>
                </a:lnTo>
                <a:cubicBezTo>
                  <a:pt x="943712" y="51168"/>
                  <a:pt x="942315" y="52375"/>
                  <a:pt x="940791" y="53302"/>
                </a:cubicBezTo>
                <a:cubicBezTo>
                  <a:pt x="939267" y="54229"/>
                  <a:pt x="937743" y="54915"/>
                  <a:pt x="935838" y="55347"/>
                </a:cubicBezTo>
                <a:cubicBezTo>
                  <a:pt x="934060" y="55779"/>
                  <a:pt x="932028" y="56007"/>
                  <a:pt x="929615" y="56007"/>
                </a:cubicBezTo>
                <a:close/>
                <a:moveTo>
                  <a:pt x="939648" y="31636"/>
                </a:moveTo>
                <a:cubicBezTo>
                  <a:pt x="939267" y="27763"/>
                  <a:pt x="938124" y="24854"/>
                  <a:pt x="936219" y="22911"/>
                </a:cubicBezTo>
                <a:cubicBezTo>
                  <a:pt x="934314" y="20955"/>
                  <a:pt x="931774" y="19990"/>
                  <a:pt x="928599" y="19990"/>
                </a:cubicBezTo>
                <a:cubicBezTo>
                  <a:pt x="926440" y="19990"/>
                  <a:pt x="924662" y="20422"/>
                  <a:pt x="922884" y="21286"/>
                </a:cubicBezTo>
                <a:cubicBezTo>
                  <a:pt x="921233" y="22149"/>
                  <a:pt x="919836" y="23457"/>
                  <a:pt x="918820" y="25197"/>
                </a:cubicBezTo>
                <a:cubicBezTo>
                  <a:pt x="917677" y="26924"/>
                  <a:pt x="916915" y="29070"/>
                  <a:pt x="916661" y="31636"/>
                </a:cubicBezTo>
                <a:lnTo>
                  <a:pt x="939648" y="31636"/>
                </a:lnTo>
                <a:close/>
                <a:moveTo>
                  <a:pt x="954507" y="15037"/>
                </a:moveTo>
                <a:lnTo>
                  <a:pt x="960857" y="15037"/>
                </a:lnTo>
                <a:lnTo>
                  <a:pt x="960857" y="23635"/>
                </a:lnTo>
                <a:lnTo>
                  <a:pt x="960984" y="23635"/>
                </a:lnTo>
                <a:cubicBezTo>
                  <a:pt x="961746" y="20333"/>
                  <a:pt x="962889" y="17945"/>
                  <a:pt x="964540" y="16472"/>
                </a:cubicBezTo>
                <a:cubicBezTo>
                  <a:pt x="966064" y="14999"/>
                  <a:pt x="968096" y="14250"/>
                  <a:pt x="970509" y="14250"/>
                </a:cubicBezTo>
                <a:cubicBezTo>
                  <a:pt x="971144" y="14250"/>
                  <a:pt x="971652" y="14288"/>
                  <a:pt x="972287" y="14364"/>
                </a:cubicBezTo>
                <a:cubicBezTo>
                  <a:pt x="972795" y="14440"/>
                  <a:pt x="973303" y="14529"/>
                  <a:pt x="973684" y="14631"/>
                </a:cubicBezTo>
                <a:lnTo>
                  <a:pt x="973684" y="21210"/>
                </a:lnTo>
                <a:cubicBezTo>
                  <a:pt x="973303" y="21095"/>
                  <a:pt x="972795" y="20993"/>
                  <a:pt x="972160" y="20917"/>
                </a:cubicBezTo>
                <a:cubicBezTo>
                  <a:pt x="971525" y="20841"/>
                  <a:pt x="970890" y="20803"/>
                  <a:pt x="970382" y="20803"/>
                </a:cubicBezTo>
                <a:cubicBezTo>
                  <a:pt x="967080" y="20803"/>
                  <a:pt x="964667" y="21946"/>
                  <a:pt x="963270" y="24244"/>
                </a:cubicBezTo>
                <a:cubicBezTo>
                  <a:pt x="961873" y="26543"/>
                  <a:pt x="961111" y="29896"/>
                  <a:pt x="961111" y="34316"/>
                </a:cubicBezTo>
                <a:lnTo>
                  <a:pt x="961111" y="55258"/>
                </a:lnTo>
                <a:lnTo>
                  <a:pt x="954507" y="55258"/>
                </a:lnTo>
                <a:lnTo>
                  <a:pt x="954507" y="15037"/>
                </a:lnTo>
                <a:close/>
                <a:moveTo>
                  <a:pt x="992988" y="56007"/>
                </a:moveTo>
                <a:cubicBezTo>
                  <a:pt x="986130" y="56007"/>
                  <a:pt x="980669" y="53899"/>
                  <a:pt x="976859" y="49670"/>
                </a:cubicBezTo>
                <a:lnTo>
                  <a:pt x="981177" y="45403"/>
                </a:lnTo>
                <a:cubicBezTo>
                  <a:pt x="982955" y="47257"/>
                  <a:pt x="984733" y="48565"/>
                  <a:pt x="986638" y="49327"/>
                </a:cubicBezTo>
                <a:cubicBezTo>
                  <a:pt x="988416" y="50076"/>
                  <a:pt x="990575" y="50457"/>
                  <a:pt x="992988" y="50457"/>
                </a:cubicBezTo>
                <a:cubicBezTo>
                  <a:pt x="995401" y="50457"/>
                  <a:pt x="997433" y="50000"/>
                  <a:pt x="999084" y="49099"/>
                </a:cubicBezTo>
                <a:cubicBezTo>
                  <a:pt x="1000735" y="48197"/>
                  <a:pt x="1001624" y="46711"/>
                  <a:pt x="1001624" y="44653"/>
                </a:cubicBezTo>
                <a:cubicBezTo>
                  <a:pt x="1001624" y="43193"/>
                  <a:pt x="1001243" y="41999"/>
                  <a:pt x="1000354" y="41097"/>
                </a:cubicBezTo>
                <a:cubicBezTo>
                  <a:pt x="999592" y="40196"/>
                  <a:pt x="998449" y="39484"/>
                  <a:pt x="997179" y="38964"/>
                </a:cubicBezTo>
                <a:cubicBezTo>
                  <a:pt x="995909" y="38443"/>
                  <a:pt x="993877" y="37833"/>
                  <a:pt x="991464" y="37135"/>
                </a:cubicBezTo>
                <a:cubicBezTo>
                  <a:pt x="988924" y="36424"/>
                  <a:pt x="986765" y="35649"/>
                  <a:pt x="984987" y="34837"/>
                </a:cubicBezTo>
                <a:cubicBezTo>
                  <a:pt x="983209" y="34011"/>
                  <a:pt x="981685" y="32842"/>
                  <a:pt x="980542" y="31318"/>
                </a:cubicBezTo>
                <a:cubicBezTo>
                  <a:pt x="979272" y="29794"/>
                  <a:pt x="978764" y="27839"/>
                  <a:pt x="978764" y="25451"/>
                </a:cubicBezTo>
                <a:cubicBezTo>
                  <a:pt x="978764" y="23076"/>
                  <a:pt x="979272" y="21044"/>
                  <a:pt x="980415" y="19355"/>
                </a:cubicBezTo>
                <a:cubicBezTo>
                  <a:pt x="981685" y="17666"/>
                  <a:pt x="983336" y="16396"/>
                  <a:pt x="985495" y="15532"/>
                </a:cubicBezTo>
                <a:cubicBezTo>
                  <a:pt x="987527" y="14681"/>
                  <a:pt x="990067" y="14250"/>
                  <a:pt x="992861" y="14250"/>
                </a:cubicBezTo>
                <a:cubicBezTo>
                  <a:pt x="995655" y="14250"/>
                  <a:pt x="998195" y="14707"/>
                  <a:pt x="1000735" y="15608"/>
                </a:cubicBezTo>
                <a:cubicBezTo>
                  <a:pt x="1003275" y="16523"/>
                  <a:pt x="1005307" y="17844"/>
                  <a:pt x="1006958" y="19571"/>
                </a:cubicBezTo>
                <a:lnTo>
                  <a:pt x="1002767" y="23851"/>
                </a:lnTo>
                <a:cubicBezTo>
                  <a:pt x="1000100" y="21222"/>
                  <a:pt x="996798" y="19914"/>
                  <a:pt x="992861" y="19914"/>
                </a:cubicBezTo>
                <a:cubicBezTo>
                  <a:pt x="990448" y="19914"/>
                  <a:pt x="988670" y="20346"/>
                  <a:pt x="987273" y="21210"/>
                </a:cubicBezTo>
                <a:cubicBezTo>
                  <a:pt x="985876" y="22085"/>
                  <a:pt x="985241" y="23394"/>
                  <a:pt x="985241" y="25159"/>
                </a:cubicBezTo>
                <a:cubicBezTo>
                  <a:pt x="985241" y="26327"/>
                  <a:pt x="985622" y="27293"/>
                  <a:pt x="986384" y="28055"/>
                </a:cubicBezTo>
                <a:cubicBezTo>
                  <a:pt x="987273" y="28829"/>
                  <a:pt x="988289" y="29464"/>
                  <a:pt x="989686" y="29973"/>
                </a:cubicBezTo>
                <a:cubicBezTo>
                  <a:pt x="990956" y="30480"/>
                  <a:pt x="992861" y="31090"/>
                  <a:pt x="995401" y="31776"/>
                </a:cubicBezTo>
                <a:cubicBezTo>
                  <a:pt x="997941" y="32500"/>
                  <a:pt x="1000100" y="33262"/>
                  <a:pt x="1001878" y="34049"/>
                </a:cubicBezTo>
                <a:cubicBezTo>
                  <a:pt x="1003529" y="34849"/>
                  <a:pt x="1005053" y="36055"/>
                  <a:pt x="1006323" y="37681"/>
                </a:cubicBezTo>
                <a:cubicBezTo>
                  <a:pt x="1007466" y="39307"/>
                  <a:pt x="1008101" y="41453"/>
                  <a:pt x="1008101" y="44133"/>
                </a:cubicBezTo>
                <a:cubicBezTo>
                  <a:pt x="1008101" y="46610"/>
                  <a:pt x="1007466" y="48743"/>
                  <a:pt x="1006196" y="50533"/>
                </a:cubicBezTo>
                <a:cubicBezTo>
                  <a:pt x="1004926" y="52312"/>
                  <a:pt x="1003148" y="53670"/>
                  <a:pt x="1000862" y="54611"/>
                </a:cubicBezTo>
                <a:cubicBezTo>
                  <a:pt x="998576" y="55538"/>
                  <a:pt x="995909" y="56007"/>
                  <a:pt x="992988" y="56007"/>
                </a:cubicBezTo>
                <a:close/>
                <a:moveTo>
                  <a:pt x="1057250" y="56007"/>
                </a:moveTo>
                <a:cubicBezTo>
                  <a:pt x="1052170" y="56007"/>
                  <a:pt x="1047725" y="54902"/>
                  <a:pt x="1043915" y="52693"/>
                </a:cubicBezTo>
                <a:cubicBezTo>
                  <a:pt x="1039978" y="50483"/>
                  <a:pt x="1037057" y="47334"/>
                  <a:pt x="1034898" y="43256"/>
                </a:cubicBezTo>
                <a:cubicBezTo>
                  <a:pt x="1032739" y="39180"/>
                  <a:pt x="1031596" y="34430"/>
                  <a:pt x="1031596" y="29032"/>
                </a:cubicBezTo>
                <a:cubicBezTo>
                  <a:pt x="1031596" y="23623"/>
                  <a:pt x="1032739" y="18885"/>
                  <a:pt x="1034898" y="14808"/>
                </a:cubicBezTo>
                <a:cubicBezTo>
                  <a:pt x="1037057" y="10744"/>
                  <a:pt x="1039978" y="7595"/>
                  <a:pt x="1043915" y="5385"/>
                </a:cubicBezTo>
                <a:cubicBezTo>
                  <a:pt x="1047725" y="3163"/>
                  <a:pt x="1052170" y="2045"/>
                  <a:pt x="1057250" y="2045"/>
                </a:cubicBezTo>
                <a:cubicBezTo>
                  <a:pt x="1062203" y="2045"/>
                  <a:pt x="1066648" y="3163"/>
                  <a:pt x="1070458" y="5385"/>
                </a:cubicBezTo>
                <a:cubicBezTo>
                  <a:pt x="1074395" y="7595"/>
                  <a:pt x="1077443" y="10744"/>
                  <a:pt x="1079602" y="14808"/>
                </a:cubicBezTo>
                <a:cubicBezTo>
                  <a:pt x="1081761" y="18885"/>
                  <a:pt x="1082777" y="23623"/>
                  <a:pt x="1082777" y="29032"/>
                </a:cubicBezTo>
                <a:cubicBezTo>
                  <a:pt x="1082777" y="34430"/>
                  <a:pt x="1081761" y="39180"/>
                  <a:pt x="1079602" y="43256"/>
                </a:cubicBezTo>
                <a:cubicBezTo>
                  <a:pt x="1077443" y="47334"/>
                  <a:pt x="1074395" y="50483"/>
                  <a:pt x="1070458" y="52693"/>
                </a:cubicBezTo>
                <a:cubicBezTo>
                  <a:pt x="1066648" y="54902"/>
                  <a:pt x="1062203" y="56007"/>
                  <a:pt x="1057250" y="56007"/>
                </a:cubicBezTo>
                <a:close/>
                <a:moveTo>
                  <a:pt x="1038835" y="29032"/>
                </a:moveTo>
                <a:cubicBezTo>
                  <a:pt x="1038835" y="33198"/>
                  <a:pt x="1039597" y="36818"/>
                  <a:pt x="1040994" y="39891"/>
                </a:cubicBezTo>
                <a:cubicBezTo>
                  <a:pt x="1042518" y="42964"/>
                  <a:pt x="1044677" y="45327"/>
                  <a:pt x="1047471" y="46978"/>
                </a:cubicBezTo>
                <a:cubicBezTo>
                  <a:pt x="1050138" y="48629"/>
                  <a:pt x="1053440" y="49454"/>
                  <a:pt x="1057250" y="49454"/>
                </a:cubicBezTo>
                <a:cubicBezTo>
                  <a:pt x="1060933" y="49454"/>
                  <a:pt x="1064235" y="48629"/>
                  <a:pt x="1066902" y="46978"/>
                </a:cubicBezTo>
                <a:cubicBezTo>
                  <a:pt x="1069696" y="45327"/>
                  <a:pt x="1071855" y="42964"/>
                  <a:pt x="1073379" y="39891"/>
                </a:cubicBezTo>
                <a:cubicBezTo>
                  <a:pt x="1074776" y="36818"/>
                  <a:pt x="1075538" y="33198"/>
                  <a:pt x="1075538" y="29032"/>
                </a:cubicBezTo>
                <a:cubicBezTo>
                  <a:pt x="1075538" y="24854"/>
                  <a:pt x="1074776" y="21248"/>
                  <a:pt x="1073379" y="18174"/>
                </a:cubicBezTo>
                <a:cubicBezTo>
                  <a:pt x="1071855" y="15113"/>
                  <a:pt x="1069696" y="12764"/>
                  <a:pt x="1066902" y="11112"/>
                </a:cubicBezTo>
                <a:cubicBezTo>
                  <a:pt x="1064235" y="9461"/>
                  <a:pt x="1060933" y="8636"/>
                  <a:pt x="1057250" y="8636"/>
                </a:cubicBezTo>
                <a:cubicBezTo>
                  <a:pt x="1053440" y="8636"/>
                  <a:pt x="1050138" y="9461"/>
                  <a:pt x="1047471" y="11112"/>
                </a:cubicBezTo>
                <a:cubicBezTo>
                  <a:pt x="1044677" y="12764"/>
                  <a:pt x="1042518" y="15113"/>
                  <a:pt x="1040994" y="18174"/>
                </a:cubicBezTo>
                <a:cubicBezTo>
                  <a:pt x="1039597" y="21248"/>
                  <a:pt x="1038835" y="24854"/>
                  <a:pt x="1038835" y="29032"/>
                </a:cubicBezTo>
                <a:close/>
                <a:moveTo>
                  <a:pt x="1091667" y="15037"/>
                </a:moveTo>
                <a:lnTo>
                  <a:pt x="1098017" y="15037"/>
                </a:lnTo>
                <a:lnTo>
                  <a:pt x="1098017" y="23406"/>
                </a:lnTo>
                <a:lnTo>
                  <a:pt x="1098144" y="23406"/>
                </a:lnTo>
                <a:cubicBezTo>
                  <a:pt x="1099160" y="20803"/>
                  <a:pt x="1100684" y="18631"/>
                  <a:pt x="1102716" y="16879"/>
                </a:cubicBezTo>
                <a:cubicBezTo>
                  <a:pt x="1104748" y="15126"/>
                  <a:pt x="1107542" y="14250"/>
                  <a:pt x="1111225" y="14250"/>
                </a:cubicBezTo>
                <a:cubicBezTo>
                  <a:pt x="1114019" y="14250"/>
                  <a:pt x="1116305" y="14834"/>
                  <a:pt x="1118210" y="16002"/>
                </a:cubicBezTo>
                <a:cubicBezTo>
                  <a:pt x="1120115" y="17171"/>
                  <a:pt x="1121512" y="18821"/>
                  <a:pt x="1122401" y="20955"/>
                </a:cubicBezTo>
                <a:cubicBezTo>
                  <a:pt x="1123290" y="23089"/>
                  <a:pt x="1123798" y="25578"/>
                  <a:pt x="1123798" y="28435"/>
                </a:cubicBezTo>
                <a:lnTo>
                  <a:pt x="1123798" y="55258"/>
                </a:lnTo>
                <a:lnTo>
                  <a:pt x="1117067" y="55258"/>
                </a:lnTo>
                <a:lnTo>
                  <a:pt x="1117067" y="29731"/>
                </a:lnTo>
                <a:cubicBezTo>
                  <a:pt x="1117067" y="26632"/>
                  <a:pt x="1116432" y="24270"/>
                  <a:pt x="1115162" y="22644"/>
                </a:cubicBezTo>
                <a:cubicBezTo>
                  <a:pt x="1113892" y="21019"/>
                  <a:pt x="1111733" y="20206"/>
                  <a:pt x="1108812" y="20206"/>
                </a:cubicBezTo>
                <a:cubicBezTo>
                  <a:pt x="1106653" y="20206"/>
                  <a:pt x="1104875" y="20663"/>
                  <a:pt x="1103224" y="21590"/>
                </a:cubicBezTo>
                <a:cubicBezTo>
                  <a:pt x="1101700" y="22505"/>
                  <a:pt x="1100430" y="23838"/>
                  <a:pt x="1099668" y="25603"/>
                </a:cubicBezTo>
                <a:cubicBezTo>
                  <a:pt x="1098779" y="27369"/>
                  <a:pt x="1098271" y="29477"/>
                  <a:pt x="1098271" y="31928"/>
                </a:cubicBezTo>
                <a:lnTo>
                  <a:pt x="1098271" y="55258"/>
                </a:lnTo>
                <a:lnTo>
                  <a:pt x="1091667" y="55258"/>
                </a:lnTo>
                <a:lnTo>
                  <a:pt x="1091667" y="15037"/>
                </a:lnTo>
                <a:close/>
                <a:moveTo>
                  <a:pt x="1143229" y="55855"/>
                </a:moveTo>
                <a:cubicBezTo>
                  <a:pt x="1141070" y="55855"/>
                  <a:pt x="1139292" y="55487"/>
                  <a:pt x="1137895" y="54776"/>
                </a:cubicBezTo>
                <a:cubicBezTo>
                  <a:pt x="1136498" y="54052"/>
                  <a:pt x="1135609" y="52984"/>
                  <a:pt x="1134974" y="51550"/>
                </a:cubicBezTo>
                <a:cubicBezTo>
                  <a:pt x="1134339" y="50127"/>
                  <a:pt x="1133958" y="48311"/>
                  <a:pt x="1133958" y="46101"/>
                </a:cubicBezTo>
                <a:lnTo>
                  <a:pt x="1133958" y="0"/>
                </a:lnTo>
                <a:lnTo>
                  <a:pt x="1140689" y="0"/>
                </a:lnTo>
                <a:lnTo>
                  <a:pt x="1140689" y="45060"/>
                </a:lnTo>
                <a:cubicBezTo>
                  <a:pt x="1140689" y="46304"/>
                  <a:pt x="1140816" y="47257"/>
                  <a:pt x="1141070" y="47930"/>
                </a:cubicBezTo>
                <a:cubicBezTo>
                  <a:pt x="1141324" y="48603"/>
                  <a:pt x="1141705" y="49073"/>
                  <a:pt x="1142213" y="49365"/>
                </a:cubicBezTo>
                <a:cubicBezTo>
                  <a:pt x="1142721" y="49644"/>
                  <a:pt x="1143483" y="49785"/>
                  <a:pt x="1144499" y="49785"/>
                </a:cubicBezTo>
                <a:cubicBezTo>
                  <a:pt x="1145134" y="49785"/>
                  <a:pt x="1145769" y="49733"/>
                  <a:pt x="1146404" y="49644"/>
                </a:cubicBezTo>
                <a:cubicBezTo>
                  <a:pt x="1147039" y="49543"/>
                  <a:pt x="1147547" y="49429"/>
                  <a:pt x="1148055" y="49302"/>
                </a:cubicBezTo>
                <a:lnTo>
                  <a:pt x="1148055" y="55258"/>
                </a:lnTo>
                <a:cubicBezTo>
                  <a:pt x="1147420" y="55461"/>
                  <a:pt x="1146658" y="55601"/>
                  <a:pt x="1145896" y="55703"/>
                </a:cubicBezTo>
                <a:cubicBezTo>
                  <a:pt x="1145007" y="55804"/>
                  <a:pt x="1144118" y="55855"/>
                  <a:pt x="1143229" y="55855"/>
                </a:cubicBezTo>
                <a:close/>
                <a:moveTo>
                  <a:pt x="1155294" y="71857"/>
                </a:moveTo>
                <a:cubicBezTo>
                  <a:pt x="1153897" y="71857"/>
                  <a:pt x="1152373" y="71755"/>
                  <a:pt x="1150976" y="71552"/>
                </a:cubicBezTo>
                <a:lnTo>
                  <a:pt x="1150976" y="65786"/>
                </a:lnTo>
                <a:cubicBezTo>
                  <a:pt x="1151992" y="66078"/>
                  <a:pt x="1153135" y="66231"/>
                  <a:pt x="1154786" y="66231"/>
                </a:cubicBezTo>
                <a:cubicBezTo>
                  <a:pt x="1156310" y="66231"/>
                  <a:pt x="1157580" y="66040"/>
                  <a:pt x="1158469" y="65660"/>
                </a:cubicBezTo>
                <a:cubicBezTo>
                  <a:pt x="1159485" y="65278"/>
                  <a:pt x="1160374" y="64694"/>
                  <a:pt x="1160882" y="63932"/>
                </a:cubicBezTo>
                <a:cubicBezTo>
                  <a:pt x="1161517" y="63157"/>
                  <a:pt x="1162152" y="62129"/>
                  <a:pt x="1162660" y="60833"/>
                </a:cubicBezTo>
                <a:lnTo>
                  <a:pt x="1164819" y="55144"/>
                </a:lnTo>
                <a:lnTo>
                  <a:pt x="1148690" y="15037"/>
                </a:lnTo>
                <a:lnTo>
                  <a:pt x="1155802" y="15037"/>
                </a:lnTo>
                <a:lnTo>
                  <a:pt x="1164438" y="37288"/>
                </a:lnTo>
                <a:cubicBezTo>
                  <a:pt x="1165073" y="39142"/>
                  <a:pt x="1165835" y="41237"/>
                  <a:pt x="1166597" y="43574"/>
                </a:cubicBezTo>
                <a:cubicBezTo>
                  <a:pt x="1167359" y="45910"/>
                  <a:pt x="1167867" y="47282"/>
                  <a:pt x="1167994" y="47702"/>
                </a:cubicBezTo>
                <a:cubicBezTo>
                  <a:pt x="1168121" y="47358"/>
                  <a:pt x="1168629" y="46038"/>
                  <a:pt x="1169391" y="43765"/>
                </a:cubicBezTo>
                <a:cubicBezTo>
                  <a:pt x="1170534" y="40932"/>
                  <a:pt x="1171169" y="39002"/>
                  <a:pt x="1171550" y="37960"/>
                </a:cubicBezTo>
                <a:lnTo>
                  <a:pt x="1179424" y="15037"/>
                </a:lnTo>
                <a:lnTo>
                  <a:pt x="1186536" y="15037"/>
                </a:lnTo>
                <a:lnTo>
                  <a:pt x="1167994" y="63030"/>
                </a:lnTo>
                <a:cubicBezTo>
                  <a:pt x="1167232" y="65088"/>
                  <a:pt x="1166343" y="66752"/>
                  <a:pt x="1165327" y="67996"/>
                </a:cubicBezTo>
                <a:cubicBezTo>
                  <a:pt x="1164438" y="69253"/>
                  <a:pt x="1163041" y="70206"/>
                  <a:pt x="1161517" y="70866"/>
                </a:cubicBezTo>
                <a:cubicBezTo>
                  <a:pt x="1159866" y="71527"/>
                  <a:pt x="1157834" y="71857"/>
                  <a:pt x="1155294" y="71857"/>
                </a:cubicBezTo>
                <a:close/>
              </a:path>
            </a:pathLst>
          </a:custGeom>
          <a:solidFill>
            <a:srgbClr val="000000">
              <a:alpha val="50196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5808" y="-3178"/>
            <a:ext cx="4576191" cy="685622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301" y="2875495"/>
            <a:ext cx="661212" cy="32909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301" y="1976970"/>
            <a:ext cx="661212" cy="32909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9900" y="685800"/>
            <a:ext cx="177800" cy="508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301" y="3906735"/>
            <a:ext cx="661212" cy="329095"/>
          </a:xfrm>
          <a:prstGeom prst="rect">
            <a:avLst/>
          </a:prstGeom>
        </p:spPr>
      </p:pic>
      <p:sp>
        <p:nvSpPr>
          <p:cNvPr id="3" name="Editable text — 32"/>
          <p:cNvSpPr txBox="1"/>
          <p:nvPr/>
        </p:nvSpPr>
        <p:spPr>
          <a:xfrm>
            <a:off x="11500739" y="6546075"/>
            <a:ext cx="191058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3">
                <a:solidFill>
                  <a:srgbClr val="000000"/>
                </a:solidFill>
                <a:latin typeface="Arial"/>
              </a:rPr>
              <a:t>32</a:t>
            </a:r>
          </a:p>
        </p:txBody>
      </p:sp>
      <p:sp>
        <p:nvSpPr>
          <p:cNvPr id="4" name="Editable text — PUBLIC"/>
          <p:cNvSpPr txBox="1"/>
          <p:nvPr/>
        </p:nvSpPr>
        <p:spPr>
          <a:xfrm>
            <a:off x="281940" y="6590857"/>
            <a:ext cx="381711" cy="170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6" b="0" i="0" spc="-2">
                <a:solidFill>
                  <a:srgbClr val="000000"/>
                </a:solidFill>
                <a:latin typeface="Arial"/>
              </a:rPr>
              <a:t>PUBLIC</a:t>
            </a:r>
          </a:p>
        </p:txBody>
      </p:sp>
      <p:sp>
        <p:nvSpPr>
          <p:cNvPr id="10" name="Editable text — Autonomous Enterprise and Business AI Platform"/>
          <p:cNvSpPr txBox="1"/>
          <p:nvPr/>
        </p:nvSpPr>
        <p:spPr>
          <a:xfrm>
            <a:off x="1890648" y="1970707"/>
            <a:ext cx="4276144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5">
                <a:solidFill>
                  <a:srgbClr val="BFBFBF"/>
                </a:solidFill>
                <a:latin typeface="Arial"/>
              </a:rPr>
              <a:t>Autonomous Enterprise and Business AI Platform</a:t>
            </a:r>
          </a:p>
        </p:txBody>
      </p:sp>
      <p:sp>
        <p:nvSpPr>
          <p:cNvPr id="11" name="Editable text — Business AI Partner Programs"/>
          <p:cNvSpPr txBox="1"/>
          <p:nvPr/>
        </p:nvSpPr>
        <p:spPr>
          <a:xfrm>
            <a:off x="1890648" y="2839641"/>
            <a:ext cx="2624280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5">
                <a:solidFill>
                  <a:srgbClr val="000000"/>
                </a:solidFill>
                <a:latin typeface="Arial"/>
              </a:rPr>
              <a:t>Business AI Partner Programs</a:t>
            </a:r>
          </a:p>
        </p:txBody>
      </p:sp>
      <p:sp>
        <p:nvSpPr>
          <p:cNvPr id="12" name="Editable text — ▪"/>
          <p:cNvSpPr txBox="1"/>
          <p:nvPr/>
        </p:nvSpPr>
        <p:spPr>
          <a:xfrm>
            <a:off x="1890648" y="3129201"/>
            <a:ext cx="145164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>
                <a:solidFill>
                  <a:srgbClr val="BFBFBF"/>
                </a:solidFill>
                <a:latin typeface="Arial"/>
              </a:rPr>
              <a:t>▪</a:t>
            </a:r>
          </a:p>
        </p:txBody>
      </p:sp>
      <p:sp>
        <p:nvSpPr>
          <p:cNvPr id="13" name="Editable text — SAP Partner-led AI Adoption Incentive"/>
          <p:cNvSpPr txBox="1"/>
          <p:nvPr/>
        </p:nvSpPr>
        <p:spPr>
          <a:xfrm>
            <a:off x="2177160" y="3129201"/>
            <a:ext cx="3051750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8">
                <a:solidFill>
                  <a:srgbClr val="BFBFBF"/>
                </a:solidFill>
                <a:latin typeface="Arial"/>
              </a:rPr>
              <a:t>SAP Partner-led AI Adoption Incentive</a:t>
            </a:r>
          </a:p>
        </p:txBody>
      </p:sp>
      <p:sp>
        <p:nvSpPr>
          <p:cNvPr id="14" name="Editable text — ▪"/>
          <p:cNvSpPr txBox="1"/>
          <p:nvPr/>
        </p:nvSpPr>
        <p:spPr>
          <a:xfrm>
            <a:off x="1890648" y="3418761"/>
            <a:ext cx="145164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>
                <a:solidFill>
                  <a:srgbClr val="000000"/>
                </a:solidFill>
                <a:latin typeface="Arial"/>
              </a:rPr>
              <a:t>▪</a:t>
            </a:r>
          </a:p>
        </p:txBody>
      </p:sp>
      <p:sp>
        <p:nvSpPr>
          <p:cNvPr id="15" name="Editable text — Partner agent race to SAP TechEd"/>
          <p:cNvSpPr txBox="1"/>
          <p:nvPr/>
        </p:nvSpPr>
        <p:spPr>
          <a:xfrm>
            <a:off x="2177160" y="3418761"/>
            <a:ext cx="2769858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10">
                <a:solidFill>
                  <a:srgbClr val="000000"/>
                </a:solidFill>
                <a:latin typeface="Arial"/>
              </a:rPr>
              <a:t>Partner agent race to SAP TechEd</a:t>
            </a:r>
          </a:p>
        </p:txBody>
      </p:sp>
      <p:sp>
        <p:nvSpPr>
          <p:cNvPr id="16" name="Editable text — Marketing Assets, Learning &amp; Enablement for Partners"/>
          <p:cNvSpPr txBox="1"/>
          <p:nvPr/>
        </p:nvSpPr>
        <p:spPr>
          <a:xfrm>
            <a:off x="1890648" y="3922062"/>
            <a:ext cx="4661567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5">
                <a:solidFill>
                  <a:srgbClr val="BFBFBF"/>
                </a:solidFill>
                <a:latin typeface="Arial"/>
              </a:rPr>
              <a:t>Marketing Assets, Learning &amp; Enablement for Partners</a:t>
            </a:r>
          </a:p>
        </p:txBody>
      </p:sp>
      <p:sp>
        <p:nvSpPr>
          <p:cNvPr id="17" name="Editable text — Agenda"/>
          <p:cNvSpPr txBox="1"/>
          <p:nvPr/>
        </p:nvSpPr>
        <p:spPr>
          <a:xfrm>
            <a:off x="555955" y="516890"/>
            <a:ext cx="1179677" cy="495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400" b="1" i="0" spc="-2">
                <a:solidFill>
                  <a:srgbClr val="000000"/>
                </a:solidFill>
                <a:latin typeface="Arial"/>
              </a:rPr>
              <a:t>Agenda</a:t>
            </a:r>
          </a:p>
        </p:txBody>
      </p:sp>
      <p:sp>
        <p:nvSpPr>
          <p:cNvPr id="18" name="Editable text — –"/>
          <p:cNvSpPr txBox="1"/>
          <p:nvPr/>
        </p:nvSpPr>
        <p:spPr>
          <a:xfrm>
            <a:off x="1740154" y="516890"/>
            <a:ext cx="248818" cy="495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400" b="1" i="0">
                <a:solidFill>
                  <a:srgbClr val="000000">
                    <a:alpha val="0"/>
                  </a:srgbClr>
                </a:solidFill>
                <a:latin typeface="Arial"/>
              </a:rPr>
              <a:t>–</a:t>
            </a:r>
          </a:p>
        </p:txBody>
      </p:sp>
      <p:sp>
        <p:nvSpPr>
          <p:cNvPr id="19" name="Editable text — Deep Dive"/>
          <p:cNvSpPr txBox="1"/>
          <p:nvPr/>
        </p:nvSpPr>
        <p:spPr>
          <a:xfrm>
            <a:off x="1994661" y="516890"/>
            <a:ext cx="1560372" cy="495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400" b="1" i="0" spc="23">
                <a:solidFill>
                  <a:srgbClr val="000000"/>
                </a:solidFill>
                <a:latin typeface="Arial"/>
              </a:rPr>
              <a:t>Deep Dive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"/>
          <p:cNvSpPr/>
          <p:nvPr/>
        </p:nvSpPr>
        <p:spPr>
          <a:xfrm>
            <a:off x="0" y="0"/>
            <a:ext cx="12195175" cy="6858000"/>
          </a:xfrm>
          <a:custGeom>
            <a:avLst/>
            <a:gdLst/>
            <a:ahLst/>
            <a:cxnLst/>
            <a:rect l="0" t="0" r="r" b="b"/>
            <a:pathLst>
              <a:path w="12195175" h="6858000" fill="norm" stroke="0" extrusionOk="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Editable vector"/>
          <p:cNvSpPr/>
          <p:nvPr/>
        </p:nvSpPr>
        <p:spPr>
          <a:xfrm>
            <a:off x="506628" y="6582778"/>
            <a:ext cx="1186535" cy="71856"/>
          </a:xfrm>
          <a:custGeom>
            <a:avLst/>
            <a:gdLst/>
            <a:ahLst/>
            <a:cxnLst/>
            <a:rect l="0" t="0" r="r" b="b"/>
            <a:pathLst>
              <a:path w="1186536" h="71857" fill="norm" stroke="0" extrusionOk="0">
                <a:moveTo>
                  <a:pt x="0" y="2832"/>
                </a:moveTo>
                <a:lnTo>
                  <a:pt x="0" y="55258"/>
                </a:lnTo>
                <a:lnTo>
                  <a:pt x="7074" y="55258"/>
                </a:lnTo>
                <a:lnTo>
                  <a:pt x="7074" y="2832"/>
                </a:lnTo>
                <a:close/>
                <a:moveTo>
                  <a:pt x="19812" y="2832"/>
                </a:moveTo>
                <a:lnTo>
                  <a:pt x="28181" y="2832"/>
                </a:lnTo>
                <a:lnTo>
                  <a:pt x="54712" y="47410"/>
                </a:lnTo>
                <a:cubicBezTo>
                  <a:pt x="54661" y="46266"/>
                  <a:pt x="54610" y="44717"/>
                  <a:pt x="54572" y="42761"/>
                </a:cubicBezTo>
                <a:cubicBezTo>
                  <a:pt x="54521" y="40793"/>
                  <a:pt x="54496" y="38862"/>
                  <a:pt x="54496" y="36957"/>
                </a:cubicBezTo>
                <a:lnTo>
                  <a:pt x="54496" y="2832"/>
                </a:lnTo>
                <a:lnTo>
                  <a:pt x="60820" y="2832"/>
                </a:lnTo>
                <a:lnTo>
                  <a:pt x="60820" y="55258"/>
                </a:lnTo>
                <a:lnTo>
                  <a:pt x="52108" y="55258"/>
                </a:lnTo>
                <a:lnTo>
                  <a:pt x="25921" y="11202"/>
                </a:lnTo>
                <a:cubicBezTo>
                  <a:pt x="25972" y="12345"/>
                  <a:pt x="26010" y="13894"/>
                  <a:pt x="26060" y="15837"/>
                </a:cubicBezTo>
                <a:cubicBezTo>
                  <a:pt x="26111" y="17780"/>
                  <a:pt x="26137" y="19724"/>
                  <a:pt x="26137" y="21654"/>
                </a:cubicBezTo>
                <a:lnTo>
                  <a:pt x="26137" y="55258"/>
                </a:lnTo>
                <a:lnTo>
                  <a:pt x="19812" y="55258"/>
                </a:lnTo>
                <a:lnTo>
                  <a:pt x="19812" y="2832"/>
                </a:lnTo>
                <a:close/>
                <a:moveTo>
                  <a:pt x="84125" y="9385"/>
                </a:moveTo>
                <a:lnTo>
                  <a:pt x="67653" y="9385"/>
                </a:lnTo>
                <a:lnTo>
                  <a:pt x="67653" y="2832"/>
                </a:lnTo>
                <a:lnTo>
                  <a:pt x="107683" y="2832"/>
                </a:lnTo>
                <a:lnTo>
                  <a:pt x="107683" y="9385"/>
                </a:lnTo>
                <a:lnTo>
                  <a:pt x="91199" y="9385"/>
                </a:lnTo>
                <a:lnTo>
                  <a:pt x="91199" y="55258"/>
                </a:lnTo>
                <a:lnTo>
                  <a:pt x="84125" y="55258"/>
                </a:lnTo>
                <a:lnTo>
                  <a:pt x="84125" y="9385"/>
                </a:lnTo>
                <a:close/>
                <a:moveTo>
                  <a:pt x="114300" y="2832"/>
                </a:moveTo>
                <a:lnTo>
                  <a:pt x="147980" y="2832"/>
                </a:lnTo>
                <a:lnTo>
                  <a:pt x="147980" y="9385"/>
                </a:lnTo>
                <a:lnTo>
                  <a:pt x="121374" y="9385"/>
                </a:lnTo>
                <a:lnTo>
                  <a:pt x="121374" y="25083"/>
                </a:lnTo>
                <a:lnTo>
                  <a:pt x="145783" y="25083"/>
                </a:lnTo>
                <a:lnTo>
                  <a:pt x="145783" y="31483"/>
                </a:lnTo>
                <a:lnTo>
                  <a:pt x="121374" y="31483"/>
                </a:lnTo>
                <a:lnTo>
                  <a:pt x="121374" y="48705"/>
                </a:lnTo>
                <a:lnTo>
                  <a:pt x="149504" y="48705"/>
                </a:lnTo>
                <a:lnTo>
                  <a:pt x="149504" y="55258"/>
                </a:lnTo>
                <a:lnTo>
                  <a:pt x="114300" y="55258"/>
                </a:lnTo>
                <a:lnTo>
                  <a:pt x="114300" y="2832"/>
                </a:lnTo>
                <a:close/>
                <a:moveTo>
                  <a:pt x="158496" y="2832"/>
                </a:moveTo>
                <a:lnTo>
                  <a:pt x="178626" y="2832"/>
                </a:lnTo>
                <a:cubicBezTo>
                  <a:pt x="182550" y="2832"/>
                  <a:pt x="185877" y="3442"/>
                  <a:pt x="188633" y="4674"/>
                </a:cubicBezTo>
                <a:cubicBezTo>
                  <a:pt x="191389" y="5906"/>
                  <a:pt x="193485" y="7671"/>
                  <a:pt x="194907" y="9996"/>
                </a:cubicBezTo>
                <a:cubicBezTo>
                  <a:pt x="196329" y="12319"/>
                  <a:pt x="197041" y="15088"/>
                  <a:pt x="197041" y="18314"/>
                </a:cubicBezTo>
                <a:cubicBezTo>
                  <a:pt x="197041" y="20613"/>
                  <a:pt x="196596" y="22797"/>
                  <a:pt x="195707" y="24854"/>
                </a:cubicBezTo>
                <a:cubicBezTo>
                  <a:pt x="194818" y="26912"/>
                  <a:pt x="193408" y="28702"/>
                  <a:pt x="191478" y="30214"/>
                </a:cubicBezTo>
                <a:cubicBezTo>
                  <a:pt x="189560" y="31725"/>
                  <a:pt x="187122" y="32766"/>
                  <a:pt x="184175" y="33338"/>
                </a:cubicBezTo>
                <a:lnTo>
                  <a:pt x="199200" y="55258"/>
                </a:lnTo>
                <a:lnTo>
                  <a:pt x="190944" y="55258"/>
                </a:lnTo>
                <a:lnTo>
                  <a:pt x="177254" y="34240"/>
                </a:lnTo>
                <a:lnTo>
                  <a:pt x="165570" y="34240"/>
                </a:lnTo>
                <a:lnTo>
                  <a:pt x="165570" y="55258"/>
                </a:lnTo>
                <a:lnTo>
                  <a:pt x="158496" y="55258"/>
                </a:lnTo>
                <a:lnTo>
                  <a:pt x="158496" y="2832"/>
                </a:lnTo>
                <a:close/>
                <a:moveTo>
                  <a:pt x="178143" y="27915"/>
                </a:moveTo>
                <a:cubicBezTo>
                  <a:pt x="180797" y="27915"/>
                  <a:pt x="183007" y="27496"/>
                  <a:pt x="184785" y="26657"/>
                </a:cubicBezTo>
                <a:cubicBezTo>
                  <a:pt x="186563" y="25832"/>
                  <a:pt x="187871" y="24702"/>
                  <a:pt x="188709" y="23279"/>
                </a:cubicBezTo>
                <a:cubicBezTo>
                  <a:pt x="189548" y="21857"/>
                  <a:pt x="189979" y="20219"/>
                  <a:pt x="189979" y="18390"/>
                </a:cubicBezTo>
                <a:cubicBezTo>
                  <a:pt x="189979" y="15380"/>
                  <a:pt x="188925" y="13119"/>
                  <a:pt x="186817" y="11595"/>
                </a:cubicBezTo>
                <a:cubicBezTo>
                  <a:pt x="184709" y="10071"/>
                  <a:pt x="181712" y="9310"/>
                  <a:pt x="177851" y="9310"/>
                </a:cubicBezTo>
                <a:lnTo>
                  <a:pt x="165570" y="9310"/>
                </a:lnTo>
                <a:lnTo>
                  <a:pt x="165570" y="27915"/>
                </a:lnTo>
                <a:lnTo>
                  <a:pt x="178143" y="27915"/>
                </a:lnTo>
                <a:close/>
                <a:moveTo>
                  <a:pt x="207264" y="2832"/>
                </a:moveTo>
                <a:lnTo>
                  <a:pt x="215633" y="2832"/>
                </a:lnTo>
                <a:lnTo>
                  <a:pt x="242164" y="47410"/>
                </a:lnTo>
                <a:cubicBezTo>
                  <a:pt x="242113" y="46266"/>
                  <a:pt x="242062" y="44717"/>
                  <a:pt x="242024" y="42761"/>
                </a:cubicBezTo>
                <a:cubicBezTo>
                  <a:pt x="241973" y="40793"/>
                  <a:pt x="241948" y="38862"/>
                  <a:pt x="241948" y="36957"/>
                </a:cubicBezTo>
                <a:lnTo>
                  <a:pt x="241948" y="2832"/>
                </a:lnTo>
                <a:lnTo>
                  <a:pt x="248272" y="2832"/>
                </a:lnTo>
                <a:lnTo>
                  <a:pt x="248272" y="55258"/>
                </a:lnTo>
                <a:lnTo>
                  <a:pt x="239560" y="55258"/>
                </a:lnTo>
                <a:lnTo>
                  <a:pt x="213373" y="11202"/>
                </a:lnTo>
                <a:cubicBezTo>
                  <a:pt x="213424" y="12345"/>
                  <a:pt x="213462" y="13894"/>
                  <a:pt x="213512" y="15837"/>
                </a:cubicBezTo>
                <a:cubicBezTo>
                  <a:pt x="213563" y="17780"/>
                  <a:pt x="213589" y="19724"/>
                  <a:pt x="213589" y="21654"/>
                </a:cubicBezTo>
                <a:lnTo>
                  <a:pt x="213589" y="55258"/>
                </a:lnTo>
                <a:lnTo>
                  <a:pt x="207264" y="55258"/>
                </a:lnTo>
                <a:lnTo>
                  <a:pt x="207264" y="2832"/>
                </a:lnTo>
                <a:close/>
                <a:moveTo>
                  <a:pt x="274079" y="2832"/>
                </a:moveTo>
                <a:lnTo>
                  <a:pt x="282181" y="2832"/>
                </a:lnTo>
                <a:lnTo>
                  <a:pt x="301904" y="55258"/>
                </a:lnTo>
                <a:lnTo>
                  <a:pt x="294500" y="55258"/>
                </a:lnTo>
                <a:lnTo>
                  <a:pt x="289547" y="41085"/>
                </a:lnTo>
                <a:lnTo>
                  <a:pt x="266560" y="41085"/>
                </a:lnTo>
                <a:lnTo>
                  <a:pt x="261607" y="55258"/>
                </a:lnTo>
                <a:lnTo>
                  <a:pt x="254356" y="55258"/>
                </a:lnTo>
                <a:lnTo>
                  <a:pt x="274079" y="2832"/>
                </a:lnTo>
                <a:close/>
                <a:moveTo>
                  <a:pt x="287401" y="34900"/>
                </a:moveTo>
                <a:lnTo>
                  <a:pt x="281178" y="17158"/>
                </a:lnTo>
                <a:cubicBezTo>
                  <a:pt x="280607" y="15545"/>
                  <a:pt x="280048" y="13932"/>
                  <a:pt x="279489" y="12319"/>
                </a:cubicBezTo>
                <a:cubicBezTo>
                  <a:pt x="278930" y="10706"/>
                  <a:pt x="278448" y="9322"/>
                  <a:pt x="278054" y="8154"/>
                </a:cubicBezTo>
                <a:cubicBezTo>
                  <a:pt x="277660" y="9322"/>
                  <a:pt x="277178" y="10706"/>
                  <a:pt x="276619" y="12319"/>
                </a:cubicBezTo>
                <a:cubicBezTo>
                  <a:pt x="276060" y="13932"/>
                  <a:pt x="275501" y="15545"/>
                  <a:pt x="274930" y="17158"/>
                </a:cubicBezTo>
                <a:lnTo>
                  <a:pt x="268719" y="34900"/>
                </a:lnTo>
                <a:lnTo>
                  <a:pt x="287401" y="34900"/>
                </a:lnTo>
                <a:close/>
                <a:moveTo>
                  <a:pt x="307848" y="2832"/>
                </a:moveTo>
                <a:lnTo>
                  <a:pt x="314922" y="2832"/>
                </a:lnTo>
                <a:lnTo>
                  <a:pt x="314922" y="48705"/>
                </a:lnTo>
                <a:lnTo>
                  <a:pt x="339179" y="48705"/>
                </a:lnTo>
                <a:lnTo>
                  <a:pt x="339179" y="55258"/>
                </a:lnTo>
                <a:lnTo>
                  <a:pt x="307848" y="55258"/>
                </a:lnTo>
                <a:lnTo>
                  <a:pt x="307848" y="2832"/>
                </a:lnTo>
                <a:close/>
                <a:moveTo>
                  <a:pt x="362268" y="32410"/>
                </a:moveTo>
                <a:lnTo>
                  <a:pt x="362268" y="37580"/>
                </a:lnTo>
                <a:lnTo>
                  <a:pt x="404609" y="37580"/>
                </a:lnTo>
                <a:lnTo>
                  <a:pt x="404609" y="32410"/>
                </a:lnTo>
                <a:close/>
                <a:moveTo>
                  <a:pt x="446773" y="56007"/>
                </a:moveTo>
                <a:cubicBezTo>
                  <a:pt x="442481" y="56007"/>
                  <a:pt x="438696" y="55309"/>
                  <a:pt x="435407" y="53911"/>
                </a:cubicBezTo>
                <a:cubicBezTo>
                  <a:pt x="432118" y="52528"/>
                  <a:pt x="429387" y="50432"/>
                  <a:pt x="427203" y="47625"/>
                </a:cubicBezTo>
                <a:lnTo>
                  <a:pt x="432041" y="42787"/>
                </a:lnTo>
                <a:cubicBezTo>
                  <a:pt x="433210" y="44260"/>
                  <a:pt x="434429" y="45492"/>
                  <a:pt x="435724" y="46495"/>
                </a:cubicBezTo>
                <a:cubicBezTo>
                  <a:pt x="437007" y="47498"/>
                  <a:pt x="438556" y="48299"/>
                  <a:pt x="440373" y="48895"/>
                </a:cubicBezTo>
                <a:cubicBezTo>
                  <a:pt x="442189" y="49492"/>
                  <a:pt x="444322" y="49785"/>
                  <a:pt x="446773" y="49785"/>
                </a:cubicBezTo>
                <a:cubicBezTo>
                  <a:pt x="449199" y="49785"/>
                  <a:pt x="451371" y="49479"/>
                  <a:pt x="453288" y="48870"/>
                </a:cubicBezTo>
                <a:cubicBezTo>
                  <a:pt x="455193" y="48273"/>
                  <a:pt x="456705" y="47320"/>
                  <a:pt x="457822" y="46025"/>
                </a:cubicBezTo>
                <a:cubicBezTo>
                  <a:pt x="458940" y="44742"/>
                  <a:pt x="459499" y="43117"/>
                  <a:pt x="459499" y="41161"/>
                </a:cubicBezTo>
                <a:cubicBezTo>
                  <a:pt x="459499" y="39192"/>
                  <a:pt x="458915" y="37605"/>
                  <a:pt x="457746" y="36399"/>
                </a:cubicBezTo>
                <a:cubicBezTo>
                  <a:pt x="456578" y="35179"/>
                  <a:pt x="455104" y="34227"/>
                  <a:pt x="453326" y="33541"/>
                </a:cubicBezTo>
                <a:cubicBezTo>
                  <a:pt x="451536" y="32868"/>
                  <a:pt x="449161" y="32157"/>
                  <a:pt x="446215" y="31407"/>
                </a:cubicBezTo>
                <a:cubicBezTo>
                  <a:pt x="442646" y="30518"/>
                  <a:pt x="439712" y="29579"/>
                  <a:pt x="437439" y="28601"/>
                </a:cubicBezTo>
                <a:cubicBezTo>
                  <a:pt x="435153" y="27623"/>
                  <a:pt x="433222" y="26124"/>
                  <a:pt x="431635" y="24118"/>
                </a:cubicBezTo>
                <a:cubicBezTo>
                  <a:pt x="430047" y="22111"/>
                  <a:pt x="429247" y="19431"/>
                  <a:pt x="429247" y="16078"/>
                </a:cubicBezTo>
                <a:cubicBezTo>
                  <a:pt x="429247" y="12878"/>
                  <a:pt x="430060" y="10237"/>
                  <a:pt x="431660" y="8128"/>
                </a:cubicBezTo>
                <a:cubicBezTo>
                  <a:pt x="433273" y="6033"/>
                  <a:pt x="435458" y="4496"/>
                  <a:pt x="438201" y="3518"/>
                </a:cubicBezTo>
                <a:cubicBezTo>
                  <a:pt x="440931" y="2540"/>
                  <a:pt x="444017" y="2045"/>
                  <a:pt x="447446" y="2045"/>
                </a:cubicBezTo>
                <a:cubicBezTo>
                  <a:pt x="451561" y="2045"/>
                  <a:pt x="455054" y="2718"/>
                  <a:pt x="457937" y="4039"/>
                </a:cubicBezTo>
                <a:cubicBezTo>
                  <a:pt x="460807" y="5373"/>
                  <a:pt x="463220" y="7201"/>
                  <a:pt x="465150" y="9525"/>
                </a:cubicBezTo>
                <a:lnTo>
                  <a:pt x="460426" y="14212"/>
                </a:lnTo>
                <a:cubicBezTo>
                  <a:pt x="458762" y="12306"/>
                  <a:pt x="456870" y="10833"/>
                  <a:pt x="454736" y="9792"/>
                </a:cubicBezTo>
                <a:cubicBezTo>
                  <a:pt x="452603" y="8751"/>
                  <a:pt x="450050" y="8230"/>
                  <a:pt x="447065" y="8230"/>
                </a:cubicBezTo>
                <a:cubicBezTo>
                  <a:pt x="444665" y="8230"/>
                  <a:pt x="442646" y="8560"/>
                  <a:pt x="441007" y="9208"/>
                </a:cubicBezTo>
                <a:cubicBezTo>
                  <a:pt x="439369" y="9868"/>
                  <a:pt x="438150" y="10770"/>
                  <a:pt x="437363" y="11913"/>
                </a:cubicBezTo>
                <a:cubicBezTo>
                  <a:pt x="436562" y="13056"/>
                  <a:pt x="436169" y="14364"/>
                  <a:pt x="436169" y="15850"/>
                </a:cubicBezTo>
                <a:cubicBezTo>
                  <a:pt x="436169" y="17666"/>
                  <a:pt x="436715" y="19139"/>
                  <a:pt x="437820" y="20269"/>
                </a:cubicBezTo>
                <a:cubicBezTo>
                  <a:pt x="438925" y="21387"/>
                  <a:pt x="440309" y="22276"/>
                  <a:pt x="441960" y="22911"/>
                </a:cubicBezTo>
                <a:cubicBezTo>
                  <a:pt x="443598" y="23533"/>
                  <a:pt x="445872" y="24244"/>
                  <a:pt x="448742" y="25006"/>
                </a:cubicBezTo>
                <a:cubicBezTo>
                  <a:pt x="452514" y="25946"/>
                  <a:pt x="455587" y="26912"/>
                  <a:pt x="457949" y="27915"/>
                </a:cubicBezTo>
                <a:cubicBezTo>
                  <a:pt x="460324" y="28905"/>
                  <a:pt x="462343" y="30429"/>
                  <a:pt x="463995" y="32487"/>
                </a:cubicBezTo>
                <a:cubicBezTo>
                  <a:pt x="465658" y="34544"/>
                  <a:pt x="466496" y="37313"/>
                  <a:pt x="466496" y="40780"/>
                </a:cubicBezTo>
                <a:cubicBezTo>
                  <a:pt x="466496" y="43765"/>
                  <a:pt x="465734" y="46393"/>
                  <a:pt x="464223" y="48692"/>
                </a:cubicBezTo>
                <a:cubicBezTo>
                  <a:pt x="462712" y="50991"/>
                  <a:pt x="460477" y="52781"/>
                  <a:pt x="457505" y="54064"/>
                </a:cubicBezTo>
                <a:cubicBezTo>
                  <a:pt x="454546" y="55359"/>
                  <a:pt x="450964" y="56007"/>
                  <a:pt x="446773" y="56007"/>
                </a:cubicBezTo>
                <a:close/>
                <a:moveTo>
                  <a:pt x="488963" y="2832"/>
                </a:moveTo>
                <a:lnTo>
                  <a:pt x="497065" y="2832"/>
                </a:lnTo>
                <a:lnTo>
                  <a:pt x="516788" y="55258"/>
                </a:lnTo>
                <a:lnTo>
                  <a:pt x="509384" y="55258"/>
                </a:lnTo>
                <a:lnTo>
                  <a:pt x="504431" y="41085"/>
                </a:lnTo>
                <a:lnTo>
                  <a:pt x="481444" y="41085"/>
                </a:lnTo>
                <a:lnTo>
                  <a:pt x="476491" y="55258"/>
                </a:lnTo>
                <a:lnTo>
                  <a:pt x="469240" y="55258"/>
                </a:lnTo>
                <a:lnTo>
                  <a:pt x="488963" y="2832"/>
                </a:lnTo>
                <a:close/>
                <a:moveTo>
                  <a:pt x="502285" y="34900"/>
                </a:moveTo>
                <a:lnTo>
                  <a:pt x="496062" y="17158"/>
                </a:lnTo>
                <a:cubicBezTo>
                  <a:pt x="495490" y="15545"/>
                  <a:pt x="494932" y="13932"/>
                  <a:pt x="494373" y="12319"/>
                </a:cubicBezTo>
                <a:cubicBezTo>
                  <a:pt x="493814" y="10706"/>
                  <a:pt x="493332" y="9322"/>
                  <a:pt x="492938" y="8154"/>
                </a:cubicBezTo>
                <a:cubicBezTo>
                  <a:pt x="492544" y="9322"/>
                  <a:pt x="492062" y="10706"/>
                  <a:pt x="491503" y="12319"/>
                </a:cubicBezTo>
                <a:cubicBezTo>
                  <a:pt x="490944" y="13932"/>
                  <a:pt x="490385" y="15545"/>
                  <a:pt x="489814" y="17158"/>
                </a:cubicBezTo>
                <a:lnTo>
                  <a:pt x="483603" y="34900"/>
                </a:lnTo>
                <a:lnTo>
                  <a:pt x="502285" y="34900"/>
                </a:lnTo>
                <a:close/>
                <a:moveTo>
                  <a:pt x="522732" y="2832"/>
                </a:moveTo>
                <a:lnTo>
                  <a:pt x="542531" y="2832"/>
                </a:lnTo>
                <a:cubicBezTo>
                  <a:pt x="546570" y="2832"/>
                  <a:pt x="549974" y="3493"/>
                  <a:pt x="552729" y="4801"/>
                </a:cubicBezTo>
                <a:cubicBezTo>
                  <a:pt x="555473" y="6121"/>
                  <a:pt x="557543" y="7963"/>
                  <a:pt x="558914" y="10351"/>
                </a:cubicBezTo>
                <a:cubicBezTo>
                  <a:pt x="560299" y="12726"/>
                  <a:pt x="560984" y="15532"/>
                  <a:pt x="560984" y="18759"/>
                </a:cubicBezTo>
                <a:cubicBezTo>
                  <a:pt x="560984" y="21908"/>
                  <a:pt x="560299" y="24727"/>
                  <a:pt x="558940" y="27204"/>
                </a:cubicBezTo>
                <a:cubicBezTo>
                  <a:pt x="557568" y="29680"/>
                  <a:pt x="555536" y="31636"/>
                  <a:pt x="552831" y="33058"/>
                </a:cubicBezTo>
                <a:cubicBezTo>
                  <a:pt x="550126" y="34493"/>
                  <a:pt x="546837" y="35205"/>
                  <a:pt x="542938" y="35205"/>
                </a:cubicBezTo>
                <a:lnTo>
                  <a:pt x="529806" y="35205"/>
                </a:lnTo>
                <a:lnTo>
                  <a:pt x="529806" y="55258"/>
                </a:lnTo>
                <a:lnTo>
                  <a:pt x="522732" y="55258"/>
                </a:lnTo>
                <a:lnTo>
                  <a:pt x="522732" y="2832"/>
                </a:lnTo>
                <a:close/>
                <a:moveTo>
                  <a:pt x="541934" y="28804"/>
                </a:moveTo>
                <a:cubicBezTo>
                  <a:pt x="545948" y="28804"/>
                  <a:pt x="548957" y="27953"/>
                  <a:pt x="550939" y="26251"/>
                </a:cubicBezTo>
                <a:cubicBezTo>
                  <a:pt x="552920" y="24550"/>
                  <a:pt x="553911" y="22085"/>
                  <a:pt x="553911" y="18835"/>
                </a:cubicBezTo>
                <a:cubicBezTo>
                  <a:pt x="553911" y="15710"/>
                  <a:pt x="552882" y="13336"/>
                  <a:pt x="550812" y="11723"/>
                </a:cubicBezTo>
                <a:cubicBezTo>
                  <a:pt x="548742" y="10109"/>
                  <a:pt x="545681" y="9310"/>
                  <a:pt x="541630" y="9310"/>
                </a:cubicBezTo>
                <a:lnTo>
                  <a:pt x="529806" y="9310"/>
                </a:lnTo>
                <a:lnTo>
                  <a:pt x="529806" y="28804"/>
                </a:lnTo>
                <a:lnTo>
                  <a:pt x="541934" y="28804"/>
                </a:lnTo>
                <a:close/>
                <a:moveTo>
                  <a:pt x="595973" y="56007"/>
                </a:moveTo>
                <a:cubicBezTo>
                  <a:pt x="593585" y="56007"/>
                  <a:pt x="591464" y="55538"/>
                  <a:pt x="589610" y="54623"/>
                </a:cubicBezTo>
                <a:cubicBezTo>
                  <a:pt x="587743" y="53708"/>
                  <a:pt x="586296" y="52363"/>
                  <a:pt x="585254" y="50610"/>
                </a:cubicBezTo>
                <a:cubicBezTo>
                  <a:pt x="584213" y="48844"/>
                  <a:pt x="583692" y="46736"/>
                  <a:pt x="583692" y="44285"/>
                </a:cubicBezTo>
                <a:cubicBezTo>
                  <a:pt x="583692" y="41275"/>
                  <a:pt x="584479" y="38812"/>
                  <a:pt x="586054" y="36881"/>
                </a:cubicBezTo>
                <a:cubicBezTo>
                  <a:pt x="587629" y="34938"/>
                  <a:pt x="589775" y="33528"/>
                  <a:pt x="592506" y="32652"/>
                </a:cubicBezTo>
                <a:cubicBezTo>
                  <a:pt x="595236" y="31776"/>
                  <a:pt x="598399" y="31331"/>
                  <a:pt x="601993" y="31331"/>
                </a:cubicBezTo>
                <a:lnTo>
                  <a:pt x="609143" y="31331"/>
                </a:lnTo>
                <a:lnTo>
                  <a:pt x="609143" y="28575"/>
                </a:lnTo>
                <a:cubicBezTo>
                  <a:pt x="609143" y="25756"/>
                  <a:pt x="608470" y="23597"/>
                  <a:pt x="607111" y="22123"/>
                </a:cubicBezTo>
                <a:cubicBezTo>
                  <a:pt x="605765" y="20651"/>
                  <a:pt x="603720" y="19914"/>
                  <a:pt x="600989" y="19914"/>
                </a:cubicBezTo>
                <a:cubicBezTo>
                  <a:pt x="598513" y="19914"/>
                  <a:pt x="596354" y="20409"/>
                  <a:pt x="594500" y="21413"/>
                </a:cubicBezTo>
                <a:cubicBezTo>
                  <a:pt x="592658" y="22416"/>
                  <a:pt x="591020" y="23876"/>
                  <a:pt x="589610" y="25794"/>
                </a:cubicBezTo>
                <a:lnTo>
                  <a:pt x="585292" y="21476"/>
                </a:lnTo>
                <a:cubicBezTo>
                  <a:pt x="589305" y="16663"/>
                  <a:pt x="594690" y="14250"/>
                  <a:pt x="601434" y="14250"/>
                </a:cubicBezTo>
                <a:cubicBezTo>
                  <a:pt x="604545" y="14250"/>
                  <a:pt x="607174" y="14846"/>
                  <a:pt x="609333" y="16040"/>
                </a:cubicBezTo>
                <a:cubicBezTo>
                  <a:pt x="611480" y="17234"/>
                  <a:pt x="613105" y="18898"/>
                  <a:pt x="614197" y="21044"/>
                </a:cubicBezTo>
                <a:cubicBezTo>
                  <a:pt x="615290" y="23191"/>
                  <a:pt x="615836" y="25705"/>
                  <a:pt x="615836" y="28575"/>
                </a:cubicBezTo>
                <a:lnTo>
                  <a:pt x="615836" y="55258"/>
                </a:lnTo>
                <a:lnTo>
                  <a:pt x="609435" y="55258"/>
                </a:lnTo>
                <a:lnTo>
                  <a:pt x="609435" y="47778"/>
                </a:lnTo>
                <a:lnTo>
                  <a:pt x="609295" y="47778"/>
                </a:lnTo>
                <a:cubicBezTo>
                  <a:pt x="607949" y="50635"/>
                  <a:pt x="606209" y="52718"/>
                  <a:pt x="604076" y="54026"/>
                </a:cubicBezTo>
                <a:cubicBezTo>
                  <a:pt x="601942" y="55347"/>
                  <a:pt x="599250" y="56007"/>
                  <a:pt x="595973" y="56007"/>
                </a:cubicBezTo>
                <a:close/>
                <a:moveTo>
                  <a:pt x="590614" y="44133"/>
                </a:moveTo>
                <a:cubicBezTo>
                  <a:pt x="590614" y="45403"/>
                  <a:pt x="590893" y="46495"/>
                  <a:pt x="591464" y="47447"/>
                </a:cubicBezTo>
                <a:cubicBezTo>
                  <a:pt x="592036" y="48387"/>
                  <a:pt x="592861" y="49111"/>
                  <a:pt x="593941" y="49619"/>
                </a:cubicBezTo>
                <a:cubicBezTo>
                  <a:pt x="595020" y="50127"/>
                  <a:pt x="596303" y="50381"/>
                  <a:pt x="597789" y="50381"/>
                </a:cubicBezTo>
                <a:cubicBezTo>
                  <a:pt x="600151" y="50381"/>
                  <a:pt x="602183" y="49911"/>
                  <a:pt x="603898" y="48946"/>
                </a:cubicBezTo>
                <a:cubicBezTo>
                  <a:pt x="605612" y="47993"/>
                  <a:pt x="606908" y="46749"/>
                  <a:pt x="607797" y="45187"/>
                </a:cubicBezTo>
                <a:cubicBezTo>
                  <a:pt x="608698" y="43638"/>
                  <a:pt x="609143" y="41999"/>
                  <a:pt x="609143" y="40260"/>
                </a:cubicBezTo>
                <a:lnTo>
                  <a:pt x="609143" y="36361"/>
                </a:lnTo>
                <a:lnTo>
                  <a:pt x="602894" y="36361"/>
                </a:lnTo>
                <a:cubicBezTo>
                  <a:pt x="599199" y="36361"/>
                  <a:pt x="596227" y="36919"/>
                  <a:pt x="593979" y="38050"/>
                </a:cubicBezTo>
                <a:cubicBezTo>
                  <a:pt x="591731" y="39180"/>
                  <a:pt x="590614" y="41199"/>
                  <a:pt x="590614" y="44133"/>
                </a:cubicBezTo>
                <a:close/>
                <a:moveTo>
                  <a:pt x="625285" y="15037"/>
                </a:moveTo>
                <a:lnTo>
                  <a:pt x="631685" y="15037"/>
                </a:lnTo>
                <a:lnTo>
                  <a:pt x="631685" y="23406"/>
                </a:lnTo>
                <a:lnTo>
                  <a:pt x="631838" y="23406"/>
                </a:lnTo>
                <a:cubicBezTo>
                  <a:pt x="632828" y="20803"/>
                  <a:pt x="634340" y="18631"/>
                  <a:pt x="636372" y="16879"/>
                </a:cubicBezTo>
                <a:cubicBezTo>
                  <a:pt x="638404" y="15126"/>
                  <a:pt x="641248" y="14250"/>
                  <a:pt x="644893" y="14250"/>
                </a:cubicBezTo>
                <a:cubicBezTo>
                  <a:pt x="647675" y="14250"/>
                  <a:pt x="649999" y="14834"/>
                  <a:pt x="651866" y="16002"/>
                </a:cubicBezTo>
                <a:cubicBezTo>
                  <a:pt x="653745" y="17171"/>
                  <a:pt x="655142" y="18821"/>
                  <a:pt x="656082" y="20955"/>
                </a:cubicBezTo>
                <a:cubicBezTo>
                  <a:pt x="657009" y="23089"/>
                  <a:pt x="657466" y="25578"/>
                  <a:pt x="657466" y="28435"/>
                </a:cubicBezTo>
                <a:lnTo>
                  <a:pt x="657466" y="55258"/>
                </a:lnTo>
                <a:lnTo>
                  <a:pt x="650735" y="55258"/>
                </a:lnTo>
                <a:lnTo>
                  <a:pt x="650735" y="29731"/>
                </a:lnTo>
                <a:cubicBezTo>
                  <a:pt x="650735" y="26632"/>
                  <a:pt x="650088" y="24270"/>
                  <a:pt x="648805" y="22644"/>
                </a:cubicBezTo>
                <a:cubicBezTo>
                  <a:pt x="647510" y="21019"/>
                  <a:pt x="645389" y="20206"/>
                  <a:pt x="642442" y="20206"/>
                </a:cubicBezTo>
                <a:cubicBezTo>
                  <a:pt x="640334" y="20206"/>
                  <a:pt x="638493" y="20663"/>
                  <a:pt x="636918" y="21590"/>
                </a:cubicBezTo>
                <a:cubicBezTo>
                  <a:pt x="635343" y="22505"/>
                  <a:pt x="634124" y="23838"/>
                  <a:pt x="633273" y="25603"/>
                </a:cubicBezTo>
                <a:cubicBezTo>
                  <a:pt x="632409" y="27369"/>
                  <a:pt x="631990" y="29477"/>
                  <a:pt x="631990" y="31928"/>
                </a:cubicBezTo>
                <a:lnTo>
                  <a:pt x="631990" y="55258"/>
                </a:lnTo>
                <a:lnTo>
                  <a:pt x="625285" y="55258"/>
                </a:lnTo>
                <a:lnTo>
                  <a:pt x="625285" y="15037"/>
                </a:lnTo>
                <a:close/>
                <a:moveTo>
                  <a:pt x="683209" y="56007"/>
                </a:moveTo>
                <a:cubicBezTo>
                  <a:pt x="679691" y="56007"/>
                  <a:pt x="676593" y="55118"/>
                  <a:pt x="673926" y="53366"/>
                </a:cubicBezTo>
                <a:cubicBezTo>
                  <a:pt x="671259" y="51601"/>
                  <a:pt x="669201" y="49137"/>
                  <a:pt x="667741" y="45987"/>
                </a:cubicBezTo>
                <a:cubicBezTo>
                  <a:pt x="666267" y="42838"/>
                  <a:pt x="665543" y="39218"/>
                  <a:pt x="665543" y="35128"/>
                </a:cubicBezTo>
                <a:cubicBezTo>
                  <a:pt x="665543" y="31039"/>
                  <a:pt x="666255" y="27419"/>
                  <a:pt x="667677" y="24270"/>
                </a:cubicBezTo>
                <a:cubicBezTo>
                  <a:pt x="669112" y="21108"/>
                  <a:pt x="671144" y="18656"/>
                  <a:pt x="673786" y="16891"/>
                </a:cubicBezTo>
                <a:cubicBezTo>
                  <a:pt x="676427" y="15139"/>
                  <a:pt x="679488" y="14250"/>
                  <a:pt x="682993" y="14250"/>
                </a:cubicBezTo>
                <a:cubicBezTo>
                  <a:pt x="685571" y="14250"/>
                  <a:pt x="687857" y="14656"/>
                  <a:pt x="689839" y="15443"/>
                </a:cubicBezTo>
                <a:cubicBezTo>
                  <a:pt x="691820" y="16243"/>
                  <a:pt x="693471" y="17297"/>
                  <a:pt x="694792" y="18631"/>
                </a:cubicBezTo>
                <a:cubicBezTo>
                  <a:pt x="696100" y="19952"/>
                  <a:pt x="697116" y="21451"/>
                  <a:pt x="697840" y="23114"/>
                </a:cubicBezTo>
                <a:lnTo>
                  <a:pt x="697979" y="23114"/>
                </a:lnTo>
                <a:lnTo>
                  <a:pt x="697979" y="0"/>
                </a:lnTo>
                <a:lnTo>
                  <a:pt x="704685" y="0"/>
                </a:lnTo>
                <a:lnTo>
                  <a:pt x="704685" y="55258"/>
                </a:lnTo>
                <a:lnTo>
                  <a:pt x="698284" y="55258"/>
                </a:lnTo>
                <a:lnTo>
                  <a:pt x="698284" y="46736"/>
                </a:lnTo>
                <a:lnTo>
                  <a:pt x="698208" y="46736"/>
                </a:lnTo>
                <a:cubicBezTo>
                  <a:pt x="697090" y="49492"/>
                  <a:pt x="695363" y="51727"/>
                  <a:pt x="693014" y="53429"/>
                </a:cubicBezTo>
                <a:cubicBezTo>
                  <a:pt x="690677" y="55144"/>
                  <a:pt x="687400" y="56007"/>
                  <a:pt x="683209" y="56007"/>
                </a:cubicBezTo>
                <a:close/>
                <a:moveTo>
                  <a:pt x="672541" y="35128"/>
                </a:moveTo>
                <a:cubicBezTo>
                  <a:pt x="672541" y="38380"/>
                  <a:pt x="673087" y="41148"/>
                  <a:pt x="674192" y="43421"/>
                </a:cubicBezTo>
                <a:cubicBezTo>
                  <a:pt x="675297" y="45707"/>
                  <a:pt x="676808" y="47422"/>
                  <a:pt x="678726" y="48578"/>
                </a:cubicBezTo>
                <a:cubicBezTo>
                  <a:pt x="680657" y="49733"/>
                  <a:pt x="682828" y="50305"/>
                  <a:pt x="685267" y="50305"/>
                </a:cubicBezTo>
                <a:cubicBezTo>
                  <a:pt x="687692" y="50305"/>
                  <a:pt x="689864" y="49733"/>
                  <a:pt x="691794" y="48578"/>
                </a:cubicBezTo>
                <a:cubicBezTo>
                  <a:pt x="693712" y="47422"/>
                  <a:pt x="695223" y="45707"/>
                  <a:pt x="696328" y="43447"/>
                </a:cubicBezTo>
                <a:cubicBezTo>
                  <a:pt x="697433" y="41173"/>
                  <a:pt x="697979" y="38405"/>
                  <a:pt x="697979" y="35128"/>
                </a:cubicBezTo>
                <a:cubicBezTo>
                  <a:pt x="697979" y="31877"/>
                  <a:pt x="697433" y="29121"/>
                  <a:pt x="696328" y="26848"/>
                </a:cubicBezTo>
                <a:cubicBezTo>
                  <a:pt x="695223" y="24574"/>
                  <a:pt x="693712" y="22873"/>
                  <a:pt x="691794" y="21717"/>
                </a:cubicBezTo>
                <a:cubicBezTo>
                  <a:pt x="689864" y="20562"/>
                  <a:pt x="687692" y="19990"/>
                  <a:pt x="685267" y="19990"/>
                </a:cubicBezTo>
                <a:cubicBezTo>
                  <a:pt x="682828" y="19990"/>
                  <a:pt x="680657" y="20562"/>
                  <a:pt x="678726" y="21717"/>
                </a:cubicBezTo>
                <a:cubicBezTo>
                  <a:pt x="676808" y="22873"/>
                  <a:pt x="675297" y="24574"/>
                  <a:pt x="674192" y="26848"/>
                </a:cubicBezTo>
                <a:cubicBezTo>
                  <a:pt x="673087" y="29121"/>
                  <a:pt x="672541" y="31877"/>
                  <a:pt x="672541" y="35128"/>
                </a:cubicBezTo>
                <a:close/>
                <a:moveTo>
                  <a:pt x="734568" y="2832"/>
                </a:moveTo>
                <a:lnTo>
                  <a:pt x="754367" y="2832"/>
                </a:lnTo>
                <a:cubicBezTo>
                  <a:pt x="758406" y="2832"/>
                  <a:pt x="761810" y="3493"/>
                  <a:pt x="764515" y="4801"/>
                </a:cubicBezTo>
                <a:cubicBezTo>
                  <a:pt x="767309" y="6121"/>
                  <a:pt x="769341" y="7963"/>
                  <a:pt x="770738" y="10351"/>
                </a:cubicBezTo>
                <a:cubicBezTo>
                  <a:pt x="772135" y="12726"/>
                  <a:pt x="772770" y="15532"/>
                  <a:pt x="772770" y="18759"/>
                </a:cubicBezTo>
                <a:cubicBezTo>
                  <a:pt x="772770" y="21908"/>
                  <a:pt x="772135" y="24727"/>
                  <a:pt x="770738" y="27204"/>
                </a:cubicBezTo>
                <a:cubicBezTo>
                  <a:pt x="769468" y="29680"/>
                  <a:pt x="767436" y="31636"/>
                  <a:pt x="764642" y="33058"/>
                </a:cubicBezTo>
                <a:cubicBezTo>
                  <a:pt x="761962" y="34493"/>
                  <a:pt x="758673" y="35205"/>
                  <a:pt x="754774" y="35205"/>
                </a:cubicBezTo>
                <a:lnTo>
                  <a:pt x="741642" y="35205"/>
                </a:lnTo>
                <a:lnTo>
                  <a:pt x="741642" y="55258"/>
                </a:lnTo>
                <a:lnTo>
                  <a:pt x="734568" y="55258"/>
                </a:lnTo>
                <a:lnTo>
                  <a:pt x="734568" y="2832"/>
                </a:lnTo>
                <a:close/>
                <a:moveTo>
                  <a:pt x="753770" y="28804"/>
                </a:moveTo>
                <a:cubicBezTo>
                  <a:pt x="757784" y="28804"/>
                  <a:pt x="760793" y="27953"/>
                  <a:pt x="762775" y="26251"/>
                </a:cubicBezTo>
                <a:cubicBezTo>
                  <a:pt x="764769" y="24550"/>
                  <a:pt x="765785" y="22085"/>
                  <a:pt x="765785" y="18835"/>
                </a:cubicBezTo>
                <a:cubicBezTo>
                  <a:pt x="765785" y="15710"/>
                  <a:pt x="764769" y="13336"/>
                  <a:pt x="762648" y="11723"/>
                </a:cubicBezTo>
                <a:cubicBezTo>
                  <a:pt x="760578" y="10109"/>
                  <a:pt x="757517" y="9310"/>
                  <a:pt x="753466" y="9310"/>
                </a:cubicBezTo>
                <a:lnTo>
                  <a:pt x="741642" y="9310"/>
                </a:lnTo>
                <a:lnTo>
                  <a:pt x="741642" y="28804"/>
                </a:lnTo>
                <a:lnTo>
                  <a:pt x="753770" y="28804"/>
                </a:lnTo>
                <a:close/>
                <a:moveTo>
                  <a:pt x="789534" y="56007"/>
                </a:moveTo>
                <a:cubicBezTo>
                  <a:pt x="787121" y="56007"/>
                  <a:pt x="784962" y="55538"/>
                  <a:pt x="783184" y="54623"/>
                </a:cubicBezTo>
                <a:cubicBezTo>
                  <a:pt x="781279" y="53708"/>
                  <a:pt x="779882" y="52363"/>
                  <a:pt x="778739" y="50610"/>
                </a:cubicBezTo>
                <a:cubicBezTo>
                  <a:pt x="777723" y="48844"/>
                  <a:pt x="777215" y="46736"/>
                  <a:pt x="777215" y="44285"/>
                </a:cubicBezTo>
                <a:cubicBezTo>
                  <a:pt x="777215" y="41275"/>
                  <a:pt x="777977" y="38812"/>
                  <a:pt x="779628" y="36881"/>
                </a:cubicBezTo>
                <a:cubicBezTo>
                  <a:pt x="781152" y="34938"/>
                  <a:pt x="783311" y="33528"/>
                  <a:pt x="786105" y="32652"/>
                </a:cubicBezTo>
                <a:cubicBezTo>
                  <a:pt x="788772" y="31776"/>
                  <a:pt x="791947" y="31331"/>
                  <a:pt x="795503" y="31331"/>
                </a:cubicBezTo>
                <a:lnTo>
                  <a:pt x="802742" y="31331"/>
                </a:lnTo>
                <a:lnTo>
                  <a:pt x="802742" y="28575"/>
                </a:lnTo>
                <a:cubicBezTo>
                  <a:pt x="802742" y="25756"/>
                  <a:pt x="801980" y="23597"/>
                  <a:pt x="800710" y="22123"/>
                </a:cubicBezTo>
                <a:cubicBezTo>
                  <a:pt x="799313" y="20651"/>
                  <a:pt x="797281" y="19914"/>
                  <a:pt x="794487" y="19914"/>
                </a:cubicBezTo>
                <a:cubicBezTo>
                  <a:pt x="792074" y="19914"/>
                  <a:pt x="789915" y="20409"/>
                  <a:pt x="788010" y="21413"/>
                </a:cubicBezTo>
                <a:cubicBezTo>
                  <a:pt x="786232" y="22416"/>
                  <a:pt x="784581" y="23876"/>
                  <a:pt x="783184" y="25794"/>
                </a:cubicBezTo>
                <a:lnTo>
                  <a:pt x="778866" y="21476"/>
                </a:lnTo>
                <a:cubicBezTo>
                  <a:pt x="782803" y="16663"/>
                  <a:pt x="788264" y="14250"/>
                  <a:pt x="794995" y="14250"/>
                </a:cubicBezTo>
                <a:cubicBezTo>
                  <a:pt x="798043" y="14250"/>
                  <a:pt x="800710" y="14846"/>
                  <a:pt x="802869" y="16040"/>
                </a:cubicBezTo>
                <a:cubicBezTo>
                  <a:pt x="805028" y="17234"/>
                  <a:pt x="806679" y="18898"/>
                  <a:pt x="807695" y="21044"/>
                </a:cubicBezTo>
                <a:cubicBezTo>
                  <a:pt x="808838" y="23191"/>
                  <a:pt x="809346" y="25705"/>
                  <a:pt x="809346" y="28575"/>
                </a:cubicBezTo>
                <a:lnTo>
                  <a:pt x="809346" y="55258"/>
                </a:lnTo>
                <a:lnTo>
                  <a:pt x="802996" y="55258"/>
                </a:lnTo>
                <a:lnTo>
                  <a:pt x="802996" y="47778"/>
                </a:lnTo>
                <a:lnTo>
                  <a:pt x="802869" y="47778"/>
                </a:lnTo>
                <a:cubicBezTo>
                  <a:pt x="801472" y="50635"/>
                  <a:pt x="799821" y="52718"/>
                  <a:pt x="797662" y="54026"/>
                </a:cubicBezTo>
                <a:cubicBezTo>
                  <a:pt x="795503" y="55347"/>
                  <a:pt x="792836" y="56007"/>
                  <a:pt x="789534" y="56007"/>
                </a:cubicBezTo>
                <a:close/>
                <a:moveTo>
                  <a:pt x="784200" y="44133"/>
                </a:moveTo>
                <a:cubicBezTo>
                  <a:pt x="784200" y="45403"/>
                  <a:pt x="784454" y="46495"/>
                  <a:pt x="784962" y="47447"/>
                </a:cubicBezTo>
                <a:cubicBezTo>
                  <a:pt x="785597" y="48387"/>
                  <a:pt x="786359" y="49111"/>
                  <a:pt x="787502" y="49619"/>
                </a:cubicBezTo>
                <a:cubicBezTo>
                  <a:pt x="788518" y="50127"/>
                  <a:pt x="789915" y="50381"/>
                  <a:pt x="791312" y="50381"/>
                </a:cubicBezTo>
                <a:cubicBezTo>
                  <a:pt x="793725" y="50381"/>
                  <a:pt x="795757" y="49911"/>
                  <a:pt x="797408" y="48946"/>
                </a:cubicBezTo>
                <a:cubicBezTo>
                  <a:pt x="799186" y="47993"/>
                  <a:pt x="800456" y="46749"/>
                  <a:pt x="801345" y="45187"/>
                </a:cubicBezTo>
                <a:cubicBezTo>
                  <a:pt x="802234" y="43638"/>
                  <a:pt x="802742" y="41999"/>
                  <a:pt x="802742" y="40260"/>
                </a:cubicBezTo>
                <a:lnTo>
                  <a:pt x="802742" y="36361"/>
                </a:lnTo>
                <a:lnTo>
                  <a:pt x="796392" y="36361"/>
                </a:lnTo>
                <a:cubicBezTo>
                  <a:pt x="792709" y="36361"/>
                  <a:pt x="789788" y="36919"/>
                  <a:pt x="787502" y="38050"/>
                </a:cubicBezTo>
                <a:cubicBezTo>
                  <a:pt x="785343" y="39180"/>
                  <a:pt x="784200" y="41199"/>
                  <a:pt x="784200" y="44133"/>
                </a:cubicBezTo>
                <a:close/>
                <a:moveTo>
                  <a:pt x="818871" y="15037"/>
                </a:moveTo>
                <a:lnTo>
                  <a:pt x="825221" y="15037"/>
                </a:lnTo>
                <a:lnTo>
                  <a:pt x="825221" y="23635"/>
                </a:lnTo>
                <a:lnTo>
                  <a:pt x="825348" y="23635"/>
                </a:lnTo>
                <a:cubicBezTo>
                  <a:pt x="826110" y="20333"/>
                  <a:pt x="827253" y="17945"/>
                  <a:pt x="828904" y="16472"/>
                </a:cubicBezTo>
                <a:cubicBezTo>
                  <a:pt x="830428" y="14999"/>
                  <a:pt x="832460" y="14250"/>
                  <a:pt x="834873" y="14250"/>
                </a:cubicBezTo>
                <a:cubicBezTo>
                  <a:pt x="835508" y="14250"/>
                  <a:pt x="836016" y="14288"/>
                  <a:pt x="836651" y="14364"/>
                </a:cubicBezTo>
                <a:cubicBezTo>
                  <a:pt x="837159" y="14440"/>
                  <a:pt x="837667" y="14529"/>
                  <a:pt x="838048" y="14631"/>
                </a:cubicBezTo>
                <a:lnTo>
                  <a:pt x="838048" y="21210"/>
                </a:lnTo>
                <a:cubicBezTo>
                  <a:pt x="837667" y="21095"/>
                  <a:pt x="837159" y="20993"/>
                  <a:pt x="836524" y="20917"/>
                </a:cubicBezTo>
                <a:cubicBezTo>
                  <a:pt x="835889" y="20841"/>
                  <a:pt x="835254" y="20803"/>
                  <a:pt x="834746" y="20803"/>
                </a:cubicBezTo>
                <a:cubicBezTo>
                  <a:pt x="831444" y="20803"/>
                  <a:pt x="829031" y="21946"/>
                  <a:pt x="827634" y="24244"/>
                </a:cubicBezTo>
                <a:cubicBezTo>
                  <a:pt x="826237" y="26543"/>
                  <a:pt x="825475" y="29896"/>
                  <a:pt x="825475" y="34316"/>
                </a:cubicBezTo>
                <a:lnTo>
                  <a:pt x="825475" y="55258"/>
                </a:lnTo>
                <a:lnTo>
                  <a:pt x="818871" y="55258"/>
                </a:lnTo>
                <a:lnTo>
                  <a:pt x="818871" y="15037"/>
                </a:lnTo>
                <a:close/>
                <a:moveTo>
                  <a:pt x="855701" y="55855"/>
                </a:moveTo>
                <a:cubicBezTo>
                  <a:pt x="853288" y="55855"/>
                  <a:pt x="851383" y="55525"/>
                  <a:pt x="849859" y="54890"/>
                </a:cubicBezTo>
                <a:cubicBezTo>
                  <a:pt x="848462" y="54242"/>
                  <a:pt x="847319" y="53239"/>
                  <a:pt x="846557" y="51867"/>
                </a:cubicBezTo>
                <a:cubicBezTo>
                  <a:pt x="845922" y="50509"/>
                  <a:pt x="845541" y="48743"/>
                  <a:pt x="845541" y="46584"/>
                </a:cubicBezTo>
                <a:lnTo>
                  <a:pt x="845541" y="20651"/>
                </a:lnTo>
                <a:lnTo>
                  <a:pt x="839572" y="20651"/>
                </a:lnTo>
                <a:lnTo>
                  <a:pt x="839572" y="17158"/>
                </a:lnTo>
                <a:lnTo>
                  <a:pt x="851383" y="5283"/>
                </a:lnTo>
                <a:lnTo>
                  <a:pt x="852272" y="5283"/>
                </a:lnTo>
                <a:lnTo>
                  <a:pt x="852272" y="15037"/>
                </a:lnTo>
                <a:lnTo>
                  <a:pt x="861289" y="15037"/>
                </a:lnTo>
                <a:lnTo>
                  <a:pt x="861289" y="20651"/>
                </a:lnTo>
                <a:lnTo>
                  <a:pt x="852272" y="20651"/>
                </a:lnTo>
                <a:lnTo>
                  <a:pt x="852272" y="45212"/>
                </a:lnTo>
                <a:cubicBezTo>
                  <a:pt x="852272" y="46406"/>
                  <a:pt x="852399" y="47320"/>
                  <a:pt x="852653" y="47981"/>
                </a:cubicBezTo>
                <a:cubicBezTo>
                  <a:pt x="852907" y="48641"/>
                  <a:pt x="853415" y="49111"/>
                  <a:pt x="854050" y="49378"/>
                </a:cubicBezTo>
                <a:cubicBezTo>
                  <a:pt x="854685" y="49657"/>
                  <a:pt x="855574" y="49785"/>
                  <a:pt x="856590" y="49785"/>
                </a:cubicBezTo>
                <a:cubicBezTo>
                  <a:pt x="858114" y="49785"/>
                  <a:pt x="859638" y="49581"/>
                  <a:pt x="861289" y="49149"/>
                </a:cubicBezTo>
                <a:lnTo>
                  <a:pt x="861289" y="55258"/>
                </a:lnTo>
                <a:cubicBezTo>
                  <a:pt x="860527" y="55435"/>
                  <a:pt x="859638" y="55576"/>
                  <a:pt x="858622" y="55690"/>
                </a:cubicBezTo>
                <a:cubicBezTo>
                  <a:pt x="857606" y="55791"/>
                  <a:pt x="856590" y="55855"/>
                  <a:pt x="855701" y="55855"/>
                </a:cubicBezTo>
                <a:close/>
                <a:moveTo>
                  <a:pt x="869163" y="15037"/>
                </a:moveTo>
                <a:lnTo>
                  <a:pt x="875513" y="15037"/>
                </a:lnTo>
                <a:lnTo>
                  <a:pt x="875513" y="23406"/>
                </a:lnTo>
                <a:lnTo>
                  <a:pt x="875640" y="23406"/>
                </a:lnTo>
                <a:cubicBezTo>
                  <a:pt x="876656" y="20803"/>
                  <a:pt x="878180" y="18631"/>
                  <a:pt x="880212" y="16879"/>
                </a:cubicBezTo>
                <a:cubicBezTo>
                  <a:pt x="882244" y="15126"/>
                  <a:pt x="885038" y="14250"/>
                  <a:pt x="888721" y="14250"/>
                </a:cubicBezTo>
                <a:cubicBezTo>
                  <a:pt x="891515" y="14250"/>
                  <a:pt x="893801" y="14834"/>
                  <a:pt x="895706" y="16002"/>
                </a:cubicBezTo>
                <a:cubicBezTo>
                  <a:pt x="897611" y="17171"/>
                  <a:pt x="899008" y="18821"/>
                  <a:pt x="899897" y="20955"/>
                </a:cubicBezTo>
                <a:cubicBezTo>
                  <a:pt x="900786" y="23089"/>
                  <a:pt x="901294" y="25578"/>
                  <a:pt x="901294" y="28435"/>
                </a:cubicBezTo>
                <a:lnTo>
                  <a:pt x="901294" y="55258"/>
                </a:lnTo>
                <a:lnTo>
                  <a:pt x="894563" y="55258"/>
                </a:lnTo>
                <a:lnTo>
                  <a:pt x="894563" y="29731"/>
                </a:lnTo>
                <a:cubicBezTo>
                  <a:pt x="894563" y="26632"/>
                  <a:pt x="893928" y="24270"/>
                  <a:pt x="892658" y="22644"/>
                </a:cubicBezTo>
                <a:cubicBezTo>
                  <a:pt x="891388" y="21019"/>
                  <a:pt x="889229" y="20206"/>
                  <a:pt x="886308" y="20206"/>
                </a:cubicBezTo>
                <a:cubicBezTo>
                  <a:pt x="884149" y="20206"/>
                  <a:pt x="882371" y="20663"/>
                  <a:pt x="880720" y="21590"/>
                </a:cubicBezTo>
                <a:cubicBezTo>
                  <a:pt x="879196" y="22505"/>
                  <a:pt x="877926" y="23838"/>
                  <a:pt x="877164" y="25603"/>
                </a:cubicBezTo>
                <a:cubicBezTo>
                  <a:pt x="876275" y="27369"/>
                  <a:pt x="875767" y="29477"/>
                  <a:pt x="875767" y="31928"/>
                </a:cubicBezTo>
                <a:lnTo>
                  <a:pt x="875767" y="55258"/>
                </a:lnTo>
                <a:lnTo>
                  <a:pt x="869163" y="55258"/>
                </a:lnTo>
                <a:lnTo>
                  <a:pt x="869163" y="15037"/>
                </a:lnTo>
                <a:close/>
                <a:moveTo>
                  <a:pt x="929615" y="56007"/>
                </a:moveTo>
                <a:cubicBezTo>
                  <a:pt x="925551" y="56007"/>
                  <a:pt x="921995" y="55207"/>
                  <a:pt x="918947" y="53607"/>
                </a:cubicBezTo>
                <a:cubicBezTo>
                  <a:pt x="915899" y="52007"/>
                  <a:pt x="913486" y="49632"/>
                  <a:pt x="911835" y="46495"/>
                </a:cubicBezTo>
                <a:cubicBezTo>
                  <a:pt x="910184" y="43358"/>
                  <a:pt x="909422" y="39574"/>
                  <a:pt x="909422" y="35128"/>
                </a:cubicBezTo>
                <a:cubicBezTo>
                  <a:pt x="909422" y="30633"/>
                  <a:pt x="910311" y="26822"/>
                  <a:pt x="911962" y="23685"/>
                </a:cubicBezTo>
                <a:cubicBezTo>
                  <a:pt x="913740" y="20549"/>
                  <a:pt x="916153" y="18186"/>
                  <a:pt x="919074" y="16612"/>
                </a:cubicBezTo>
                <a:cubicBezTo>
                  <a:pt x="921995" y="15037"/>
                  <a:pt x="925297" y="14250"/>
                  <a:pt x="928853" y="14250"/>
                </a:cubicBezTo>
                <a:cubicBezTo>
                  <a:pt x="932917" y="14250"/>
                  <a:pt x="936346" y="15202"/>
                  <a:pt x="938886" y="17107"/>
                </a:cubicBezTo>
                <a:cubicBezTo>
                  <a:pt x="941553" y="19000"/>
                  <a:pt x="943458" y="21425"/>
                  <a:pt x="944601" y="24371"/>
                </a:cubicBezTo>
                <a:cubicBezTo>
                  <a:pt x="945871" y="27331"/>
                  <a:pt x="946379" y="30429"/>
                  <a:pt x="946379" y="33681"/>
                </a:cubicBezTo>
                <a:cubicBezTo>
                  <a:pt x="946379" y="34798"/>
                  <a:pt x="946379" y="35840"/>
                  <a:pt x="946252" y="36805"/>
                </a:cubicBezTo>
                <a:lnTo>
                  <a:pt x="916407" y="36805"/>
                </a:lnTo>
                <a:cubicBezTo>
                  <a:pt x="916661" y="41199"/>
                  <a:pt x="917931" y="44539"/>
                  <a:pt x="920090" y="46851"/>
                </a:cubicBezTo>
                <a:cubicBezTo>
                  <a:pt x="922376" y="49149"/>
                  <a:pt x="925551" y="50305"/>
                  <a:pt x="929615" y="50305"/>
                </a:cubicBezTo>
                <a:cubicBezTo>
                  <a:pt x="932155" y="50305"/>
                  <a:pt x="934187" y="49936"/>
                  <a:pt x="935965" y="49188"/>
                </a:cubicBezTo>
                <a:cubicBezTo>
                  <a:pt x="937743" y="48451"/>
                  <a:pt x="939394" y="47219"/>
                  <a:pt x="940791" y="45504"/>
                </a:cubicBezTo>
                <a:lnTo>
                  <a:pt x="944982" y="49670"/>
                </a:lnTo>
                <a:cubicBezTo>
                  <a:pt x="943712" y="51168"/>
                  <a:pt x="942315" y="52375"/>
                  <a:pt x="940791" y="53302"/>
                </a:cubicBezTo>
                <a:cubicBezTo>
                  <a:pt x="939267" y="54229"/>
                  <a:pt x="937743" y="54915"/>
                  <a:pt x="935838" y="55347"/>
                </a:cubicBezTo>
                <a:cubicBezTo>
                  <a:pt x="934060" y="55779"/>
                  <a:pt x="932028" y="56007"/>
                  <a:pt x="929615" y="56007"/>
                </a:cubicBezTo>
                <a:close/>
                <a:moveTo>
                  <a:pt x="939648" y="31636"/>
                </a:moveTo>
                <a:cubicBezTo>
                  <a:pt x="939267" y="27763"/>
                  <a:pt x="938124" y="24854"/>
                  <a:pt x="936219" y="22911"/>
                </a:cubicBezTo>
                <a:cubicBezTo>
                  <a:pt x="934314" y="20955"/>
                  <a:pt x="931774" y="19990"/>
                  <a:pt x="928599" y="19990"/>
                </a:cubicBezTo>
                <a:cubicBezTo>
                  <a:pt x="926440" y="19990"/>
                  <a:pt x="924662" y="20422"/>
                  <a:pt x="922884" y="21286"/>
                </a:cubicBezTo>
                <a:cubicBezTo>
                  <a:pt x="921233" y="22149"/>
                  <a:pt x="919836" y="23457"/>
                  <a:pt x="918820" y="25197"/>
                </a:cubicBezTo>
                <a:cubicBezTo>
                  <a:pt x="917677" y="26924"/>
                  <a:pt x="916915" y="29070"/>
                  <a:pt x="916661" y="31636"/>
                </a:cubicBezTo>
                <a:lnTo>
                  <a:pt x="939648" y="31636"/>
                </a:lnTo>
                <a:close/>
                <a:moveTo>
                  <a:pt x="954507" y="15037"/>
                </a:moveTo>
                <a:lnTo>
                  <a:pt x="960857" y="15037"/>
                </a:lnTo>
                <a:lnTo>
                  <a:pt x="960857" y="23635"/>
                </a:lnTo>
                <a:lnTo>
                  <a:pt x="960984" y="23635"/>
                </a:lnTo>
                <a:cubicBezTo>
                  <a:pt x="961746" y="20333"/>
                  <a:pt x="962889" y="17945"/>
                  <a:pt x="964540" y="16472"/>
                </a:cubicBezTo>
                <a:cubicBezTo>
                  <a:pt x="966064" y="14999"/>
                  <a:pt x="968096" y="14250"/>
                  <a:pt x="970509" y="14250"/>
                </a:cubicBezTo>
                <a:cubicBezTo>
                  <a:pt x="971144" y="14250"/>
                  <a:pt x="971652" y="14288"/>
                  <a:pt x="972287" y="14364"/>
                </a:cubicBezTo>
                <a:cubicBezTo>
                  <a:pt x="972795" y="14440"/>
                  <a:pt x="973303" y="14529"/>
                  <a:pt x="973684" y="14631"/>
                </a:cubicBezTo>
                <a:lnTo>
                  <a:pt x="973684" y="21210"/>
                </a:lnTo>
                <a:cubicBezTo>
                  <a:pt x="973303" y="21095"/>
                  <a:pt x="972795" y="20993"/>
                  <a:pt x="972160" y="20917"/>
                </a:cubicBezTo>
                <a:cubicBezTo>
                  <a:pt x="971525" y="20841"/>
                  <a:pt x="970890" y="20803"/>
                  <a:pt x="970382" y="20803"/>
                </a:cubicBezTo>
                <a:cubicBezTo>
                  <a:pt x="967080" y="20803"/>
                  <a:pt x="964667" y="21946"/>
                  <a:pt x="963270" y="24244"/>
                </a:cubicBezTo>
                <a:cubicBezTo>
                  <a:pt x="961873" y="26543"/>
                  <a:pt x="961111" y="29896"/>
                  <a:pt x="961111" y="34316"/>
                </a:cubicBezTo>
                <a:lnTo>
                  <a:pt x="961111" y="55258"/>
                </a:lnTo>
                <a:lnTo>
                  <a:pt x="954507" y="55258"/>
                </a:lnTo>
                <a:lnTo>
                  <a:pt x="954507" y="15037"/>
                </a:lnTo>
                <a:close/>
                <a:moveTo>
                  <a:pt x="992988" y="56007"/>
                </a:moveTo>
                <a:cubicBezTo>
                  <a:pt x="986130" y="56007"/>
                  <a:pt x="980669" y="53899"/>
                  <a:pt x="976859" y="49670"/>
                </a:cubicBezTo>
                <a:lnTo>
                  <a:pt x="981177" y="45403"/>
                </a:lnTo>
                <a:cubicBezTo>
                  <a:pt x="982955" y="47257"/>
                  <a:pt x="984733" y="48565"/>
                  <a:pt x="986638" y="49327"/>
                </a:cubicBezTo>
                <a:cubicBezTo>
                  <a:pt x="988416" y="50076"/>
                  <a:pt x="990575" y="50457"/>
                  <a:pt x="992988" y="50457"/>
                </a:cubicBezTo>
                <a:cubicBezTo>
                  <a:pt x="995401" y="50457"/>
                  <a:pt x="997433" y="50000"/>
                  <a:pt x="999084" y="49099"/>
                </a:cubicBezTo>
                <a:cubicBezTo>
                  <a:pt x="1000735" y="48197"/>
                  <a:pt x="1001624" y="46711"/>
                  <a:pt x="1001624" y="44653"/>
                </a:cubicBezTo>
                <a:cubicBezTo>
                  <a:pt x="1001624" y="43193"/>
                  <a:pt x="1001243" y="41999"/>
                  <a:pt x="1000354" y="41097"/>
                </a:cubicBezTo>
                <a:cubicBezTo>
                  <a:pt x="999592" y="40196"/>
                  <a:pt x="998449" y="39484"/>
                  <a:pt x="997179" y="38964"/>
                </a:cubicBezTo>
                <a:cubicBezTo>
                  <a:pt x="995909" y="38443"/>
                  <a:pt x="993877" y="37833"/>
                  <a:pt x="991464" y="37135"/>
                </a:cubicBezTo>
                <a:cubicBezTo>
                  <a:pt x="988924" y="36424"/>
                  <a:pt x="986765" y="35649"/>
                  <a:pt x="984987" y="34837"/>
                </a:cubicBezTo>
                <a:cubicBezTo>
                  <a:pt x="983209" y="34011"/>
                  <a:pt x="981685" y="32842"/>
                  <a:pt x="980542" y="31318"/>
                </a:cubicBezTo>
                <a:cubicBezTo>
                  <a:pt x="979272" y="29794"/>
                  <a:pt x="978764" y="27839"/>
                  <a:pt x="978764" y="25451"/>
                </a:cubicBezTo>
                <a:cubicBezTo>
                  <a:pt x="978764" y="23076"/>
                  <a:pt x="979272" y="21044"/>
                  <a:pt x="980415" y="19355"/>
                </a:cubicBezTo>
                <a:cubicBezTo>
                  <a:pt x="981685" y="17666"/>
                  <a:pt x="983336" y="16396"/>
                  <a:pt x="985495" y="15532"/>
                </a:cubicBezTo>
                <a:cubicBezTo>
                  <a:pt x="987527" y="14681"/>
                  <a:pt x="990067" y="14250"/>
                  <a:pt x="992861" y="14250"/>
                </a:cubicBezTo>
                <a:cubicBezTo>
                  <a:pt x="995655" y="14250"/>
                  <a:pt x="998195" y="14707"/>
                  <a:pt x="1000735" y="15608"/>
                </a:cubicBezTo>
                <a:cubicBezTo>
                  <a:pt x="1003275" y="16523"/>
                  <a:pt x="1005307" y="17844"/>
                  <a:pt x="1006958" y="19571"/>
                </a:cubicBezTo>
                <a:lnTo>
                  <a:pt x="1002767" y="23851"/>
                </a:lnTo>
                <a:cubicBezTo>
                  <a:pt x="1000100" y="21222"/>
                  <a:pt x="996798" y="19914"/>
                  <a:pt x="992861" y="19914"/>
                </a:cubicBezTo>
                <a:cubicBezTo>
                  <a:pt x="990448" y="19914"/>
                  <a:pt x="988670" y="20346"/>
                  <a:pt x="987273" y="21210"/>
                </a:cubicBezTo>
                <a:cubicBezTo>
                  <a:pt x="985876" y="22085"/>
                  <a:pt x="985241" y="23394"/>
                  <a:pt x="985241" y="25159"/>
                </a:cubicBezTo>
                <a:cubicBezTo>
                  <a:pt x="985241" y="26327"/>
                  <a:pt x="985622" y="27293"/>
                  <a:pt x="986384" y="28055"/>
                </a:cubicBezTo>
                <a:cubicBezTo>
                  <a:pt x="987273" y="28829"/>
                  <a:pt x="988289" y="29464"/>
                  <a:pt x="989686" y="29973"/>
                </a:cubicBezTo>
                <a:cubicBezTo>
                  <a:pt x="990956" y="30480"/>
                  <a:pt x="992861" y="31090"/>
                  <a:pt x="995401" y="31776"/>
                </a:cubicBezTo>
                <a:cubicBezTo>
                  <a:pt x="997941" y="32500"/>
                  <a:pt x="1000100" y="33262"/>
                  <a:pt x="1001878" y="34049"/>
                </a:cubicBezTo>
                <a:cubicBezTo>
                  <a:pt x="1003529" y="34849"/>
                  <a:pt x="1005053" y="36055"/>
                  <a:pt x="1006323" y="37681"/>
                </a:cubicBezTo>
                <a:cubicBezTo>
                  <a:pt x="1007466" y="39307"/>
                  <a:pt x="1008101" y="41453"/>
                  <a:pt x="1008101" y="44133"/>
                </a:cubicBezTo>
                <a:cubicBezTo>
                  <a:pt x="1008101" y="46610"/>
                  <a:pt x="1007466" y="48743"/>
                  <a:pt x="1006196" y="50533"/>
                </a:cubicBezTo>
                <a:cubicBezTo>
                  <a:pt x="1004926" y="52312"/>
                  <a:pt x="1003148" y="53670"/>
                  <a:pt x="1000862" y="54611"/>
                </a:cubicBezTo>
                <a:cubicBezTo>
                  <a:pt x="998576" y="55538"/>
                  <a:pt x="995909" y="56007"/>
                  <a:pt x="992988" y="56007"/>
                </a:cubicBezTo>
                <a:close/>
                <a:moveTo>
                  <a:pt x="1057250" y="56007"/>
                </a:moveTo>
                <a:cubicBezTo>
                  <a:pt x="1052170" y="56007"/>
                  <a:pt x="1047725" y="54902"/>
                  <a:pt x="1043915" y="52693"/>
                </a:cubicBezTo>
                <a:cubicBezTo>
                  <a:pt x="1039978" y="50483"/>
                  <a:pt x="1037057" y="47334"/>
                  <a:pt x="1034898" y="43256"/>
                </a:cubicBezTo>
                <a:cubicBezTo>
                  <a:pt x="1032739" y="39180"/>
                  <a:pt x="1031596" y="34430"/>
                  <a:pt x="1031596" y="29032"/>
                </a:cubicBezTo>
                <a:cubicBezTo>
                  <a:pt x="1031596" y="23623"/>
                  <a:pt x="1032739" y="18885"/>
                  <a:pt x="1034898" y="14808"/>
                </a:cubicBezTo>
                <a:cubicBezTo>
                  <a:pt x="1037057" y="10744"/>
                  <a:pt x="1039978" y="7595"/>
                  <a:pt x="1043915" y="5385"/>
                </a:cubicBezTo>
                <a:cubicBezTo>
                  <a:pt x="1047725" y="3163"/>
                  <a:pt x="1052170" y="2045"/>
                  <a:pt x="1057250" y="2045"/>
                </a:cubicBezTo>
                <a:cubicBezTo>
                  <a:pt x="1062203" y="2045"/>
                  <a:pt x="1066648" y="3163"/>
                  <a:pt x="1070458" y="5385"/>
                </a:cubicBezTo>
                <a:cubicBezTo>
                  <a:pt x="1074395" y="7595"/>
                  <a:pt x="1077443" y="10744"/>
                  <a:pt x="1079602" y="14808"/>
                </a:cubicBezTo>
                <a:cubicBezTo>
                  <a:pt x="1081761" y="18885"/>
                  <a:pt x="1082777" y="23623"/>
                  <a:pt x="1082777" y="29032"/>
                </a:cubicBezTo>
                <a:cubicBezTo>
                  <a:pt x="1082777" y="34430"/>
                  <a:pt x="1081761" y="39180"/>
                  <a:pt x="1079602" y="43256"/>
                </a:cubicBezTo>
                <a:cubicBezTo>
                  <a:pt x="1077443" y="47334"/>
                  <a:pt x="1074395" y="50483"/>
                  <a:pt x="1070458" y="52693"/>
                </a:cubicBezTo>
                <a:cubicBezTo>
                  <a:pt x="1066648" y="54902"/>
                  <a:pt x="1062203" y="56007"/>
                  <a:pt x="1057250" y="56007"/>
                </a:cubicBezTo>
                <a:close/>
                <a:moveTo>
                  <a:pt x="1038835" y="29032"/>
                </a:moveTo>
                <a:cubicBezTo>
                  <a:pt x="1038835" y="33198"/>
                  <a:pt x="1039597" y="36818"/>
                  <a:pt x="1040994" y="39891"/>
                </a:cubicBezTo>
                <a:cubicBezTo>
                  <a:pt x="1042518" y="42964"/>
                  <a:pt x="1044677" y="45327"/>
                  <a:pt x="1047471" y="46978"/>
                </a:cubicBezTo>
                <a:cubicBezTo>
                  <a:pt x="1050138" y="48629"/>
                  <a:pt x="1053440" y="49454"/>
                  <a:pt x="1057250" y="49454"/>
                </a:cubicBezTo>
                <a:cubicBezTo>
                  <a:pt x="1060933" y="49454"/>
                  <a:pt x="1064235" y="48629"/>
                  <a:pt x="1066902" y="46978"/>
                </a:cubicBezTo>
                <a:cubicBezTo>
                  <a:pt x="1069696" y="45327"/>
                  <a:pt x="1071855" y="42964"/>
                  <a:pt x="1073379" y="39891"/>
                </a:cubicBezTo>
                <a:cubicBezTo>
                  <a:pt x="1074776" y="36818"/>
                  <a:pt x="1075538" y="33198"/>
                  <a:pt x="1075538" y="29032"/>
                </a:cubicBezTo>
                <a:cubicBezTo>
                  <a:pt x="1075538" y="24854"/>
                  <a:pt x="1074776" y="21248"/>
                  <a:pt x="1073379" y="18174"/>
                </a:cubicBezTo>
                <a:cubicBezTo>
                  <a:pt x="1071855" y="15113"/>
                  <a:pt x="1069696" y="12764"/>
                  <a:pt x="1066902" y="11112"/>
                </a:cubicBezTo>
                <a:cubicBezTo>
                  <a:pt x="1064235" y="9461"/>
                  <a:pt x="1060933" y="8636"/>
                  <a:pt x="1057250" y="8636"/>
                </a:cubicBezTo>
                <a:cubicBezTo>
                  <a:pt x="1053440" y="8636"/>
                  <a:pt x="1050138" y="9461"/>
                  <a:pt x="1047471" y="11112"/>
                </a:cubicBezTo>
                <a:cubicBezTo>
                  <a:pt x="1044677" y="12764"/>
                  <a:pt x="1042518" y="15113"/>
                  <a:pt x="1040994" y="18174"/>
                </a:cubicBezTo>
                <a:cubicBezTo>
                  <a:pt x="1039597" y="21248"/>
                  <a:pt x="1038835" y="24854"/>
                  <a:pt x="1038835" y="29032"/>
                </a:cubicBezTo>
                <a:close/>
                <a:moveTo>
                  <a:pt x="1091667" y="15037"/>
                </a:moveTo>
                <a:lnTo>
                  <a:pt x="1098017" y="15037"/>
                </a:lnTo>
                <a:lnTo>
                  <a:pt x="1098017" y="23406"/>
                </a:lnTo>
                <a:lnTo>
                  <a:pt x="1098144" y="23406"/>
                </a:lnTo>
                <a:cubicBezTo>
                  <a:pt x="1099160" y="20803"/>
                  <a:pt x="1100684" y="18631"/>
                  <a:pt x="1102716" y="16879"/>
                </a:cubicBezTo>
                <a:cubicBezTo>
                  <a:pt x="1104748" y="15126"/>
                  <a:pt x="1107542" y="14250"/>
                  <a:pt x="1111225" y="14250"/>
                </a:cubicBezTo>
                <a:cubicBezTo>
                  <a:pt x="1114019" y="14250"/>
                  <a:pt x="1116305" y="14834"/>
                  <a:pt x="1118210" y="16002"/>
                </a:cubicBezTo>
                <a:cubicBezTo>
                  <a:pt x="1120115" y="17171"/>
                  <a:pt x="1121512" y="18821"/>
                  <a:pt x="1122401" y="20955"/>
                </a:cubicBezTo>
                <a:cubicBezTo>
                  <a:pt x="1123290" y="23089"/>
                  <a:pt x="1123798" y="25578"/>
                  <a:pt x="1123798" y="28435"/>
                </a:cubicBezTo>
                <a:lnTo>
                  <a:pt x="1123798" y="55258"/>
                </a:lnTo>
                <a:lnTo>
                  <a:pt x="1117067" y="55258"/>
                </a:lnTo>
                <a:lnTo>
                  <a:pt x="1117067" y="29731"/>
                </a:lnTo>
                <a:cubicBezTo>
                  <a:pt x="1117067" y="26632"/>
                  <a:pt x="1116432" y="24270"/>
                  <a:pt x="1115162" y="22644"/>
                </a:cubicBezTo>
                <a:cubicBezTo>
                  <a:pt x="1113892" y="21019"/>
                  <a:pt x="1111733" y="20206"/>
                  <a:pt x="1108812" y="20206"/>
                </a:cubicBezTo>
                <a:cubicBezTo>
                  <a:pt x="1106653" y="20206"/>
                  <a:pt x="1104875" y="20663"/>
                  <a:pt x="1103224" y="21590"/>
                </a:cubicBezTo>
                <a:cubicBezTo>
                  <a:pt x="1101700" y="22505"/>
                  <a:pt x="1100430" y="23838"/>
                  <a:pt x="1099668" y="25603"/>
                </a:cubicBezTo>
                <a:cubicBezTo>
                  <a:pt x="1098779" y="27369"/>
                  <a:pt x="1098271" y="29477"/>
                  <a:pt x="1098271" y="31928"/>
                </a:cubicBezTo>
                <a:lnTo>
                  <a:pt x="1098271" y="55258"/>
                </a:lnTo>
                <a:lnTo>
                  <a:pt x="1091667" y="55258"/>
                </a:lnTo>
                <a:lnTo>
                  <a:pt x="1091667" y="15037"/>
                </a:lnTo>
                <a:close/>
                <a:moveTo>
                  <a:pt x="1143229" y="55855"/>
                </a:moveTo>
                <a:cubicBezTo>
                  <a:pt x="1141070" y="55855"/>
                  <a:pt x="1139292" y="55487"/>
                  <a:pt x="1137895" y="54776"/>
                </a:cubicBezTo>
                <a:cubicBezTo>
                  <a:pt x="1136498" y="54052"/>
                  <a:pt x="1135609" y="52984"/>
                  <a:pt x="1134974" y="51550"/>
                </a:cubicBezTo>
                <a:cubicBezTo>
                  <a:pt x="1134339" y="50127"/>
                  <a:pt x="1133958" y="48311"/>
                  <a:pt x="1133958" y="46101"/>
                </a:cubicBezTo>
                <a:lnTo>
                  <a:pt x="1133958" y="0"/>
                </a:lnTo>
                <a:lnTo>
                  <a:pt x="1140689" y="0"/>
                </a:lnTo>
                <a:lnTo>
                  <a:pt x="1140689" y="45060"/>
                </a:lnTo>
                <a:cubicBezTo>
                  <a:pt x="1140689" y="46304"/>
                  <a:pt x="1140816" y="47257"/>
                  <a:pt x="1141070" y="47930"/>
                </a:cubicBezTo>
                <a:cubicBezTo>
                  <a:pt x="1141324" y="48603"/>
                  <a:pt x="1141705" y="49073"/>
                  <a:pt x="1142213" y="49365"/>
                </a:cubicBezTo>
                <a:cubicBezTo>
                  <a:pt x="1142721" y="49644"/>
                  <a:pt x="1143483" y="49785"/>
                  <a:pt x="1144499" y="49785"/>
                </a:cubicBezTo>
                <a:cubicBezTo>
                  <a:pt x="1145134" y="49785"/>
                  <a:pt x="1145769" y="49733"/>
                  <a:pt x="1146404" y="49644"/>
                </a:cubicBezTo>
                <a:cubicBezTo>
                  <a:pt x="1147039" y="49543"/>
                  <a:pt x="1147547" y="49429"/>
                  <a:pt x="1148055" y="49302"/>
                </a:cubicBezTo>
                <a:lnTo>
                  <a:pt x="1148055" y="55258"/>
                </a:lnTo>
                <a:cubicBezTo>
                  <a:pt x="1147420" y="55461"/>
                  <a:pt x="1146658" y="55601"/>
                  <a:pt x="1145896" y="55703"/>
                </a:cubicBezTo>
                <a:cubicBezTo>
                  <a:pt x="1145007" y="55804"/>
                  <a:pt x="1144118" y="55855"/>
                  <a:pt x="1143229" y="55855"/>
                </a:cubicBezTo>
                <a:close/>
                <a:moveTo>
                  <a:pt x="1155294" y="71857"/>
                </a:moveTo>
                <a:cubicBezTo>
                  <a:pt x="1153897" y="71857"/>
                  <a:pt x="1152373" y="71755"/>
                  <a:pt x="1150976" y="71552"/>
                </a:cubicBezTo>
                <a:lnTo>
                  <a:pt x="1150976" y="65786"/>
                </a:lnTo>
                <a:cubicBezTo>
                  <a:pt x="1151992" y="66078"/>
                  <a:pt x="1153135" y="66231"/>
                  <a:pt x="1154786" y="66231"/>
                </a:cubicBezTo>
                <a:cubicBezTo>
                  <a:pt x="1156310" y="66231"/>
                  <a:pt x="1157580" y="66040"/>
                  <a:pt x="1158469" y="65660"/>
                </a:cubicBezTo>
                <a:cubicBezTo>
                  <a:pt x="1159485" y="65278"/>
                  <a:pt x="1160374" y="64694"/>
                  <a:pt x="1160882" y="63932"/>
                </a:cubicBezTo>
                <a:cubicBezTo>
                  <a:pt x="1161517" y="63157"/>
                  <a:pt x="1162152" y="62129"/>
                  <a:pt x="1162660" y="60833"/>
                </a:cubicBezTo>
                <a:lnTo>
                  <a:pt x="1164819" y="55144"/>
                </a:lnTo>
                <a:lnTo>
                  <a:pt x="1148690" y="15037"/>
                </a:lnTo>
                <a:lnTo>
                  <a:pt x="1155802" y="15037"/>
                </a:lnTo>
                <a:lnTo>
                  <a:pt x="1164438" y="37288"/>
                </a:lnTo>
                <a:cubicBezTo>
                  <a:pt x="1165073" y="39142"/>
                  <a:pt x="1165835" y="41237"/>
                  <a:pt x="1166597" y="43574"/>
                </a:cubicBezTo>
                <a:cubicBezTo>
                  <a:pt x="1167359" y="45910"/>
                  <a:pt x="1167867" y="47282"/>
                  <a:pt x="1167994" y="47702"/>
                </a:cubicBezTo>
                <a:cubicBezTo>
                  <a:pt x="1168121" y="47358"/>
                  <a:pt x="1168629" y="46038"/>
                  <a:pt x="1169391" y="43765"/>
                </a:cubicBezTo>
                <a:cubicBezTo>
                  <a:pt x="1170534" y="40932"/>
                  <a:pt x="1171169" y="39002"/>
                  <a:pt x="1171550" y="37960"/>
                </a:cubicBezTo>
                <a:lnTo>
                  <a:pt x="1179424" y="15037"/>
                </a:lnTo>
                <a:lnTo>
                  <a:pt x="1186536" y="15037"/>
                </a:lnTo>
                <a:lnTo>
                  <a:pt x="1167994" y="63030"/>
                </a:lnTo>
                <a:cubicBezTo>
                  <a:pt x="1167232" y="65088"/>
                  <a:pt x="1166343" y="66752"/>
                  <a:pt x="1165327" y="67996"/>
                </a:cubicBezTo>
                <a:cubicBezTo>
                  <a:pt x="1164438" y="69253"/>
                  <a:pt x="1163041" y="70206"/>
                  <a:pt x="1161517" y="70866"/>
                </a:cubicBezTo>
                <a:cubicBezTo>
                  <a:pt x="1159866" y="71527"/>
                  <a:pt x="1157834" y="71857"/>
                  <a:pt x="1155294" y="71857"/>
                </a:cubicBezTo>
                <a:close/>
              </a:path>
            </a:pathLst>
          </a:custGeom>
          <a:solidFill>
            <a:srgbClr val="000000">
              <a:alpha val="50196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Editable vector"/>
          <p:cNvSpPr/>
          <p:nvPr/>
        </p:nvSpPr>
        <p:spPr>
          <a:xfrm>
            <a:off x="2078608" y="-30302"/>
            <a:ext cx="10116566" cy="1076019"/>
          </a:xfrm>
          <a:custGeom>
            <a:avLst/>
            <a:gdLst/>
            <a:ahLst/>
            <a:cxnLst/>
            <a:rect l="0" t="0" r="r" b="b"/>
            <a:pathLst>
              <a:path w="10116566" h="1076020" fill="norm" stroke="0" extrusionOk="0">
                <a:moveTo>
                  <a:pt x="0" y="0"/>
                </a:moveTo>
                <a:lnTo>
                  <a:pt x="10116566" y="0"/>
                </a:lnTo>
                <a:lnTo>
                  <a:pt x="10116566" y="1076020"/>
                </a:lnTo>
                <a:lnTo>
                  <a:pt x="0" y="1076020"/>
                </a:lnTo>
                <a:close/>
              </a:path>
            </a:pathLst>
          </a:custGeom>
          <a:solidFill>
            <a:srgbClr val="E8F7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Editable vector"/>
          <p:cNvSpPr/>
          <p:nvPr/>
        </p:nvSpPr>
        <p:spPr>
          <a:xfrm>
            <a:off x="11121263" y="-40843"/>
            <a:ext cx="1073949" cy="1076020"/>
          </a:xfrm>
          <a:custGeom>
            <a:avLst/>
            <a:gdLst/>
            <a:ahLst/>
            <a:cxnLst/>
            <a:rect l="0" t="0" r="r" b="b"/>
            <a:pathLst>
              <a:path w="1073950" h="1076020" fill="norm" stroke="0" extrusionOk="0">
                <a:moveTo>
                  <a:pt x="0" y="0"/>
                </a:moveTo>
                <a:lnTo>
                  <a:pt x="1073950" y="0"/>
                </a:lnTo>
                <a:lnTo>
                  <a:pt x="1073950" y="1076020"/>
                </a:lnTo>
                <a:lnTo>
                  <a:pt x="0" y="1076020"/>
                </a:lnTo>
                <a:close/>
              </a:path>
            </a:pathLst>
          </a:custGeom>
          <a:solidFill>
            <a:srgbClr val="D1F0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1263" y="-40843"/>
            <a:ext cx="1073949" cy="1076020"/>
          </a:xfrm>
          <a:prstGeom prst="rect">
            <a:avLst/>
          </a:prstGeom>
        </p:spPr>
      </p:pic>
      <p:sp>
        <p:nvSpPr>
          <p:cNvPr id="8" name="Editable vector"/>
          <p:cNvSpPr/>
          <p:nvPr/>
        </p:nvSpPr>
        <p:spPr>
          <a:xfrm>
            <a:off x="0" y="-16446"/>
            <a:ext cx="2078608" cy="1062164"/>
          </a:xfrm>
          <a:custGeom>
            <a:avLst/>
            <a:gdLst/>
            <a:ahLst/>
            <a:cxnLst/>
            <a:rect l="0" t="0" r="r" b="b"/>
            <a:pathLst>
              <a:path w="2078609" h="1062164" fill="norm" stroke="0" extrusionOk="0">
                <a:moveTo>
                  <a:pt x="0" y="0"/>
                </a:moveTo>
                <a:lnTo>
                  <a:pt x="2078609" y="0"/>
                </a:lnTo>
                <a:lnTo>
                  <a:pt x="2078609" y="1062164"/>
                </a:lnTo>
                <a:lnTo>
                  <a:pt x="0" y="1062164"/>
                </a:lnTo>
                <a:close/>
              </a:path>
            </a:pathLst>
          </a:custGeom>
          <a:solidFill>
            <a:srgbClr val="D1F0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6446"/>
            <a:ext cx="2078608" cy="1062164"/>
          </a:xfrm>
          <a:prstGeom prst="rect">
            <a:avLst/>
          </a:prstGeom>
        </p:spPr>
      </p:pic>
      <p:sp>
        <p:nvSpPr>
          <p:cNvPr id="11" name="Editable vector"/>
          <p:cNvSpPr/>
          <p:nvPr/>
        </p:nvSpPr>
        <p:spPr>
          <a:xfrm>
            <a:off x="7036054" y="633729"/>
            <a:ext cx="3235452" cy="30479"/>
          </a:xfrm>
          <a:custGeom>
            <a:avLst/>
            <a:gdLst/>
            <a:ahLst/>
            <a:cxnLst/>
            <a:rect l="0" t="0" r="r" b="b"/>
            <a:pathLst>
              <a:path w="3235452" h="30480" fill="norm" stroke="0" extrusionOk="0">
                <a:moveTo>
                  <a:pt x="0" y="0"/>
                </a:moveTo>
                <a:lnTo>
                  <a:pt x="1617726" y="0"/>
                </a:lnTo>
                <a:lnTo>
                  <a:pt x="3235452" y="0"/>
                </a:lnTo>
                <a:lnTo>
                  <a:pt x="3235452" y="30480"/>
                </a:lnTo>
                <a:lnTo>
                  <a:pt x="1617726" y="30480"/>
                </a:lnTo>
                <a:lnTo>
                  <a:pt x="0" y="30480"/>
                </a:lnTo>
                <a:lnTo>
                  <a:pt x="0" y="0"/>
                </a:lnTo>
                <a:close/>
              </a:path>
            </a:pathLst>
          </a:custGeom>
          <a:solidFill>
            <a:srgbClr val="3A4F7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7659" y="2770632"/>
            <a:ext cx="7679435" cy="2040635"/>
          </a:xfrm>
          <a:prstGeom prst="rect">
            <a:avLst/>
          </a:prstGeom>
        </p:spPr>
      </p:pic>
      <p:sp>
        <p:nvSpPr>
          <p:cNvPr id="14" name="Editable vector"/>
          <p:cNvSpPr/>
          <p:nvPr/>
        </p:nvSpPr>
        <p:spPr>
          <a:xfrm>
            <a:off x="4191000" y="2823717"/>
            <a:ext cx="7577963" cy="1938782"/>
          </a:xfrm>
          <a:custGeom>
            <a:avLst/>
            <a:gdLst/>
            <a:ahLst/>
            <a:cxnLst/>
            <a:rect l="0" t="0" r="r" b="b"/>
            <a:pathLst>
              <a:path w="7577963" h="1938782" fill="norm" stroke="0" extrusionOk="0">
                <a:moveTo>
                  <a:pt x="0" y="126492"/>
                </a:moveTo>
                <a:cubicBezTo>
                  <a:pt x="0" y="56642"/>
                  <a:pt x="56642" y="0"/>
                  <a:pt x="126492" y="0"/>
                </a:cubicBezTo>
                <a:lnTo>
                  <a:pt x="7451471" y="0"/>
                </a:lnTo>
                <a:cubicBezTo>
                  <a:pt x="7521321" y="0"/>
                  <a:pt x="7577963" y="56642"/>
                  <a:pt x="7577963" y="126492"/>
                </a:cubicBezTo>
                <a:lnTo>
                  <a:pt x="7577963" y="1812290"/>
                </a:lnTo>
                <a:cubicBezTo>
                  <a:pt x="7577963" y="1882140"/>
                  <a:pt x="7521321" y="1938782"/>
                  <a:pt x="7451471" y="1938782"/>
                </a:cubicBezTo>
                <a:lnTo>
                  <a:pt x="126492" y="1938782"/>
                </a:lnTo>
                <a:cubicBezTo>
                  <a:pt x="56642" y="1938782"/>
                  <a:pt x="0" y="1882140"/>
                  <a:pt x="0" y="1812290"/>
                </a:cubicBezTo>
                <a:lnTo>
                  <a:pt x="0" y="126492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Editable vector"/>
          <p:cNvSpPr/>
          <p:nvPr/>
        </p:nvSpPr>
        <p:spPr>
          <a:xfrm>
            <a:off x="4496942" y="4072001"/>
            <a:ext cx="903732" cy="10667"/>
          </a:xfrm>
          <a:custGeom>
            <a:avLst/>
            <a:gdLst/>
            <a:ahLst/>
            <a:cxnLst/>
            <a:rect l="0" t="0" r="r" b="b"/>
            <a:pathLst>
              <a:path w="903732" h="10668" fill="norm" stroke="0" extrusionOk="0">
                <a:moveTo>
                  <a:pt x="0" y="0"/>
                </a:moveTo>
                <a:lnTo>
                  <a:pt x="903732" y="0"/>
                </a:lnTo>
                <a:lnTo>
                  <a:pt x="903732" y="10668"/>
                </a:lnTo>
                <a:lnTo>
                  <a:pt x="0" y="10668"/>
                </a:lnTo>
                <a:close/>
              </a:path>
            </a:pathLst>
          </a:custGeom>
          <a:solidFill>
            <a:srgbClr val="002A86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7659" y="1434083"/>
            <a:ext cx="7679435" cy="1274063"/>
          </a:xfrm>
          <a:prstGeom prst="rect">
            <a:avLst/>
          </a:prstGeom>
        </p:spPr>
      </p:pic>
      <p:sp>
        <p:nvSpPr>
          <p:cNvPr id="27" name="Editable vector"/>
          <p:cNvSpPr/>
          <p:nvPr/>
        </p:nvSpPr>
        <p:spPr>
          <a:xfrm>
            <a:off x="4191000" y="1487551"/>
            <a:ext cx="7577963" cy="1171447"/>
          </a:xfrm>
          <a:custGeom>
            <a:avLst/>
            <a:gdLst/>
            <a:ahLst/>
            <a:cxnLst/>
            <a:rect l="0" t="0" r="r" b="b"/>
            <a:pathLst>
              <a:path w="7577963" h="1171448" fill="norm" stroke="0" extrusionOk="0">
                <a:moveTo>
                  <a:pt x="0" y="128524"/>
                </a:moveTo>
                <a:cubicBezTo>
                  <a:pt x="0" y="57531"/>
                  <a:pt x="57531" y="0"/>
                  <a:pt x="128524" y="0"/>
                </a:cubicBezTo>
                <a:lnTo>
                  <a:pt x="7449439" y="0"/>
                </a:lnTo>
                <a:cubicBezTo>
                  <a:pt x="7520432" y="0"/>
                  <a:pt x="7577963" y="57531"/>
                  <a:pt x="7577963" y="128524"/>
                </a:cubicBezTo>
                <a:lnTo>
                  <a:pt x="7577963" y="1042797"/>
                </a:lnTo>
                <a:cubicBezTo>
                  <a:pt x="7577963" y="1113917"/>
                  <a:pt x="7520432" y="1171448"/>
                  <a:pt x="7449439" y="1171448"/>
                </a:cubicBezTo>
                <a:lnTo>
                  <a:pt x="128524" y="1171448"/>
                </a:lnTo>
                <a:cubicBezTo>
                  <a:pt x="57531" y="1171448"/>
                  <a:pt x="0" y="1113917"/>
                  <a:pt x="0" y="1042797"/>
                </a:cubicBezTo>
                <a:lnTo>
                  <a:pt x="0" y="128524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Editable vector"/>
          <p:cNvSpPr/>
          <p:nvPr/>
        </p:nvSpPr>
        <p:spPr>
          <a:xfrm>
            <a:off x="4498466" y="2435225"/>
            <a:ext cx="1225296" cy="12191"/>
          </a:xfrm>
          <a:custGeom>
            <a:avLst/>
            <a:gdLst/>
            <a:ahLst/>
            <a:cxnLst/>
            <a:rect l="0" t="0" r="r" b="b"/>
            <a:pathLst>
              <a:path w="1225296" h="12192" fill="norm" stroke="0" extrusionOk="0">
                <a:moveTo>
                  <a:pt x="0" y="0"/>
                </a:moveTo>
                <a:lnTo>
                  <a:pt x="612648" y="0"/>
                </a:lnTo>
                <a:lnTo>
                  <a:pt x="1225296" y="0"/>
                </a:lnTo>
                <a:lnTo>
                  <a:pt x="1225296" y="12192"/>
                </a:lnTo>
                <a:lnTo>
                  <a:pt x="612648" y="12192"/>
                </a:lnTo>
                <a:lnTo>
                  <a:pt x="0" y="12192"/>
                </a:lnTo>
                <a:lnTo>
                  <a:pt x="0" y="0"/>
                </a:lnTo>
                <a:close/>
              </a:path>
            </a:pathLst>
          </a:custGeom>
          <a:solidFill>
            <a:srgbClr val="467886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Editable vector"/>
          <p:cNvSpPr/>
          <p:nvPr/>
        </p:nvSpPr>
        <p:spPr>
          <a:xfrm>
            <a:off x="5809107" y="2435225"/>
            <a:ext cx="938784" cy="12191"/>
          </a:xfrm>
          <a:custGeom>
            <a:avLst/>
            <a:gdLst/>
            <a:ahLst/>
            <a:cxnLst/>
            <a:rect l="0" t="0" r="r" b="b"/>
            <a:pathLst>
              <a:path w="938784" h="12192" fill="norm" stroke="0" extrusionOk="0">
                <a:moveTo>
                  <a:pt x="0" y="0"/>
                </a:moveTo>
                <a:lnTo>
                  <a:pt x="469392" y="0"/>
                </a:lnTo>
                <a:lnTo>
                  <a:pt x="938784" y="0"/>
                </a:lnTo>
                <a:lnTo>
                  <a:pt x="938784" y="12192"/>
                </a:lnTo>
                <a:lnTo>
                  <a:pt x="469392" y="12192"/>
                </a:lnTo>
                <a:lnTo>
                  <a:pt x="0" y="12192"/>
                </a:lnTo>
                <a:lnTo>
                  <a:pt x="0" y="0"/>
                </a:lnTo>
                <a:close/>
              </a:path>
            </a:pathLst>
          </a:custGeom>
          <a:solidFill>
            <a:srgbClr val="467886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3691" y="2798064"/>
            <a:ext cx="3491484" cy="1296923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765" y="2823768"/>
            <a:ext cx="3389503" cy="1195781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2836" y="1461516"/>
            <a:ext cx="3473196" cy="1296924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9036" y="1487474"/>
            <a:ext cx="3370961" cy="1195781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5404" y="4937760"/>
            <a:ext cx="11251692" cy="1450847"/>
          </a:xfrm>
          <a:prstGeom prst="rect">
            <a:avLst/>
          </a:prstGeom>
        </p:spPr>
      </p:pic>
      <p:sp>
        <p:nvSpPr>
          <p:cNvPr id="42" name="Editable vector"/>
          <p:cNvSpPr/>
          <p:nvPr/>
        </p:nvSpPr>
        <p:spPr>
          <a:xfrm>
            <a:off x="619036" y="4991480"/>
            <a:ext cx="11149926" cy="1348117"/>
          </a:xfrm>
          <a:custGeom>
            <a:avLst/>
            <a:gdLst/>
            <a:ahLst/>
            <a:cxnLst/>
            <a:rect l="0" t="0" r="r" b="b"/>
            <a:pathLst>
              <a:path w="11149927" h="1348118" fill="norm" stroke="0" extrusionOk="0">
                <a:moveTo>
                  <a:pt x="0" y="157988"/>
                </a:moveTo>
                <a:cubicBezTo>
                  <a:pt x="0" y="70739"/>
                  <a:pt x="70739" y="0"/>
                  <a:pt x="158013" y="0"/>
                </a:cubicBezTo>
                <a:lnTo>
                  <a:pt x="10991939" y="0"/>
                </a:lnTo>
                <a:cubicBezTo>
                  <a:pt x="11079188" y="0"/>
                  <a:pt x="11149927" y="70739"/>
                  <a:pt x="11149927" y="157988"/>
                </a:cubicBezTo>
                <a:lnTo>
                  <a:pt x="11149927" y="1190104"/>
                </a:lnTo>
                <a:cubicBezTo>
                  <a:pt x="11149927" y="1277379"/>
                  <a:pt x="11079188" y="1348118"/>
                  <a:pt x="10991939" y="1348118"/>
                </a:cubicBezTo>
                <a:lnTo>
                  <a:pt x="158013" y="1348118"/>
                </a:lnTo>
                <a:cubicBezTo>
                  <a:pt x="70739" y="1348118"/>
                  <a:pt x="0" y="1277379"/>
                  <a:pt x="0" y="1190104"/>
                </a:cubicBezTo>
                <a:lnTo>
                  <a:pt x="0" y="157988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Editable vector"/>
          <p:cNvSpPr/>
          <p:nvPr/>
        </p:nvSpPr>
        <p:spPr>
          <a:xfrm>
            <a:off x="802830" y="5596648"/>
            <a:ext cx="2340038" cy="685800"/>
          </a:xfrm>
          <a:custGeom>
            <a:avLst/>
            <a:gdLst/>
            <a:ahLst/>
            <a:cxnLst/>
            <a:rect l="0" t="0" r="r" b="b"/>
            <a:pathLst>
              <a:path w="2340039" h="685800" fill="norm" stroke="0" extrusionOk="0">
                <a:moveTo>
                  <a:pt x="0" y="0"/>
                </a:moveTo>
                <a:lnTo>
                  <a:pt x="1997139" y="0"/>
                </a:lnTo>
                <a:lnTo>
                  <a:pt x="2340039" y="342900"/>
                </a:lnTo>
                <a:lnTo>
                  <a:pt x="1997139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002A86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Editable vector"/>
          <p:cNvSpPr/>
          <p:nvPr/>
        </p:nvSpPr>
        <p:spPr>
          <a:xfrm>
            <a:off x="2921761" y="5596648"/>
            <a:ext cx="2339975" cy="685800"/>
          </a:xfrm>
          <a:custGeom>
            <a:avLst/>
            <a:gdLst/>
            <a:ahLst/>
            <a:cxnLst/>
            <a:rect l="0" t="0" r="r" b="b"/>
            <a:pathLst>
              <a:path w="2339975" h="685800" fill="norm" stroke="0" extrusionOk="0">
                <a:moveTo>
                  <a:pt x="0" y="0"/>
                </a:moveTo>
                <a:lnTo>
                  <a:pt x="1997075" y="0"/>
                </a:lnTo>
                <a:lnTo>
                  <a:pt x="2339975" y="342900"/>
                </a:lnTo>
                <a:lnTo>
                  <a:pt x="1997075" y="685800"/>
                </a:lnTo>
                <a:lnTo>
                  <a:pt x="0" y="685800"/>
                </a:lnTo>
                <a:lnTo>
                  <a:pt x="34290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002A86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Editable vector"/>
          <p:cNvSpPr/>
          <p:nvPr/>
        </p:nvSpPr>
        <p:spPr>
          <a:xfrm>
            <a:off x="3336671" y="6084328"/>
            <a:ext cx="920495" cy="9144"/>
          </a:xfrm>
          <a:custGeom>
            <a:avLst/>
            <a:gdLst/>
            <a:ahLst/>
            <a:cxnLst/>
            <a:rect l="0" t="0" r="r" b="b"/>
            <a:pathLst>
              <a:path w="920496" h="9144" fill="norm" stroke="0" extrusionOk="0">
                <a:moveTo>
                  <a:pt x="0" y="0"/>
                </a:moveTo>
                <a:lnTo>
                  <a:pt x="306832" y="0"/>
                </a:lnTo>
                <a:lnTo>
                  <a:pt x="613664" y="0"/>
                </a:lnTo>
                <a:lnTo>
                  <a:pt x="920496" y="0"/>
                </a:lnTo>
                <a:lnTo>
                  <a:pt x="920496" y="9144"/>
                </a:lnTo>
                <a:lnTo>
                  <a:pt x="613664" y="9144"/>
                </a:lnTo>
                <a:lnTo>
                  <a:pt x="306832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Editable vector"/>
          <p:cNvSpPr/>
          <p:nvPr/>
        </p:nvSpPr>
        <p:spPr>
          <a:xfrm>
            <a:off x="5040629" y="5596648"/>
            <a:ext cx="2339975" cy="685800"/>
          </a:xfrm>
          <a:custGeom>
            <a:avLst/>
            <a:gdLst/>
            <a:ahLst/>
            <a:cxnLst/>
            <a:rect l="0" t="0" r="r" b="b"/>
            <a:pathLst>
              <a:path w="2339975" h="685800" fill="norm" stroke="0" extrusionOk="0">
                <a:moveTo>
                  <a:pt x="0" y="0"/>
                </a:moveTo>
                <a:lnTo>
                  <a:pt x="1997075" y="0"/>
                </a:lnTo>
                <a:lnTo>
                  <a:pt x="2339975" y="342900"/>
                </a:lnTo>
                <a:lnTo>
                  <a:pt x="1997075" y="685800"/>
                </a:lnTo>
                <a:lnTo>
                  <a:pt x="0" y="685800"/>
                </a:lnTo>
                <a:lnTo>
                  <a:pt x="34290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002A86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Editable vector"/>
          <p:cNvSpPr/>
          <p:nvPr/>
        </p:nvSpPr>
        <p:spPr>
          <a:xfrm>
            <a:off x="7159497" y="5596648"/>
            <a:ext cx="2339975" cy="685800"/>
          </a:xfrm>
          <a:custGeom>
            <a:avLst/>
            <a:gdLst/>
            <a:ahLst/>
            <a:cxnLst/>
            <a:rect l="0" t="0" r="r" b="b"/>
            <a:pathLst>
              <a:path w="2339975" h="685800" fill="norm" stroke="0" extrusionOk="0">
                <a:moveTo>
                  <a:pt x="0" y="0"/>
                </a:moveTo>
                <a:lnTo>
                  <a:pt x="1997075" y="0"/>
                </a:lnTo>
                <a:lnTo>
                  <a:pt x="2339975" y="342900"/>
                </a:lnTo>
                <a:lnTo>
                  <a:pt x="1997075" y="685800"/>
                </a:lnTo>
                <a:lnTo>
                  <a:pt x="0" y="685800"/>
                </a:lnTo>
                <a:lnTo>
                  <a:pt x="34290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002A86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Editable vector"/>
          <p:cNvSpPr/>
          <p:nvPr/>
        </p:nvSpPr>
        <p:spPr>
          <a:xfrm>
            <a:off x="9278366" y="5596648"/>
            <a:ext cx="2339975" cy="685800"/>
          </a:xfrm>
          <a:custGeom>
            <a:avLst/>
            <a:gdLst/>
            <a:ahLst/>
            <a:cxnLst/>
            <a:rect l="0" t="0" r="r" b="b"/>
            <a:pathLst>
              <a:path w="2339975" h="685800" fill="norm" stroke="0" extrusionOk="0">
                <a:moveTo>
                  <a:pt x="0" y="0"/>
                </a:moveTo>
                <a:lnTo>
                  <a:pt x="1997075" y="0"/>
                </a:lnTo>
                <a:lnTo>
                  <a:pt x="2339975" y="342900"/>
                </a:lnTo>
                <a:lnTo>
                  <a:pt x="1997075" y="685800"/>
                </a:lnTo>
                <a:lnTo>
                  <a:pt x="0" y="685800"/>
                </a:lnTo>
                <a:lnTo>
                  <a:pt x="34290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002A86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Editable vector"/>
          <p:cNvSpPr/>
          <p:nvPr/>
        </p:nvSpPr>
        <p:spPr>
          <a:xfrm>
            <a:off x="1677416" y="5453507"/>
            <a:ext cx="12" cy="171945"/>
          </a:xfrm>
          <a:custGeom>
            <a:avLst/>
            <a:gdLst/>
            <a:ahLst/>
            <a:cxnLst/>
            <a:rect l="0" t="0" r="r" b="b"/>
            <a:pathLst>
              <a:path w="13" h="171945" fill="none" stroke="1" extrusionOk="0">
                <a:moveTo>
                  <a:pt x="0" y="0"/>
                </a:moveTo>
                <a:lnTo>
                  <a:pt x="0" y="171945"/>
                </a:lnTo>
              </a:path>
            </a:pathLst>
          </a:custGeom>
          <a:noFill/>
          <a:ln w="12700" cap="flat">
            <a:solidFill>
              <a:srgbClr val="C8D8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Editable vector"/>
          <p:cNvSpPr/>
          <p:nvPr/>
        </p:nvSpPr>
        <p:spPr>
          <a:xfrm>
            <a:off x="1604263" y="5310251"/>
            <a:ext cx="146303" cy="146303"/>
          </a:xfrm>
          <a:custGeom>
            <a:avLst/>
            <a:gdLst/>
            <a:ahLst/>
            <a:cxnLst/>
            <a:rect l="0" t="0" r="r" b="b"/>
            <a:pathLst>
              <a:path w="146304" h="146304" fill="norm" stroke="1" extrusionOk="0">
                <a:moveTo>
                  <a:pt x="0" y="73152"/>
                </a:moveTo>
                <a:cubicBezTo>
                  <a:pt x="0" y="32639"/>
                  <a:pt x="32766" y="0"/>
                  <a:pt x="73152" y="0"/>
                </a:cubicBezTo>
                <a:cubicBezTo>
                  <a:pt x="113538" y="0"/>
                  <a:pt x="146304" y="32639"/>
                  <a:pt x="146304" y="73152"/>
                </a:cubicBezTo>
                <a:cubicBezTo>
                  <a:pt x="146304" y="113538"/>
                  <a:pt x="113538" y="146304"/>
                  <a:pt x="73152" y="146304"/>
                </a:cubicBezTo>
                <a:cubicBezTo>
                  <a:pt x="32766" y="146304"/>
                  <a:pt x="0" y="113538"/>
                  <a:pt x="0" y="73152"/>
                </a:cubicBezTo>
                <a:close/>
              </a:path>
            </a:pathLst>
          </a:custGeom>
          <a:solidFill>
            <a:srgbClr val="1B90FF"/>
          </a:solidFill>
          <a:ln w="12700" cap="flat">
            <a:solidFill>
              <a:srgbClr val="1B90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Editable vector"/>
          <p:cNvSpPr/>
          <p:nvPr/>
        </p:nvSpPr>
        <p:spPr>
          <a:xfrm>
            <a:off x="3999357" y="5453507"/>
            <a:ext cx="12" cy="171945"/>
          </a:xfrm>
          <a:custGeom>
            <a:avLst/>
            <a:gdLst/>
            <a:ahLst/>
            <a:cxnLst/>
            <a:rect l="0" t="0" r="r" b="b"/>
            <a:pathLst>
              <a:path w="13" h="171945" fill="none" stroke="1" extrusionOk="0">
                <a:moveTo>
                  <a:pt x="0" y="0"/>
                </a:moveTo>
                <a:lnTo>
                  <a:pt x="0" y="171945"/>
                </a:lnTo>
              </a:path>
            </a:pathLst>
          </a:custGeom>
          <a:noFill/>
          <a:ln w="12700" cap="flat">
            <a:solidFill>
              <a:srgbClr val="C8D8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Editable vector"/>
          <p:cNvSpPr/>
          <p:nvPr/>
        </p:nvSpPr>
        <p:spPr>
          <a:xfrm>
            <a:off x="3926204" y="5310251"/>
            <a:ext cx="146304" cy="146303"/>
          </a:xfrm>
          <a:custGeom>
            <a:avLst/>
            <a:gdLst/>
            <a:ahLst/>
            <a:cxnLst/>
            <a:rect l="0" t="0" r="r" b="b"/>
            <a:pathLst>
              <a:path w="146304" h="146304" fill="norm" stroke="1" extrusionOk="0">
                <a:moveTo>
                  <a:pt x="0" y="73152"/>
                </a:moveTo>
                <a:cubicBezTo>
                  <a:pt x="0" y="32639"/>
                  <a:pt x="32766" y="0"/>
                  <a:pt x="73152" y="0"/>
                </a:cubicBezTo>
                <a:cubicBezTo>
                  <a:pt x="113538" y="0"/>
                  <a:pt x="146304" y="32639"/>
                  <a:pt x="146304" y="73152"/>
                </a:cubicBezTo>
                <a:cubicBezTo>
                  <a:pt x="146304" y="113538"/>
                  <a:pt x="113538" y="146304"/>
                  <a:pt x="73152" y="146304"/>
                </a:cubicBezTo>
                <a:cubicBezTo>
                  <a:pt x="32766" y="146304"/>
                  <a:pt x="0" y="113538"/>
                  <a:pt x="0" y="73152"/>
                </a:cubicBezTo>
                <a:close/>
              </a:path>
            </a:pathLst>
          </a:custGeom>
          <a:solidFill>
            <a:srgbClr val="1B90FF"/>
          </a:solidFill>
          <a:ln w="12700" cap="flat">
            <a:solidFill>
              <a:srgbClr val="1B90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Editable vector"/>
          <p:cNvSpPr/>
          <p:nvPr/>
        </p:nvSpPr>
        <p:spPr>
          <a:xfrm>
            <a:off x="6249796" y="5453507"/>
            <a:ext cx="12" cy="171945"/>
          </a:xfrm>
          <a:custGeom>
            <a:avLst/>
            <a:gdLst/>
            <a:ahLst/>
            <a:cxnLst/>
            <a:rect l="0" t="0" r="r" b="b"/>
            <a:pathLst>
              <a:path w="13" h="171945" fill="none" stroke="1" extrusionOk="0">
                <a:moveTo>
                  <a:pt x="0" y="0"/>
                </a:moveTo>
                <a:lnTo>
                  <a:pt x="0" y="171945"/>
                </a:lnTo>
              </a:path>
            </a:pathLst>
          </a:custGeom>
          <a:noFill/>
          <a:ln w="12700" cap="flat">
            <a:solidFill>
              <a:srgbClr val="C8D8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Editable vector"/>
          <p:cNvSpPr/>
          <p:nvPr/>
        </p:nvSpPr>
        <p:spPr>
          <a:xfrm>
            <a:off x="6176645" y="5310251"/>
            <a:ext cx="146303" cy="146303"/>
          </a:xfrm>
          <a:custGeom>
            <a:avLst/>
            <a:gdLst/>
            <a:ahLst/>
            <a:cxnLst/>
            <a:rect l="0" t="0" r="r" b="b"/>
            <a:pathLst>
              <a:path w="146304" h="146304" fill="norm" stroke="1" extrusionOk="0">
                <a:moveTo>
                  <a:pt x="0" y="73152"/>
                </a:moveTo>
                <a:cubicBezTo>
                  <a:pt x="0" y="32639"/>
                  <a:pt x="32766" y="0"/>
                  <a:pt x="73152" y="0"/>
                </a:cubicBezTo>
                <a:cubicBezTo>
                  <a:pt x="113538" y="0"/>
                  <a:pt x="146304" y="32639"/>
                  <a:pt x="146304" y="73152"/>
                </a:cubicBezTo>
                <a:cubicBezTo>
                  <a:pt x="146304" y="113538"/>
                  <a:pt x="113538" y="146304"/>
                  <a:pt x="73152" y="146304"/>
                </a:cubicBezTo>
                <a:cubicBezTo>
                  <a:pt x="32766" y="146304"/>
                  <a:pt x="0" y="113538"/>
                  <a:pt x="0" y="73152"/>
                </a:cubicBezTo>
                <a:close/>
              </a:path>
            </a:pathLst>
          </a:custGeom>
          <a:solidFill>
            <a:srgbClr val="1B90FF"/>
          </a:solidFill>
          <a:ln w="12700" cap="flat">
            <a:solidFill>
              <a:srgbClr val="1B90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Editable vector"/>
          <p:cNvSpPr/>
          <p:nvPr/>
        </p:nvSpPr>
        <p:spPr>
          <a:xfrm>
            <a:off x="8335898" y="5448553"/>
            <a:ext cx="12" cy="171869"/>
          </a:xfrm>
          <a:custGeom>
            <a:avLst/>
            <a:gdLst/>
            <a:ahLst/>
            <a:cxnLst/>
            <a:rect l="0" t="0" r="r" b="b"/>
            <a:pathLst>
              <a:path w="13" h="171869" fill="none" stroke="1" extrusionOk="0">
                <a:moveTo>
                  <a:pt x="0" y="0"/>
                </a:moveTo>
                <a:lnTo>
                  <a:pt x="0" y="171869"/>
                </a:lnTo>
              </a:path>
            </a:pathLst>
          </a:custGeom>
          <a:noFill/>
          <a:ln w="12700" cap="flat">
            <a:solidFill>
              <a:srgbClr val="C8D8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Editable vector"/>
          <p:cNvSpPr/>
          <p:nvPr/>
        </p:nvSpPr>
        <p:spPr>
          <a:xfrm>
            <a:off x="8262746" y="5310251"/>
            <a:ext cx="146304" cy="146303"/>
          </a:xfrm>
          <a:custGeom>
            <a:avLst/>
            <a:gdLst/>
            <a:ahLst/>
            <a:cxnLst/>
            <a:rect l="0" t="0" r="r" b="b"/>
            <a:pathLst>
              <a:path w="146304" h="146304" fill="norm" stroke="1" extrusionOk="0">
                <a:moveTo>
                  <a:pt x="0" y="73152"/>
                </a:moveTo>
                <a:cubicBezTo>
                  <a:pt x="0" y="32639"/>
                  <a:pt x="32766" y="0"/>
                  <a:pt x="73152" y="0"/>
                </a:cubicBezTo>
                <a:cubicBezTo>
                  <a:pt x="113538" y="0"/>
                  <a:pt x="146304" y="32639"/>
                  <a:pt x="146304" y="73152"/>
                </a:cubicBezTo>
                <a:cubicBezTo>
                  <a:pt x="146304" y="113538"/>
                  <a:pt x="113538" y="146304"/>
                  <a:pt x="73152" y="146304"/>
                </a:cubicBezTo>
                <a:cubicBezTo>
                  <a:pt x="32766" y="146304"/>
                  <a:pt x="0" y="113538"/>
                  <a:pt x="0" y="73152"/>
                </a:cubicBezTo>
                <a:close/>
              </a:path>
            </a:pathLst>
          </a:custGeom>
          <a:solidFill>
            <a:srgbClr val="1B90FF"/>
          </a:solidFill>
          <a:ln w="12700" cap="flat">
            <a:solidFill>
              <a:srgbClr val="1B90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Editable vector"/>
          <p:cNvSpPr/>
          <p:nvPr/>
        </p:nvSpPr>
        <p:spPr>
          <a:xfrm>
            <a:off x="10437494" y="5456935"/>
            <a:ext cx="12" cy="171843"/>
          </a:xfrm>
          <a:custGeom>
            <a:avLst/>
            <a:gdLst/>
            <a:ahLst/>
            <a:cxnLst/>
            <a:rect l="0" t="0" r="r" b="b"/>
            <a:pathLst>
              <a:path w="13" h="171844" fill="none" stroke="1" extrusionOk="0">
                <a:moveTo>
                  <a:pt x="0" y="0"/>
                </a:moveTo>
                <a:lnTo>
                  <a:pt x="0" y="171844"/>
                </a:lnTo>
              </a:path>
            </a:pathLst>
          </a:custGeom>
          <a:noFill/>
          <a:ln w="12700" cap="flat">
            <a:solidFill>
              <a:srgbClr val="C8D8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Editable vector"/>
          <p:cNvSpPr/>
          <p:nvPr/>
        </p:nvSpPr>
        <p:spPr>
          <a:xfrm>
            <a:off x="10364343" y="5310251"/>
            <a:ext cx="146303" cy="146303"/>
          </a:xfrm>
          <a:custGeom>
            <a:avLst/>
            <a:gdLst/>
            <a:ahLst/>
            <a:cxnLst/>
            <a:rect l="0" t="0" r="r" b="b"/>
            <a:pathLst>
              <a:path w="146303" h="146304" fill="norm" stroke="1" extrusionOk="0">
                <a:moveTo>
                  <a:pt x="0" y="73152"/>
                </a:moveTo>
                <a:cubicBezTo>
                  <a:pt x="0" y="32639"/>
                  <a:pt x="32638" y="0"/>
                  <a:pt x="73151" y="0"/>
                </a:cubicBezTo>
                <a:cubicBezTo>
                  <a:pt x="113538" y="0"/>
                  <a:pt x="146303" y="32639"/>
                  <a:pt x="146303" y="73152"/>
                </a:cubicBezTo>
                <a:cubicBezTo>
                  <a:pt x="146303" y="113538"/>
                  <a:pt x="113538" y="146304"/>
                  <a:pt x="73151" y="146304"/>
                </a:cubicBezTo>
                <a:cubicBezTo>
                  <a:pt x="32638" y="146304"/>
                  <a:pt x="0" y="113538"/>
                  <a:pt x="0" y="73152"/>
                </a:cubicBezTo>
                <a:close/>
              </a:path>
            </a:pathLst>
          </a:custGeom>
          <a:solidFill>
            <a:srgbClr val="00488D"/>
          </a:solidFill>
          <a:ln w="12700" cap="flat">
            <a:solidFill>
              <a:srgbClr val="00488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Editable text — 33"/>
          <p:cNvSpPr txBox="1"/>
          <p:nvPr/>
        </p:nvSpPr>
        <p:spPr>
          <a:xfrm>
            <a:off x="11568938" y="6546075"/>
            <a:ext cx="185839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38">
                <a:solidFill>
                  <a:srgbClr val="000000"/>
                </a:solidFill>
                <a:latin typeface="Arial"/>
              </a:rPr>
              <a:t>33</a:t>
            </a:r>
          </a:p>
        </p:txBody>
      </p:sp>
      <p:sp>
        <p:nvSpPr>
          <p:cNvPr id="10" name="Editable text — The Partner Agent Race to SAP TechEd 2026"/>
          <p:cNvSpPr txBox="1"/>
          <p:nvPr/>
        </p:nvSpPr>
        <p:spPr>
          <a:xfrm>
            <a:off x="2063495" y="223060"/>
            <a:ext cx="8271053" cy="6484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3204" b="1" i="0" spc="-75">
                <a:solidFill>
                  <a:srgbClr val="002A86"/>
                </a:solidFill>
                <a:latin typeface="Arial"/>
              </a:rPr>
              <a:t>The Partner Agent Race to</a:t>
            </a:r>
            <a:r>
              <a:rPr sz="3204" b="1" i="0" spc="-117">
                <a:solidFill>
                  <a:srgbClr val="3A4F7D"/>
                </a:solidFill>
                <a:latin typeface="Arial"/>
                <a:hlinkClick r:id="rId4"/>
              </a:rPr>
              <a:t> SAP TechEd 2026</a:t>
            </a:r>
          </a:p>
        </p:txBody>
      </p:sp>
      <p:sp>
        <p:nvSpPr>
          <p:cNvPr id="12" name="Editable text — Drive adoption of partner SAP Business AI Platform-built age"/>
          <p:cNvSpPr txBox="1"/>
          <p:nvPr/>
        </p:nvSpPr>
        <p:spPr>
          <a:xfrm>
            <a:off x="2063495" y="695119"/>
            <a:ext cx="8661764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14">
                <a:solidFill>
                  <a:srgbClr val="002A86"/>
                </a:solidFill>
                <a:latin typeface="Arial"/>
              </a:rPr>
              <a:t>Drive adoption of partner SAP Business AI Platform-built agents and prominently showcase winners at TechEd </a:t>
            </a:r>
          </a:p>
        </p:txBody>
      </p:sp>
      <p:sp>
        <p:nvSpPr>
          <p:cNvPr id="15" name="Editable text — •"/>
          <p:cNvSpPr txBox="1"/>
          <p:nvPr/>
        </p:nvSpPr>
        <p:spPr>
          <a:xfrm>
            <a:off x="4317746" y="3182274"/>
            <a:ext cx="117906" cy="27127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23" b="0" i="0">
                <a:solidFill>
                  <a:srgbClr val="89D1FF"/>
                </a:solidFill>
                <a:latin typeface="Arial"/>
              </a:rPr>
              <a:t>•</a:t>
            </a:r>
          </a:p>
        </p:txBody>
      </p:sp>
      <p:sp>
        <p:nvSpPr>
          <p:cNvPr id="16" name="Editable text — Agents need to be live in the productive customer environmen"/>
          <p:cNvSpPr txBox="1"/>
          <p:nvPr/>
        </p:nvSpPr>
        <p:spPr>
          <a:xfrm>
            <a:off x="4497578" y="3182274"/>
            <a:ext cx="5777760" cy="27127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23" b="0" i="0" spc="-11">
                <a:solidFill>
                  <a:srgbClr val="002A86"/>
                </a:solidFill>
                <a:latin typeface="Arial"/>
              </a:rPr>
              <a:t>Agents need to be live in the productive customer environment (PoCs not applicable)</a:t>
            </a:r>
          </a:p>
        </p:txBody>
      </p:sp>
      <p:sp>
        <p:nvSpPr>
          <p:cNvPr id="17" name="Editable text — •"/>
          <p:cNvSpPr txBox="1"/>
          <p:nvPr/>
        </p:nvSpPr>
        <p:spPr>
          <a:xfrm>
            <a:off x="4317746" y="3426114"/>
            <a:ext cx="117906" cy="27127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23" b="0" i="0">
                <a:solidFill>
                  <a:srgbClr val="89D1FF"/>
                </a:solidFill>
                <a:latin typeface="Arial"/>
              </a:rPr>
              <a:t>•</a:t>
            </a:r>
          </a:p>
        </p:txBody>
      </p:sp>
      <p:sp>
        <p:nvSpPr>
          <p:cNvPr id="18" name="Editable text — Agents need to be built on SAP Business AI Platform (using J"/>
          <p:cNvSpPr txBox="1"/>
          <p:nvPr/>
        </p:nvSpPr>
        <p:spPr>
          <a:xfrm>
            <a:off x="4497578" y="3426114"/>
            <a:ext cx="7147577" cy="27127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23" b="0" i="0" spc="-28">
                <a:solidFill>
                  <a:srgbClr val="002A86"/>
                </a:solidFill>
                <a:latin typeface="Arial"/>
              </a:rPr>
              <a:t>Agents need to be built on SAP Business AI Platform (using Joule Studio, SAP Build, Cloud SDK or AI Core)</a:t>
            </a:r>
          </a:p>
        </p:txBody>
      </p:sp>
      <p:sp>
        <p:nvSpPr>
          <p:cNvPr id="19" name="Editable text — •"/>
          <p:cNvSpPr txBox="1"/>
          <p:nvPr/>
        </p:nvSpPr>
        <p:spPr>
          <a:xfrm>
            <a:off x="4317746" y="3671478"/>
            <a:ext cx="117906" cy="27127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23" b="0" i="0">
                <a:solidFill>
                  <a:srgbClr val="89D1FF"/>
                </a:solidFill>
                <a:latin typeface="Arial"/>
              </a:rPr>
              <a:t>•</a:t>
            </a:r>
          </a:p>
        </p:txBody>
      </p:sp>
      <p:sp>
        <p:nvSpPr>
          <p:cNvPr id="20" name="Editable text — Demo of live agents needs to be available and shared (to pro"/>
          <p:cNvSpPr txBox="1"/>
          <p:nvPr/>
        </p:nvSpPr>
        <p:spPr>
          <a:xfrm>
            <a:off x="4497578" y="3671478"/>
            <a:ext cx="6278309" cy="27127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23" b="0" i="0" spc="-15">
                <a:solidFill>
                  <a:srgbClr val="002A86"/>
                </a:solidFill>
                <a:latin typeface="Arial"/>
              </a:rPr>
              <a:t>Demo of live agents needs to be available and shared (to prove autonomous agent behavior)</a:t>
            </a:r>
          </a:p>
        </p:txBody>
      </p:sp>
      <p:sp>
        <p:nvSpPr>
          <p:cNvPr id="21" name="Editable text — •"/>
          <p:cNvSpPr txBox="1"/>
          <p:nvPr/>
        </p:nvSpPr>
        <p:spPr>
          <a:xfrm>
            <a:off x="4317746" y="3915572"/>
            <a:ext cx="117906" cy="27127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23" b="0" i="0">
                <a:solidFill>
                  <a:srgbClr val="89D1FF"/>
                </a:solidFill>
                <a:latin typeface="Arial"/>
              </a:rPr>
              <a:t>•</a:t>
            </a:r>
          </a:p>
        </p:txBody>
      </p:sp>
      <p:sp>
        <p:nvSpPr>
          <p:cNvPr id="22" name="Editable text — Out of scope: "/>
          <p:cNvSpPr txBox="1"/>
          <p:nvPr/>
        </p:nvSpPr>
        <p:spPr>
          <a:xfrm>
            <a:off x="4497578" y="3915572"/>
            <a:ext cx="1003027" cy="27127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23" b="0" i="0" spc="-17">
                <a:solidFill>
                  <a:srgbClr val="002A86"/>
                </a:solidFill>
                <a:latin typeface="Arial"/>
              </a:rPr>
              <a:t>Out of scope: </a:t>
            </a:r>
          </a:p>
        </p:txBody>
      </p:sp>
      <p:sp>
        <p:nvSpPr>
          <p:cNvPr id="24" name="Editable text — • Agents that integrate exclusively via direct APIs or BTP I"/>
          <p:cNvSpPr txBox="1"/>
          <p:nvPr/>
        </p:nvSpPr>
        <p:spPr>
          <a:xfrm>
            <a:off x="4774946" y="4159412"/>
            <a:ext cx="5089568" cy="27127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23" b="0" i="0">
                <a:solidFill>
                  <a:srgbClr val="89D1FF"/>
                </a:solidFill>
                <a:latin typeface="Arial"/>
              </a:rPr>
              <a:t>•</a:t>
            </a:r>
            <a:r>
              <a:rPr sz="1223" b="0" i="0" spc="-29">
                <a:solidFill>
                  <a:srgbClr val="002A86"/>
                </a:solidFill>
                <a:latin typeface="Arial"/>
              </a:rPr>
              <a:t> Agents that integrate exclusively via direct APIs or BTP Integration Services</a:t>
            </a:r>
          </a:p>
        </p:txBody>
      </p:sp>
      <p:sp>
        <p:nvSpPr>
          <p:cNvPr id="25" name="Editable text — • Not considered as an agent: only generates text (LLM wrapp"/>
          <p:cNvSpPr txBox="1"/>
          <p:nvPr/>
        </p:nvSpPr>
        <p:spPr>
          <a:xfrm>
            <a:off x="4774946" y="4403252"/>
            <a:ext cx="6627571" cy="27127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23" b="0" i="0">
                <a:solidFill>
                  <a:srgbClr val="89D1FF"/>
                </a:solidFill>
                <a:latin typeface="Arial"/>
              </a:rPr>
              <a:t>•</a:t>
            </a:r>
            <a:r>
              <a:rPr sz="1223" b="0" i="0" spc="-18">
                <a:solidFill>
                  <a:srgbClr val="002A86"/>
                </a:solidFill>
                <a:latin typeface="Arial"/>
              </a:rPr>
              <a:t> Not considered as an agent: only generates text (LLM wrapper) / cannot act beyond conversation</a:t>
            </a:r>
          </a:p>
        </p:txBody>
      </p:sp>
      <p:sp>
        <p:nvSpPr>
          <p:cNvPr id="28" name="Editable text — Showcase at TechEd"/>
          <p:cNvSpPr txBox="1"/>
          <p:nvPr/>
        </p:nvSpPr>
        <p:spPr>
          <a:xfrm>
            <a:off x="4317746" y="1597314"/>
            <a:ext cx="1542277" cy="27127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23" b="1" i="0" spc="-31">
                <a:solidFill>
                  <a:srgbClr val="002A86"/>
                </a:solidFill>
                <a:latin typeface="Arial"/>
              </a:rPr>
              <a:t>Showcase at TechEd</a:t>
            </a:r>
          </a:p>
        </p:txBody>
      </p:sp>
      <p:sp>
        <p:nvSpPr>
          <p:cNvPr id="29" name="Editable text — •"/>
          <p:cNvSpPr txBox="1"/>
          <p:nvPr/>
        </p:nvSpPr>
        <p:spPr>
          <a:xfrm>
            <a:off x="4317746" y="1865157"/>
            <a:ext cx="117906" cy="27127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23" b="0" i="0">
                <a:solidFill>
                  <a:srgbClr val="89D1FF"/>
                </a:solidFill>
                <a:latin typeface="Arial"/>
              </a:rPr>
              <a:t>•</a:t>
            </a:r>
          </a:p>
        </p:txBody>
      </p:sp>
      <p:sp>
        <p:nvSpPr>
          <p:cNvPr id="30" name="Editable text — Partners with 10+ custom-built agents adopted "/>
          <p:cNvSpPr txBox="1"/>
          <p:nvPr/>
        </p:nvSpPr>
        <p:spPr>
          <a:xfrm>
            <a:off x="4499102" y="1865157"/>
            <a:ext cx="3202965" cy="27127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23" b="0" i="0" spc="-20">
                <a:solidFill>
                  <a:srgbClr val="002A86"/>
                </a:solidFill>
                <a:latin typeface="Arial"/>
              </a:rPr>
              <a:t>Partners with 10+ custom-built agents adopted </a:t>
            </a:r>
          </a:p>
        </p:txBody>
      </p:sp>
      <p:sp>
        <p:nvSpPr>
          <p:cNvPr id="31" name="Editable text — by customers featured at SAP TechEd 2026"/>
          <p:cNvSpPr txBox="1"/>
          <p:nvPr/>
        </p:nvSpPr>
        <p:spPr>
          <a:xfrm>
            <a:off x="4499102" y="2032797"/>
            <a:ext cx="2928746" cy="27127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23" b="0" i="0" spc="-34">
                <a:solidFill>
                  <a:srgbClr val="002A86"/>
                </a:solidFill>
                <a:latin typeface="Arial"/>
              </a:rPr>
              <a:t>by customers featured at SAP TechEd 2026</a:t>
            </a:r>
          </a:p>
        </p:txBody>
      </p:sp>
      <p:sp>
        <p:nvSpPr>
          <p:cNvPr id="32" name="Editable text — •"/>
          <p:cNvSpPr txBox="1"/>
          <p:nvPr/>
        </p:nvSpPr>
        <p:spPr>
          <a:xfrm>
            <a:off x="4317746" y="2276506"/>
            <a:ext cx="118547" cy="27401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38" b="0" i="0">
                <a:solidFill>
                  <a:srgbClr val="89D1FF"/>
                </a:solidFill>
                <a:latin typeface="Arial"/>
                <a:hlinkClick r:id="rId7"/>
              </a:rPr>
              <a:t>•</a:t>
            </a:r>
          </a:p>
        </p:txBody>
      </p:sp>
      <p:sp>
        <p:nvSpPr>
          <p:cNvPr id="33" name="Editable text — More Information / Register here"/>
          <p:cNvSpPr txBox="1"/>
          <p:nvPr/>
        </p:nvSpPr>
        <p:spPr>
          <a:xfrm>
            <a:off x="4499102" y="2276506"/>
            <a:ext cx="2312766" cy="27401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38" b="0" i="0" spc="-2">
                <a:solidFill>
                  <a:srgbClr val="467886"/>
                </a:solidFill>
                <a:latin typeface="Arial"/>
                <a:hlinkClick r:id="rId7"/>
              </a:rPr>
              <a:t>More Information </a:t>
            </a:r>
            <a:r>
              <a:rPr sz="1238" b="0" i="0" spc="4">
                <a:solidFill>
                  <a:srgbClr val="0070F2"/>
                </a:solidFill>
                <a:latin typeface="Arial"/>
              </a:rPr>
              <a:t>/ </a:t>
            </a:r>
            <a:r>
              <a:rPr sz="1238" b="0" i="0" spc="-4">
                <a:solidFill>
                  <a:srgbClr val="467886"/>
                </a:solidFill>
                <a:latin typeface="Arial"/>
                <a:hlinkClick r:id="rId8"/>
              </a:rPr>
              <a:t>Register here</a:t>
            </a:r>
          </a:p>
        </p:txBody>
      </p:sp>
      <p:sp>
        <p:nvSpPr>
          <p:cNvPr id="36" name="Editable text — Requirements"/>
          <p:cNvSpPr txBox="1"/>
          <p:nvPr/>
        </p:nvSpPr>
        <p:spPr>
          <a:xfrm>
            <a:off x="4317746" y="2920781"/>
            <a:ext cx="1077020" cy="27127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23" b="1" i="0" spc="-17">
                <a:solidFill>
                  <a:srgbClr val="002A86"/>
                </a:solidFill>
                <a:latin typeface="Arial"/>
              </a:rPr>
              <a:t>Requirements</a:t>
            </a:r>
          </a:p>
        </p:txBody>
      </p:sp>
      <p:sp>
        <p:nvSpPr>
          <p:cNvPr id="43" name="Editable text — Program Flow / Timeline"/>
          <p:cNvSpPr txBox="1"/>
          <p:nvPr/>
        </p:nvSpPr>
        <p:spPr>
          <a:xfrm>
            <a:off x="827532" y="5097653"/>
            <a:ext cx="1777847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-17">
                <a:solidFill>
                  <a:srgbClr val="002A86"/>
                </a:solidFill>
                <a:latin typeface="Arial"/>
              </a:rPr>
              <a:t>Program Flow / Timeline</a:t>
            </a:r>
          </a:p>
        </p:txBody>
      </p:sp>
      <p:sp>
        <p:nvSpPr>
          <p:cNvPr id="45" name="Editable text — Partner Outreach"/>
          <p:cNvSpPr txBox="1"/>
          <p:nvPr/>
        </p:nvSpPr>
        <p:spPr>
          <a:xfrm>
            <a:off x="894283" y="5652645"/>
            <a:ext cx="1126791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16">
                <a:solidFill>
                  <a:srgbClr val="FFFFFF"/>
                </a:solidFill>
                <a:latin typeface="Arial"/>
              </a:rPr>
              <a:t>Partner Outreach</a:t>
            </a:r>
          </a:p>
        </p:txBody>
      </p:sp>
      <p:sp>
        <p:nvSpPr>
          <p:cNvPr id="46" name="Editable text — Activate target partners via PES "/>
          <p:cNvSpPr txBox="1"/>
          <p:nvPr/>
        </p:nvSpPr>
        <p:spPr>
          <a:xfrm>
            <a:off x="894283" y="5805045"/>
            <a:ext cx="1840683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12">
                <a:solidFill>
                  <a:srgbClr val="FFFFFF"/>
                </a:solidFill>
                <a:latin typeface="Arial"/>
              </a:rPr>
              <a:t>Activate target partners via PES </a:t>
            </a:r>
          </a:p>
        </p:txBody>
      </p:sp>
      <p:sp>
        <p:nvSpPr>
          <p:cNvPr id="47" name="Editable text — and communication campaigns"/>
          <p:cNvSpPr txBox="1"/>
          <p:nvPr/>
        </p:nvSpPr>
        <p:spPr>
          <a:xfrm>
            <a:off x="894283" y="5957445"/>
            <a:ext cx="1803436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1">
                <a:solidFill>
                  <a:srgbClr val="FFFFFF"/>
                </a:solidFill>
                <a:latin typeface="Arial"/>
              </a:rPr>
              <a:t>and communication campaigns</a:t>
            </a:r>
          </a:p>
        </p:txBody>
      </p:sp>
      <p:sp>
        <p:nvSpPr>
          <p:cNvPr id="49" name="Editable text — Partner Registration"/>
          <p:cNvSpPr txBox="1"/>
          <p:nvPr/>
        </p:nvSpPr>
        <p:spPr>
          <a:xfrm>
            <a:off x="3336925" y="5652645"/>
            <a:ext cx="1305904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11">
                <a:solidFill>
                  <a:srgbClr val="FFFFFF"/>
                </a:solidFill>
                <a:latin typeface="Arial"/>
              </a:rPr>
              <a:t>Partner Registration</a:t>
            </a:r>
          </a:p>
        </p:txBody>
      </p:sp>
      <p:sp>
        <p:nvSpPr>
          <p:cNvPr id="50" name="Editable text — Secure partner sign-up via "/>
          <p:cNvSpPr txBox="1"/>
          <p:nvPr/>
        </p:nvSpPr>
        <p:spPr>
          <a:xfrm>
            <a:off x="3336925" y="5805045"/>
            <a:ext cx="1551067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9">
                <a:solidFill>
                  <a:srgbClr val="FFFFFF"/>
                </a:solidFill>
                <a:latin typeface="Arial"/>
              </a:rPr>
              <a:t>Secure partner sign-up via </a:t>
            </a:r>
          </a:p>
        </p:txBody>
      </p:sp>
      <p:sp>
        <p:nvSpPr>
          <p:cNvPr id="51" name="Editable text — registration form"/>
          <p:cNvSpPr txBox="1"/>
          <p:nvPr/>
        </p:nvSpPr>
        <p:spPr>
          <a:xfrm>
            <a:off x="3336925" y="5957445"/>
            <a:ext cx="984599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4">
                <a:solidFill>
                  <a:srgbClr val="FFFFFF"/>
                </a:solidFill>
                <a:latin typeface="Arial"/>
                <a:hlinkClick r:id="rId8"/>
              </a:rPr>
              <a:t>registration form</a:t>
            </a:r>
          </a:p>
        </p:txBody>
      </p:sp>
      <p:sp>
        <p:nvSpPr>
          <p:cNvPr id="54" name="Editable text — Agent Submission after "/>
          <p:cNvSpPr txBox="1"/>
          <p:nvPr/>
        </p:nvSpPr>
        <p:spPr>
          <a:xfrm>
            <a:off x="5456173" y="5652645"/>
            <a:ext cx="1514236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-1">
                <a:solidFill>
                  <a:srgbClr val="FFFFFF"/>
                </a:solidFill>
                <a:latin typeface="Arial"/>
              </a:rPr>
              <a:t>Agent Submission after </a:t>
            </a:r>
          </a:p>
        </p:txBody>
      </p:sp>
      <p:sp>
        <p:nvSpPr>
          <p:cNvPr id="55" name="Editable text — Go-Live"/>
          <p:cNvSpPr txBox="1"/>
          <p:nvPr/>
        </p:nvSpPr>
        <p:spPr>
          <a:xfrm>
            <a:off x="5456173" y="5805045"/>
            <a:ext cx="535181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1">
                <a:solidFill>
                  <a:srgbClr val="FFFFFF"/>
                </a:solidFill>
                <a:latin typeface="Arial"/>
              </a:rPr>
              <a:t>Go-Live</a:t>
            </a:r>
          </a:p>
        </p:txBody>
      </p:sp>
      <p:sp>
        <p:nvSpPr>
          <p:cNvPr id="56" name="Editable text — Collect customer adopted "/>
          <p:cNvSpPr txBox="1"/>
          <p:nvPr/>
        </p:nvSpPr>
        <p:spPr>
          <a:xfrm>
            <a:off x="5456173" y="5957445"/>
            <a:ext cx="1568205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12">
                <a:solidFill>
                  <a:srgbClr val="FFFFFF"/>
                </a:solidFill>
                <a:latin typeface="Arial"/>
              </a:rPr>
              <a:t>Collect customer adopted </a:t>
            </a:r>
          </a:p>
        </p:txBody>
      </p:sp>
      <p:sp>
        <p:nvSpPr>
          <p:cNvPr id="57" name="Editable text — agents "/>
          <p:cNvSpPr txBox="1"/>
          <p:nvPr/>
        </p:nvSpPr>
        <p:spPr>
          <a:xfrm>
            <a:off x="5456173" y="6109569"/>
            <a:ext cx="466043" cy="2282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8" b="0" i="0" spc="-18">
                <a:solidFill>
                  <a:srgbClr val="FFFFFF"/>
                </a:solidFill>
                <a:latin typeface="Arial"/>
              </a:rPr>
              <a:t>agents </a:t>
            </a:r>
          </a:p>
        </p:txBody>
      </p:sp>
      <p:sp>
        <p:nvSpPr>
          <p:cNvPr id="59" name="Editable text — Agent Validation"/>
          <p:cNvSpPr txBox="1"/>
          <p:nvPr/>
        </p:nvSpPr>
        <p:spPr>
          <a:xfrm>
            <a:off x="7575550" y="5652645"/>
            <a:ext cx="1084797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12">
                <a:solidFill>
                  <a:srgbClr val="FFFFFF"/>
                </a:solidFill>
                <a:latin typeface="Arial"/>
              </a:rPr>
              <a:t>Agent Validation</a:t>
            </a:r>
          </a:p>
        </p:txBody>
      </p:sp>
      <p:sp>
        <p:nvSpPr>
          <p:cNvPr id="60" name="Editable text — Validate submitted "/>
          <p:cNvSpPr txBox="1"/>
          <p:nvPr/>
        </p:nvSpPr>
        <p:spPr>
          <a:xfrm>
            <a:off x="7575550" y="5805045"/>
            <a:ext cx="1157868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8">
                <a:solidFill>
                  <a:srgbClr val="FFFFFF"/>
                </a:solidFill>
                <a:latin typeface="Arial"/>
              </a:rPr>
              <a:t>Validate submitted </a:t>
            </a:r>
          </a:p>
        </p:txBody>
      </p:sp>
      <p:sp>
        <p:nvSpPr>
          <p:cNvPr id="61" name="Editable text — partner agents against "/>
          <p:cNvSpPr txBox="1"/>
          <p:nvPr/>
        </p:nvSpPr>
        <p:spPr>
          <a:xfrm>
            <a:off x="7575550" y="5957445"/>
            <a:ext cx="1334652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8">
                <a:solidFill>
                  <a:srgbClr val="FFFFFF"/>
                </a:solidFill>
                <a:latin typeface="Arial"/>
              </a:rPr>
              <a:t>partner agents against </a:t>
            </a:r>
          </a:p>
        </p:txBody>
      </p:sp>
      <p:sp>
        <p:nvSpPr>
          <p:cNvPr id="62" name="Editable text — program criteria "/>
          <p:cNvSpPr txBox="1"/>
          <p:nvPr/>
        </p:nvSpPr>
        <p:spPr>
          <a:xfrm>
            <a:off x="7575550" y="6109569"/>
            <a:ext cx="982679" cy="2282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8" b="0" i="0" spc="-2">
                <a:solidFill>
                  <a:srgbClr val="FFFFFF"/>
                </a:solidFill>
                <a:latin typeface="Arial"/>
              </a:rPr>
              <a:t>program criteria </a:t>
            </a:r>
          </a:p>
        </p:txBody>
      </p:sp>
      <p:sp>
        <p:nvSpPr>
          <p:cNvPr id="64" name="Editable text — Showcase @ "/>
          <p:cNvSpPr txBox="1"/>
          <p:nvPr/>
        </p:nvSpPr>
        <p:spPr>
          <a:xfrm>
            <a:off x="9979786" y="5767882"/>
            <a:ext cx="1016608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-20">
                <a:solidFill>
                  <a:srgbClr val="FFFFFF"/>
                </a:solidFill>
                <a:latin typeface="Arial"/>
              </a:rPr>
              <a:t>Showcase @ </a:t>
            </a:r>
          </a:p>
        </p:txBody>
      </p:sp>
      <p:sp>
        <p:nvSpPr>
          <p:cNvPr id="65" name="Editable text — TechEd ’26"/>
          <p:cNvSpPr txBox="1"/>
          <p:nvPr/>
        </p:nvSpPr>
        <p:spPr>
          <a:xfrm>
            <a:off x="10043794" y="5950762"/>
            <a:ext cx="853388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-13">
                <a:solidFill>
                  <a:srgbClr val="FFFFFF"/>
                </a:solidFill>
                <a:latin typeface="Arial"/>
              </a:rPr>
              <a:t>TechEd ’26</a:t>
            </a:r>
          </a:p>
        </p:txBody>
      </p:sp>
      <p:sp>
        <p:nvSpPr>
          <p:cNvPr id="68" name="Editable text — July"/>
          <p:cNvSpPr txBox="1"/>
          <p:nvPr/>
        </p:nvSpPr>
        <p:spPr>
          <a:xfrm>
            <a:off x="1276222" y="5310329"/>
            <a:ext cx="306491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-27">
                <a:solidFill>
                  <a:srgbClr val="1B90FF"/>
                </a:solidFill>
                <a:latin typeface="Arial"/>
              </a:rPr>
              <a:t>July</a:t>
            </a:r>
          </a:p>
        </p:txBody>
      </p:sp>
      <p:sp>
        <p:nvSpPr>
          <p:cNvPr id="71" name="Editable text — July"/>
          <p:cNvSpPr txBox="1"/>
          <p:nvPr/>
        </p:nvSpPr>
        <p:spPr>
          <a:xfrm>
            <a:off x="3615563" y="5310329"/>
            <a:ext cx="306490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-27">
                <a:solidFill>
                  <a:srgbClr val="1B90FF"/>
                </a:solidFill>
                <a:latin typeface="Arial"/>
              </a:rPr>
              <a:t>July</a:t>
            </a:r>
          </a:p>
        </p:txBody>
      </p:sp>
      <p:sp>
        <p:nvSpPr>
          <p:cNvPr id="74" name="Editable text — Jul-Sep"/>
          <p:cNvSpPr txBox="1"/>
          <p:nvPr/>
        </p:nvSpPr>
        <p:spPr>
          <a:xfrm>
            <a:off x="5676900" y="5310329"/>
            <a:ext cx="512159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-11">
                <a:solidFill>
                  <a:srgbClr val="1B90FF"/>
                </a:solidFill>
                <a:latin typeface="Arial"/>
              </a:rPr>
              <a:t>Jul-Sep</a:t>
            </a:r>
          </a:p>
        </p:txBody>
      </p:sp>
      <p:sp>
        <p:nvSpPr>
          <p:cNvPr id="77" name="Editable text — Sep-Oct"/>
          <p:cNvSpPr txBox="1"/>
          <p:nvPr/>
        </p:nvSpPr>
        <p:spPr>
          <a:xfrm>
            <a:off x="7679690" y="5310329"/>
            <a:ext cx="542866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-7">
                <a:solidFill>
                  <a:srgbClr val="1B90FF"/>
                </a:solidFill>
                <a:latin typeface="Arial"/>
              </a:rPr>
              <a:t>Sep-Oct</a:t>
            </a:r>
          </a:p>
        </p:txBody>
      </p:sp>
      <p:sp>
        <p:nvSpPr>
          <p:cNvPr id="80" name="Editable text — October 27"/>
          <p:cNvSpPr txBox="1"/>
          <p:nvPr/>
        </p:nvSpPr>
        <p:spPr>
          <a:xfrm>
            <a:off x="9631680" y="5310329"/>
            <a:ext cx="722776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-1">
                <a:solidFill>
                  <a:srgbClr val="00488D"/>
                </a:solidFill>
                <a:latin typeface="Arial"/>
              </a:rPr>
              <a:t>October 27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"/>
          <p:cNvSpPr/>
          <p:nvPr/>
        </p:nvSpPr>
        <p:spPr>
          <a:xfrm>
            <a:off x="0" y="0"/>
            <a:ext cx="12195175" cy="6858000"/>
          </a:xfrm>
          <a:custGeom>
            <a:avLst/>
            <a:gdLst/>
            <a:ahLst/>
            <a:cxnLst/>
            <a:rect l="0" t="0" r="r" b="b"/>
            <a:pathLst>
              <a:path w="12195175" h="6858000" fill="norm" stroke="0" extrusionOk="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Editable vector"/>
          <p:cNvSpPr/>
          <p:nvPr/>
        </p:nvSpPr>
        <p:spPr>
          <a:xfrm>
            <a:off x="506628" y="6582778"/>
            <a:ext cx="1186535" cy="71856"/>
          </a:xfrm>
          <a:custGeom>
            <a:avLst/>
            <a:gdLst/>
            <a:ahLst/>
            <a:cxnLst/>
            <a:rect l="0" t="0" r="r" b="b"/>
            <a:pathLst>
              <a:path w="1186536" h="71857" fill="norm" stroke="0" extrusionOk="0">
                <a:moveTo>
                  <a:pt x="0" y="2832"/>
                </a:moveTo>
                <a:lnTo>
                  <a:pt x="0" y="55258"/>
                </a:lnTo>
                <a:lnTo>
                  <a:pt x="7074" y="55258"/>
                </a:lnTo>
                <a:lnTo>
                  <a:pt x="7074" y="2832"/>
                </a:lnTo>
                <a:close/>
                <a:moveTo>
                  <a:pt x="19812" y="2832"/>
                </a:moveTo>
                <a:lnTo>
                  <a:pt x="28181" y="2832"/>
                </a:lnTo>
                <a:lnTo>
                  <a:pt x="54712" y="47410"/>
                </a:lnTo>
                <a:cubicBezTo>
                  <a:pt x="54661" y="46266"/>
                  <a:pt x="54610" y="44717"/>
                  <a:pt x="54572" y="42761"/>
                </a:cubicBezTo>
                <a:cubicBezTo>
                  <a:pt x="54521" y="40793"/>
                  <a:pt x="54496" y="38862"/>
                  <a:pt x="54496" y="36957"/>
                </a:cubicBezTo>
                <a:lnTo>
                  <a:pt x="54496" y="2832"/>
                </a:lnTo>
                <a:lnTo>
                  <a:pt x="60820" y="2832"/>
                </a:lnTo>
                <a:lnTo>
                  <a:pt x="60820" y="55258"/>
                </a:lnTo>
                <a:lnTo>
                  <a:pt x="52108" y="55258"/>
                </a:lnTo>
                <a:lnTo>
                  <a:pt x="25921" y="11202"/>
                </a:lnTo>
                <a:cubicBezTo>
                  <a:pt x="25972" y="12345"/>
                  <a:pt x="26010" y="13894"/>
                  <a:pt x="26060" y="15837"/>
                </a:cubicBezTo>
                <a:cubicBezTo>
                  <a:pt x="26111" y="17780"/>
                  <a:pt x="26137" y="19724"/>
                  <a:pt x="26137" y="21654"/>
                </a:cubicBezTo>
                <a:lnTo>
                  <a:pt x="26137" y="55258"/>
                </a:lnTo>
                <a:lnTo>
                  <a:pt x="19812" y="55258"/>
                </a:lnTo>
                <a:lnTo>
                  <a:pt x="19812" y="2832"/>
                </a:lnTo>
                <a:close/>
                <a:moveTo>
                  <a:pt x="84125" y="9385"/>
                </a:moveTo>
                <a:lnTo>
                  <a:pt x="67653" y="9385"/>
                </a:lnTo>
                <a:lnTo>
                  <a:pt x="67653" y="2832"/>
                </a:lnTo>
                <a:lnTo>
                  <a:pt x="107683" y="2832"/>
                </a:lnTo>
                <a:lnTo>
                  <a:pt x="107683" y="9385"/>
                </a:lnTo>
                <a:lnTo>
                  <a:pt x="91199" y="9385"/>
                </a:lnTo>
                <a:lnTo>
                  <a:pt x="91199" y="55258"/>
                </a:lnTo>
                <a:lnTo>
                  <a:pt x="84125" y="55258"/>
                </a:lnTo>
                <a:lnTo>
                  <a:pt x="84125" y="9385"/>
                </a:lnTo>
                <a:close/>
                <a:moveTo>
                  <a:pt x="114300" y="2832"/>
                </a:moveTo>
                <a:lnTo>
                  <a:pt x="147980" y="2832"/>
                </a:lnTo>
                <a:lnTo>
                  <a:pt x="147980" y="9385"/>
                </a:lnTo>
                <a:lnTo>
                  <a:pt x="121374" y="9385"/>
                </a:lnTo>
                <a:lnTo>
                  <a:pt x="121374" y="25083"/>
                </a:lnTo>
                <a:lnTo>
                  <a:pt x="145783" y="25083"/>
                </a:lnTo>
                <a:lnTo>
                  <a:pt x="145783" y="31483"/>
                </a:lnTo>
                <a:lnTo>
                  <a:pt x="121374" y="31483"/>
                </a:lnTo>
                <a:lnTo>
                  <a:pt x="121374" y="48705"/>
                </a:lnTo>
                <a:lnTo>
                  <a:pt x="149504" y="48705"/>
                </a:lnTo>
                <a:lnTo>
                  <a:pt x="149504" y="55258"/>
                </a:lnTo>
                <a:lnTo>
                  <a:pt x="114300" y="55258"/>
                </a:lnTo>
                <a:lnTo>
                  <a:pt x="114300" y="2832"/>
                </a:lnTo>
                <a:close/>
                <a:moveTo>
                  <a:pt x="158496" y="2832"/>
                </a:moveTo>
                <a:lnTo>
                  <a:pt x="178626" y="2832"/>
                </a:lnTo>
                <a:cubicBezTo>
                  <a:pt x="182550" y="2832"/>
                  <a:pt x="185877" y="3442"/>
                  <a:pt x="188633" y="4674"/>
                </a:cubicBezTo>
                <a:cubicBezTo>
                  <a:pt x="191389" y="5906"/>
                  <a:pt x="193485" y="7671"/>
                  <a:pt x="194907" y="9996"/>
                </a:cubicBezTo>
                <a:cubicBezTo>
                  <a:pt x="196329" y="12319"/>
                  <a:pt x="197041" y="15088"/>
                  <a:pt x="197041" y="18314"/>
                </a:cubicBezTo>
                <a:cubicBezTo>
                  <a:pt x="197041" y="20613"/>
                  <a:pt x="196596" y="22797"/>
                  <a:pt x="195707" y="24854"/>
                </a:cubicBezTo>
                <a:cubicBezTo>
                  <a:pt x="194818" y="26912"/>
                  <a:pt x="193408" y="28702"/>
                  <a:pt x="191478" y="30214"/>
                </a:cubicBezTo>
                <a:cubicBezTo>
                  <a:pt x="189560" y="31725"/>
                  <a:pt x="187122" y="32766"/>
                  <a:pt x="184175" y="33338"/>
                </a:cubicBezTo>
                <a:lnTo>
                  <a:pt x="199200" y="55258"/>
                </a:lnTo>
                <a:lnTo>
                  <a:pt x="190944" y="55258"/>
                </a:lnTo>
                <a:lnTo>
                  <a:pt x="177254" y="34240"/>
                </a:lnTo>
                <a:lnTo>
                  <a:pt x="165570" y="34240"/>
                </a:lnTo>
                <a:lnTo>
                  <a:pt x="165570" y="55258"/>
                </a:lnTo>
                <a:lnTo>
                  <a:pt x="158496" y="55258"/>
                </a:lnTo>
                <a:lnTo>
                  <a:pt x="158496" y="2832"/>
                </a:lnTo>
                <a:close/>
                <a:moveTo>
                  <a:pt x="178143" y="27915"/>
                </a:moveTo>
                <a:cubicBezTo>
                  <a:pt x="180797" y="27915"/>
                  <a:pt x="183007" y="27496"/>
                  <a:pt x="184785" y="26657"/>
                </a:cubicBezTo>
                <a:cubicBezTo>
                  <a:pt x="186563" y="25832"/>
                  <a:pt x="187871" y="24702"/>
                  <a:pt x="188709" y="23279"/>
                </a:cubicBezTo>
                <a:cubicBezTo>
                  <a:pt x="189548" y="21857"/>
                  <a:pt x="189979" y="20219"/>
                  <a:pt x="189979" y="18390"/>
                </a:cubicBezTo>
                <a:cubicBezTo>
                  <a:pt x="189979" y="15380"/>
                  <a:pt x="188925" y="13119"/>
                  <a:pt x="186817" y="11595"/>
                </a:cubicBezTo>
                <a:cubicBezTo>
                  <a:pt x="184709" y="10071"/>
                  <a:pt x="181712" y="9310"/>
                  <a:pt x="177851" y="9310"/>
                </a:cubicBezTo>
                <a:lnTo>
                  <a:pt x="165570" y="9310"/>
                </a:lnTo>
                <a:lnTo>
                  <a:pt x="165570" y="27915"/>
                </a:lnTo>
                <a:lnTo>
                  <a:pt x="178143" y="27915"/>
                </a:lnTo>
                <a:close/>
                <a:moveTo>
                  <a:pt x="207264" y="2832"/>
                </a:moveTo>
                <a:lnTo>
                  <a:pt x="215633" y="2832"/>
                </a:lnTo>
                <a:lnTo>
                  <a:pt x="242164" y="47410"/>
                </a:lnTo>
                <a:cubicBezTo>
                  <a:pt x="242113" y="46266"/>
                  <a:pt x="242062" y="44717"/>
                  <a:pt x="242024" y="42761"/>
                </a:cubicBezTo>
                <a:cubicBezTo>
                  <a:pt x="241973" y="40793"/>
                  <a:pt x="241948" y="38862"/>
                  <a:pt x="241948" y="36957"/>
                </a:cubicBezTo>
                <a:lnTo>
                  <a:pt x="241948" y="2832"/>
                </a:lnTo>
                <a:lnTo>
                  <a:pt x="248272" y="2832"/>
                </a:lnTo>
                <a:lnTo>
                  <a:pt x="248272" y="55258"/>
                </a:lnTo>
                <a:lnTo>
                  <a:pt x="239560" y="55258"/>
                </a:lnTo>
                <a:lnTo>
                  <a:pt x="213373" y="11202"/>
                </a:lnTo>
                <a:cubicBezTo>
                  <a:pt x="213424" y="12345"/>
                  <a:pt x="213462" y="13894"/>
                  <a:pt x="213512" y="15837"/>
                </a:cubicBezTo>
                <a:cubicBezTo>
                  <a:pt x="213563" y="17780"/>
                  <a:pt x="213589" y="19724"/>
                  <a:pt x="213589" y="21654"/>
                </a:cubicBezTo>
                <a:lnTo>
                  <a:pt x="213589" y="55258"/>
                </a:lnTo>
                <a:lnTo>
                  <a:pt x="207264" y="55258"/>
                </a:lnTo>
                <a:lnTo>
                  <a:pt x="207264" y="2832"/>
                </a:lnTo>
                <a:close/>
                <a:moveTo>
                  <a:pt x="274079" y="2832"/>
                </a:moveTo>
                <a:lnTo>
                  <a:pt x="282181" y="2832"/>
                </a:lnTo>
                <a:lnTo>
                  <a:pt x="301904" y="55258"/>
                </a:lnTo>
                <a:lnTo>
                  <a:pt x="294500" y="55258"/>
                </a:lnTo>
                <a:lnTo>
                  <a:pt x="289547" y="41085"/>
                </a:lnTo>
                <a:lnTo>
                  <a:pt x="266560" y="41085"/>
                </a:lnTo>
                <a:lnTo>
                  <a:pt x="261607" y="55258"/>
                </a:lnTo>
                <a:lnTo>
                  <a:pt x="254356" y="55258"/>
                </a:lnTo>
                <a:lnTo>
                  <a:pt x="274079" y="2832"/>
                </a:lnTo>
                <a:close/>
                <a:moveTo>
                  <a:pt x="287401" y="34900"/>
                </a:moveTo>
                <a:lnTo>
                  <a:pt x="281178" y="17158"/>
                </a:lnTo>
                <a:cubicBezTo>
                  <a:pt x="280607" y="15545"/>
                  <a:pt x="280048" y="13932"/>
                  <a:pt x="279489" y="12319"/>
                </a:cubicBezTo>
                <a:cubicBezTo>
                  <a:pt x="278930" y="10706"/>
                  <a:pt x="278448" y="9322"/>
                  <a:pt x="278054" y="8154"/>
                </a:cubicBezTo>
                <a:cubicBezTo>
                  <a:pt x="277660" y="9322"/>
                  <a:pt x="277178" y="10706"/>
                  <a:pt x="276619" y="12319"/>
                </a:cubicBezTo>
                <a:cubicBezTo>
                  <a:pt x="276060" y="13932"/>
                  <a:pt x="275501" y="15545"/>
                  <a:pt x="274930" y="17158"/>
                </a:cubicBezTo>
                <a:lnTo>
                  <a:pt x="268719" y="34900"/>
                </a:lnTo>
                <a:lnTo>
                  <a:pt x="287401" y="34900"/>
                </a:lnTo>
                <a:close/>
                <a:moveTo>
                  <a:pt x="307848" y="2832"/>
                </a:moveTo>
                <a:lnTo>
                  <a:pt x="314922" y="2832"/>
                </a:lnTo>
                <a:lnTo>
                  <a:pt x="314922" y="48705"/>
                </a:lnTo>
                <a:lnTo>
                  <a:pt x="339179" y="48705"/>
                </a:lnTo>
                <a:lnTo>
                  <a:pt x="339179" y="55258"/>
                </a:lnTo>
                <a:lnTo>
                  <a:pt x="307848" y="55258"/>
                </a:lnTo>
                <a:lnTo>
                  <a:pt x="307848" y="2832"/>
                </a:lnTo>
                <a:close/>
                <a:moveTo>
                  <a:pt x="362268" y="32410"/>
                </a:moveTo>
                <a:lnTo>
                  <a:pt x="362268" y="37580"/>
                </a:lnTo>
                <a:lnTo>
                  <a:pt x="404609" y="37580"/>
                </a:lnTo>
                <a:lnTo>
                  <a:pt x="404609" y="32410"/>
                </a:lnTo>
                <a:close/>
                <a:moveTo>
                  <a:pt x="446773" y="56007"/>
                </a:moveTo>
                <a:cubicBezTo>
                  <a:pt x="442481" y="56007"/>
                  <a:pt x="438696" y="55309"/>
                  <a:pt x="435407" y="53911"/>
                </a:cubicBezTo>
                <a:cubicBezTo>
                  <a:pt x="432118" y="52528"/>
                  <a:pt x="429387" y="50432"/>
                  <a:pt x="427203" y="47625"/>
                </a:cubicBezTo>
                <a:lnTo>
                  <a:pt x="432041" y="42787"/>
                </a:lnTo>
                <a:cubicBezTo>
                  <a:pt x="433210" y="44260"/>
                  <a:pt x="434429" y="45492"/>
                  <a:pt x="435724" y="46495"/>
                </a:cubicBezTo>
                <a:cubicBezTo>
                  <a:pt x="437007" y="47498"/>
                  <a:pt x="438556" y="48299"/>
                  <a:pt x="440373" y="48895"/>
                </a:cubicBezTo>
                <a:cubicBezTo>
                  <a:pt x="442189" y="49492"/>
                  <a:pt x="444322" y="49785"/>
                  <a:pt x="446773" y="49785"/>
                </a:cubicBezTo>
                <a:cubicBezTo>
                  <a:pt x="449199" y="49785"/>
                  <a:pt x="451371" y="49479"/>
                  <a:pt x="453288" y="48870"/>
                </a:cubicBezTo>
                <a:cubicBezTo>
                  <a:pt x="455193" y="48273"/>
                  <a:pt x="456705" y="47320"/>
                  <a:pt x="457822" y="46025"/>
                </a:cubicBezTo>
                <a:cubicBezTo>
                  <a:pt x="458940" y="44742"/>
                  <a:pt x="459499" y="43117"/>
                  <a:pt x="459499" y="41161"/>
                </a:cubicBezTo>
                <a:cubicBezTo>
                  <a:pt x="459499" y="39192"/>
                  <a:pt x="458915" y="37605"/>
                  <a:pt x="457746" y="36399"/>
                </a:cubicBezTo>
                <a:cubicBezTo>
                  <a:pt x="456578" y="35179"/>
                  <a:pt x="455104" y="34227"/>
                  <a:pt x="453326" y="33541"/>
                </a:cubicBezTo>
                <a:cubicBezTo>
                  <a:pt x="451536" y="32868"/>
                  <a:pt x="449161" y="32157"/>
                  <a:pt x="446215" y="31407"/>
                </a:cubicBezTo>
                <a:cubicBezTo>
                  <a:pt x="442646" y="30518"/>
                  <a:pt x="439712" y="29579"/>
                  <a:pt x="437439" y="28601"/>
                </a:cubicBezTo>
                <a:cubicBezTo>
                  <a:pt x="435153" y="27623"/>
                  <a:pt x="433222" y="26124"/>
                  <a:pt x="431635" y="24118"/>
                </a:cubicBezTo>
                <a:cubicBezTo>
                  <a:pt x="430047" y="22111"/>
                  <a:pt x="429247" y="19431"/>
                  <a:pt x="429247" y="16078"/>
                </a:cubicBezTo>
                <a:cubicBezTo>
                  <a:pt x="429247" y="12878"/>
                  <a:pt x="430060" y="10237"/>
                  <a:pt x="431660" y="8128"/>
                </a:cubicBezTo>
                <a:cubicBezTo>
                  <a:pt x="433273" y="6033"/>
                  <a:pt x="435458" y="4496"/>
                  <a:pt x="438201" y="3518"/>
                </a:cubicBezTo>
                <a:cubicBezTo>
                  <a:pt x="440931" y="2540"/>
                  <a:pt x="444017" y="2045"/>
                  <a:pt x="447446" y="2045"/>
                </a:cubicBezTo>
                <a:cubicBezTo>
                  <a:pt x="451561" y="2045"/>
                  <a:pt x="455054" y="2718"/>
                  <a:pt x="457937" y="4039"/>
                </a:cubicBezTo>
                <a:cubicBezTo>
                  <a:pt x="460807" y="5373"/>
                  <a:pt x="463220" y="7201"/>
                  <a:pt x="465150" y="9525"/>
                </a:cubicBezTo>
                <a:lnTo>
                  <a:pt x="460426" y="14212"/>
                </a:lnTo>
                <a:cubicBezTo>
                  <a:pt x="458762" y="12306"/>
                  <a:pt x="456870" y="10833"/>
                  <a:pt x="454736" y="9792"/>
                </a:cubicBezTo>
                <a:cubicBezTo>
                  <a:pt x="452603" y="8751"/>
                  <a:pt x="450050" y="8230"/>
                  <a:pt x="447065" y="8230"/>
                </a:cubicBezTo>
                <a:cubicBezTo>
                  <a:pt x="444665" y="8230"/>
                  <a:pt x="442646" y="8560"/>
                  <a:pt x="441007" y="9208"/>
                </a:cubicBezTo>
                <a:cubicBezTo>
                  <a:pt x="439369" y="9868"/>
                  <a:pt x="438150" y="10770"/>
                  <a:pt x="437363" y="11913"/>
                </a:cubicBezTo>
                <a:cubicBezTo>
                  <a:pt x="436562" y="13056"/>
                  <a:pt x="436169" y="14364"/>
                  <a:pt x="436169" y="15850"/>
                </a:cubicBezTo>
                <a:cubicBezTo>
                  <a:pt x="436169" y="17666"/>
                  <a:pt x="436715" y="19139"/>
                  <a:pt x="437820" y="20269"/>
                </a:cubicBezTo>
                <a:cubicBezTo>
                  <a:pt x="438925" y="21387"/>
                  <a:pt x="440309" y="22276"/>
                  <a:pt x="441960" y="22911"/>
                </a:cubicBezTo>
                <a:cubicBezTo>
                  <a:pt x="443598" y="23533"/>
                  <a:pt x="445872" y="24244"/>
                  <a:pt x="448742" y="25006"/>
                </a:cubicBezTo>
                <a:cubicBezTo>
                  <a:pt x="452514" y="25946"/>
                  <a:pt x="455587" y="26912"/>
                  <a:pt x="457949" y="27915"/>
                </a:cubicBezTo>
                <a:cubicBezTo>
                  <a:pt x="460324" y="28905"/>
                  <a:pt x="462343" y="30429"/>
                  <a:pt x="463995" y="32487"/>
                </a:cubicBezTo>
                <a:cubicBezTo>
                  <a:pt x="465658" y="34544"/>
                  <a:pt x="466496" y="37313"/>
                  <a:pt x="466496" y="40780"/>
                </a:cubicBezTo>
                <a:cubicBezTo>
                  <a:pt x="466496" y="43765"/>
                  <a:pt x="465734" y="46393"/>
                  <a:pt x="464223" y="48692"/>
                </a:cubicBezTo>
                <a:cubicBezTo>
                  <a:pt x="462712" y="50991"/>
                  <a:pt x="460477" y="52781"/>
                  <a:pt x="457505" y="54064"/>
                </a:cubicBezTo>
                <a:cubicBezTo>
                  <a:pt x="454546" y="55359"/>
                  <a:pt x="450964" y="56007"/>
                  <a:pt x="446773" y="56007"/>
                </a:cubicBezTo>
                <a:close/>
                <a:moveTo>
                  <a:pt x="488963" y="2832"/>
                </a:moveTo>
                <a:lnTo>
                  <a:pt x="497065" y="2832"/>
                </a:lnTo>
                <a:lnTo>
                  <a:pt x="516788" y="55258"/>
                </a:lnTo>
                <a:lnTo>
                  <a:pt x="509384" y="55258"/>
                </a:lnTo>
                <a:lnTo>
                  <a:pt x="504431" y="41085"/>
                </a:lnTo>
                <a:lnTo>
                  <a:pt x="481444" y="41085"/>
                </a:lnTo>
                <a:lnTo>
                  <a:pt x="476491" y="55258"/>
                </a:lnTo>
                <a:lnTo>
                  <a:pt x="469240" y="55258"/>
                </a:lnTo>
                <a:lnTo>
                  <a:pt x="488963" y="2832"/>
                </a:lnTo>
                <a:close/>
                <a:moveTo>
                  <a:pt x="502285" y="34900"/>
                </a:moveTo>
                <a:lnTo>
                  <a:pt x="496062" y="17158"/>
                </a:lnTo>
                <a:cubicBezTo>
                  <a:pt x="495490" y="15545"/>
                  <a:pt x="494932" y="13932"/>
                  <a:pt x="494373" y="12319"/>
                </a:cubicBezTo>
                <a:cubicBezTo>
                  <a:pt x="493814" y="10706"/>
                  <a:pt x="493332" y="9322"/>
                  <a:pt x="492938" y="8154"/>
                </a:cubicBezTo>
                <a:cubicBezTo>
                  <a:pt x="492544" y="9322"/>
                  <a:pt x="492062" y="10706"/>
                  <a:pt x="491503" y="12319"/>
                </a:cubicBezTo>
                <a:cubicBezTo>
                  <a:pt x="490944" y="13932"/>
                  <a:pt x="490385" y="15545"/>
                  <a:pt x="489814" y="17158"/>
                </a:cubicBezTo>
                <a:lnTo>
                  <a:pt x="483603" y="34900"/>
                </a:lnTo>
                <a:lnTo>
                  <a:pt x="502285" y="34900"/>
                </a:lnTo>
                <a:close/>
                <a:moveTo>
                  <a:pt x="522732" y="2832"/>
                </a:moveTo>
                <a:lnTo>
                  <a:pt x="542531" y="2832"/>
                </a:lnTo>
                <a:cubicBezTo>
                  <a:pt x="546570" y="2832"/>
                  <a:pt x="549974" y="3493"/>
                  <a:pt x="552729" y="4801"/>
                </a:cubicBezTo>
                <a:cubicBezTo>
                  <a:pt x="555473" y="6121"/>
                  <a:pt x="557543" y="7963"/>
                  <a:pt x="558914" y="10351"/>
                </a:cubicBezTo>
                <a:cubicBezTo>
                  <a:pt x="560299" y="12726"/>
                  <a:pt x="560984" y="15532"/>
                  <a:pt x="560984" y="18759"/>
                </a:cubicBezTo>
                <a:cubicBezTo>
                  <a:pt x="560984" y="21908"/>
                  <a:pt x="560299" y="24727"/>
                  <a:pt x="558940" y="27204"/>
                </a:cubicBezTo>
                <a:cubicBezTo>
                  <a:pt x="557568" y="29680"/>
                  <a:pt x="555536" y="31636"/>
                  <a:pt x="552831" y="33058"/>
                </a:cubicBezTo>
                <a:cubicBezTo>
                  <a:pt x="550126" y="34493"/>
                  <a:pt x="546837" y="35205"/>
                  <a:pt x="542938" y="35205"/>
                </a:cubicBezTo>
                <a:lnTo>
                  <a:pt x="529806" y="35205"/>
                </a:lnTo>
                <a:lnTo>
                  <a:pt x="529806" y="55258"/>
                </a:lnTo>
                <a:lnTo>
                  <a:pt x="522732" y="55258"/>
                </a:lnTo>
                <a:lnTo>
                  <a:pt x="522732" y="2832"/>
                </a:lnTo>
                <a:close/>
                <a:moveTo>
                  <a:pt x="541934" y="28804"/>
                </a:moveTo>
                <a:cubicBezTo>
                  <a:pt x="545948" y="28804"/>
                  <a:pt x="548957" y="27953"/>
                  <a:pt x="550939" y="26251"/>
                </a:cubicBezTo>
                <a:cubicBezTo>
                  <a:pt x="552920" y="24550"/>
                  <a:pt x="553911" y="22085"/>
                  <a:pt x="553911" y="18835"/>
                </a:cubicBezTo>
                <a:cubicBezTo>
                  <a:pt x="553911" y="15710"/>
                  <a:pt x="552882" y="13336"/>
                  <a:pt x="550812" y="11723"/>
                </a:cubicBezTo>
                <a:cubicBezTo>
                  <a:pt x="548742" y="10109"/>
                  <a:pt x="545681" y="9310"/>
                  <a:pt x="541630" y="9310"/>
                </a:cubicBezTo>
                <a:lnTo>
                  <a:pt x="529806" y="9310"/>
                </a:lnTo>
                <a:lnTo>
                  <a:pt x="529806" y="28804"/>
                </a:lnTo>
                <a:lnTo>
                  <a:pt x="541934" y="28804"/>
                </a:lnTo>
                <a:close/>
                <a:moveTo>
                  <a:pt x="595973" y="56007"/>
                </a:moveTo>
                <a:cubicBezTo>
                  <a:pt x="593585" y="56007"/>
                  <a:pt x="591464" y="55538"/>
                  <a:pt x="589610" y="54623"/>
                </a:cubicBezTo>
                <a:cubicBezTo>
                  <a:pt x="587743" y="53708"/>
                  <a:pt x="586296" y="52363"/>
                  <a:pt x="585254" y="50610"/>
                </a:cubicBezTo>
                <a:cubicBezTo>
                  <a:pt x="584213" y="48844"/>
                  <a:pt x="583692" y="46736"/>
                  <a:pt x="583692" y="44285"/>
                </a:cubicBezTo>
                <a:cubicBezTo>
                  <a:pt x="583692" y="41275"/>
                  <a:pt x="584479" y="38812"/>
                  <a:pt x="586054" y="36881"/>
                </a:cubicBezTo>
                <a:cubicBezTo>
                  <a:pt x="587629" y="34938"/>
                  <a:pt x="589775" y="33528"/>
                  <a:pt x="592506" y="32652"/>
                </a:cubicBezTo>
                <a:cubicBezTo>
                  <a:pt x="595236" y="31776"/>
                  <a:pt x="598399" y="31331"/>
                  <a:pt x="601993" y="31331"/>
                </a:cubicBezTo>
                <a:lnTo>
                  <a:pt x="609143" y="31331"/>
                </a:lnTo>
                <a:lnTo>
                  <a:pt x="609143" y="28575"/>
                </a:lnTo>
                <a:cubicBezTo>
                  <a:pt x="609143" y="25756"/>
                  <a:pt x="608470" y="23597"/>
                  <a:pt x="607111" y="22123"/>
                </a:cubicBezTo>
                <a:cubicBezTo>
                  <a:pt x="605765" y="20651"/>
                  <a:pt x="603720" y="19914"/>
                  <a:pt x="600989" y="19914"/>
                </a:cubicBezTo>
                <a:cubicBezTo>
                  <a:pt x="598513" y="19914"/>
                  <a:pt x="596354" y="20409"/>
                  <a:pt x="594500" y="21413"/>
                </a:cubicBezTo>
                <a:cubicBezTo>
                  <a:pt x="592658" y="22416"/>
                  <a:pt x="591020" y="23876"/>
                  <a:pt x="589610" y="25794"/>
                </a:cubicBezTo>
                <a:lnTo>
                  <a:pt x="585292" y="21476"/>
                </a:lnTo>
                <a:cubicBezTo>
                  <a:pt x="589305" y="16663"/>
                  <a:pt x="594690" y="14250"/>
                  <a:pt x="601434" y="14250"/>
                </a:cubicBezTo>
                <a:cubicBezTo>
                  <a:pt x="604545" y="14250"/>
                  <a:pt x="607174" y="14846"/>
                  <a:pt x="609333" y="16040"/>
                </a:cubicBezTo>
                <a:cubicBezTo>
                  <a:pt x="611480" y="17234"/>
                  <a:pt x="613105" y="18898"/>
                  <a:pt x="614197" y="21044"/>
                </a:cubicBezTo>
                <a:cubicBezTo>
                  <a:pt x="615290" y="23191"/>
                  <a:pt x="615836" y="25705"/>
                  <a:pt x="615836" y="28575"/>
                </a:cubicBezTo>
                <a:lnTo>
                  <a:pt x="615836" y="55258"/>
                </a:lnTo>
                <a:lnTo>
                  <a:pt x="609435" y="55258"/>
                </a:lnTo>
                <a:lnTo>
                  <a:pt x="609435" y="47778"/>
                </a:lnTo>
                <a:lnTo>
                  <a:pt x="609295" y="47778"/>
                </a:lnTo>
                <a:cubicBezTo>
                  <a:pt x="607949" y="50635"/>
                  <a:pt x="606209" y="52718"/>
                  <a:pt x="604076" y="54026"/>
                </a:cubicBezTo>
                <a:cubicBezTo>
                  <a:pt x="601942" y="55347"/>
                  <a:pt x="599250" y="56007"/>
                  <a:pt x="595973" y="56007"/>
                </a:cubicBezTo>
                <a:close/>
                <a:moveTo>
                  <a:pt x="590614" y="44133"/>
                </a:moveTo>
                <a:cubicBezTo>
                  <a:pt x="590614" y="45403"/>
                  <a:pt x="590893" y="46495"/>
                  <a:pt x="591464" y="47447"/>
                </a:cubicBezTo>
                <a:cubicBezTo>
                  <a:pt x="592036" y="48387"/>
                  <a:pt x="592861" y="49111"/>
                  <a:pt x="593941" y="49619"/>
                </a:cubicBezTo>
                <a:cubicBezTo>
                  <a:pt x="595020" y="50127"/>
                  <a:pt x="596303" y="50381"/>
                  <a:pt x="597789" y="50381"/>
                </a:cubicBezTo>
                <a:cubicBezTo>
                  <a:pt x="600151" y="50381"/>
                  <a:pt x="602183" y="49911"/>
                  <a:pt x="603898" y="48946"/>
                </a:cubicBezTo>
                <a:cubicBezTo>
                  <a:pt x="605612" y="47993"/>
                  <a:pt x="606908" y="46749"/>
                  <a:pt x="607797" y="45187"/>
                </a:cubicBezTo>
                <a:cubicBezTo>
                  <a:pt x="608698" y="43638"/>
                  <a:pt x="609143" y="41999"/>
                  <a:pt x="609143" y="40260"/>
                </a:cubicBezTo>
                <a:lnTo>
                  <a:pt x="609143" y="36361"/>
                </a:lnTo>
                <a:lnTo>
                  <a:pt x="602894" y="36361"/>
                </a:lnTo>
                <a:cubicBezTo>
                  <a:pt x="599199" y="36361"/>
                  <a:pt x="596227" y="36919"/>
                  <a:pt x="593979" y="38050"/>
                </a:cubicBezTo>
                <a:cubicBezTo>
                  <a:pt x="591731" y="39180"/>
                  <a:pt x="590614" y="41199"/>
                  <a:pt x="590614" y="44133"/>
                </a:cubicBezTo>
                <a:close/>
                <a:moveTo>
                  <a:pt x="625285" y="15037"/>
                </a:moveTo>
                <a:lnTo>
                  <a:pt x="631685" y="15037"/>
                </a:lnTo>
                <a:lnTo>
                  <a:pt x="631685" y="23406"/>
                </a:lnTo>
                <a:lnTo>
                  <a:pt x="631838" y="23406"/>
                </a:lnTo>
                <a:cubicBezTo>
                  <a:pt x="632828" y="20803"/>
                  <a:pt x="634340" y="18631"/>
                  <a:pt x="636372" y="16879"/>
                </a:cubicBezTo>
                <a:cubicBezTo>
                  <a:pt x="638404" y="15126"/>
                  <a:pt x="641248" y="14250"/>
                  <a:pt x="644893" y="14250"/>
                </a:cubicBezTo>
                <a:cubicBezTo>
                  <a:pt x="647675" y="14250"/>
                  <a:pt x="649999" y="14834"/>
                  <a:pt x="651866" y="16002"/>
                </a:cubicBezTo>
                <a:cubicBezTo>
                  <a:pt x="653745" y="17171"/>
                  <a:pt x="655142" y="18821"/>
                  <a:pt x="656082" y="20955"/>
                </a:cubicBezTo>
                <a:cubicBezTo>
                  <a:pt x="657009" y="23089"/>
                  <a:pt x="657466" y="25578"/>
                  <a:pt x="657466" y="28435"/>
                </a:cubicBezTo>
                <a:lnTo>
                  <a:pt x="657466" y="55258"/>
                </a:lnTo>
                <a:lnTo>
                  <a:pt x="650735" y="55258"/>
                </a:lnTo>
                <a:lnTo>
                  <a:pt x="650735" y="29731"/>
                </a:lnTo>
                <a:cubicBezTo>
                  <a:pt x="650735" y="26632"/>
                  <a:pt x="650088" y="24270"/>
                  <a:pt x="648805" y="22644"/>
                </a:cubicBezTo>
                <a:cubicBezTo>
                  <a:pt x="647510" y="21019"/>
                  <a:pt x="645389" y="20206"/>
                  <a:pt x="642442" y="20206"/>
                </a:cubicBezTo>
                <a:cubicBezTo>
                  <a:pt x="640334" y="20206"/>
                  <a:pt x="638493" y="20663"/>
                  <a:pt x="636918" y="21590"/>
                </a:cubicBezTo>
                <a:cubicBezTo>
                  <a:pt x="635343" y="22505"/>
                  <a:pt x="634124" y="23838"/>
                  <a:pt x="633273" y="25603"/>
                </a:cubicBezTo>
                <a:cubicBezTo>
                  <a:pt x="632409" y="27369"/>
                  <a:pt x="631990" y="29477"/>
                  <a:pt x="631990" y="31928"/>
                </a:cubicBezTo>
                <a:lnTo>
                  <a:pt x="631990" y="55258"/>
                </a:lnTo>
                <a:lnTo>
                  <a:pt x="625285" y="55258"/>
                </a:lnTo>
                <a:lnTo>
                  <a:pt x="625285" y="15037"/>
                </a:lnTo>
                <a:close/>
                <a:moveTo>
                  <a:pt x="683209" y="56007"/>
                </a:moveTo>
                <a:cubicBezTo>
                  <a:pt x="679691" y="56007"/>
                  <a:pt x="676593" y="55118"/>
                  <a:pt x="673926" y="53366"/>
                </a:cubicBezTo>
                <a:cubicBezTo>
                  <a:pt x="671259" y="51601"/>
                  <a:pt x="669201" y="49137"/>
                  <a:pt x="667741" y="45987"/>
                </a:cubicBezTo>
                <a:cubicBezTo>
                  <a:pt x="666267" y="42838"/>
                  <a:pt x="665543" y="39218"/>
                  <a:pt x="665543" y="35128"/>
                </a:cubicBezTo>
                <a:cubicBezTo>
                  <a:pt x="665543" y="31039"/>
                  <a:pt x="666255" y="27419"/>
                  <a:pt x="667677" y="24270"/>
                </a:cubicBezTo>
                <a:cubicBezTo>
                  <a:pt x="669112" y="21108"/>
                  <a:pt x="671144" y="18656"/>
                  <a:pt x="673786" y="16891"/>
                </a:cubicBezTo>
                <a:cubicBezTo>
                  <a:pt x="676427" y="15139"/>
                  <a:pt x="679488" y="14250"/>
                  <a:pt x="682993" y="14250"/>
                </a:cubicBezTo>
                <a:cubicBezTo>
                  <a:pt x="685571" y="14250"/>
                  <a:pt x="687857" y="14656"/>
                  <a:pt x="689839" y="15443"/>
                </a:cubicBezTo>
                <a:cubicBezTo>
                  <a:pt x="691820" y="16243"/>
                  <a:pt x="693471" y="17297"/>
                  <a:pt x="694792" y="18631"/>
                </a:cubicBezTo>
                <a:cubicBezTo>
                  <a:pt x="696100" y="19952"/>
                  <a:pt x="697116" y="21451"/>
                  <a:pt x="697840" y="23114"/>
                </a:cubicBezTo>
                <a:lnTo>
                  <a:pt x="697979" y="23114"/>
                </a:lnTo>
                <a:lnTo>
                  <a:pt x="697979" y="0"/>
                </a:lnTo>
                <a:lnTo>
                  <a:pt x="704685" y="0"/>
                </a:lnTo>
                <a:lnTo>
                  <a:pt x="704685" y="55258"/>
                </a:lnTo>
                <a:lnTo>
                  <a:pt x="698284" y="55258"/>
                </a:lnTo>
                <a:lnTo>
                  <a:pt x="698284" y="46736"/>
                </a:lnTo>
                <a:lnTo>
                  <a:pt x="698208" y="46736"/>
                </a:lnTo>
                <a:cubicBezTo>
                  <a:pt x="697090" y="49492"/>
                  <a:pt x="695363" y="51727"/>
                  <a:pt x="693014" y="53429"/>
                </a:cubicBezTo>
                <a:cubicBezTo>
                  <a:pt x="690677" y="55144"/>
                  <a:pt x="687400" y="56007"/>
                  <a:pt x="683209" y="56007"/>
                </a:cubicBezTo>
                <a:close/>
                <a:moveTo>
                  <a:pt x="672541" y="35128"/>
                </a:moveTo>
                <a:cubicBezTo>
                  <a:pt x="672541" y="38380"/>
                  <a:pt x="673087" y="41148"/>
                  <a:pt x="674192" y="43421"/>
                </a:cubicBezTo>
                <a:cubicBezTo>
                  <a:pt x="675297" y="45707"/>
                  <a:pt x="676808" y="47422"/>
                  <a:pt x="678726" y="48578"/>
                </a:cubicBezTo>
                <a:cubicBezTo>
                  <a:pt x="680657" y="49733"/>
                  <a:pt x="682828" y="50305"/>
                  <a:pt x="685267" y="50305"/>
                </a:cubicBezTo>
                <a:cubicBezTo>
                  <a:pt x="687692" y="50305"/>
                  <a:pt x="689864" y="49733"/>
                  <a:pt x="691794" y="48578"/>
                </a:cubicBezTo>
                <a:cubicBezTo>
                  <a:pt x="693712" y="47422"/>
                  <a:pt x="695223" y="45707"/>
                  <a:pt x="696328" y="43447"/>
                </a:cubicBezTo>
                <a:cubicBezTo>
                  <a:pt x="697433" y="41173"/>
                  <a:pt x="697979" y="38405"/>
                  <a:pt x="697979" y="35128"/>
                </a:cubicBezTo>
                <a:cubicBezTo>
                  <a:pt x="697979" y="31877"/>
                  <a:pt x="697433" y="29121"/>
                  <a:pt x="696328" y="26848"/>
                </a:cubicBezTo>
                <a:cubicBezTo>
                  <a:pt x="695223" y="24574"/>
                  <a:pt x="693712" y="22873"/>
                  <a:pt x="691794" y="21717"/>
                </a:cubicBezTo>
                <a:cubicBezTo>
                  <a:pt x="689864" y="20562"/>
                  <a:pt x="687692" y="19990"/>
                  <a:pt x="685267" y="19990"/>
                </a:cubicBezTo>
                <a:cubicBezTo>
                  <a:pt x="682828" y="19990"/>
                  <a:pt x="680657" y="20562"/>
                  <a:pt x="678726" y="21717"/>
                </a:cubicBezTo>
                <a:cubicBezTo>
                  <a:pt x="676808" y="22873"/>
                  <a:pt x="675297" y="24574"/>
                  <a:pt x="674192" y="26848"/>
                </a:cubicBezTo>
                <a:cubicBezTo>
                  <a:pt x="673087" y="29121"/>
                  <a:pt x="672541" y="31877"/>
                  <a:pt x="672541" y="35128"/>
                </a:cubicBezTo>
                <a:close/>
                <a:moveTo>
                  <a:pt x="734568" y="2832"/>
                </a:moveTo>
                <a:lnTo>
                  <a:pt x="754367" y="2832"/>
                </a:lnTo>
                <a:cubicBezTo>
                  <a:pt x="758406" y="2832"/>
                  <a:pt x="761810" y="3493"/>
                  <a:pt x="764515" y="4801"/>
                </a:cubicBezTo>
                <a:cubicBezTo>
                  <a:pt x="767309" y="6121"/>
                  <a:pt x="769341" y="7963"/>
                  <a:pt x="770738" y="10351"/>
                </a:cubicBezTo>
                <a:cubicBezTo>
                  <a:pt x="772135" y="12726"/>
                  <a:pt x="772770" y="15532"/>
                  <a:pt x="772770" y="18759"/>
                </a:cubicBezTo>
                <a:cubicBezTo>
                  <a:pt x="772770" y="21908"/>
                  <a:pt x="772135" y="24727"/>
                  <a:pt x="770738" y="27204"/>
                </a:cubicBezTo>
                <a:cubicBezTo>
                  <a:pt x="769468" y="29680"/>
                  <a:pt x="767436" y="31636"/>
                  <a:pt x="764642" y="33058"/>
                </a:cubicBezTo>
                <a:cubicBezTo>
                  <a:pt x="761962" y="34493"/>
                  <a:pt x="758673" y="35205"/>
                  <a:pt x="754774" y="35205"/>
                </a:cubicBezTo>
                <a:lnTo>
                  <a:pt x="741642" y="35205"/>
                </a:lnTo>
                <a:lnTo>
                  <a:pt x="741642" y="55258"/>
                </a:lnTo>
                <a:lnTo>
                  <a:pt x="734568" y="55258"/>
                </a:lnTo>
                <a:lnTo>
                  <a:pt x="734568" y="2832"/>
                </a:lnTo>
                <a:close/>
                <a:moveTo>
                  <a:pt x="753770" y="28804"/>
                </a:moveTo>
                <a:cubicBezTo>
                  <a:pt x="757784" y="28804"/>
                  <a:pt x="760793" y="27953"/>
                  <a:pt x="762775" y="26251"/>
                </a:cubicBezTo>
                <a:cubicBezTo>
                  <a:pt x="764769" y="24550"/>
                  <a:pt x="765785" y="22085"/>
                  <a:pt x="765785" y="18835"/>
                </a:cubicBezTo>
                <a:cubicBezTo>
                  <a:pt x="765785" y="15710"/>
                  <a:pt x="764769" y="13336"/>
                  <a:pt x="762648" y="11723"/>
                </a:cubicBezTo>
                <a:cubicBezTo>
                  <a:pt x="760578" y="10109"/>
                  <a:pt x="757517" y="9310"/>
                  <a:pt x="753466" y="9310"/>
                </a:cubicBezTo>
                <a:lnTo>
                  <a:pt x="741642" y="9310"/>
                </a:lnTo>
                <a:lnTo>
                  <a:pt x="741642" y="28804"/>
                </a:lnTo>
                <a:lnTo>
                  <a:pt x="753770" y="28804"/>
                </a:lnTo>
                <a:close/>
                <a:moveTo>
                  <a:pt x="789534" y="56007"/>
                </a:moveTo>
                <a:cubicBezTo>
                  <a:pt x="787121" y="56007"/>
                  <a:pt x="784962" y="55538"/>
                  <a:pt x="783184" y="54623"/>
                </a:cubicBezTo>
                <a:cubicBezTo>
                  <a:pt x="781279" y="53708"/>
                  <a:pt x="779882" y="52363"/>
                  <a:pt x="778739" y="50610"/>
                </a:cubicBezTo>
                <a:cubicBezTo>
                  <a:pt x="777723" y="48844"/>
                  <a:pt x="777215" y="46736"/>
                  <a:pt x="777215" y="44285"/>
                </a:cubicBezTo>
                <a:cubicBezTo>
                  <a:pt x="777215" y="41275"/>
                  <a:pt x="777977" y="38812"/>
                  <a:pt x="779628" y="36881"/>
                </a:cubicBezTo>
                <a:cubicBezTo>
                  <a:pt x="781152" y="34938"/>
                  <a:pt x="783311" y="33528"/>
                  <a:pt x="786105" y="32652"/>
                </a:cubicBezTo>
                <a:cubicBezTo>
                  <a:pt x="788772" y="31776"/>
                  <a:pt x="791947" y="31331"/>
                  <a:pt x="795503" y="31331"/>
                </a:cubicBezTo>
                <a:lnTo>
                  <a:pt x="802742" y="31331"/>
                </a:lnTo>
                <a:lnTo>
                  <a:pt x="802742" y="28575"/>
                </a:lnTo>
                <a:cubicBezTo>
                  <a:pt x="802742" y="25756"/>
                  <a:pt x="801980" y="23597"/>
                  <a:pt x="800710" y="22123"/>
                </a:cubicBezTo>
                <a:cubicBezTo>
                  <a:pt x="799313" y="20651"/>
                  <a:pt x="797281" y="19914"/>
                  <a:pt x="794487" y="19914"/>
                </a:cubicBezTo>
                <a:cubicBezTo>
                  <a:pt x="792074" y="19914"/>
                  <a:pt x="789915" y="20409"/>
                  <a:pt x="788010" y="21413"/>
                </a:cubicBezTo>
                <a:cubicBezTo>
                  <a:pt x="786232" y="22416"/>
                  <a:pt x="784581" y="23876"/>
                  <a:pt x="783184" y="25794"/>
                </a:cubicBezTo>
                <a:lnTo>
                  <a:pt x="778866" y="21476"/>
                </a:lnTo>
                <a:cubicBezTo>
                  <a:pt x="782803" y="16663"/>
                  <a:pt x="788264" y="14250"/>
                  <a:pt x="794995" y="14250"/>
                </a:cubicBezTo>
                <a:cubicBezTo>
                  <a:pt x="798043" y="14250"/>
                  <a:pt x="800710" y="14846"/>
                  <a:pt x="802869" y="16040"/>
                </a:cubicBezTo>
                <a:cubicBezTo>
                  <a:pt x="805028" y="17234"/>
                  <a:pt x="806679" y="18898"/>
                  <a:pt x="807695" y="21044"/>
                </a:cubicBezTo>
                <a:cubicBezTo>
                  <a:pt x="808838" y="23191"/>
                  <a:pt x="809346" y="25705"/>
                  <a:pt x="809346" y="28575"/>
                </a:cubicBezTo>
                <a:lnTo>
                  <a:pt x="809346" y="55258"/>
                </a:lnTo>
                <a:lnTo>
                  <a:pt x="802996" y="55258"/>
                </a:lnTo>
                <a:lnTo>
                  <a:pt x="802996" y="47778"/>
                </a:lnTo>
                <a:lnTo>
                  <a:pt x="802869" y="47778"/>
                </a:lnTo>
                <a:cubicBezTo>
                  <a:pt x="801472" y="50635"/>
                  <a:pt x="799821" y="52718"/>
                  <a:pt x="797662" y="54026"/>
                </a:cubicBezTo>
                <a:cubicBezTo>
                  <a:pt x="795503" y="55347"/>
                  <a:pt x="792836" y="56007"/>
                  <a:pt x="789534" y="56007"/>
                </a:cubicBezTo>
                <a:close/>
                <a:moveTo>
                  <a:pt x="784200" y="44133"/>
                </a:moveTo>
                <a:cubicBezTo>
                  <a:pt x="784200" y="45403"/>
                  <a:pt x="784454" y="46495"/>
                  <a:pt x="784962" y="47447"/>
                </a:cubicBezTo>
                <a:cubicBezTo>
                  <a:pt x="785597" y="48387"/>
                  <a:pt x="786359" y="49111"/>
                  <a:pt x="787502" y="49619"/>
                </a:cubicBezTo>
                <a:cubicBezTo>
                  <a:pt x="788518" y="50127"/>
                  <a:pt x="789915" y="50381"/>
                  <a:pt x="791312" y="50381"/>
                </a:cubicBezTo>
                <a:cubicBezTo>
                  <a:pt x="793725" y="50381"/>
                  <a:pt x="795757" y="49911"/>
                  <a:pt x="797408" y="48946"/>
                </a:cubicBezTo>
                <a:cubicBezTo>
                  <a:pt x="799186" y="47993"/>
                  <a:pt x="800456" y="46749"/>
                  <a:pt x="801345" y="45187"/>
                </a:cubicBezTo>
                <a:cubicBezTo>
                  <a:pt x="802234" y="43638"/>
                  <a:pt x="802742" y="41999"/>
                  <a:pt x="802742" y="40260"/>
                </a:cubicBezTo>
                <a:lnTo>
                  <a:pt x="802742" y="36361"/>
                </a:lnTo>
                <a:lnTo>
                  <a:pt x="796392" y="36361"/>
                </a:lnTo>
                <a:cubicBezTo>
                  <a:pt x="792709" y="36361"/>
                  <a:pt x="789788" y="36919"/>
                  <a:pt x="787502" y="38050"/>
                </a:cubicBezTo>
                <a:cubicBezTo>
                  <a:pt x="785343" y="39180"/>
                  <a:pt x="784200" y="41199"/>
                  <a:pt x="784200" y="44133"/>
                </a:cubicBezTo>
                <a:close/>
                <a:moveTo>
                  <a:pt x="818871" y="15037"/>
                </a:moveTo>
                <a:lnTo>
                  <a:pt x="825221" y="15037"/>
                </a:lnTo>
                <a:lnTo>
                  <a:pt x="825221" y="23635"/>
                </a:lnTo>
                <a:lnTo>
                  <a:pt x="825348" y="23635"/>
                </a:lnTo>
                <a:cubicBezTo>
                  <a:pt x="826110" y="20333"/>
                  <a:pt x="827253" y="17945"/>
                  <a:pt x="828904" y="16472"/>
                </a:cubicBezTo>
                <a:cubicBezTo>
                  <a:pt x="830428" y="14999"/>
                  <a:pt x="832460" y="14250"/>
                  <a:pt x="834873" y="14250"/>
                </a:cubicBezTo>
                <a:cubicBezTo>
                  <a:pt x="835508" y="14250"/>
                  <a:pt x="836016" y="14288"/>
                  <a:pt x="836651" y="14364"/>
                </a:cubicBezTo>
                <a:cubicBezTo>
                  <a:pt x="837159" y="14440"/>
                  <a:pt x="837667" y="14529"/>
                  <a:pt x="838048" y="14631"/>
                </a:cubicBezTo>
                <a:lnTo>
                  <a:pt x="838048" y="21210"/>
                </a:lnTo>
                <a:cubicBezTo>
                  <a:pt x="837667" y="21095"/>
                  <a:pt x="837159" y="20993"/>
                  <a:pt x="836524" y="20917"/>
                </a:cubicBezTo>
                <a:cubicBezTo>
                  <a:pt x="835889" y="20841"/>
                  <a:pt x="835254" y="20803"/>
                  <a:pt x="834746" y="20803"/>
                </a:cubicBezTo>
                <a:cubicBezTo>
                  <a:pt x="831444" y="20803"/>
                  <a:pt x="829031" y="21946"/>
                  <a:pt x="827634" y="24244"/>
                </a:cubicBezTo>
                <a:cubicBezTo>
                  <a:pt x="826237" y="26543"/>
                  <a:pt x="825475" y="29896"/>
                  <a:pt x="825475" y="34316"/>
                </a:cubicBezTo>
                <a:lnTo>
                  <a:pt x="825475" y="55258"/>
                </a:lnTo>
                <a:lnTo>
                  <a:pt x="818871" y="55258"/>
                </a:lnTo>
                <a:lnTo>
                  <a:pt x="818871" y="15037"/>
                </a:lnTo>
                <a:close/>
                <a:moveTo>
                  <a:pt x="855701" y="55855"/>
                </a:moveTo>
                <a:cubicBezTo>
                  <a:pt x="853288" y="55855"/>
                  <a:pt x="851383" y="55525"/>
                  <a:pt x="849859" y="54890"/>
                </a:cubicBezTo>
                <a:cubicBezTo>
                  <a:pt x="848462" y="54242"/>
                  <a:pt x="847319" y="53239"/>
                  <a:pt x="846557" y="51867"/>
                </a:cubicBezTo>
                <a:cubicBezTo>
                  <a:pt x="845922" y="50509"/>
                  <a:pt x="845541" y="48743"/>
                  <a:pt x="845541" y="46584"/>
                </a:cubicBezTo>
                <a:lnTo>
                  <a:pt x="845541" y="20651"/>
                </a:lnTo>
                <a:lnTo>
                  <a:pt x="839572" y="20651"/>
                </a:lnTo>
                <a:lnTo>
                  <a:pt x="839572" y="17158"/>
                </a:lnTo>
                <a:lnTo>
                  <a:pt x="851383" y="5283"/>
                </a:lnTo>
                <a:lnTo>
                  <a:pt x="852272" y="5283"/>
                </a:lnTo>
                <a:lnTo>
                  <a:pt x="852272" y="15037"/>
                </a:lnTo>
                <a:lnTo>
                  <a:pt x="861289" y="15037"/>
                </a:lnTo>
                <a:lnTo>
                  <a:pt x="861289" y="20651"/>
                </a:lnTo>
                <a:lnTo>
                  <a:pt x="852272" y="20651"/>
                </a:lnTo>
                <a:lnTo>
                  <a:pt x="852272" y="45212"/>
                </a:lnTo>
                <a:cubicBezTo>
                  <a:pt x="852272" y="46406"/>
                  <a:pt x="852399" y="47320"/>
                  <a:pt x="852653" y="47981"/>
                </a:cubicBezTo>
                <a:cubicBezTo>
                  <a:pt x="852907" y="48641"/>
                  <a:pt x="853415" y="49111"/>
                  <a:pt x="854050" y="49378"/>
                </a:cubicBezTo>
                <a:cubicBezTo>
                  <a:pt x="854685" y="49657"/>
                  <a:pt x="855574" y="49785"/>
                  <a:pt x="856590" y="49785"/>
                </a:cubicBezTo>
                <a:cubicBezTo>
                  <a:pt x="858114" y="49785"/>
                  <a:pt x="859638" y="49581"/>
                  <a:pt x="861289" y="49149"/>
                </a:cubicBezTo>
                <a:lnTo>
                  <a:pt x="861289" y="55258"/>
                </a:lnTo>
                <a:cubicBezTo>
                  <a:pt x="860527" y="55435"/>
                  <a:pt x="859638" y="55576"/>
                  <a:pt x="858622" y="55690"/>
                </a:cubicBezTo>
                <a:cubicBezTo>
                  <a:pt x="857606" y="55791"/>
                  <a:pt x="856590" y="55855"/>
                  <a:pt x="855701" y="55855"/>
                </a:cubicBezTo>
                <a:close/>
                <a:moveTo>
                  <a:pt x="869163" y="15037"/>
                </a:moveTo>
                <a:lnTo>
                  <a:pt x="875513" y="15037"/>
                </a:lnTo>
                <a:lnTo>
                  <a:pt x="875513" y="23406"/>
                </a:lnTo>
                <a:lnTo>
                  <a:pt x="875640" y="23406"/>
                </a:lnTo>
                <a:cubicBezTo>
                  <a:pt x="876656" y="20803"/>
                  <a:pt x="878180" y="18631"/>
                  <a:pt x="880212" y="16879"/>
                </a:cubicBezTo>
                <a:cubicBezTo>
                  <a:pt x="882244" y="15126"/>
                  <a:pt x="885038" y="14250"/>
                  <a:pt x="888721" y="14250"/>
                </a:cubicBezTo>
                <a:cubicBezTo>
                  <a:pt x="891515" y="14250"/>
                  <a:pt x="893801" y="14834"/>
                  <a:pt x="895706" y="16002"/>
                </a:cubicBezTo>
                <a:cubicBezTo>
                  <a:pt x="897611" y="17171"/>
                  <a:pt x="899008" y="18821"/>
                  <a:pt x="899897" y="20955"/>
                </a:cubicBezTo>
                <a:cubicBezTo>
                  <a:pt x="900786" y="23089"/>
                  <a:pt x="901294" y="25578"/>
                  <a:pt x="901294" y="28435"/>
                </a:cubicBezTo>
                <a:lnTo>
                  <a:pt x="901294" y="55258"/>
                </a:lnTo>
                <a:lnTo>
                  <a:pt x="894563" y="55258"/>
                </a:lnTo>
                <a:lnTo>
                  <a:pt x="894563" y="29731"/>
                </a:lnTo>
                <a:cubicBezTo>
                  <a:pt x="894563" y="26632"/>
                  <a:pt x="893928" y="24270"/>
                  <a:pt x="892658" y="22644"/>
                </a:cubicBezTo>
                <a:cubicBezTo>
                  <a:pt x="891388" y="21019"/>
                  <a:pt x="889229" y="20206"/>
                  <a:pt x="886308" y="20206"/>
                </a:cubicBezTo>
                <a:cubicBezTo>
                  <a:pt x="884149" y="20206"/>
                  <a:pt x="882371" y="20663"/>
                  <a:pt x="880720" y="21590"/>
                </a:cubicBezTo>
                <a:cubicBezTo>
                  <a:pt x="879196" y="22505"/>
                  <a:pt x="877926" y="23838"/>
                  <a:pt x="877164" y="25603"/>
                </a:cubicBezTo>
                <a:cubicBezTo>
                  <a:pt x="876275" y="27369"/>
                  <a:pt x="875767" y="29477"/>
                  <a:pt x="875767" y="31928"/>
                </a:cubicBezTo>
                <a:lnTo>
                  <a:pt x="875767" y="55258"/>
                </a:lnTo>
                <a:lnTo>
                  <a:pt x="869163" y="55258"/>
                </a:lnTo>
                <a:lnTo>
                  <a:pt x="869163" y="15037"/>
                </a:lnTo>
                <a:close/>
                <a:moveTo>
                  <a:pt x="929615" y="56007"/>
                </a:moveTo>
                <a:cubicBezTo>
                  <a:pt x="925551" y="56007"/>
                  <a:pt x="921995" y="55207"/>
                  <a:pt x="918947" y="53607"/>
                </a:cubicBezTo>
                <a:cubicBezTo>
                  <a:pt x="915899" y="52007"/>
                  <a:pt x="913486" y="49632"/>
                  <a:pt x="911835" y="46495"/>
                </a:cubicBezTo>
                <a:cubicBezTo>
                  <a:pt x="910184" y="43358"/>
                  <a:pt x="909422" y="39574"/>
                  <a:pt x="909422" y="35128"/>
                </a:cubicBezTo>
                <a:cubicBezTo>
                  <a:pt x="909422" y="30633"/>
                  <a:pt x="910311" y="26822"/>
                  <a:pt x="911962" y="23685"/>
                </a:cubicBezTo>
                <a:cubicBezTo>
                  <a:pt x="913740" y="20549"/>
                  <a:pt x="916153" y="18186"/>
                  <a:pt x="919074" y="16612"/>
                </a:cubicBezTo>
                <a:cubicBezTo>
                  <a:pt x="921995" y="15037"/>
                  <a:pt x="925297" y="14250"/>
                  <a:pt x="928853" y="14250"/>
                </a:cubicBezTo>
                <a:cubicBezTo>
                  <a:pt x="932917" y="14250"/>
                  <a:pt x="936346" y="15202"/>
                  <a:pt x="938886" y="17107"/>
                </a:cubicBezTo>
                <a:cubicBezTo>
                  <a:pt x="941553" y="19000"/>
                  <a:pt x="943458" y="21425"/>
                  <a:pt x="944601" y="24371"/>
                </a:cubicBezTo>
                <a:cubicBezTo>
                  <a:pt x="945871" y="27331"/>
                  <a:pt x="946379" y="30429"/>
                  <a:pt x="946379" y="33681"/>
                </a:cubicBezTo>
                <a:cubicBezTo>
                  <a:pt x="946379" y="34798"/>
                  <a:pt x="946379" y="35840"/>
                  <a:pt x="946252" y="36805"/>
                </a:cubicBezTo>
                <a:lnTo>
                  <a:pt x="916407" y="36805"/>
                </a:lnTo>
                <a:cubicBezTo>
                  <a:pt x="916661" y="41199"/>
                  <a:pt x="917931" y="44539"/>
                  <a:pt x="920090" y="46851"/>
                </a:cubicBezTo>
                <a:cubicBezTo>
                  <a:pt x="922376" y="49149"/>
                  <a:pt x="925551" y="50305"/>
                  <a:pt x="929615" y="50305"/>
                </a:cubicBezTo>
                <a:cubicBezTo>
                  <a:pt x="932155" y="50305"/>
                  <a:pt x="934187" y="49936"/>
                  <a:pt x="935965" y="49188"/>
                </a:cubicBezTo>
                <a:cubicBezTo>
                  <a:pt x="937743" y="48451"/>
                  <a:pt x="939394" y="47219"/>
                  <a:pt x="940791" y="45504"/>
                </a:cubicBezTo>
                <a:lnTo>
                  <a:pt x="944982" y="49670"/>
                </a:lnTo>
                <a:cubicBezTo>
                  <a:pt x="943712" y="51168"/>
                  <a:pt x="942315" y="52375"/>
                  <a:pt x="940791" y="53302"/>
                </a:cubicBezTo>
                <a:cubicBezTo>
                  <a:pt x="939267" y="54229"/>
                  <a:pt x="937743" y="54915"/>
                  <a:pt x="935838" y="55347"/>
                </a:cubicBezTo>
                <a:cubicBezTo>
                  <a:pt x="934060" y="55779"/>
                  <a:pt x="932028" y="56007"/>
                  <a:pt x="929615" y="56007"/>
                </a:cubicBezTo>
                <a:close/>
                <a:moveTo>
                  <a:pt x="939648" y="31636"/>
                </a:moveTo>
                <a:cubicBezTo>
                  <a:pt x="939267" y="27763"/>
                  <a:pt x="938124" y="24854"/>
                  <a:pt x="936219" y="22911"/>
                </a:cubicBezTo>
                <a:cubicBezTo>
                  <a:pt x="934314" y="20955"/>
                  <a:pt x="931774" y="19990"/>
                  <a:pt x="928599" y="19990"/>
                </a:cubicBezTo>
                <a:cubicBezTo>
                  <a:pt x="926440" y="19990"/>
                  <a:pt x="924662" y="20422"/>
                  <a:pt x="922884" y="21286"/>
                </a:cubicBezTo>
                <a:cubicBezTo>
                  <a:pt x="921233" y="22149"/>
                  <a:pt x="919836" y="23457"/>
                  <a:pt x="918820" y="25197"/>
                </a:cubicBezTo>
                <a:cubicBezTo>
                  <a:pt x="917677" y="26924"/>
                  <a:pt x="916915" y="29070"/>
                  <a:pt x="916661" y="31636"/>
                </a:cubicBezTo>
                <a:lnTo>
                  <a:pt x="939648" y="31636"/>
                </a:lnTo>
                <a:close/>
                <a:moveTo>
                  <a:pt x="954507" y="15037"/>
                </a:moveTo>
                <a:lnTo>
                  <a:pt x="960857" y="15037"/>
                </a:lnTo>
                <a:lnTo>
                  <a:pt x="960857" y="23635"/>
                </a:lnTo>
                <a:lnTo>
                  <a:pt x="960984" y="23635"/>
                </a:lnTo>
                <a:cubicBezTo>
                  <a:pt x="961746" y="20333"/>
                  <a:pt x="962889" y="17945"/>
                  <a:pt x="964540" y="16472"/>
                </a:cubicBezTo>
                <a:cubicBezTo>
                  <a:pt x="966064" y="14999"/>
                  <a:pt x="968096" y="14250"/>
                  <a:pt x="970509" y="14250"/>
                </a:cubicBezTo>
                <a:cubicBezTo>
                  <a:pt x="971144" y="14250"/>
                  <a:pt x="971652" y="14288"/>
                  <a:pt x="972287" y="14364"/>
                </a:cubicBezTo>
                <a:cubicBezTo>
                  <a:pt x="972795" y="14440"/>
                  <a:pt x="973303" y="14529"/>
                  <a:pt x="973684" y="14631"/>
                </a:cubicBezTo>
                <a:lnTo>
                  <a:pt x="973684" y="21210"/>
                </a:lnTo>
                <a:cubicBezTo>
                  <a:pt x="973303" y="21095"/>
                  <a:pt x="972795" y="20993"/>
                  <a:pt x="972160" y="20917"/>
                </a:cubicBezTo>
                <a:cubicBezTo>
                  <a:pt x="971525" y="20841"/>
                  <a:pt x="970890" y="20803"/>
                  <a:pt x="970382" y="20803"/>
                </a:cubicBezTo>
                <a:cubicBezTo>
                  <a:pt x="967080" y="20803"/>
                  <a:pt x="964667" y="21946"/>
                  <a:pt x="963270" y="24244"/>
                </a:cubicBezTo>
                <a:cubicBezTo>
                  <a:pt x="961873" y="26543"/>
                  <a:pt x="961111" y="29896"/>
                  <a:pt x="961111" y="34316"/>
                </a:cubicBezTo>
                <a:lnTo>
                  <a:pt x="961111" y="55258"/>
                </a:lnTo>
                <a:lnTo>
                  <a:pt x="954507" y="55258"/>
                </a:lnTo>
                <a:lnTo>
                  <a:pt x="954507" y="15037"/>
                </a:lnTo>
                <a:close/>
                <a:moveTo>
                  <a:pt x="992988" y="56007"/>
                </a:moveTo>
                <a:cubicBezTo>
                  <a:pt x="986130" y="56007"/>
                  <a:pt x="980669" y="53899"/>
                  <a:pt x="976859" y="49670"/>
                </a:cubicBezTo>
                <a:lnTo>
                  <a:pt x="981177" y="45403"/>
                </a:lnTo>
                <a:cubicBezTo>
                  <a:pt x="982955" y="47257"/>
                  <a:pt x="984733" y="48565"/>
                  <a:pt x="986638" y="49327"/>
                </a:cubicBezTo>
                <a:cubicBezTo>
                  <a:pt x="988416" y="50076"/>
                  <a:pt x="990575" y="50457"/>
                  <a:pt x="992988" y="50457"/>
                </a:cubicBezTo>
                <a:cubicBezTo>
                  <a:pt x="995401" y="50457"/>
                  <a:pt x="997433" y="50000"/>
                  <a:pt x="999084" y="49099"/>
                </a:cubicBezTo>
                <a:cubicBezTo>
                  <a:pt x="1000735" y="48197"/>
                  <a:pt x="1001624" y="46711"/>
                  <a:pt x="1001624" y="44653"/>
                </a:cubicBezTo>
                <a:cubicBezTo>
                  <a:pt x="1001624" y="43193"/>
                  <a:pt x="1001243" y="41999"/>
                  <a:pt x="1000354" y="41097"/>
                </a:cubicBezTo>
                <a:cubicBezTo>
                  <a:pt x="999592" y="40196"/>
                  <a:pt x="998449" y="39484"/>
                  <a:pt x="997179" y="38964"/>
                </a:cubicBezTo>
                <a:cubicBezTo>
                  <a:pt x="995909" y="38443"/>
                  <a:pt x="993877" y="37833"/>
                  <a:pt x="991464" y="37135"/>
                </a:cubicBezTo>
                <a:cubicBezTo>
                  <a:pt x="988924" y="36424"/>
                  <a:pt x="986765" y="35649"/>
                  <a:pt x="984987" y="34837"/>
                </a:cubicBezTo>
                <a:cubicBezTo>
                  <a:pt x="983209" y="34011"/>
                  <a:pt x="981685" y="32842"/>
                  <a:pt x="980542" y="31318"/>
                </a:cubicBezTo>
                <a:cubicBezTo>
                  <a:pt x="979272" y="29794"/>
                  <a:pt x="978764" y="27839"/>
                  <a:pt x="978764" y="25451"/>
                </a:cubicBezTo>
                <a:cubicBezTo>
                  <a:pt x="978764" y="23076"/>
                  <a:pt x="979272" y="21044"/>
                  <a:pt x="980415" y="19355"/>
                </a:cubicBezTo>
                <a:cubicBezTo>
                  <a:pt x="981685" y="17666"/>
                  <a:pt x="983336" y="16396"/>
                  <a:pt x="985495" y="15532"/>
                </a:cubicBezTo>
                <a:cubicBezTo>
                  <a:pt x="987527" y="14681"/>
                  <a:pt x="990067" y="14250"/>
                  <a:pt x="992861" y="14250"/>
                </a:cubicBezTo>
                <a:cubicBezTo>
                  <a:pt x="995655" y="14250"/>
                  <a:pt x="998195" y="14707"/>
                  <a:pt x="1000735" y="15608"/>
                </a:cubicBezTo>
                <a:cubicBezTo>
                  <a:pt x="1003275" y="16523"/>
                  <a:pt x="1005307" y="17844"/>
                  <a:pt x="1006958" y="19571"/>
                </a:cubicBezTo>
                <a:lnTo>
                  <a:pt x="1002767" y="23851"/>
                </a:lnTo>
                <a:cubicBezTo>
                  <a:pt x="1000100" y="21222"/>
                  <a:pt x="996798" y="19914"/>
                  <a:pt x="992861" y="19914"/>
                </a:cubicBezTo>
                <a:cubicBezTo>
                  <a:pt x="990448" y="19914"/>
                  <a:pt x="988670" y="20346"/>
                  <a:pt x="987273" y="21210"/>
                </a:cubicBezTo>
                <a:cubicBezTo>
                  <a:pt x="985876" y="22085"/>
                  <a:pt x="985241" y="23394"/>
                  <a:pt x="985241" y="25159"/>
                </a:cubicBezTo>
                <a:cubicBezTo>
                  <a:pt x="985241" y="26327"/>
                  <a:pt x="985622" y="27293"/>
                  <a:pt x="986384" y="28055"/>
                </a:cubicBezTo>
                <a:cubicBezTo>
                  <a:pt x="987273" y="28829"/>
                  <a:pt x="988289" y="29464"/>
                  <a:pt x="989686" y="29973"/>
                </a:cubicBezTo>
                <a:cubicBezTo>
                  <a:pt x="990956" y="30480"/>
                  <a:pt x="992861" y="31090"/>
                  <a:pt x="995401" y="31776"/>
                </a:cubicBezTo>
                <a:cubicBezTo>
                  <a:pt x="997941" y="32500"/>
                  <a:pt x="1000100" y="33262"/>
                  <a:pt x="1001878" y="34049"/>
                </a:cubicBezTo>
                <a:cubicBezTo>
                  <a:pt x="1003529" y="34849"/>
                  <a:pt x="1005053" y="36055"/>
                  <a:pt x="1006323" y="37681"/>
                </a:cubicBezTo>
                <a:cubicBezTo>
                  <a:pt x="1007466" y="39307"/>
                  <a:pt x="1008101" y="41453"/>
                  <a:pt x="1008101" y="44133"/>
                </a:cubicBezTo>
                <a:cubicBezTo>
                  <a:pt x="1008101" y="46610"/>
                  <a:pt x="1007466" y="48743"/>
                  <a:pt x="1006196" y="50533"/>
                </a:cubicBezTo>
                <a:cubicBezTo>
                  <a:pt x="1004926" y="52312"/>
                  <a:pt x="1003148" y="53670"/>
                  <a:pt x="1000862" y="54611"/>
                </a:cubicBezTo>
                <a:cubicBezTo>
                  <a:pt x="998576" y="55538"/>
                  <a:pt x="995909" y="56007"/>
                  <a:pt x="992988" y="56007"/>
                </a:cubicBezTo>
                <a:close/>
                <a:moveTo>
                  <a:pt x="1057250" y="56007"/>
                </a:moveTo>
                <a:cubicBezTo>
                  <a:pt x="1052170" y="56007"/>
                  <a:pt x="1047725" y="54902"/>
                  <a:pt x="1043915" y="52693"/>
                </a:cubicBezTo>
                <a:cubicBezTo>
                  <a:pt x="1039978" y="50483"/>
                  <a:pt x="1037057" y="47334"/>
                  <a:pt x="1034898" y="43256"/>
                </a:cubicBezTo>
                <a:cubicBezTo>
                  <a:pt x="1032739" y="39180"/>
                  <a:pt x="1031596" y="34430"/>
                  <a:pt x="1031596" y="29032"/>
                </a:cubicBezTo>
                <a:cubicBezTo>
                  <a:pt x="1031596" y="23623"/>
                  <a:pt x="1032739" y="18885"/>
                  <a:pt x="1034898" y="14808"/>
                </a:cubicBezTo>
                <a:cubicBezTo>
                  <a:pt x="1037057" y="10744"/>
                  <a:pt x="1039978" y="7595"/>
                  <a:pt x="1043915" y="5385"/>
                </a:cubicBezTo>
                <a:cubicBezTo>
                  <a:pt x="1047725" y="3163"/>
                  <a:pt x="1052170" y="2045"/>
                  <a:pt x="1057250" y="2045"/>
                </a:cubicBezTo>
                <a:cubicBezTo>
                  <a:pt x="1062203" y="2045"/>
                  <a:pt x="1066648" y="3163"/>
                  <a:pt x="1070458" y="5385"/>
                </a:cubicBezTo>
                <a:cubicBezTo>
                  <a:pt x="1074395" y="7595"/>
                  <a:pt x="1077443" y="10744"/>
                  <a:pt x="1079602" y="14808"/>
                </a:cubicBezTo>
                <a:cubicBezTo>
                  <a:pt x="1081761" y="18885"/>
                  <a:pt x="1082777" y="23623"/>
                  <a:pt x="1082777" y="29032"/>
                </a:cubicBezTo>
                <a:cubicBezTo>
                  <a:pt x="1082777" y="34430"/>
                  <a:pt x="1081761" y="39180"/>
                  <a:pt x="1079602" y="43256"/>
                </a:cubicBezTo>
                <a:cubicBezTo>
                  <a:pt x="1077443" y="47334"/>
                  <a:pt x="1074395" y="50483"/>
                  <a:pt x="1070458" y="52693"/>
                </a:cubicBezTo>
                <a:cubicBezTo>
                  <a:pt x="1066648" y="54902"/>
                  <a:pt x="1062203" y="56007"/>
                  <a:pt x="1057250" y="56007"/>
                </a:cubicBezTo>
                <a:close/>
                <a:moveTo>
                  <a:pt x="1038835" y="29032"/>
                </a:moveTo>
                <a:cubicBezTo>
                  <a:pt x="1038835" y="33198"/>
                  <a:pt x="1039597" y="36818"/>
                  <a:pt x="1040994" y="39891"/>
                </a:cubicBezTo>
                <a:cubicBezTo>
                  <a:pt x="1042518" y="42964"/>
                  <a:pt x="1044677" y="45327"/>
                  <a:pt x="1047471" y="46978"/>
                </a:cubicBezTo>
                <a:cubicBezTo>
                  <a:pt x="1050138" y="48629"/>
                  <a:pt x="1053440" y="49454"/>
                  <a:pt x="1057250" y="49454"/>
                </a:cubicBezTo>
                <a:cubicBezTo>
                  <a:pt x="1060933" y="49454"/>
                  <a:pt x="1064235" y="48629"/>
                  <a:pt x="1066902" y="46978"/>
                </a:cubicBezTo>
                <a:cubicBezTo>
                  <a:pt x="1069696" y="45327"/>
                  <a:pt x="1071855" y="42964"/>
                  <a:pt x="1073379" y="39891"/>
                </a:cubicBezTo>
                <a:cubicBezTo>
                  <a:pt x="1074776" y="36818"/>
                  <a:pt x="1075538" y="33198"/>
                  <a:pt x="1075538" y="29032"/>
                </a:cubicBezTo>
                <a:cubicBezTo>
                  <a:pt x="1075538" y="24854"/>
                  <a:pt x="1074776" y="21248"/>
                  <a:pt x="1073379" y="18174"/>
                </a:cubicBezTo>
                <a:cubicBezTo>
                  <a:pt x="1071855" y="15113"/>
                  <a:pt x="1069696" y="12764"/>
                  <a:pt x="1066902" y="11112"/>
                </a:cubicBezTo>
                <a:cubicBezTo>
                  <a:pt x="1064235" y="9461"/>
                  <a:pt x="1060933" y="8636"/>
                  <a:pt x="1057250" y="8636"/>
                </a:cubicBezTo>
                <a:cubicBezTo>
                  <a:pt x="1053440" y="8636"/>
                  <a:pt x="1050138" y="9461"/>
                  <a:pt x="1047471" y="11112"/>
                </a:cubicBezTo>
                <a:cubicBezTo>
                  <a:pt x="1044677" y="12764"/>
                  <a:pt x="1042518" y="15113"/>
                  <a:pt x="1040994" y="18174"/>
                </a:cubicBezTo>
                <a:cubicBezTo>
                  <a:pt x="1039597" y="21248"/>
                  <a:pt x="1038835" y="24854"/>
                  <a:pt x="1038835" y="29032"/>
                </a:cubicBezTo>
                <a:close/>
                <a:moveTo>
                  <a:pt x="1091667" y="15037"/>
                </a:moveTo>
                <a:lnTo>
                  <a:pt x="1098017" y="15037"/>
                </a:lnTo>
                <a:lnTo>
                  <a:pt x="1098017" y="23406"/>
                </a:lnTo>
                <a:lnTo>
                  <a:pt x="1098144" y="23406"/>
                </a:lnTo>
                <a:cubicBezTo>
                  <a:pt x="1099160" y="20803"/>
                  <a:pt x="1100684" y="18631"/>
                  <a:pt x="1102716" y="16879"/>
                </a:cubicBezTo>
                <a:cubicBezTo>
                  <a:pt x="1104748" y="15126"/>
                  <a:pt x="1107542" y="14250"/>
                  <a:pt x="1111225" y="14250"/>
                </a:cubicBezTo>
                <a:cubicBezTo>
                  <a:pt x="1114019" y="14250"/>
                  <a:pt x="1116305" y="14834"/>
                  <a:pt x="1118210" y="16002"/>
                </a:cubicBezTo>
                <a:cubicBezTo>
                  <a:pt x="1120115" y="17171"/>
                  <a:pt x="1121512" y="18821"/>
                  <a:pt x="1122401" y="20955"/>
                </a:cubicBezTo>
                <a:cubicBezTo>
                  <a:pt x="1123290" y="23089"/>
                  <a:pt x="1123798" y="25578"/>
                  <a:pt x="1123798" y="28435"/>
                </a:cubicBezTo>
                <a:lnTo>
                  <a:pt x="1123798" y="55258"/>
                </a:lnTo>
                <a:lnTo>
                  <a:pt x="1117067" y="55258"/>
                </a:lnTo>
                <a:lnTo>
                  <a:pt x="1117067" y="29731"/>
                </a:lnTo>
                <a:cubicBezTo>
                  <a:pt x="1117067" y="26632"/>
                  <a:pt x="1116432" y="24270"/>
                  <a:pt x="1115162" y="22644"/>
                </a:cubicBezTo>
                <a:cubicBezTo>
                  <a:pt x="1113892" y="21019"/>
                  <a:pt x="1111733" y="20206"/>
                  <a:pt x="1108812" y="20206"/>
                </a:cubicBezTo>
                <a:cubicBezTo>
                  <a:pt x="1106653" y="20206"/>
                  <a:pt x="1104875" y="20663"/>
                  <a:pt x="1103224" y="21590"/>
                </a:cubicBezTo>
                <a:cubicBezTo>
                  <a:pt x="1101700" y="22505"/>
                  <a:pt x="1100430" y="23838"/>
                  <a:pt x="1099668" y="25603"/>
                </a:cubicBezTo>
                <a:cubicBezTo>
                  <a:pt x="1098779" y="27369"/>
                  <a:pt x="1098271" y="29477"/>
                  <a:pt x="1098271" y="31928"/>
                </a:cubicBezTo>
                <a:lnTo>
                  <a:pt x="1098271" y="55258"/>
                </a:lnTo>
                <a:lnTo>
                  <a:pt x="1091667" y="55258"/>
                </a:lnTo>
                <a:lnTo>
                  <a:pt x="1091667" y="15037"/>
                </a:lnTo>
                <a:close/>
                <a:moveTo>
                  <a:pt x="1143229" y="55855"/>
                </a:moveTo>
                <a:cubicBezTo>
                  <a:pt x="1141070" y="55855"/>
                  <a:pt x="1139292" y="55487"/>
                  <a:pt x="1137895" y="54776"/>
                </a:cubicBezTo>
                <a:cubicBezTo>
                  <a:pt x="1136498" y="54052"/>
                  <a:pt x="1135609" y="52984"/>
                  <a:pt x="1134974" y="51550"/>
                </a:cubicBezTo>
                <a:cubicBezTo>
                  <a:pt x="1134339" y="50127"/>
                  <a:pt x="1133958" y="48311"/>
                  <a:pt x="1133958" y="46101"/>
                </a:cubicBezTo>
                <a:lnTo>
                  <a:pt x="1133958" y="0"/>
                </a:lnTo>
                <a:lnTo>
                  <a:pt x="1140689" y="0"/>
                </a:lnTo>
                <a:lnTo>
                  <a:pt x="1140689" y="45060"/>
                </a:lnTo>
                <a:cubicBezTo>
                  <a:pt x="1140689" y="46304"/>
                  <a:pt x="1140816" y="47257"/>
                  <a:pt x="1141070" y="47930"/>
                </a:cubicBezTo>
                <a:cubicBezTo>
                  <a:pt x="1141324" y="48603"/>
                  <a:pt x="1141705" y="49073"/>
                  <a:pt x="1142213" y="49365"/>
                </a:cubicBezTo>
                <a:cubicBezTo>
                  <a:pt x="1142721" y="49644"/>
                  <a:pt x="1143483" y="49785"/>
                  <a:pt x="1144499" y="49785"/>
                </a:cubicBezTo>
                <a:cubicBezTo>
                  <a:pt x="1145134" y="49785"/>
                  <a:pt x="1145769" y="49733"/>
                  <a:pt x="1146404" y="49644"/>
                </a:cubicBezTo>
                <a:cubicBezTo>
                  <a:pt x="1147039" y="49543"/>
                  <a:pt x="1147547" y="49429"/>
                  <a:pt x="1148055" y="49302"/>
                </a:cubicBezTo>
                <a:lnTo>
                  <a:pt x="1148055" y="55258"/>
                </a:lnTo>
                <a:cubicBezTo>
                  <a:pt x="1147420" y="55461"/>
                  <a:pt x="1146658" y="55601"/>
                  <a:pt x="1145896" y="55703"/>
                </a:cubicBezTo>
                <a:cubicBezTo>
                  <a:pt x="1145007" y="55804"/>
                  <a:pt x="1144118" y="55855"/>
                  <a:pt x="1143229" y="55855"/>
                </a:cubicBezTo>
                <a:close/>
                <a:moveTo>
                  <a:pt x="1155294" y="71857"/>
                </a:moveTo>
                <a:cubicBezTo>
                  <a:pt x="1153897" y="71857"/>
                  <a:pt x="1152373" y="71755"/>
                  <a:pt x="1150976" y="71552"/>
                </a:cubicBezTo>
                <a:lnTo>
                  <a:pt x="1150976" y="65786"/>
                </a:lnTo>
                <a:cubicBezTo>
                  <a:pt x="1151992" y="66078"/>
                  <a:pt x="1153135" y="66231"/>
                  <a:pt x="1154786" y="66231"/>
                </a:cubicBezTo>
                <a:cubicBezTo>
                  <a:pt x="1156310" y="66231"/>
                  <a:pt x="1157580" y="66040"/>
                  <a:pt x="1158469" y="65660"/>
                </a:cubicBezTo>
                <a:cubicBezTo>
                  <a:pt x="1159485" y="65278"/>
                  <a:pt x="1160374" y="64694"/>
                  <a:pt x="1160882" y="63932"/>
                </a:cubicBezTo>
                <a:cubicBezTo>
                  <a:pt x="1161517" y="63157"/>
                  <a:pt x="1162152" y="62129"/>
                  <a:pt x="1162660" y="60833"/>
                </a:cubicBezTo>
                <a:lnTo>
                  <a:pt x="1164819" y="55144"/>
                </a:lnTo>
                <a:lnTo>
                  <a:pt x="1148690" y="15037"/>
                </a:lnTo>
                <a:lnTo>
                  <a:pt x="1155802" y="15037"/>
                </a:lnTo>
                <a:lnTo>
                  <a:pt x="1164438" y="37288"/>
                </a:lnTo>
                <a:cubicBezTo>
                  <a:pt x="1165073" y="39142"/>
                  <a:pt x="1165835" y="41237"/>
                  <a:pt x="1166597" y="43574"/>
                </a:cubicBezTo>
                <a:cubicBezTo>
                  <a:pt x="1167359" y="45910"/>
                  <a:pt x="1167867" y="47282"/>
                  <a:pt x="1167994" y="47702"/>
                </a:cubicBezTo>
                <a:cubicBezTo>
                  <a:pt x="1168121" y="47358"/>
                  <a:pt x="1168629" y="46038"/>
                  <a:pt x="1169391" y="43765"/>
                </a:cubicBezTo>
                <a:cubicBezTo>
                  <a:pt x="1170534" y="40932"/>
                  <a:pt x="1171169" y="39002"/>
                  <a:pt x="1171550" y="37960"/>
                </a:cubicBezTo>
                <a:lnTo>
                  <a:pt x="1179424" y="15037"/>
                </a:lnTo>
                <a:lnTo>
                  <a:pt x="1186536" y="15037"/>
                </a:lnTo>
                <a:lnTo>
                  <a:pt x="1167994" y="63030"/>
                </a:lnTo>
                <a:cubicBezTo>
                  <a:pt x="1167232" y="65088"/>
                  <a:pt x="1166343" y="66752"/>
                  <a:pt x="1165327" y="67996"/>
                </a:cubicBezTo>
                <a:cubicBezTo>
                  <a:pt x="1164438" y="69253"/>
                  <a:pt x="1163041" y="70206"/>
                  <a:pt x="1161517" y="70866"/>
                </a:cubicBezTo>
                <a:cubicBezTo>
                  <a:pt x="1159866" y="71527"/>
                  <a:pt x="1157834" y="71857"/>
                  <a:pt x="1155294" y="71857"/>
                </a:cubicBezTo>
                <a:close/>
              </a:path>
            </a:pathLst>
          </a:custGeom>
          <a:solidFill>
            <a:srgbClr val="000000">
              <a:alpha val="50196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5808" y="-3178"/>
            <a:ext cx="4576191" cy="685622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301" y="2875495"/>
            <a:ext cx="661212" cy="32909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301" y="1976970"/>
            <a:ext cx="661212" cy="32909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9900" y="685800"/>
            <a:ext cx="177800" cy="508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301" y="3906735"/>
            <a:ext cx="661212" cy="329095"/>
          </a:xfrm>
          <a:prstGeom prst="rect">
            <a:avLst/>
          </a:prstGeom>
        </p:spPr>
      </p:pic>
      <p:sp>
        <p:nvSpPr>
          <p:cNvPr id="3" name="Editable text — 34"/>
          <p:cNvSpPr txBox="1"/>
          <p:nvPr/>
        </p:nvSpPr>
        <p:spPr>
          <a:xfrm>
            <a:off x="11500739" y="6546075"/>
            <a:ext cx="191058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3">
                <a:solidFill>
                  <a:srgbClr val="000000"/>
                </a:solidFill>
                <a:latin typeface="Arial"/>
              </a:rPr>
              <a:t>34</a:t>
            </a:r>
          </a:p>
        </p:txBody>
      </p:sp>
      <p:sp>
        <p:nvSpPr>
          <p:cNvPr id="4" name="Editable text — PUBLIC"/>
          <p:cNvSpPr txBox="1"/>
          <p:nvPr/>
        </p:nvSpPr>
        <p:spPr>
          <a:xfrm>
            <a:off x="281940" y="6590857"/>
            <a:ext cx="381711" cy="170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6" b="0" i="0" spc="-2">
                <a:solidFill>
                  <a:srgbClr val="000000"/>
                </a:solidFill>
                <a:latin typeface="Arial"/>
              </a:rPr>
              <a:t>PUBLIC</a:t>
            </a:r>
          </a:p>
        </p:txBody>
      </p:sp>
      <p:sp>
        <p:nvSpPr>
          <p:cNvPr id="10" name="Editable text — Autonomous Enterprise and Business AI Platform"/>
          <p:cNvSpPr txBox="1"/>
          <p:nvPr/>
        </p:nvSpPr>
        <p:spPr>
          <a:xfrm>
            <a:off x="1890648" y="1970707"/>
            <a:ext cx="4276144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5">
                <a:solidFill>
                  <a:srgbClr val="BFBFBF"/>
                </a:solidFill>
                <a:latin typeface="Arial"/>
              </a:rPr>
              <a:t>Autonomous Enterprise and Business AI Platform</a:t>
            </a:r>
          </a:p>
        </p:txBody>
      </p:sp>
      <p:sp>
        <p:nvSpPr>
          <p:cNvPr id="11" name="Editable text — Business AI Partner Programs"/>
          <p:cNvSpPr txBox="1"/>
          <p:nvPr/>
        </p:nvSpPr>
        <p:spPr>
          <a:xfrm>
            <a:off x="1890648" y="2839641"/>
            <a:ext cx="2624280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5">
                <a:solidFill>
                  <a:srgbClr val="BFBFBF"/>
                </a:solidFill>
                <a:latin typeface="Arial"/>
              </a:rPr>
              <a:t>Business AI Partner Programs</a:t>
            </a:r>
          </a:p>
        </p:txBody>
      </p:sp>
      <p:sp>
        <p:nvSpPr>
          <p:cNvPr id="12" name="Editable text — ▪"/>
          <p:cNvSpPr txBox="1"/>
          <p:nvPr/>
        </p:nvSpPr>
        <p:spPr>
          <a:xfrm>
            <a:off x="1890648" y="3129201"/>
            <a:ext cx="145164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>
                <a:solidFill>
                  <a:srgbClr val="BFBFBF"/>
                </a:solidFill>
                <a:latin typeface="Arial"/>
              </a:rPr>
              <a:t>▪</a:t>
            </a:r>
          </a:p>
        </p:txBody>
      </p:sp>
      <p:sp>
        <p:nvSpPr>
          <p:cNvPr id="13" name="Editable text — SAP Business AI Partner-led Adoption Incentive"/>
          <p:cNvSpPr txBox="1"/>
          <p:nvPr/>
        </p:nvSpPr>
        <p:spPr>
          <a:xfrm>
            <a:off x="2177160" y="3129201"/>
            <a:ext cx="3821717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7">
                <a:solidFill>
                  <a:srgbClr val="BFBFBF"/>
                </a:solidFill>
                <a:latin typeface="Arial"/>
              </a:rPr>
              <a:t>SAP Business AI Partner-led Adoption Incentive</a:t>
            </a:r>
          </a:p>
        </p:txBody>
      </p:sp>
      <p:sp>
        <p:nvSpPr>
          <p:cNvPr id="14" name="Editable text — ▪"/>
          <p:cNvSpPr txBox="1"/>
          <p:nvPr/>
        </p:nvSpPr>
        <p:spPr>
          <a:xfrm>
            <a:off x="1890648" y="3418761"/>
            <a:ext cx="145164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>
                <a:solidFill>
                  <a:srgbClr val="BFBFBF"/>
                </a:solidFill>
                <a:latin typeface="Arial"/>
              </a:rPr>
              <a:t>▪</a:t>
            </a:r>
          </a:p>
        </p:txBody>
      </p:sp>
      <p:sp>
        <p:nvSpPr>
          <p:cNvPr id="15" name="Editable text — Agent Race to TechEd"/>
          <p:cNvSpPr txBox="1"/>
          <p:nvPr/>
        </p:nvSpPr>
        <p:spPr>
          <a:xfrm>
            <a:off x="2177160" y="3418761"/>
            <a:ext cx="1828791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12">
                <a:solidFill>
                  <a:srgbClr val="BFBFBF"/>
                </a:solidFill>
                <a:latin typeface="Arial"/>
              </a:rPr>
              <a:t>Agent Race to TechEd</a:t>
            </a:r>
          </a:p>
        </p:txBody>
      </p:sp>
      <p:sp>
        <p:nvSpPr>
          <p:cNvPr id="16" name="Editable text — Marketing Assets, Learning &amp; Enablement for Partners"/>
          <p:cNvSpPr txBox="1"/>
          <p:nvPr/>
        </p:nvSpPr>
        <p:spPr>
          <a:xfrm>
            <a:off x="1890648" y="3922062"/>
            <a:ext cx="4661716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4">
                <a:solidFill>
                  <a:srgbClr val="000000"/>
                </a:solidFill>
                <a:latin typeface="Arial"/>
              </a:rPr>
              <a:t>Marketing Assets, Learning &amp; Enablement for Partners</a:t>
            </a:r>
          </a:p>
        </p:txBody>
      </p:sp>
      <p:sp>
        <p:nvSpPr>
          <p:cNvPr id="17" name="Editable text — Agenda"/>
          <p:cNvSpPr txBox="1"/>
          <p:nvPr/>
        </p:nvSpPr>
        <p:spPr>
          <a:xfrm>
            <a:off x="555955" y="516890"/>
            <a:ext cx="1179677" cy="495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400" b="1" i="0" spc="-2">
                <a:solidFill>
                  <a:srgbClr val="000000"/>
                </a:solidFill>
                <a:latin typeface="Arial"/>
              </a:rPr>
              <a:t>Agenda</a:t>
            </a:r>
          </a:p>
        </p:txBody>
      </p:sp>
      <p:sp>
        <p:nvSpPr>
          <p:cNvPr id="18" name="Editable text — –"/>
          <p:cNvSpPr txBox="1"/>
          <p:nvPr/>
        </p:nvSpPr>
        <p:spPr>
          <a:xfrm>
            <a:off x="1740154" y="516890"/>
            <a:ext cx="248818" cy="495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400" b="1" i="0">
                <a:solidFill>
                  <a:srgbClr val="000000">
                    <a:alpha val="0"/>
                  </a:srgbClr>
                </a:solidFill>
                <a:latin typeface="Arial"/>
              </a:rPr>
              <a:t>–</a:t>
            </a:r>
          </a:p>
        </p:txBody>
      </p:sp>
      <p:sp>
        <p:nvSpPr>
          <p:cNvPr id="19" name="Editable text — Deep Dive"/>
          <p:cNvSpPr txBox="1"/>
          <p:nvPr/>
        </p:nvSpPr>
        <p:spPr>
          <a:xfrm>
            <a:off x="1994661" y="516890"/>
            <a:ext cx="1560372" cy="495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400" b="1" i="0" spc="23">
                <a:solidFill>
                  <a:srgbClr val="000000"/>
                </a:solidFill>
                <a:latin typeface="Arial"/>
              </a:rPr>
              <a:t>Deep Dive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"/>
          <p:cNvSpPr/>
          <p:nvPr/>
        </p:nvSpPr>
        <p:spPr>
          <a:xfrm>
            <a:off x="0" y="0"/>
            <a:ext cx="12195175" cy="6858000"/>
          </a:xfrm>
          <a:custGeom>
            <a:avLst/>
            <a:gdLst/>
            <a:ahLst/>
            <a:cxnLst/>
            <a:rect l="0" t="0" r="r" b="b"/>
            <a:pathLst>
              <a:path w="12195175" h="6858000" fill="norm" stroke="0" extrusionOk="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Editable vector"/>
          <p:cNvSpPr/>
          <p:nvPr/>
        </p:nvSpPr>
        <p:spPr>
          <a:xfrm>
            <a:off x="0" y="0"/>
            <a:ext cx="12195175" cy="6858000"/>
          </a:xfrm>
          <a:custGeom>
            <a:avLst/>
            <a:gdLst/>
            <a:ahLst/>
            <a:cxnLst/>
            <a:rect l="0" t="0" r="r" b="b"/>
            <a:pathLst>
              <a:path w="12195175" h="6858000" fill="norm" stroke="0" extrusionOk="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Editable vector"/>
          <p:cNvSpPr/>
          <p:nvPr/>
        </p:nvSpPr>
        <p:spPr>
          <a:xfrm>
            <a:off x="457200" y="6536435"/>
            <a:ext cx="10203180" cy="163068"/>
          </a:xfrm>
          <a:custGeom>
            <a:avLst/>
            <a:gdLst/>
            <a:ahLst/>
            <a:cxnLst/>
            <a:rect l="0" t="0" r="r" b="b"/>
            <a:pathLst>
              <a:path w="10203180" h="163068" fill="none" stroke="1" extrusionOk="0">
                <a:moveTo>
                  <a:pt x="0" y="0"/>
                </a:moveTo>
                <a:lnTo>
                  <a:pt x="10203180" y="0"/>
                </a:lnTo>
                <a:lnTo>
                  <a:pt x="10203180" y="163068"/>
                </a:lnTo>
                <a:lnTo>
                  <a:pt x="0" y="163068"/>
                </a:lnTo>
                <a:close/>
              </a:path>
            </a:pathLst>
          </a:custGeom>
          <a:noFill/>
          <a:ln w="1778" cap="flat">
            <a:solidFill>
              <a:srgbClr val="000000">
                <a:alpha val="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Editable vector"/>
          <p:cNvSpPr/>
          <p:nvPr/>
        </p:nvSpPr>
        <p:spPr>
          <a:xfrm>
            <a:off x="9272016" y="6501383"/>
            <a:ext cx="2278379" cy="208788"/>
          </a:xfrm>
          <a:custGeom>
            <a:avLst/>
            <a:gdLst/>
            <a:ahLst/>
            <a:cxnLst/>
            <a:rect l="0" t="0" r="r" b="b"/>
            <a:pathLst>
              <a:path w="2278380" h="208788" fill="none" stroke="1" extrusionOk="0">
                <a:moveTo>
                  <a:pt x="0" y="0"/>
                </a:moveTo>
                <a:lnTo>
                  <a:pt x="2278380" y="0"/>
                </a:lnTo>
                <a:lnTo>
                  <a:pt x="2278380" y="208788"/>
                </a:lnTo>
                <a:lnTo>
                  <a:pt x="0" y="208788"/>
                </a:lnTo>
                <a:close/>
              </a:path>
            </a:pathLst>
          </a:custGeom>
          <a:noFill/>
          <a:ln w="1778" cap="flat">
            <a:solidFill>
              <a:srgbClr val="000000">
                <a:alpha val="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Editable vector"/>
          <p:cNvSpPr/>
          <p:nvPr/>
        </p:nvSpPr>
        <p:spPr>
          <a:xfrm>
            <a:off x="506628" y="6582778"/>
            <a:ext cx="1186535" cy="71856"/>
          </a:xfrm>
          <a:custGeom>
            <a:avLst/>
            <a:gdLst/>
            <a:ahLst/>
            <a:cxnLst/>
            <a:rect l="0" t="0" r="r" b="b"/>
            <a:pathLst>
              <a:path w="1186536" h="71857" fill="norm" stroke="0" extrusionOk="0">
                <a:moveTo>
                  <a:pt x="0" y="2832"/>
                </a:moveTo>
                <a:lnTo>
                  <a:pt x="0" y="55258"/>
                </a:lnTo>
                <a:lnTo>
                  <a:pt x="7074" y="55258"/>
                </a:lnTo>
                <a:lnTo>
                  <a:pt x="7074" y="2832"/>
                </a:lnTo>
                <a:close/>
                <a:moveTo>
                  <a:pt x="19812" y="2832"/>
                </a:moveTo>
                <a:lnTo>
                  <a:pt x="28181" y="2832"/>
                </a:lnTo>
                <a:lnTo>
                  <a:pt x="54712" y="47410"/>
                </a:lnTo>
                <a:cubicBezTo>
                  <a:pt x="54661" y="46266"/>
                  <a:pt x="54610" y="44717"/>
                  <a:pt x="54572" y="42761"/>
                </a:cubicBezTo>
                <a:cubicBezTo>
                  <a:pt x="54521" y="40793"/>
                  <a:pt x="54496" y="38862"/>
                  <a:pt x="54496" y="36957"/>
                </a:cubicBezTo>
                <a:lnTo>
                  <a:pt x="54496" y="2832"/>
                </a:lnTo>
                <a:lnTo>
                  <a:pt x="60820" y="2832"/>
                </a:lnTo>
                <a:lnTo>
                  <a:pt x="60820" y="55258"/>
                </a:lnTo>
                <a:lnTo>
                  <a:pt x="52108" y="55258"/>
                </a:lnTo>
                <a:lnTo>
                  <a:pt x="25921" y="11202"/>
                </a:lnTo>
                <a:cubicBezTo>
                  <a:pt x="25972" y="12345"/>
                  <a:pt x="26010" y="13894"/>
                  <a:pt x="26060" y="15837"/>
                </a:cubicBezTo>
                <a:cubicBezTo>
                  <a:pt x="26111" y="17780"/>
                  <a:pt x="26137" y="19724"/>
                  <a:pt x="26137" y="21654"/>
                </a:cubicBezTo>
                <a:lnTo>
                  <a:pt x="26137" y="55258"/>
                </a:lnTo>
                <a:lnTo>
                  <a:pt x="19812" y="55258"/>
                </a:lnTo>
                <a:lnTo>
                  <a:pt x="19812" y="2832"/>
                </a:lnTo>
                <a:close/>
                <a:moveTo>
                  <a:pt x="84125" y="9385"/>
                </a:moveTo>
                <a:lnTo>
                  <a:pt x="67653" y="9385"/>
                </a:lnTo>
                <a:lnTo>
                  <a:pt x="67653" y="2832"/>
                </a:lnTo>
                <a:lnTo>
                  <a:pt x="107683" y="2832"/>
                </a:lnTo>
                <a:lnTo>
                  <a:pt x="107683" y="9385"/>
                </a:lnTo>
                <a:lnTo>
                  <a:pt x="91199" y="9385"/>
                </a:lnTo>
                <a:lnTo>
                  <a:pt x="91199" y="55258"/>
                </a:lnTo>
                <a:lnTo>
                  <a:pt x="84125" y="55258"/>
                </a:lnTo>
                <a:lnTo>
                  <a:pt x="84125" y="9385"/>
                </a:lnTo>
                <a:close/>
                <a:moveTo>
                  <a:pt x="114300" y="2832"/>
                </a:moveTo>
                <a:lnTo>
                  <a:pt x="147980" y="2832"/>
                </a:lnTo>
                <a:lnTo>
                  <a:pt x="147980" y="9385"/>
                </a:lnTo>
                <a:lnTo>
                  <a:pt x="121374" y="9385"/>
                </a:lnTo>
                <a:lnTo>
                  <a:pt x="121374" y="25083"/>
                </a:lnTo>
                <a:lnTo>
                  <a:pt x="145783" y="25083"/>
                </a:lnTo>
                <a:lnTo>
                  <a:pt x="145783" y="31483"/>
                </a:lnTo>
                <a:lnTo>
                  <a:pt x="121374" y="31483"/>
                </a:lnTo>
                <a:lnTo>
                  <a:pt x="121374" y="48705"/>
                </a:lnTo>
                <a:lnTo>
                  <a:pt x="149504" y="48705"/>
                </a:lnTo>
                <a:lnTo>
                  <a:pt x="149504" y="55258"/>
                </a:lnTo>
                <a:lnTo>
                  <a:pt x="114300" y="55258"/>
                </a:lnTo>
                <a:lnTo>
                  <a:pt x="114300" y="2832"/>
                </a:lnTo>
                <a:close/>
                <a:moveTo>
                  <a:pt x="158496" y="2832"/>
                </a:moveTo>
                <a:lnTo>
                  <a:pt x="178626" y="2832"/>
                </a:lnTo>
                <a:cubicBezTo>
                  <a:pt x="182550" y="2832"/>
                  <a:pt x="185877" y="3442"/>
                  <a:pt x="188633" y="4674"/>
                </a:cubicBezTo>
                <a:cubicBezTo>
                  <a:pt x="191389" y="5906"/>
                  <a:pt x="193485" y="7671"/>
                  <a:pt x="194907" y="9996"/>
                </a:cubicBezTo>
                <a:cubicBezTo>
                  <a:pt x="196329" y="12319"/>
                  <a:pt x="197041" y="15088"/>
                  <a:pt x="197041" y="18314"/>
                </a:cubicBezTo>
                <a:cubicBezTo>
                  <a:pt x="197041" y="20613"/>
                  <a:pt x="196596" y="22797"/>
                  <a:pt x="195707" y="24854"/>
                </a:cubicBezTo>
                <a:cubicBezTo>
                  <a:pt x="194818" y="26912"/>
                  <a:pt x="193408" y="28702"/>
                  <a:pt x="191478" y="30214"/>
                </a:cubicBezTo>
                <a:cubicBezTo>
                  <a:pt x="189560" y="31725"/>
                  <a:pt x="187122" y="32766"/>
                  <a:pt x="184175" y="33338"/>
                </a:cubicBezTo>
                <a:lnTo>
                  <a:pt x="199200" y="55258"/>
                </a:lnTo>
                <a:lnTo>
                  <a:pt x="190944" y="55258"/>
                </a:lnTo>
                <a:lnTo>
                  <a:pt x="177254" y="34240"/>
                </a:lnTo>
                <a:lnTo>
                  <a:pt x="165570" y="34240"/>
                </a:lnTo>
                <a:lnTo>
                  <a:pt x="165570" y="55258"/>
                </a:lnTo>
                <a:lnTo>
                  <a:pt x="158496" y="55258"/>
                </a:lnTo>
                <a:lnTo>
                  <a:pt x="158496" y="2832"/>
                </a:lnTo>
                <a:close/>
                <a:moveTo>
                  <a:pt x="178143" y="27915"/>
                </a:moveTo>
                <a:cubicBezTo>
                  <a:pt x="180797" y="27915"/>
                  <a:pt x="183007" y="27496"/>
                  <a:pt x="184785" y="26657"/>
                </a:cubicBezTo>
                <a:cubicBezTo>
                  <a:pt x="186563" y="25832"/>
                  <a:pt x="187871" y="24702"/>
                  <a:pt x="188709" y="23279"/>
                </a:cubicBezTo>
                <a:cubicBezTo>
                  <a:pt x="189548" y="21857"/>
                  <a:pt x="189979" y="20219"/>
                  <a:pt x="189979" y="18390"/>
                </a:cubicBezTo>
                <a:cubicBezTo>
                  <a:pt x="189979" y="15380"/>
                  <a:pt x="188925" y="13119"/>
                  <a:pt x="186817" y="11595"/>
                </a:cubicBezTo>
                <a:cubicBezTo>
                  <a:pt x="184709" y="10071"/>
                  <a:pt x="181712" y="9310"/>
                  <a:pt x="177851" y="9310"/>
                </a:cubicBezTo>
                <a:lnTo>
                  <a:pt x="165570" y="9310"/>
                </a:lnTo>
                <a:lnTo>
                  <a:pt x="165570" y="27915"/>
                </a:lnTo>
                <a:lnTo>
                  <a:pt x="178143" y="27915"/>
                </a:lnTo>
                <a:close/>
                <a:moveTo>
                  <a:pt x="207264" y="2832"/>
                </a:moveTo>
                <a:lnTo>
                  <a:pt x="215633" y="2832"/>
                </a:lnTo>
                <a:lnTo>
                  <a:pt x="242164" y="47410"/>
                </a:lnTo>
                <a:cubicBezTo>
                  <a:pt x="242113" y="46266"/>
                  <a:pt x="242062" y="44717"/>
                  <a:pt x="242024" y="42761"/>
                </a:cubicBezTo>
                <a:cubicBezTo>
                  <a:pt x="241973" y="40793"/>
                  <a:pt x="241948" y="38862"/>
                  <a:pt x="241948" y="36957"/>
                </a:cubicBezTo>
                <a:lnTo>
                  <a:pt x="241948" y="2832"/>
                </a:lnTo>
                <a:lnTo>
                  <a:pt x="248272" y="2832"/>
                </a:lnTo>
                <a:lnTo>
                  <a:pt x="248272" y="55258"/>
                </a:lnTo>
                <a:lnTo>
                  <a:pt x="239560" y="55258"/>
                </a:lnTo>
                <a:lnTo>
                  <a:pt x="213373" y="11202"/>
                </a:lnTo>
                <a:cubicBezTo>
                  <a:pt x="213424" y="12345"/>
                  <a:pt x="213462" y="13894"/>
                  <a:pt x="213512" y="15837"/>
                </a:cubicBezTo>
                <a:cubicBezTo>
                  <a:pt x="213563" y="17780"/>
                  <a:pt x="213589" y="19724"/>
                  <a:pt x="213589" y="21654"/>
                </a:cubicBezTo>
                <a:lnTo>
                  <a:pt x="213589" y="55258"/>
                </a:lnTo>
                <a:lnTo>
                  <a:pt x="207264" y="55258"/>
                </a:lnTo>
                <a:lnTo>
                  <a:pt x="207264" y="2832"/>
                </a:lnTo>
                <a:close/>
                <a:moveTo>
                  <a:pt x="274079" y="2832"/>
                </a:moveTo>
                <a:lnTo>
                  <a:pt x="282181" y="2832"/>
                </a:lnTo>
                <a:lnTo>
                  <a:pt x="301904" y="55258"/>
                </a:lnTo>
                <a:lnTo>
                  <a:pt x="294500" y="55258"/>
                </a:lnTo>
                <a:lnTo>
                  <a:pt x="289547" y="41085"/>
                </a:lnTo>
                <a:lnTo>
                  <a:pt x="266560" y="41085"/>
                </a:lnTo>
                <a:lnTo>
                  <a:pt x="261607" y="55258"/>
                </a:lnTo>
                <a:lnTo>
                  <a:pt x="254356" y="55258"/>
                </a:lnTo>
                <a:lnTo>
                  <a:pt x="274079" y="2832"/>
                </a:lnTo>
                <a:close/>
                <a:moveTo>
                  <a:pt x="287401" y="34900"/>
                </a:moveTo>
                <a:lnTo>
                  <a:pt x="281178" y="17158"/>
                </a:lnTo>
                <a:cubicBezTo>
                  <a:pt x="280607" y="15545"/>
                  <a:pt x="280048" y="13932"/>
                  <a:pt x="279489" y="12319"/>
                </a:cubicBezTo>
                <a:cubicBezTo>
                  <a:pt x="278930" y="10706"/>
                  <a:pt x="278448" y="9322"/>
                  <a:pt x="278054" y="8154"/>
                </a:cubicBezTo>
                <a:cubicBezTo>
                  <a:pt x="277660" y="9322"/>
                  <a:pt x="277178" y="10706"/>
                  <a:pt x="276619" y="12319"/>
                </a:cubicBezTo>
                <a:cubicBezTo>
                  <a:pt x="276060" y="13932"/>
                  <a:pt x="275501" y="15545"/>
                  <a:pt x="274930" y="17158"/>
                </a:cubicBezTo>
                <a:lnTo>
                  <a:pt x="268719" y="34900"/>
                </a:lnTo>
                <a:lnTo>
                  <a:pt x="287401" y="34900"/>
                </a:lnTo>
                <a:close/>
                <a:moveTo>
                  <a:pt x="307848" y="2832"/>
                </a:moveTo>
                <a:lnTo>
                  <a:pt x="314922" y="2832"/>
                </a:lnTo>
                <a:lnTo>
                  <a:pt x="314922" y="48705"/>
                </a:lnTo>
                <a:lnTo>
                  <a:pt x="339179" y="48705"/>
                </a:lnTo>
                <a:lnTo>
                  <a:pt x="339179" y="55258"/>
                </a:lnTo>
                <a:lnTo>
                  <a:pt x="307848" y="55258"/>
                </a:lnTo>
                <a:lnTo>
                  <a:pt x="307848" y="2832"/>
                </a:lnTo>
                <a:close/>
                <a:moveTo>
                  <a:pt x="362268" y="32410"/>
                </a:moveTo>
                <a:lnTo>
                  <a:pt x="362268" y="37580"/>
                </a:lnTo>
                <a:lnTo>
                  <a:pt x="404609" y="37580"/>
                </a:lnTo>
                <a:lnTo>
                  <a:pt x="404609" y="32410"/>
                </a:lnTo>
                <a:close/>
                <a:moveTo>
                  <a:pt x="446773" y="56007"/>
                </a:moveTo>
                <a:cubicBezTo>
                  <a:pt x="442481" y="56007"/>
                  <a:pt x="438696" y="55309"/>
                  <a:pt x="435407" y="53911"/>
                </a:cubicBezTo>
                <a:cubicBezTo>
                  <a:pt x="432118" y="52528"/>
                  <a:pt x="429387" y="50432"/>
                  <a:pt x="427203" y="47625"/>
                </a:cubicBezTo>
                <a:lnTo>
                  <a:pt x="432041" y="42787"/>
                </a:lnTo>
                <a:cubicBezTo>
                  <a:pt x="433210" y="44260"/>
                  <a:pt x="434429" y="45492"/>
                  <a:pt x="435724" y="46495"/>
                </a:cubicBezTo>
                <a:cubicBezTo>
                  <a:pt x="437007" y="47498"/>
                  <a:pt x="438556" y="48299"/>
                  <a:pt x="440373" y="48895"/>
                </a:cubicBezTo>
                <a:cubicBezTo>
                  <a:pt x="442189" y="49492"/>
                  <a:pt x="444322" y="49785"/>
                  <a:pt x="446773" y="49785"/>
                </a:cubicBezTo>
                <a:cubicBezTo>
                  <a:pt x="449199" y="49785"/>
                  <a:pt x="451371" y="49479"/>
                  <a:pt x="453288" y="48870"/>
                </a:cubicBezTo>
                <a:cubicBezTo>
                  <a:pt x="455193" y="48273"/>
                  <a:pt x="456705" y="47320"/>
                  <a:pt x="457822" y="46025"/>
                </a:cubicBezTo>
                <a:cubicBezTo>
                  <a:pt x="458940" y="44742"/>
                  <a:pt x="459499" y="43117"/>
                  <a:pt x="459499" y="41161"/>
                </a:cubicBezTo>
                <a:cubicBezTo>
                  <a:pt x="459499" y="39192"/>
                  <a:pt x="458915" y="37605"/>
                  <a:pt x="457746" y="36399"/>
                </a:cubicBezTo>
                <a:cubicBezTo>
                  <a:pt x="456578" y="35179"/>
                  <a:pt x="455104" y="34227"/>
                  <a:pt x="453326" y="33541"/>
                </a:cubicBezTo>
                <a:cubicBezTo>
                  <a:pt x="451536" y="32868"/>
                  <a:pt x="449161" y="32157"/>
                  <a:pt x="446215" y="31407"/>
                </a:cubicBezTo>
                <a:cubicBezTo>
                  <a:pt x="442646" y="30518"/>
                  <a:pt x="439712" y="29579"/>
                  <a:pt x="437439" y="28601"/>
                </a:cubicBezTo>
                <a:cubicBezTo>
                  <a:pt x="435153" y="27623"/>
                  <a:pt x="433222" y="26124"/>
                  <a:pt x="431635" y="24118"/>
                </a:cubicBezTo>
                <a:cubicBezTo>
                  <a:pt x="430047" y="22111"/>
                  <a:pt x="429247" y="19431"/>
                  <a:pt x="429247" y="16078"/>
                </a:cubicBezTo>
                <a:cubicBezTo>
                  <a:pt x="429247" y="12878"/>
                  <a:pt x="430060" y="10237"/>
                  <a:pt x="431660" y="8128"/>
                </a:cubicBezTo>
                <a:cubicBezTo>
                  <a:pt x="433273" y="6033"/>
                  <a:pt x="435458" y="4496"/>
                  <a:pt x="438201" y="3518"/>
                </a:cubicBezTo>
                <a:cubicBezTo>
                  <a:pt x="440931" y="2540"/>
                  <a:pt x="444017" y="2045"/>
                  <a:pt x="447446" y="2045"/>
                </a:cubicBezTo>
                <a:cubicBezTo>
                  <a:pt x="451561" y="2045"/>
                  <a:pt x="455054" y="2718"/>
                  <a:pt x="457937" y="4039"/>
                </a:cubicBezTo>
                <a:cubicBezTo>
                  <a:pt x="460807" y="5373"/>
                  <a:pt x="463220" y="7201"/>
                  <a:pt x="465150" y="9525"/>
                </a:cubicBezTo>
                <a:lnTo>
                  <a:pt x="460426" y="14212"/>
                </a:lnTo>
                <a:cubicBezTo>
                  <a:pt x="458762" y="12306"/>
                  <a:pt x="456870" y="10833"/>
                  <a:pt x="454736" y="9792"/>
                </a:cubicBezTo>
                <a:cubicBezTo>
                  <a:pt x="452603" y="8751"/>
                  <a:pt x="450050" y="8230"/>
                  <a:pt x="447065" y="8230"/>
                </a:cubicBezTo>
                <a:cubicBezTo>
                  <a:pt x="444665" y="8230"/>
                  <a:pt x="442646" y="8560"/>
                  <a:pt x="441007" y="9208"/>
                </a:cubicBezTo>
                <a:cubicBezTo>
                  <a:pt x="439369" y="9868"/>
                  <a:pt x="438150" y="10770"/>
                  <a:pt x="437363" y="11913"/>
                </a:cubicBezTo>
                <a:cubicBezTo>
                  <a:pt x="436562" y="13056"/>
                  <a:pt x="436169" y="14364"/>
                  <a:pt x="436169" y="15850"/>
                </a:cubicBezTo>
                <a:cubicBezTo>
                  <a:pt x="436169" y="17666"/>
                  <a:pt x="436715" y="19139"/>
                  <a:pt x="437820" y="20269"/>
                </a:cubicBezTo>
                <a:cubicBezTo>
                  <a:pt x="438925" y="21387"/>
                  <a:pt x="440309" y="22276"/>
                  <a:pt x="441960" y="22911"/>
                </a:cubicBezTo>
                <a:cubicBezTo>
                  <a:pt x="443598" y="23533"/>
                  <a:pt x="445872" y="24244"/>
                  <a:pt x="448742" y="25006"/>
                </a:cubicBezTo>
                <a:cubicBezTo>
                  <a:pt x="452514" y="25946"/>
                  <a:pt x="455587" y="26912"/>
                  <a:pt x="457949" y="27915"/>
                </a:cubicBezTo>
                <a:cubicBezTo>
                  <a:pt x="460324" y="28905"/>
                  <a:pt x="462343" y="30429"/>
                  <a:pt x="463995" y="32487"/>
                </a:cubicBezTo>
                <a:cubicBezTo>
                  <a:pt x="465658" y="34544"/>
                  <a:pt x="466496" y="37313"/>
                  <a:pt x="466496" y="40780"/>
                </a:cubicBezTo>
                <a:cubicBezTo>
                  <a:pt x="466496" y="43765"/>
                  <a:pt x="465734" y="46393"/>
                  <a:pt x="464223" y="48692"/>
                </a:cubicBezTo>
                <a:cubicBezTo>
                  <a:pt x="462712" y="50991"/>
                  <a:pt x="460477" y="52781"/>
                  <a:pt x="457505" y="54064"/>
                </a:cubicBezTo>
                <a:cubicBezTo>
                  <a:pt x="454546" y="55359"/>
                  <a:pt x="450964" y="56007"/>
                  <a:pt x="446773" y="56007"/>
                </a:cubicBezTo>
                <a:close/>
                <a:moveTo>
                  <a:pt x="488963" y="2832"/>
                </a:moveTo>
                <a:lnTo>
                  <a:pt x="497065" y="2832"/>
                </a:lnTo>
                <a:lnTo>
                  <a:pt x="516788" y="55258"/>
                </a:lnTo>
                <a:lnTo>
                  <a:pt x="509384" y="55258"/>
                </a:lnTo>
                <a:lnTo>
                  <a:pt x="504431" y="41085"/>
                </a:lnTo>
                <a:lnTo>
                  <a:pt x="481444" y="41085"/>
                </a:lnTo>
                <a:lnTo>
                  <a:pt x="476491" y="55258"/>
                </a:lnTo>
                <a:lnTo>
                  <a:pt x="469240" y="55258"/>
                </a:lnTo>
                <a:lnTo>
                  <a:pt x="488963" y="2832"/>
                </a:lnTo>
                <a:close/>
                <a:moveTo>
                  <a:pt x="502285" y="34900"/>
                </a:moveTo>
                <a:lnTo>
                  <a:pt x="496062" y="17158"/>
                </a:lnTo>
                <a:cubicBezTo>
                  <a:pt x="495490" y="15545"/>
                  <a:pt x="494932" y="13932"/>
                  <a:pt x="494373" y="12319"/>
                </a:cubicBezTo>
                <a:cubicBezTo>
                  <a:pt x="493814" y="10706"/>
                  <a:pt x="493332" y="9322"/>
                  <a:pt x="492938" y="8154"/>
                </a:cubicBezTo>
                <a:cubicBezTo>
                  <a:pt x="492544" y="9322"/>
                  <a:pt x="492062" y="10706"/>
                  <a:pt x="491503" y="12319"/>
                </a:cubicBezTo>
                <a:cubicBezTo>
                  <a:pt x="490944" y="13932"/>
                  <a:pt x="490385" y="15545"/>
                  <a:pt x="489814" y="17158"/>
                </a:cubicBezTo>
                <a:lnTo>
                  <a:pt x="483603" y="34900"/>
                </a:lnTo>
                <a:lnTo>
                  <a:pt x="502285" y="34900"/>
                </a:lnTo>
                <a:close/>
                <a:moveTo>
                  <a:pt x="522732" y="2832"/>
                </a:moveTo>
                <a:lnTo>
                  <a:pt x="542531" y="2832"/>
                </a:lnTo>
                <a:cubicBezTo>
                  <a:pt x="546570" y="2832"/>
                  <a:pt x="549974" y="3493"/>
                  <a:pt x="552729" y="4801"/>
                </a:cubicBezTo>
                <a:cubicBezTo>
                  <a:pt x="555473" y="6121"/>
                  <a:pt x="557543" y="7963"/>
                  <a:pt x="558914" y="10351"/>
                </a:cubicBezTo>
                <a:cubicBezTo>
                  <a:pt x="560299" y="12726"/>
                  <a:pt x="560984" y="15532"/>
                  <a:pt x="560984" y="18759"/>
                </a:cubicBezTo>
                <a:cubicBezTo>
                  <a:pt x="560984" y="21908"/>
                  <a:pt x="560299" y="24727"/>
                  <a:pt x="558940" y="27204"/>
                </a:cubicBezTo>
                <a:cubicBezTo>
                  <a:pt x="557568" y="29680"/>
                  <a:pt x="555536" y="31636"/>
                  <a:pt x="552831" y="33058"/>
                </a:cubicBezTo>
                <a:cubicBezTo>
                  <a:pt x="550126" y="34493"/>
                  <a:pt x="546837" y="35205"/>
                  <a:pt x="542938" y="35205"/>
                </a:cubicBezTo>
                <a:lnTo>
                  <a:pt x="529806" y="35205"/>
                </a:lnTo>
                <a:lnTo>
                  <a:pt x="529806" y="55258"/>
                </a:lnTo>
                <a:lnTo>
                  <a:pt x="522732" y="55258"/>
                </a:lnTo>
                <a:lnTo>
                  <a:pt x="522732" y="2832"/>
                </a:lnTo>
                <a:close/>
                <a:moveTo>
                  <a:pt x="541934" y="28804"/>
                </a:moveTo>
                <a:cubicBezTo>
                  <a:pt x="545948" y="28804"/>
                  <a:pt x="548957" y="27953"/>
                  <a:pt x="550939" y="26251"/>
                </a:cubicBezTo>
                <a:cubicBezTo>
                  <a:pt x="552920" y="24550"/>
                  <a:pt x="553911" y="22085"/>
                  <a:pt x="553911" y="18835"/>
                </a:cubicBezTo>
                <a:cubicBezTo>
                  <a:pt x="553911" y="15710"/>
                  <a:pt x="552882" y="13336"/>
                  <a:pt x="550812" y="11723"/>
                </a:cubicBezTo>
                <a:cubicBezTo>
                  <a:pt x="548742" y="10109"/>
                  <a:pt x="545681" y="9310"/>
                  <a:pt x="541630" y="9310"/>
                </a:cubicBezTo>
                <a:lnTo>
                  <a:pt x="529806" y="9310"/>
                </a:lnTo>
                <a:lnTo>
                  <a:pt x="529806" y="28804"/>
                </a:lnTo>
                <a:lnTo>
                  <a:pt x="541934" y="28804"/>
                </a:lnTo>
                <a:close/>
                <a:moveTo>
                  <a:pt x="595973" y="56007"/>
                </a:moveTo>
                <a:cubicBezTo>
                  <a:pt x="593585" y="56007"/>
                  <a:pt x="591464" y="55538"/>
                  <a:pt x="589610" y="54623"/>
                </a:cubicBezTo>
                <a:cubicBezTo>
                  <a:pt x="587743" y="53708"/>
                  <a:pt x="586296" y="52363"/>
                  <a:pt x="585254" y="50610"/>
                </a:cubicBezTo>
                <a:cubicBezTo>
                  <a:pt x="584213" y="48844"/>
                  <a:pt x="583692" y="46736"/>
                  <a:pt x="583692" y="44285"/>
                </a:cubicBezTo>
                <a:cubicBezTo>
                  <a:pt x="583692" y="41275"/>
                  <a:pt x="584479" y="38812"/>
                  <a:pt x="586054" y="36881"/>
                </a:cubicBezTo>
                <a:cubicBezTo>
                  <a:pt x="587629" y="34938"/>
                  <a:pt x="589775" y="33528"/>
                  <a:pt x="592506" y="32652"/>
                </a:cubicBezTo>
                <a:cubicBezTo>
                  <a:pt x="595236" y="31776"/>
                  <a:pt x="598399" y="31331"/>
                  <a:pt x="601993" y="31331"/>
                </a:cubicBezTo>
                <a:lnTo>
                  <a:pt x="609143" y="31331"/>
                </a:lnTo>
                <a:lnTo>
                  <a:pt x="609143" y="28575"/>
                </a:lnTo>
                <a:cubicBezTo>
                  <a:pt x="609143" y="25756"/>
                  <a:pt x="608470" y="23597"/>
                  <a:pt x="607111" y="22123"/>
                </a:cubicBezTo>
                <a:cubicBezTo>
                  <a:pt x="605765" y="20651"/>
                  <a:pt x="603720" y="19914"/>
                  <a:pt x="600989" y="19914"/>
                </a:cubicBezTo>
                <a:cubicBezTo>
                  <a:pt x="598513" y="19914"/>
                  <a:pt x="596354" y="20409"/>
                  <a:pt x="594500" y="21413"/>
                </a:cubicBezTo>
                <a:cubicBezTo>
                  <a:pt x="592658" y="22416"/>
                  <a:pt x="591020" y="23876"/>
                  <a:pt x="589610" y="25794"/>
                </a:cubicBezTo>
                <a:lnTo>
                  <a:pt x="585292" y="21476"/>
                </a:lnTo>
                <a:cubicBezTo>
                  <a:pt x="589305" y="16663"/>
                  <a:pt x="594690" y="14250"/>
                  <a:pt x="601434" y="14250"/>
                </a:cubicBezTo>
                <a:cubicBezTo>
                  <a:pt x="604545" y="14250"/>
                  <a:pt x="607174" y="14846"/>
                  <a:pt x="609333" y="16040"/>
                </a:cubicBezTo>
                <a:cubicBezTo>
                  <a:pt x="611480" y="17234"/>
                  <a:pt x="613105" y="18898"/>
                  <a:pt x="614197" y="21044"/>
                </a:cubicBezTo>
                <a:cubicBezTo>
                  <a:pt x="615290" y="23191"/>
                  <a:pt x="615836" y="25705"/>
                  <a:pt x="615836" y="28575"/>
                </a:cubicBezTo>
                <a:lnTo>
                  <a:pt x="615836" y="55258"/>
                </a:lnTo>
                <a:lnTo>
                  <a:pt x="609435" y="55258"/>
                </a:lnTo>
                <a:lnTo>
                  <a:pt x="609435" y="47778"/>
                </a:lnTo>
                <a:lnTo>
                  <a:pt x="609295" y="47778"/>
                </a:lnTo>
                <a:cubicBezTo>
                  <a:pt x="607949" y="50635"/>
                  <a:pt x="606209" y="52718"/>
                  <a:pt x="604076" y="54026"/>
                </a:cubicBezTo>
                <a:cubicBezTo>
                  <a:pt x="601942" y="55347"/>
                  <a:pt x="599250" y="56007"/>
                  <a:pt x="595973" y="56007"/>
                </a:cubicBezTo>
                <a:close/>
                <a:moveTo>
                  <a:pt x="590614" y="44133"/>
                </a:moveTo>
                <a:cubicBezTo>
                  <a:pt x="590614" y="45403"/>
                  <a:pt x="590893" y="46495"/>
                  <a:pt x="591464" y="47447"/>
                </a:cubicBezTo>
                <a:cubicBezTo>
                  <a:pt x="592036" y="48387"/>
                  <a:pt x="592861" y="49111"/>
                  <a:pt x="593941" y="49619"/>
                </a:cubicBezTo>
                <a:cubicBezTo>
                  <a:pt x="595020" y="50127"/>
                  <a:pt x="596303" y="50381"/>
                  <a:pt x="597789" y="50381"/>
                </a:cubicBezTo>
                <a:cubicBezTo>
                  <a:pt x="600151" y="50381"/>
                  <a:pt x="602183" y="49911"/>
                  <a:pt x="603898" y="48946"/>
                </a:cubicBezTo>
                <a:cubicBezTo>
                  <a:pt x="605612" y="47993"/>
                  <a:pt x="606908" y="46749"/>
                  <a:pt x="607797" y="45187"/>
                </a:cubicBezTo>
                <a:cubicBezTo>
                  <a:pt x="608698" y="43638"/>
                  <a:pt x="609143" y="41999"/>
                  <a:pt x="609143" y="40260"/>
                </a:cubicBezTo>
                <a:lnTo>
                  <a:pt x="609143" y="36361"/>
                </a:lnTo>
                <a:lnTo>
                  <a:pt x="602894" y="36361"/>
                </a:lnTo>
                <a:cubicBezTo>
                  <a:pt x="599199" y="36361"/>
                  <a:pt x="596227" y="36919"/>
                  <a:pt x="593979" y="38050"/>
                </a:cubicBezTo>
                <a:cubicBezTo>
                  <a:pt x="591731" y="39180"/>
                  <a:pt x="590614" y="41199"/>
                  <a:pt x="590614" y="44133"/>
                </a:cubicBezTo>
                <a:close/>
                <a:moveTo>
                  <a:pt x="625285" y="15037"/>
                </a:moveTo>
                <a:lnTo>
                  <a:pt x="631685" y="15037"/>
                </a:lnTo>
                <a:lnTo>
                  <a:pt x="631685" y="23406"/>
                </a:lnTo>
                <a:lnTo>
                  <a:pt x="631838" y="23406"/>
                </a:lnTo>
                <a:cubicBezTo>
                  <a:pt x="632828" y="20803"/>
                  <a:pt x="634340" y="18631"/>
                  <a:pt x="636372" y="16879"/>
                </a:cubicBezTo>
                <a:cubicBezTo>
                  <a:pt x="638404" y="15126"/>
                  <a:pt x="641248" y="14250"/>
                  <a:pt x="644893" y="14250"/>
                </a:cubicBezTo>
                <a:cubicBezTo>
                  <a:pt x="647675" y="14250"/>
                  <a:pt x="649999" y="14834"/>
                  <a:pt x="651866" y="16002"/>
                </a:cubicBezTo>
                <a:cubicBezTo>
                  <a:pt x="653745" y="17171"/>
                  <a:pt x="655142" y="18821"/>
                  <a:pt x="656082" y="20955"/>
                </a:cubicBezTo>
                <a:cubicBezTo>
                  <a:pt x="657009" y="23089"/>
                  <a:pt x="657466" y="25578"/>
                  <a:pt x="657466" y="28435"/>
                </a:cubicBezTo>
                <a:lnTo>
                  <a:pt x="657466" y="55258"/>
                </a:lnTo>
                <a:lnTo>
                  <a:pt x="650735" y="55258"/>
                </a:lnTo>
                <a:lnTo>
                  <a:pt x="650735" y="29731"/>
                </a:lnTo>
                <a:cubicBezTo>
                  <a:pt x="650735" y="26632"/>
                  <a:pt x="650088" y="24270"/>
                  <a:pt x="648805" y="22644"/>
                </a:cubicBezTo>
                <a:cubicBezTo>
                  <a:pt x="647510" y="21019"/>
                  <a:pt x="645389" y="20206"/>
                  <a:pt x="642442" y="20206"/>
                </a:cubicBezTo>
                <a:cubicBezTo>
                  <a:pt x="640334" y="20206"/>
                  <a:pt x="638493" y="20663"/>
                  <a:pt x="636918" y="21590"/>
                </a:cubicBezTo>
                <a:cubicBezTo>
                  <a:pt x="635343" y="22505"/>
                  <a:pt x="634124" y="23838"/>
                  <a:pt x="633273" y="25603"/>
                </a:cubicBezTo>
                <a:cubicBezTo>
                  <a:pt x="632409" y="27369"/>
                  <a:pt x="631990" y="29477"/>
                  <a:pt x="631990" y="31928"/>
                </a:cubicBezTo>
                <a:lnTo>
                  <a:pt x="631990" y="55258"/>
                </a:lnTo>
                <a:lnTo>
                  <a:pt x="625285" y="55258"/>
                </a:lnTo>
                <a:lnTo>
                  <a:pt x="625285" y="15037"/>
                </a:lnTo>
                <a:close/>
                <a:moveTo>
                  <a:pt x="683209" y="56007"/>
                </a:moveTo>
                <a:cubicBezTo>
                  <a:pt x="679691" y="56007"/>
                  <a:pt x="676593" y="55118"/>
                  <a:pt x="673926" y="53366"/>
                </a:cubicBezTo>
                <a:cubicBezTo>
                  <a:pt x="671259" y="51601"/>
                  <a:pt x="669201" y="49137"/>
                  <a:pt x="667741" y="45987"/>
                </a:cubicBezTo>
                <a:cubicBezTo>
                  <a:pt x="666267" y="42838"/>
                  <a:pt x="665543" y="39218"/>
                  <a:pt x="665543" y="35128"/>
                </a:cubicBezTo>
                <a:cubicBezTo>
                  <a:pt x="665543" y="31039"/>
                  <a:pt x="666255" y="27419"/>
                  <a:pt x="667677" y="24270"/>
                </a:cubicBezTo>
                <a:cubicBezTo>
                  <a:pt x="669112" y="21108"/>
                  <a:pt x="671144" y="18656"/>
                  <a:pt x="673786" y="16891"/>
                </a:cubicBezTo>
                <a:cubicBezTo>
                  <a:pt x="676427" y="15139"/>
                  <a:pt x="679488" y="14250"/>
                  <a:pt x="682993" y="14250"/>
                </a:cubicBezTo>
                <a:cubicBezTo>
                  <a:pt x="685571" y="14250"/>
                  <a:pt x="687857" y="14656"/>
                  <a:pt x="689839" y="15443"/>
                </a:cubicBezTo>
                <a:cubicBezTo>
                  <a:pt x="691820" y="16243"/>
                  <a:pt x="693471" y="17297"/>
                  <a:pt x="694792" y="18631"/>
                </a:cubicBezTo>
                <a:cubicBezTo>
                  <a:pt x="696100" y="19952"/>
                  <a:pt x="697116" y="21451"/>
                  <a:pt x="697840" y="23114"/>
                </a:cubicBezTo>
                <a:lnTo>
                  <a:pt x="697979" y="23114"/>
                </a:lnTo>
                <a:lnTo>
                  <a:pt x="697979" y="0"/>
                </a:lnTo>
                <a:lnTo>
                  <a:pt x="704685" y="0"/>
                </a:lnTo>
                <a:lnTo>
                  <a:pt x="704685" y="55258"/>
                </a:lnTo>
                <a:lnTo>
                  <a:pt x="698284" y="55258"/>
                </a:lnTo>
                <a:lnTo>
                  <a:pt x="698284" y="46736"/>
                </a:lnTo>
                <a:lnTo>
                  <a:pt x="698208" y="46736"/>
                </a:lnTo>
                <a:cubicBezTo>
                  <a:pt x="697090" y="49492"/>
                  <a:pt x="695363" y="51727"/>
                  <a:pt x="693014" y="53429"/>
                </a:cubicBezTo>
                <a:cubicBezTo>
                  <a:pt x="690677" y="55144"/>
                  <a:pt x="687400" y="56007"/>
                  <a:pt x="683209" y="56007"/>
                </a:cubicBezTo>
                <a:close/>
                <a:moveTo>
                  <a:pt x="672541" y="35128"/>
                </a:moveTo>
                <a:cubicBezTo>
                  <a:pt x="672541" y="38380"/>
                  <a:pt x="673087" y="41148"/>
                  <a:pt x="674192" y="43421"/>
                </a:cubicBezTo>
                <a:cubicBezTo>
                  <a:pt x="675297" y="45707"/>
                  <a:pt x="676808" y="47422"/>
                  <a:pt x="678726" y="48578"/>
                </a:cubicBezTo>
                <a:cubicBezTo>
                  <a:pt x="680657" y="49733"/>
                  <a:pt x="682828" y="50305"/>
                  <a:pt x="685267" y="50305"/>
                </a:cubicBezTo>
                <a:cubicBezTo>
                  <a:pt x="687692" y="50305"/>
                  <a:pt x="689864" y="49733"/>
                  <a:pt x="691794" y="48578"/>
                </a:cubicBezTo>
                <a:cubicBezTo>
                  <a:pt x="693712" y="47422"/>
                  <a:pt x="695223" y="45707"/>
                  <a:pt x="696328" y="43447"/>
                </a:cubicBezTo>
                <a:cubicBezTo>
                  <a:pt x="697433" y="41173"/>
                  <a:pt x="697979" y="38405"/>
                  <a:pt x="697979" y="35128"/>
                </a:cubicBezTo>
                <a:cubicBezTo>
                  <a:pt x="697979" y="31877"/>
                  <a:pt x="697433" y="29121"/>
                  <a:pt x="696328" y="26848"/>
                </a:cubicBezTo>
                <a:cubicBezTo>
                  <a:pt x="695223" y="24574"/>
                  <a:pt x="693712" y="22873"/>
                  <a:pt x="691794" y="21717"/>
                </a:cubicBezTo>
                <a:cubicBezTo>
                  <a:pt x="689864" y="20562"/>
                  <a:pt x="687692" y="19990"/>
                  <a:pt x="685267" y="19990"/>
                </a:cubicBezTo>
                <a:cubicBezTo>
                  <a:pt x="682828" y="19990"/>
                  <a:pt x="680657" y="20562"/>
                  <a:pt x="678726" y="21717"/>
                </a:cubicBezTo>
                <a:cubicBezTo>
                  <a:pt x="676808" y="22873"/>
                  <a:pt x="675297" y="24574"/>
                  <a:pt x="674192" y="26848"/>
                </a:cubicBezTo>
                <a:cubicBezTo>
                  <a:pt x="673087" y="29121"/>
                  <a:pt x="672541" y="31877"/>
                  <a:pt x="672541" y="35128"/>
                </a:cubicBezTo>
                <a:close/>
                <a:moveTo>
                  <a:pt x="734568" y="2832"/>
                </a:moveTo>
                <a:lnTo>
                  <a:pt x="754367" y="2832"/>
                </a:lnTo>
                <a:cubicBezTo>
                  <a:pt x="758406" y="2832"/>
                  <a:pt x="761810" y="3493"/>
                  <a:pt x="764515" y="4801"/>
                </a:cubicBezTo>
                <a:cubicBezTo>
                  <a:pt x="767309" y="6121"/>
                  <a:pt x="769341" y="7963"/>
                  <a:pt x="770738" y="10351"/>
                </a:cubicBezTo>
                <a:cubicBezTo>
                  <a:pt x="772135" y="12726"/>
                  <a:pt x="772770" y="15532"/>
                  <a:pt x="772770" y="18759"/>
                </a:cubicBezTo>
                <a:cubicBezTo>
                  <a:pt x="772770" y="21908"/>
                  <a:pt x="772135" y="24727"/>
                  <a:pt x="770738" y="27204"/>
                </a:cubicBezTo>
                <a:cubicBezTo>
                  <a:pt x="769468" y="29680"/>
                  <a:pt x="767436" y="31636"/>
                  <a:pt x="764642" y="33058"/>
                </a:cubicBezTo>
                <a:cubicBezTo>
                  <a:pt x="761962" y="34493"/>
                  <a:pt x="758673" y="35205"/>
                  <a:pt x="754774" y="35205"/>
                </a:cubicBezTo>
                <a:lnTo>
                  <a:pt x="741642" y="35205"/>
                </a:lnTo>
                <a:lnTo>
                  <a:pt x="741642" y="55258"/>
                </a:lnTo>
                <a:lnTo>
                  <a:pt x="734568" y="55258"/>
                </a:lnTo>
                <a:lnTo>
                  <a:pt x="734568" y="2832"/>
                </a:lnTo>
                <a:close/>
                <a:moveTo>
                  <a:pt x="753770" y="28804"/>
                </a:moveTo>
                <a:cubicBezTo>
                  <a:pt x="757784" y="28804"/>
                  <a:pt x="760793" y="27953"/>
                  <a:pt x="762775" y="26251"/>
                </a:cubicBezTo>
                <a:cubicBezTo>
                  <a:pt x="764769" y="24550"/>
                  <a:pt x="765785" y="22085"/>
                  <a:pt x="765785" y="18835"/>
                </a:cubicBezTo>
                <a:cubicBezTo>
                  <a:pt x="765785" y="15710"/>
                  <a:pt x="764769" y="13336"/>
                  <a:pt x="762648" y="11723"/>
                </a:cubicBezTo>
                <a:cubicBezTo>
                  <a:pt x="760578" y="10109"/>
                  <a:pt x="757517" y="9310"/>
                  <a:pt x="753466" y="9310"/>
                </a:cubicBezTo>
                <a:lnTo>
                  <a:pt x="741642" y="9310"/>
                </a:lnTo>
                <a:lnTo>
                  <a:pt x="741642" y="28804"/>
                </a:lnTo>
                <a:lnTo>
                  <a:pt x="753770" y="28804"/>
                </a:lnTo>
                <a:close/>
                <a:moveTo>
                  <a:pt x="789534" y="56007"/>
                </a:moveTo>
                <a:cubicBezTo>
                  <a:pt x="787121" y="56007"/>
                  <a:pt x="784962" y="55538"/>
                  <a:pt x="783184" y="54623"/>
                </a:cubicBezTo>
                <a:cubicBezTo>
                  <a:pt x="781279" y="53708"/>
                  <a:pt x="779882" y="52363"/>
                  <a:pt x="778739" y="50610"/>
                </a:cubicBezTo>
                <a:cubicBezTo>
                  <a:pt x="777723" y="48844"/>
                  <a:pt x="777215" y="46736"/>
                  <a:pt x="777215" y="44285"/>
                </a:cubicBezTo>
                <a:cubicBezTo>
                  <a:pt x="777215" y="41275"/>
                  <a:pt x="777977" y="38812"/>
                  <a:pt x="779628" y="36881"/>
                </a:cubicBezTo>
                <a:cubicBezTo>
                  <a:pt x="781152" y="34938"/>
                  <a:pt x="783311" y="33528"/>
                  <a:pt x="786105" y="32652"/>
                </a:cubicBezTo>
                <a:cubicBezTo>
                  <a:pt x="788772" y="31776"/>
                  <a:pt x="791947" y="31331"/>
                  <a:pt x="795503" y="31331"/>
                </a:cubicBezTo>
                <a:lnTo>
                  <a:pt x="802742" y="31331"/>
                </a:lnTo>
                <a:lnTo>
                  <a:pt x="802742" y="28575"/>
                </a:lnTo>
                <a:cubicBezTo>
                  <a:pt x="802742" y="25756"/>
                  <a:pt x="801980" y="23597"/>
                  <a:pt x="800710" y="22123"/>
                </a:cubicBezTo>
                <a:cubicBezTo>
                  <a:pt x="799313" y="20651"/>
                  <a:pt x="797281" y="19914"/>
                  <a:pt x="794487" y="19914"/>
                </a:cubicBezTo>
                <a:cubicBezTo>
                  <a:pt x="792074" y="19914"/>
                  <a:pt x="789915" y="20409"/>
                  <a:pt x="788010" y="21413"/>
                </a:cubicBezTo>
                <a:cubicBezTo>
                  <a:pt x="786232" y="22416"/>
                  <a:pt x="784581" y="23876"/>
                  <a:pt x="783184" y="25794"/>
                </a:cubicBezTo>
                <a:lnTo>
                  <a:pt x="778866" y="21476"/>
                </a:lnTo>
                <a:cubicBezTo>
                  <a:pt x="782803" y="16663"/>
                  <a:pt x="788264" y="14250"/>
                  <a:pt x="794995" y="14250"/>
                </a:cubicBezTo>
                <a:cubicBezTo>
                  <a:pt x="798043" y="14250"/>
                  <a:pt x="800710" y="14846"/>
                  <a:pt x="802869" y="16040"/>
                </a:cubicBezTo>
                <a:cubicBezTo>
                  <a:pt x="805028" y="17234"/>
                  <a:pt x="806679" y="18898"/>
                  <a:pt x="807695" y="21044"/>
                </a:cubicBezTo>
                <a:cubicBezTo>
                  <a:pt x="808838" y="23191"/>
                  <a:pt x="809346" y="25705"/>
                  <a:pt x="809346" y="28575"/>
                </a:cubicBezTo>
                <a:lnTo>
                  <a:pt x="809346" y="55258"/>
                </a:lnTo>
                <a:lnTo>
                  <a:pt x="802996" y="55258"/>
                </a:lnTo>
                <a:lnTo>
                  <a:pt x="802996" y="47778"/>
                </a:lnTo>
                <a:lnTo>
                  <a:pt x="802869" y="47778"/>
                </a:lnTo>
                <a:cubicBezTo>
                  <a:pt x="801472" y="50635"/>
                  <a:pt x="799821" y="52718"/>
                  <a:pt x="797662" y="54026"/>
                </a:cubicBezTo>
                <a:cubicBezTo>
                  <a:pt x="795503" y="55347"/>
                  <a:pt x="792836" y="56007"/>
                  <a:pt x="789534" y="56007"/>
                </a:cubicBezTo>
                <a:close/>
                <a:moveTo>
                  <a:pt x="784200" y="44133"/>
                </a:moveTo>
                <a:cubicBezTo>
                  <a:pt x="784200" y="45403"/>
                  <a:pt x="784454" y="46495"/>
                  <a:pt x="784962" y="47447"/>
                </a:cubicBezTo>
                <a:cubicBezTo>
                  <a:pt x="785597" y="48387"/>
                  <a:pt x="786359" y="49111"/>
                  <a:pt x="787502" y="49619"/>
                </a:cubicBezTo>
                <a:cubicBezTo>
                  <a:pt x="788518" y="50127"/>
                  <a:pt x="789915" y="50381"/>
                  <a:pt x="791312" y="50381"/>
                </a:cubicBezTo>
                <a:cubicBezTo>
                  <a:pt x="793725" y="50381"/>
                  <a:pt x="795757" y="49911"/>
                  <a:pt x="797408" y="48946"/>
                </a:cubicBezTo>
                <a:cubicBezTo>
                  <a:pt x="799186" y="47993"/>
                  <a:pt x="800456" y="46749"/>
                  <a:pt x="801345" y="45187"/>
                </a:cubicBezTo>
                <a:cubicBezTo>
                  <a:pt x="802234" y="43638"/>
                  <a:pt x="802742" y="41999"/>
                  <a:pt x="802742" y="40260"/>
                </a:cubicBezTo>
                <a:lnTo>
                  <a:pt x="802742" y="36361"/>
                </a:lnTo>
                <a:lnTo>
                  <a:pt x="796392" y="36361"/>
                </a:lnTo>
                <a:cubicBezTo>
                  <a:pt x="792709" y="36361"/>
                  <a:pt x="789788" y="36919"/>
                  <a:pt x="787502" y="38050"/>
                </a:cubicBezTo>
                <a:cubicBezTo>
                  <a:pt x="785343" y="39180"/>
                  <a:pt x="784200" y="41199"/>
                  <a:pt x="784200" y="44133"/>
                </a:cubicBezTo>
                <a:close/>
                <a:moveTo>
                  <a:pt x="818871" y="15037"/>
                </a:moveTo>
                <a:lnTo>
                  <a:pt x="825221" y="15037"/>
                </a:lnTo>
                <a:lnTo>
                  <a:pt x="825221" y="23635"/>
                </a:lnTo>
                <a:lnTo>
                  <a:pt x="825348" y="23635"/>
                </a:lnTo>
                <a:cubicBezTo>
                  <a:pt x="826110" y="20333"/>
                  <a:pt x="827253" y="17945"/>
                  <a:pt x="828904" y="16472"/>
                </a:cubicBezTo>
                <a:cubicBezTo>
                  <a:pt x="830428" y="14999"/>
                  <a:pt x="832460" y="14250"/>
                  <a:pt x="834873" y="14250"/>
                </a:cubicBezTo>
                <a:cubicBezTo>
                  <a:pt x="835508" y="14250"/>
                  <a:pt x="836016" y="14288"/>
                  <a:pt x="836651" y="14364"/>
                </a:cubicBezTo>
                <a:cubicBezTo>
                  <a:pt x="837159" y="14440"/>
                  <a:pt x="837667" y="14529"/>
                  <a:pt x="838048" y="14631"/>
                </a:cubicBezTo>
                <a:lnTo>
                  <a:pt x="838048" y="21210"/>
                </a:lnTo>
                <a:cubicBezTo>
                  <a:pt x="837667" y="21095"/>
                  <a:pt x="837159" y="20993"/>
                  <a:pt x="836524" y="20917"/>
                </a:cubicBezTo>
                <a:cubicBezTo>
                  <a:pt x="835889" y="20841"/>
                  <a:pt x="835254" y="20803"/>
                  <a:pt x="834746" y="20803"/>
                </a:cubicBezTo>
                <a:cubicBezTo>
                  <a:pt x="831444" y="20803"/>
                  <a:pt x="829031" y="21946"/>
                  <a:pt x="827634" y="24244"/>
                </a:cubicBezTo>
                <a:cubicBezTo>
                  <a:pt x="826237" y="26543"/>
                  <a:pt x="825475" y="29896"/>
                  <a:pt x="825475" y="34316"/>
                </a:cubicBezTo>
                <a:lnTo>
                  <a:pt x="825475" y="55258"/>
                </a:lnTo>
                <a:lnTo>
                  <a:pt x="818871" y="55258"/>
                </a:lnTo>
                <a:lnTo>
                  <a:pt x="818871" y="15037"/>
                </a:lnTo>
                <a:close/>
                <a:moveTo>
                  <a:pt x="855701" y="55855"/>
                </a:moveTo>
                <a:cubicBezTo>
                  <a:pt x="853288" y="55855"/>
                  <a:pt x="851383" y="55525"/>
                  <a:pt x="849859" y="54890"/>
                </a:cubicBezTo>
                <a:cubicBezTo>
                  <a:pt x="848462" y="54242"/>
                  <a:pt x="847319" y="53239"/>
                  <a:pt x="846557" y="51867"/>
                </a:cubicBezTo>
                <a:cubicBezTo>
                  <a:pt x="845922" y="50509"/>
                  <a:pt x="845541" y="48743"/>
                  <a:pt x="845541" y="46584"/>
                </a:cubicBezTo>
                <a:lnTo>
                  <a:pt x="845541" y="20651"/>
                </a:lnTo>
                <a:lnTo>
                  <a:pt x="839572" y="20651"/>
                </a:lnTo>
                <a:lnTo>
                  <a:pt x="839572" y="17158"/>
                </a:lnTo>
                <a:lnTo>
                  <a:pt x="851383" y="5283"/>
                </a:lnTo>
                <a:lnTo>
                  <a:pt x="852272" y="5283"/>
                </a:lnTo>
                <a:lnTo>
                  <a:pt x="852272" y="15037"/>
                </a:lnTo>
                <a:lnTo>
                  <a:pt x="861289" y="15037"/>
                </a:lnTo>
                <a:lnTo>
                  <a:pt x="861289" y="20651"/>
                </a:lnTo>
                <a:lnTo>
                  <a:pt x="852272" y="20651"/>
                </a:lnTo>
                <a:lnTo>
                  <a:pt x="852272" y="45212"/>
                </a:lnTo>
                <a:cubicBezTo>
                  <a:pt x="852272" y="46406"/>
                  <a:pt x="852399" y="47320"/>
                  <a:pt x="852653" y="47981"/>
                </a:cubicBezTo>
                <a:cubicBezTo>
                  <a:pt x="852907" y="48641"/>
                  <a:pt x="853415" y="49111"/>
                  <a:pt x="854050" y="49378"/>
                </a:cubicBezTo>
                <a:cubicBezTo>
                  <a:pt x="854685" y="49657"/>
                  <a:pt x="855574" y="49785"/>
                  <a:pt x="856590" y="49785"/>
                </a:cubicBezTo>
                <a:cubicBezTo>
                  <a:pt x="858114" y="49785"/>
                  <a:pt x="859638" y="49581"/>
                  <a:pt x="861289" y="49149"/>
                </a:cubicBezTo>
                <a:lnTo>
                  <a:pt x="861289" y="55258"/>
                </a:lnTo>
                <a:cubicBezTo>
                  <a:pt x="860527" y="55435"/>
                  <a:pt x="859638" y="55576"/>
                  <a:pt x="858622" y="55690"/>
                </a:cubicBezTo>
                <a:cubicBezTo>
                  <a:pt x="857606" y="55791"/>
                  <a:pt x="856590" y="55855"/>
                  <a:pt x="855701" y="55855"/>
                </a:cubicBezTo>
                <a:close/>
                <a:moveTo>
                  <a:pt x="869163" y="15037"/>
                </a:moveTo>
                <a:lnTo>
                  <a:pt x="875513" y="15037"/>
                </a:lnTo>
                <a:lnTo>
                  <a:pt x="875513" y="23406"/>
                </a:lnTo>
                <a:lnTo>
                  <a:pt x="875640" y="23406"/>
                </a:lnTo>
                <a:cubicBezTo>
                  <a:pt x="876656" y="20803"/>
                  <a:pt x="878180" y="18631"/>
                  <a:pt x="880212" y="16879"/>
                </a:cubicBezTo>
                <a:cubicBezTo>
                  <a:pt x="882244" y="15126"/>
                  <a:pt x="885038" y="14250"/>
                  <a:pt x="888721" y="14250"/>
                </a:cubicBezTo>
                <a:cubicBezTo>
                  <a:pt x="891515" y="14250"/>
                  <a:pt x="893801" y="14834"/>
                  <a:pt x="895706" y="16002"/>
                </a:cubicBezTo>
                <a:cubicBezTo>
                  <a:pt x="897611" y="17171"/>
                  <a:pt x="899008" y="18821"/>
                  <a:pt x="899897" y="20955"/>
                </a:cubicBezTo>
                <a:cubicBezTo>
                  <a:pt x="900786" y="23089"/>
                  <a:pt x="901294" y="25578"/>
                  <a:pt x="901294" y="28435"/>
                </a:cubicBezTo>
                <a:lnTo>
                  <a:pt x="901294" y="55258"/>
                </a:lnTo>
                <a:lnTo>
                  <a:pt x="894563" y="55258"/>
                </a:lnTo>
                <a:lnTo>
                  <a:pt x="894563" y="29731"/>
                </a:lnTo>
                <a:cubicBezTo>
                  <a:pt x="894563" y="26632"/>
                  <a:pt x="893928" y="24270"/>
                  <a:pt x="892658" y="22644"/>
                </a:cubicBezTo>
                <a:cubicBezTo>
                  <a:pt x="891388" y="21019"/>
                  <a:pt x="889229" y="20206"/>
                  <a:pt x="886308" y="20206"/>
                </a:cubicBezTo>
                <a:cubicBezTo>
                  <a:pt x="884149" y="20206"/>
                  <a:pt x="882371" y="20663"/>
                  <a:pt x="880720" y="21590"/>
                </a:cubicBezTo>
                <a:cubicBezTo>
                  <a:pt x="879196" y="22505"/>
                  <a:pt x="877926" y="23838"/>
                  <a:pt x="877164" y="25603"/>
                </a:cubicBezTo>
                <a:cubicBezTo>
                  <a:pt x="876275" y="27369"/>
                  <a:pt x="875767" y="29477"/>
                  <a:pt x="875767" y="31928"/>
                </a:cubicBezTo>
                <a:lnTo>
                  <a:pt x="875767" y="55258"/>
                </a:lnTo>
                <a:lnTo>
                  <a:pt x="869163" y="55258"/>
                </a:lnTo>
                <a:lnTo>
                  <a:pt x="869163" y="15037"/>
                </a:lnTo>
                <a:close/>
                <a:moveTo>
                  <a:pt x="929615" y="56007"/>
                </a:moveTo>
                <a:cubicBezTo>
                  <a:pt x="925551" y="56007"/>
                  <a:pt x="921995" y="55207"/>
                  <a:pt x="918947" y="53607"/>
                </a:cubicBezTo>
                <a:cubicBezTo>
                  <a:pt x="915899" y="52007"/>
                  <a:pt x="913486" y="49632"/>
                  <a:pt x="911835" y="46495"/>
                </a:cubicBezTo>
                <a:cubicBezTo>
                  <a:pt x="910184" y="43358"/>
                  <a:pt x="909422" y="39574"/>
                  <a:pt x="909422" y="35128"/>
                </a:cubicBezTo>
                <a:cubicBezTo>
                  <a:pt x="909422" y="30633"/>
                  <a:pt x="910311" y="26822"/>
                  <a:pt x="911962" y="23685"/>
                </a:cubicBezTo>
                <a:cubicBezTo>
                  <a:pt x="913740" y="20549"/>
                  <a:pt x="916153" y="18186"/>
                  <a:pt x="919074" y="16612"/>
                </a:cubicBezTo>
                <a:cubicBezTo>
                  <a:pt x="921995" y="15037"/>
                  <a:pt x="925297" y="14250"/>
                  <a:pt x="928853" y="14250"/>
                </a:cubicBezTo>
                <a:cubicBezTo>
                  <a:pt x="932917" y="14250"/>
                  <a:pt x="936346" y="15202"/>
                  <a:pt x="938886" y="17107"/>
                </a:cubicBezTo>
                <a:cubicBezTo>
                  <a:pt x="941553" y="19000"/>
                  <a:pt x="943458" y="21425"/>
                  <a:pt x="944601" y="24371"/>
                </a:cubicBezTo>
                <a:cubicBezTo>
                  <a:pt x="945871" y="27331"/>
                  <a:pt x="946379" y="30429"/>
                  <a:pt x="946379" y="33681"/>
                </a:cubicBezTo>
                <a:cubicBezTo>
                  <a:pt x="946379" y="34798"/>
                  <a:pt x="946379" y="35840"/>
                  <a:pt x="946252" y="36805"/>
                </a:cubicBezTo>
                <a:lnTo>
                  <a:pt x="916407" y="36805"/>
                </a:lnTo>
                <a:cubicBezTo>
                  <a:pt x="916661" y="41199"/>
                  <a:pt x="917931" y="44539"/>
                  <a:pt x="920090" y="46851"/>
                </a:cubicBezTo>
                <a:cubicBezTo>
                  <a:pt x="922376" y="49149"/>
                  <a:pt x="925551" y="50305"/>
                  <a:pt x="929615" y="50305"/>
                </a:cubicBezTo>
                <a:cubicBezTo>
                  <a:pt x="932155" y="50305"/>
                  <a:pt x="934187" y="49936"/>
                  <a:pt x="935965" y="49188"/>
                </a:cubicBezTo>
                <a:cubicBezTo>
                  <a:pt x="937743" y="48451"/>
                  <a:pt x="939394" y="47219"/>
                  <a:pt x="940791" y="45504"/>
                </a:cubicBezTo>
                <a:lnTo>
                  <a:pt x="944982" y="49670"/>
                </a:lnTo>
                <a:cubicBezTo>
                  <a:pt x="943712" y="51168"/>
                  <a:pt x="942315" y="52375"/>
                  <a:pt x="940791" y="53302"/>
                </a:cubicBezTo>
                <a:cubicBezTo>
                  <a:pt x="939267" y="54229"/>
                  <a:pt x="937743" y="54915"/>
                  <a:pt x="935838" y="55347"/>
                </a:cubicBezTo>
                <a:cubicBezTo>
                  <a:pt x="934060" y="55779"/>
                  <a:pt x="932028" y="56007"/>
                  <a:pt x="929615" y="56007"/>
                </a:cubicBezTo>
                <a:close/>
                <a:moveTo>
                  <a:pt x="939648" y="31636"/>
                </a:moveTo>
                <a:cubicBezTo>
                  <a:pt x="939267" y="27763"/>
                  <a:pt x="938124" y="24854"/>
                  <a:pt x="936219" y="22911"/>
                </a:cubicBezTo>
                <a:cubicBezTo>
                  <a:pt x="934314" y="20955"/>
                  <a:pt x="931774" y="19990"/>
                  <a:pt x="928599" y="19990"/>
                </a:cubicBezTo>
                <a:cubicBezTo>
                  <a:pt x="926440" y="19990"/>
                  <a:pt x="924662" y="20422"/>
                  <a:pt x="922884" y="21286"/>
                </a:cubicBezTo>
                <a:cubicBezTo>
                  <a:pt x="921233" y="22149"/>
                  <a:pt x="919836" y="23457"/>
                  <a:pt x="918820" y="25197"/>
                </a:cubicBezTo>
                <a:cubicBezTo>
                  <a:pt x="917677" y="26924"/>
                  <a:pt x="916915" y="29070"/>
                  <a:pt x="916661" y="31636"/>
                </a:cubicBezTo>
                <a:lnTo>
                  <a:pt x="939648" y="31636"/>
                </a:lnTo>
                <a:close/>
                <a:moveTo>
                  <a:pt x="954507" y="15037"/>
                </a:moveTo>
                <a:lnTo>
                  <a:pt x="960857" y="15037"/>
                </a:lnTo>
                <a:lnTo>
                  <a:pt x="960857" y="23635"/>
                </a:lnTo>
                <a:lnTo>
                  <a:pt x="960984" y="23635"/>
                </a:lnTo>
                <a:cubicBezTo>
                  <a:pt x="961746" y="20333"/>
                  <a:pt x="962889" y="17945"/>
                  <a:pt x="964540" y="16472"/>
                </a:cubicBezTo>
                <a:cubicBezTo>
                  <a:pt x="966064" y="14999"/>
                  <a:pt x="968096" y="14250"/>
                  <a:pt x="970509" y="14250"/>
                </a:cubicBezTo>
                <a:cubicBezTo>
                  <a:pt x="971144" y="14250"/>
                  <a:pt x="971652" y="14288"/>
                  <a:pt x="972287" y="14364"/>
                </a:cubicBezTo>
                <a:cubicBezTo>
                  <a:pt x="972795" y="14440"/>
                  <a:pt x="973303" y="14529"/>
                  <a:pt x="973684" y="14631"/>
                </a:cubicBezTo>
                <a:lnTo>
                  <a:pt x="973684" y="21210"/>
                </a:lnTo>
                <a:cubicBezTo>
                  <a:pt x="973303" y="21095"/>
                  <a:pt x="972795" y="20993"/>
                  <a:pt x="972160" y="20917"/>
                </a:cubicBezTo>
                <a:cubicBezTo>
                  <a:pt x="971525" y="20841"/>
                  <a:pt x="970890" y="20803"/>
                  <a:pt x="970382" y="20803"/>
                </a:cubicBezTo>
                <a:cubicBezTo>
                  <a:pt x="967080" y="20803"/>
                  <a:pt x="964667" y="21946"/>
                  <a:pt x="963270" y="24244"/>
                </a:cubicBezTo>
                <a:cubicBezTo>
                  <a:pt x="961873" y="26543"/>
                  <a:pt x="961111" y="29896"/>
                  <a:pt x="961111" y="34316"/>
                </a:cubicBezTo>
                <a:lnTo>
                  <a:pt x="961111" y="55258"/>
                </a:lnTo>
                <a:lnTo>
                  <a:pt x="954507" y="55258"/>
                </a:lnTo>
                <a:lnTo>
                  <a:pt x="954507" y="15037"/>
                </a:lnTo>
                <a:close/>
                <a:moveTo>
                  <a:pt x="992988" y="56007"/>
                </a:moveTo>
                <a:cubicBezTo>
                  <a:pt x="986130" y="56007"/>
                  <a:pt x="980669" y="53899"/>
                  <a:pt x="976859" y="49670"/>
                </a:cubicBezTo>
                <a:lnTo>
                  <a:pt x="981177" y="45403"/>
                </a:lnTo>
                <a:cubicBezTo>
                  <a:pt x="982955" y="47257"/>
                  <a:pt x="984733" y="48565"/>
                  <a:pt x="986638" y="49327"/>
                </a:cubicBezTo>
                <a:cubicBezTo>
                  <a:pt x="988416" y="50076"/>
                  <a:pt x="990575" y="50457"/>
                  <a:pt x="992988" y="50457"/>
                </a:cubicBezTo>
                <a:cubicBezTo>
                  <a:pt x="995401" y="50457"/>
                  <a:pt x="997433" y="50000"/>
                  <a:pt x="999084" y="49099"/>
                </a:cubicBezTo>
                <a:cubicBezTo>
                  <a:pt x="1000735" y="48197"/>
                  <a:pt x="1001624" y="46711"/>
                  <a:pt x="1001624" y="44653"/>
                </a:cubicBezTo>
                <a:cubicBezTo>
                  <a:pt x="1001624" y="43193"/>
                  <a:pt x="1001243" y="41999"/>
                  <a:pt x="1000354" y="41097"/>
                </a:cubicBezTo>
                <a:cubicBezTo>
                  <a:pt x="999592" y="40196"/>
                  <a:pt x="998449" y="39484"/>
                  <a:pt x="997179" y="38964"/>
                </a:cubicBezTo>
                <a:cubicBezTo>
                  <a:pt x="995909" y="38443"/>
                  <a:pt x="993877" y="37833"/>
                  <a:pt x="991464" y="37135"/>
                </a:cubicBezTo>
                <a:cubicBezTo>
                  <a:pt x="988924" y="36424"/>
                  <a:pt x="986765" y="35649"/>
                  <a:pt x="984987" y="34837"/>
                </a:cubicBezTo>
                <a:cubicBezTo>
                  <a:pt x="983209" y="34011"/>
                  <a:pt x="981685" y="32842"/>
                  <a:pt x="980542" y="31318"/>
                </a:cubicBezTo>
                <a:cubicBezTo>
                  <a:pt x="979272" y="29794"/>
                  <a:pt x="978764" y="27839"/>
                  <a:pt x="978764" y="25451"/>
                </a:cubicBezTo>
                <a:cubicBezTo>
                  <a:pt x="978764" y="23076"/>
                  <a:pt x="979272" y="21044"/>
                  <a:pt x="980415" y="19355"/>
                </a:cubicBezTo>
                <a:cubicBezTo>
                  <a:pt x="981685" y="17666"/>
                  <a:pt x="983336" y="16396"/>
                  <a:pt x="985495" y="15532"/>
                </a:cubicBezTo>
                <a:cubicBezTo>
                  <a:pt x="987527" y="14681"/>
                  <a:pt x="990067" y="14250"/>
                  <a:pt x="992861" y="14250"/>
                </a:cubicBezTo>
                <a:cubicBezTo>
                  <a:pt x="995655" y="14250"/>
                  <a:pt x="998195" y="14707"/>
                  <a:pt x="1000735" y="15608"/>
                </a:cubicBezTo>
                <a:cubicBezTo>
                  <a:pt x="1003275" y="16523"/>
                  <a:pt x="1005307" y="17844"/>
                  <a:pt x="1006958" y="19571"/>
                </a:cubicBezTo>
                <a:lnTo>
                  <a:pt x="1002767" y="23851"/>
                </a:lnTo>
                <a:cubicBezTo>
                  <a:pt x="1000100" y="21222"/>
                  <a:pt x="996798" y="19914"/>
                  <a:pt x="992861" y="19914"/>
                </a:cubicBezTo>
                <a:cubicBezTo>
                  <a:pt x="990448" y="19914"/>
                  <a:pt x="988670" y="20346"/>
                  <a:pt x="987273" y="21210"/>
                </a:cubicBezTo>
                <a:cubicBezTo>
                  <a:pt x="985876" y="22085"/>
                  <a:pt x="985241" y="23394"/>
                  <a:pt x="985241" y="25159"/>
                </a:cubicBezTo>
                <a:cubicBezTo>
                  <a:pt x="985241" y="26327"/>
                  <a:pt x="985622" y="27293"/>
                  <a:pt x="986384" y="28055"/>
                </a:cubicBezTo>
                <a:cubicBezTo>
                  <a:pt x="987273" y="28829"/>
                  <a:pt x="988289" y="29464"/>
                  <a:pt x="989686" y="29973"/>
                </a:cubicBezTo>
                <a:cubicBezTo>
                  <a:pt x="990956" y="30480"/>
                  <a:pt x="992861" y="31090"/>
                  <a:pt x="995401" y="31776"/>
                </a:cubicBezTo>
                <a:cubicBezTo>
                  <a:pt x="997941" y="32500"/>
                  <a:pt x="1000100" y="33262"/>
                  <a:pt x="1001878" y="34049"/>
                </a:cubicBezTo>
                <a:cubicBezTo>
                  <a:pt x="1003529" y="34849"/>
                  <a:pt x="1005053" y="36055"/>
                  <a:pt x="1006323" y="37681"/>
                </a:cubicBezTo>
                <a:cubicBezTo>
                  <a:pt x="1007466" y="39307"/>
                  <a:pt x="1008101" y="41453"/>
                  <a:pt x="1008101" y="44133"/>
                </a:cubicBezTo>
                <a:cubicBezTo>
                  <a:pt x="1008101" y="46610"/>
                  <a:pt x="1007466" y="48743"/>
                  <a:pt x="1006196" y="50533"/>
                </a:cubicBezTo>
                <a:cubicBezTo>
                  <a:pt x="1004926" y="52312"/>
                  <a:pt x="1003148" y="53670"/>
                  <a:pt x="1000862" y="54611"/>
                </a:cubicBezTo>
                <a:cubicBezTo>
                  <a:pt x="998576" y="55538"/>
                  <a:pt x="995909" y="56007"/>
                  <a:pt x="992988" y="56007"/>
                </a:cubicBezTo>
                <a:close/>
                <a:moveTo>
                  <a:pt x="1057250" y="56007"/>
                </a:moveTo>
                <a:cubicBezTo>
                  <a:pt x="1052170" y="56007"/>
                  <a:pt x="1047725" y="54902"/>
                  <a:pt x="1043915" y="52693"/>
                </a:cubicBezTo>
                <a:cubicBezTo>
                  <a:pt x="1039978" y="50483"/>
                  <a:pt x="1037057" y="47334"/>
                  <a:pt x="1034898" y="43256"/>
                </a:cubicBezTo>
                <a:cubicBezTo>
                  <a:pt x="1032739" y="39180"/>
                  <a:pt x="1031596" y="34430"/>
                  <a:pt x="1031596" y="29032"/>
                </a:cubicBezTo>
                <a:cubicBezTo>
                  <a:pt x="1031596" y="23623"/>
                  <a:pt x="1032739" y="18885"/>
                  <a:pt x="1034898" y="14808"/>
                </a:cubicBezTo>
                <a:cubicBezTo>
                  <a:pt x="1037057" y="10744"/>
                  <a:pt x="1039978" y="7595"/>
                  <a:pt x="1043915" y="5385"/>
                </a:cubicBezTo>
                <a:cubicBezTo>
                  <a:pt x="1047725" y="3163"/>
                  <a:pt x="1052170" y="2045"/>
                  <a:pt x="1057250" y="2045"/>
                </a:cubicBezTo>
                <a:cubicBezTo>
                  <a:pt x="1062203" y="2045"/>
                  <a:pt x="1066648" y="3163"/>
                  <a:pt x="1070458" y="5385"/>
                </a:cubicBezTo>
                <a:cubicBezTo>
                  <a:pt x="1074395" y="7595"/>
                  <a:pt x="1077443" y="10744"/>
                  <a:pt x="1079602" y="14808"/>
                </a:cubicBezTo>
                <a:cubicBezTo>
                  <a:pt x="1081761" y="18885"/>
                  <a:pt x="1082777" y="23623"/>
                  <a:pt x="1082777" y="29032"/>
                </a:cubicBezTo>
                <a:cubicBezTo>
                  <a:pt x="1082777" y="34430"/>
                  <a:pt x="1081761" y="39180"/>
                  <a:pt x="1079602" y="43256"/>
                </a:cubicBezTo>
                <a:cubicBezTo>
                  <a:pt x="1077443" y="47334"/>
                  <a:pt x="1074395" y="50483"/>
                  <a:pt x="1070458" y="52693"/>
                </a:cubicBezTo>
                <a:cubicBezTo>
                  <a:pt x="1066648" y="54902"/>
                  <a:pt x="1062203" y="56007"/>
                  <a:pt x="1057250" y="56007"/>
                </a:cubicBezTo>
                <a:close/>
                <a:moveTo>
                  <a:pt x="1038835" y="29032"/>
                </a:moveTo>
                <a:cubicBezTo>
                  <a:pt x="1038835" y="33198"/>
                  <a:pt x="1039597" y="36818"/>
                  <a:pt x="1040994" y="39891"/>
                </a:cubicBezTo>
                <a:cubicBezTo>
                  <a:pt x="1042518" y="42964"/>
                  <a:pt x="1044677" y="45327"/>
                  <a:pt x="1047471" y="46978"/>
                </a:cubicBezTo>
                <a:cubicBezTo>
                  <a:pt x="1050138" y="48629"/>
                  <a:pt x="1053440" y="49454"/>
                  <a:pt x="1057250" y="49454"/>
                </a:cubicBezTo>
                <a:cubicBezTo>
                  <a:pt x="1060933" y="49454"/>
                  <a:pt x="1064235" y="48629"/>
                  <a:pt x="1066902" y="46978"/>
                </a:cubicBezTo>
                <a:cubicBezTo>
                  <a:pt x="1069696" y="45327"/>
                  <a:pt x="1071855" y="42964"/>
                  <a:pt x="1073379" y="39891"/>
                </a:cubicBezTo>
                <a:cubicBezTo>
                  <a:pt x="1074776" y="36818"/>
                  <a:pt x="1075538" y="33198"/>
                  <a:pt x="1075538" y="29032"/>
                </a:cubicBezTo>
                <a:cubicBezTo>
                  <a:pt x="1075538" y="24854"/>
                  <a:pt x="1074776" y="21248"/>
                  <a:pt x="1073379" y="18174"/>
                </a:cubicBezTo>
                <a:cubicBezTo>
                  <a:pt x="1071855" y="15113"/>
                  <a:pt x="1069696" y="12764"/>
                  <a:pt x="1066902" y="11112"/>
                </a:cubicBezTo>
                <a:cubicBezTo>
                  <a:pt x="1064235" y="9461"/>
                  <a:pt x="1060933" y="8636"/>
                  <a:pt x="1057250" y="8636"/>
                </a:cubicBezTo>
                <a:cubicBezTo>
                  <a:pt x="1053440" y="8636"/>
                  <a:pt x="1050138" y="9461"/>
                  <a:pt x="1047471" y="11112"/>
                </a:cubicBezTo>
                <a:cubicBezTo>
                  <a:pt x="1044677" y="12764"/>
                  <a:pt x="1042518" y="15113"/>
                  <a:pt x="1040994" y="18174"/>
                </a:cubicBezTo>
                <a:cubicBezTo>
                  <a:pt x="1039597" y="21248"/>
                  <a:pt x="1038835" y="24854"/>
                  <a:pt x="1038835" y="29032"/>
                </a:cubicBezTo>
                <a:close/>
                <a:moveTo>
                  <a:pt x="1091667" y="15037"/>
                </a:moveTo>
                <a:lnTo>
                  <a:pt x="1098017" y="15037"/>
                </a:lnTo>
                <a:lnTo>
                  <a:pt x="1098017" y="23406"/>
                </a:lnTo>
                <a:lnTo>
                  <a:pt x="1098144" y="23406"/>
                </a:lnTo>
                <a:cubicBezTo>
                  <a:pt x="1099160" y="20803"/>
                  <a:pt x="1100684" y="18631"/>
                  <a:pt x="1102716" y="16879"/>
                </a:cubicBezTo>
                <a:cubicBezTo>
                  <a:pt x="1104748" y="15126"/>
                  <a:pt x="1107542" y="14250"/>
                  <a:pt x="1111225" y="14250"/>
                </a:cubicBezTo>
                <a:cubicBezTo>
                  <a:pt x="1114019" y="14250"/>
                  <a:pt x="1116305" y="14834"/>
                  <a:pt x="1118210" y="16002"/>
                </a:cubicBezTo>
                <a:cubicBezTo>
                  <a:pt x="1120115" y="17171"/>
                  <a:pt x="1121512" y="18821"/>
                  <a:pt x="1122401" y="20955"/>
                </a:cubicBezTo>
                <a:cubicBezTo>
                  <a:pt x="1123290" y="23089"/>
                  <a:pt x="1123798" y="25578"/>
                  <a:pt x="1123798" y="28435"/>
                </a:cubicBezTo>
                <a:lnTo>
                  <a:pt x="1123798" y="55258"/>
                </a:lnTo>
                <a:lnTo>
                  <a:pt x="1117067" y="55258"/>
                </a:lnTo>
                <a:lnTo>
                  <a:pt x="1117067" y="29731"/>
                </a:lnTo>
                <a:cubicBezTo>
                  <a:pt x="1117067" y="26632"/>
                  <a:pt x="1116432" y="24270"/>
                  <a:pt x="1115162" y="22644"/>
                </a:cubicBezTo>
                <a:cubicBezTo>
                  <a:pt x="1113892" y="21019"/>
                  <a:pt x="1111733" y="20206"/>
                  <a:pt x="1108812" y="20206"/>
                </a:cubicBezTo>
                <a:cubicBezTo>
                  <a:pt x="1106653" y="20206"/>
                  <a:pt x="1104875" y="20663"/>
                  <a:pt x="1103224" y="21590"/>
                </a:cubicBezTo>
                <a:cubicBezTo>
                  <a:pt x="1101700" y="22505"/>
                  <a:pt x="1100430" y="23838"/>
                  <a:pt x="1099668" y="25603"/>
                </a:cubicBezTo>
                <a:cubicBezTo>
                  <a:pt x="1098779" y="27369"/>
                  <a:pt x="1098271" y="29477"/>
                  <a:pt x="1098271" y="31928"/>
                </a:cubicBezTo>
                <a:lnTo>
                  <a:pt x="1098271" y="55258"/>
                </a:lnTo>
                <a:lnTo>
                  <a:pt x="1091667" y="55258"/>
                </a:lnTo>
                <a:lnTo>
                  <a:pt x="1091667" y="15037"/>
                </a:lnTo>
                <a:close/>
                <a:moveTo>
                  <a:pt x="1143229" y="55855"/>
                </a:moveTo>
                <a:cubicBezTo>
                  <a:pt x="1141070" y="55855"/>
                  <a:pt x="1139292" y="55487"/>
                  <a:pt x="1137895" y="54776"/>
                </a:cubicBezTo>
                <a:cubicBezTo>
                  <a:pt x="1136498" y="54052"/>
                  <a:pt x="1135609" y="52984"/>
                  <a:pt x="1134974" y="51550"/>
                </a:cubicBezTo>
                <a:cubicBezTo>
                  <a:pt x="1134339" y="50127"/>
                  <a:pt x="1133958" y="48311"/>
                  <a:pt x="1133958" y="46101"/>
                </a:cubicBezTo>
                <a:lnTo>
                  <a:pt x="1133958" y="0"/>
                </a:lnTo>
                <a:lnTo>
                  <a:pt x="1140689" y="0"/>
                </a:lnTo>
                <a:lnTo>
                  <a:pt x="1140689" y="45060"/>
                </a:lnTo>
                <a:cubicBezTo>
                  <a:pt x="1140689" y="46304"/>
                  <a:pt x="1140816" y="47257"/>
                  <a:pt x="1141070" y="47930"/>
                </a:cubicBezTo>
                <a:cubicBezTo>
                  <a:pt x="1141324" y="48603"/>
                  <a:pt x="1141705" y="49073"/>
                  <a:pt x="1142213" y="49365"/>
                </a:cubicBezTo>
                <a:cubicBezTo>
                  <a:pt x="1142721" y="49644"/>
                  <a:pt x="1143483" y="49785"/>
                  <a:pt x="1144499" y="49785"/>
                </a:cubicBezTo>
                <a:cubicBezTo>
                  <a:pt x="1145134" y="49785"/>
                  <a:pt x="1145769" y="49733"/>
                  <a:pt x="1146404" y="49644"/>
                </a:cubicBezTo>
                <a:cubicBezTo>
                  <a:pt x="1147039" y="49543"/>
                  <a:pt x="1147547" y="49429"/>
                  <a:pt x="1148055" y="49302"/>
                </a:cubicBezTo>
                <a:lnTo>
                  <a:pt x="1148055" y="55258"/>
                </a:lnTo>
                <a:cubicBezTo>
                  <a:pt x="1147420" y="55461"/>
                  <a:pt x="1146658" y="55601"/>
                  <a:pt x="1145896" y="55703"/>
                </a:cubicBezTo>
                <a:cubicBezTo>
                  <a:pt x="1145007" y="55804"/>
                  <a:pt x="1144118" y="55855"/>
                  <a:pt x="1143229" y="55855"/>
                </a:cubicBezTo>
                <a:close/>
                <a:moveTo>
                  <a:pt x="1155294" y="71857"/>
                </a:moveTo>
                <a:cubicBezTo>
                  <a:pt x="1153897" y="71857"/>
                  <a:pt x="1152373" y="71755"/>
                  <a:pt x="1150976" y="71552"/>
                </a:cubicBezTo>
                <a:lnTo>
                  <a:pt x="1150976" y="65786"/>
                </a:lnTo>
                <a:cubicBezTo>
                  <a:pt x="1151992" y="66078"/>
                  <a:pt x="1153135" y="66231"/>
                  <a:pt x="1154786" y="66231"/>
                </a:cubicBezTo>
                <a:cubicBezTo>
                  <a:pt x="1156310" y="66231"/>
                  <a:pt x="1157580" y="66040"/>
                  <a:pt x="1158469" y="65660"/>
                </a:cubicBezTo>
                <a:cubicBezTo>
                  <a:pt x="1159485" y="65278"/>
                  <a:pt x="1160374" y="64694"/>
                  <a:pt x="1160882" y="63932"/>
                </a:cubicBezTo>
                <a:cubicBezTo>
                  <a:pt x="1161517" y="63157"/>
                  <a:pt x="1162152" y="62129"/>
                  <a:pt x="1162660" y="60833"/>
                </a:cubicBezTo>
                <a:lnTo>
                  <a:pt x="1164819" y="55144"/>
                </a:lnTo>
                <a:lnTo>
                  <a:pt x="1148690" y="15037"/>
                </a:lnTo>
                <a:lnTo>
                  <a:pt x="1155802" y="15037"/>
                </a:lnTo>
                <a:lnTo>
                  <a:pt x="1164438" y="37288"/>
                </a:lnTo>
                <a:cubicBezTo>
                  <a:pt x="1165073" y="39142"/>
                  <a:pt x="1165835" y="41237"/>
                  <a:pt x="1166597" y="43574"/>
                </a:cubicBezTo>
                <a:cubicBezTo>
                  <a:pt x="1167359" y="45910"/>
                  <a:pt x="1167867" y="47282"/>
                  <a:pt x="1167994" y="47702"/>
                </a:cubicBezTo>
                <a:cubicBezTo>
                  <a:pt x="1168121" y="47358"/>
                  <a:pt x="1168629" y="46038"/>
                  <a:pt x="1169391" y="43765"/>
                </a:cubicBezTo>
                <a:cubicBezTo>
                  <a:pt x="1170534" y="40932"/>
                  <a:pt x="1171169" y="39002"/>
                  <a:pt x="1171550" y="37960"/>
                </a:cubicBezTo>
                <a:lnTo>
                  <a:pt x="1179424" y="15037"/>
                </a:lnTo>
                <a:lnTo>
                  <a:pt x="1186536" y="15037"/>
                </a:lnTo>
                <a:lnTo>
                  <a:pt x="1167994" y="63030"/>
                </a:lnTo>
                <a:cubicBezTo>
                  <a:pt x="1167232" y="65088"/>
                  <a:pt x="1166343" y="66752"/>
                  <a:pt x="1165327" y="67996"/>
                </a:cubicBezTo>
                <a:cubicBezTo>
                  <a:pt x="1164438" y="69253"/>
                  <a:pt x="1163041" y="70206"/>
                  <a:pt x="1161517" y="70866"/>
                </a:cubicBezTo>
                <a:cubicBezTo>
                  <a:pt x="1159866" y="71527"/>
                  <a:pt x="1157834" y="71857"/>
                  <a:pt x="1155294" y="71857"/>
                </a:cubicBezTo>
                <a:close/>
              </a:path>
            </a:pathLst>
          </a:custGeom>
          <a:solidFill>
            <a:srgbClr val="000000">
              <a:alpha val="50196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Editable vector"/>
          <p:cNvSpPr/>
          <p:nvPr/>
        </p:nvSpPr>
        <p:spPr>
          <a:xfrm>
            <a:off x="215722" y="1470964"/>
            <a:ext cx="2735960" cy="359994"/>
          </a:xfrm>
          <a:custGeom>
            <a:avLst/>
            <a:gdLst/>
            <a:ahLst/>
            <a:cxnLst/>
            <a:rect l="0" t="0" r="r" b="b"/>
            <a:pathLst>
              <a:path w="2735961" h="359994" fill="norm" stroke="0" extrusionOk="0">
                <a:moveTo>
                  <a:pt x="0" y="0"/>
                </a:moveTo>
                <a:lnTo>
                  <a:pt x="2735961" y="0"/>
                </a:lnTo>
                <a:lnTo>
                  <a:pt x="2735961" y="359994"/>
                </a:lnTo>
                <a:lnTo>
                  <a:pt x="0" y="359994"/>
                </a:lnTo>
                <a:close/>
              </a:path>
            </a:pathLst>
          </a:custGeom>
          <a:solidFill>
            <a:srgbClr val="00488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Editable vector"/>
          <p:cNvSpPr/>
          <p:nvPr/>
        </p:nvSpPr>
        <p:spPr>
          <a:xfrm>
            <a:off x="3224910" y="1470062"/>
            <a:ext cx="2735960" cy="360007"/>
          </a:xfrm>
          <a:custGeom>
            <a:avLst/>
            <a:gdLst/>
            <a:ahLst/>
            <a:cxnLst/>
            <a:rect l="0" t="0" r="r" b="b"/>
            <a:pathLst>
              <a:path w="2735961" h="360007" fill="norm" stroke="0" extrusionOk="0">
                <a:moveTo>
                  <a:pt x="0" y="0"/>
                </a:moveTo>
                <a:lnTo>
                  <a:pt x="2735961" y="0"/>
                </a:lnTo>
                <a:lnTo>
                  <a:pt x="2735961" y="360007"/>
                </a:lnTo>
                <a:lnTo>
                  <a:pt x="0" y="360007"/>
                </a:lnTo>
                <a:close/>
              </a:path>
            </a:pathLst>
          </a:custGeom>
          <a:solidFill>
            <a:srgbClr val="76BC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Editable vector"/>
          <p:cNvSpPr/>
          <p:nvPr/>
        </p:nvSpPr>
        <p:spPr>
          <a:xfrm>
            <a:off x="6234176" y="1470075"/>
            <a:ext cx="2735960" cy="359994"/>
          </a:xfrm>
          <a:custGeom>
            <a:avLst/>
            <a:gdLst/>
            <a:ahLst/>
            <a:cxnLst/>
            <a:rect l="0" t="0" r="r" b="b"/>
            <a:pathLst>
              <a:path w="2735961" h="359994" fill="norm" stroke="0" extrusionOk="0">
                <a:moveTo>
                  <a:pt x="0" y="0"/>
                </a:moveTo>
                <a:lnTo>
                  <a:pt x="2735961" y="0"/>
                </a:lnTo>
                <a:lnTo>
                  <a:pt x="2735961" y="359994"/>
                </a:lnTo>
                <a:lnTo>
                  <a:pt x="0" y="359994"/>
                </a:lnTo>
                <a:close/>
              </a:path>
            </a:pathLst>
          </a:custGeom>
          <a:solidFill>
            <a:srgbClr val="D1E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Editable vector"/>
          <p:cNvSpPr/>
          <p:nvPr/>
        </p:nvSpPr>
        <p:spPr>
          <a:xfrm>
            <a:off x="9243441" y="1476933"/>
            <a:ext cx="2735960" cy="359994"/>
          </a:xfrm>
          <a:custGeom>
            <a:avLst/>
            <a:gdLst/>
            <a:ahLst/>
            <a:cxnLst/>
            <a:rect l="0" t="0" r="r" b="b"/>
            <a:pathLst>
              <a:path w="2735961" h="359994" fill="norm" stroke="0" extrusionOk="0">
                <a:moveTo>
                  <a:pt x="0" y="0"/>
                </a:moveTo>
                <a:lnTo>
                  <a:pt x="2735961" y="0"/>
                </a:lnTo>
                <a:lnTo>
                  <a:pt x="2735961" y="359994"/>
                </a:lnTo>
                <a:lnTo>
                  <a:pt x="0" y="359994"/>
                </a:lnTo>
                <a:close/>
              </a:path>
            </a:pathLst>
          </a:custGeom>
          <a:solidFill>
            <a:srgbClr val="2CE0B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Editable vector"/>
          <p:cNvSpPr/>
          <p:nvPr/>
        </p:nvSpPr>
        <p:spPr>
          <a:xfrm>
            <a:off x="1638717" y="924350"/>
            <a:ext cx="165784" cy="389216"/>
          </a:xfrm>
          <a:custGeom>
            <a:avLst/>
            <a:gdLst/>
            <a:ahLst/>
            <a:cxnLst/>
            <a:rect l="0" t="0" r="r" b="b"/>
            <a:pathLst>
              <a:path w="165785" h="389217" fill="norm" stroke="0" extrusionOk="0">
                <a:moveTo>
                  <a:pt x="4189" y="389217"/>
                </a:moveTo>
                <a:cubicBezTo>
                  <a:pt x="3083" y="389217"/>
                  <a:pt x="2011" y="388776"/>
                  <a:pt x="1238" y="388008"/>
                </a:cubicBezTo>
                <a:cubicBezTo>
                  <a:pt x="436" y="387240"/>
                  <a:pt x="0" y="386163"/>
                  <a:pt x="0" y="385023"/>
                </a:cubicBezTo>
                <a:lnTo>
                  <a:pt x="0" y="85432"/>
                </a:lnTo>
                <a:cubicBezTo>
                  <a:pt x="0" y="38319"/>
                  <a:pt x="38244" y="0"/>
                  <a:pt x="85234" y="0"/>
                </a:cubicBezTo>
                <a:cubicBezTo>
                  <a:pt x="131186" y="0"/>
                  <a:pt x="165785" y="36117"/>
                  <a:pt x="165785" y="83988"/>
                </a:cubicBezTo>
                <a:lnTo>
                  <a:pt x="165785" y="383584"/>
                </a:lnTo>
                <a:cubicBezTo>
                  <a:pt x="165785" y="385894"/>
                  <a:pt x="163925" y="387739"/>
                  <a:pt x="161625" y="387773"/>
                </a:cubicBezTo>
                <a:lnTo>
                  <a:pt x="4189" y="389182"/>
                </a:lnTo>
                <a:lnTo>
                  <a:pt x="4155" y="389182"/>
                </a:lnTo>
                <a:lnTo>
                  <a:pt x="4189" y="389217"/>
                </a:lnTo>
                <a:close/>
                <a:moveTo>
                  <a:pt x="85283" y="8418"/>
                </a:moveTo>
                <a:cubicBezTo>
                  <a:pt x="42908" y="8418"/>
                  <a:pt x="8412" y="42968"/>
                  <a:pt x="8412" y="85432"/>
                </a:cubicBezTo>
                <a:lnTo>
                  <a:pt x="8412" y="380804"/>
                </a:lnTo>
                <a:lnTo>
                  <a:pt x="157465" y="379458"/>
                </a:lnTo>
                <a:lnTo>
                  <a:pt x="157465" y="84022"/>
                </a:lnTo>
                <a:cubicBezTo>
                  <a:pt x="157465" y="40227"/>
                  <a:pt x="127124" y="8418"/>
                  <a:pt x="85332" y="8418"/>
                </a:cubicBezTo>
                <a:lnTo>
                  <a:pt x="85283" y="8418"/>
                </a:ln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Editable vector"/>
          <p:cNvSpPr/>
          <p:nvPr/>
        </p:nvSpPr>
        <p:spPr>
          <a:xfrm>
            <a:off x="1428600" y="923077"/>
            <a:ext cx="165329" cy="389985"/>
          </a:xfrm>
          <a:custGeom>
            <a:avLst/>
            <a:gdLst/>
            <a:ahLst/>
            <a:cxnLst/>
            <a:rect l="0" t="0" r="r" b="b"/>
            <a:pathLst>
              <a:path w="165330" h="389985" fill="norm" stroke="0" extrusionOk="0">
                <a:moveTo>
                  <a:pt x="161141" y="389985"/>
                </a:moveTo>
                <a:lnTo>
                  <a:pt x="4189" y="389985"/>
                </a:lnTo>
                <a:cubicBezTo>
                  <a:pt x="1874" y="389985"/>
                  <a:pt x="0" y="388106"/>
                  <a:pt x="0" y="385791"/>
                </a:cubicBezTo>
                <a:lnTo>
                  <a:pt x="0" y="84893"/>
                </a:lnTo>
                <a:cubicBezTo>
                  <a:pt x="0" y="37242"/>
                  <a:pt x="36067" y="0"/>
                  <a:pt x="82126" y="0"/>
                </a:cubicBezTo>
                <a:cubicBezTo>
                  <a:pt x="128186" y="0"/>
                  <a:pt x="165330" y="37291"/>
                  <a:pt x="165330" y="84894"/>
                </a:cubicBezTo>
                <a:lnTo>
                  <a:pt x="165330" y="385791"/>
                </a:lnTo>
                <a:cubicBezTo>
                  <a:pt x="165330" y="388106"/>
                  <a:pt x="163450" y="389985"/>
                  <a:pt x="161141" y="389985"/>
                </a:cubicBezTo>
                <a:close/>
                <a:moveTo>
                  <a:pt x="8378" y="381607"/>
                </a:moveTo>
                <a:lnTo>
                  <a:pt x="156951" y="381607"/>
                </a:lnTo>
                <a:lnTo>
                  <a:pt x="156951" y="84894"/>
                </a:lnTo>
                <a:cubicBezTo>
                  <a:pt x="156951" y="41989"/>
                  <a:pt x="124100" y="8369"/>
                  <a:pt x="82126" y="8368"/>
                </a:cubicBezTo>
                <a:cubicBezTo>
                  <a:pt x="40158" y="8368"/>
                  <a:pt x="8378" y="41989"/>
                  <a:pt x="8378" y="84893"/>
                </a:cubicBezTo>
                <a:lnTo>
                  <a:pt x="8378" y="381607"/>
                </a:ln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Editable vector"/>
          <p:cNvSpPr/>
          <p:nvPr/>
        </p:nvSpPr>
        <p:spPr>
          <a:xfrm>
            <a:off x="1454077" y="791531"/>
            <a:ext cx="113304" cy="113292"/>
          </a:xfrm>
          <a:custGeom>
            <a:avLst/>
            <a:gdLst/>
            <a:ahLst/>
            <a:cxnLst/>
            <a:rect l="0" t="0" r="r" b="b"/>
            <a:pathLst>
              <a:path w="113304" h="113292" fill="norm" stroke="0" extrusionOk="0">
                <a:moveTo>
                  <a:pt x="56650" y="113292"/>
                </a:moveTo>
                <a:cubicBezTo>
                  <a:pt x="25408" y="113292"/>
                  <a:pt x="0" y="87893"/>
                  <a:pt x="0" y="56622"/>
                </a:cubicBezTo>
                <a:cubicBezTo>
                  <a:pt x="0" y="25399"/>
                  <a:pt x="25408" y="0"/>
                  <a:pt x="56650" y="0"/>
                </a:cubicBezTo>
                <a:cubicBezTo>
                  <a:pt x="87896" y="0"/>
                  <a:pt x="113304" y="25399"/>
                  <a:pt x="113304" y="56622"/>
                </a:cubicBezTo>
                <a:cubicBezTo>
                  <a:pt x="113304" y="87893"/>
                  <a:pt x="87896" y="113292"/>
                  <a:pt x="56650" y="113292"/>
                </a:cubicBezTo>
                <a:close/>
                <a:moveTo>
                  <a:pt x="56650" y="8368"/>
                </a:moveTo>
                <a:cubicBezTo>
                  <a:pt x="30033" y="8368"/>
                  <a:pt x="8378" y="29999"/>
                  <a:pt x="8378" y="56622"/>
                </a:cubicBezTo>
                <a:cubicBezTo>
                  <a:pt x="8378" y="83244"/>
                  <a:pt x="30033" y="104924"/>
                  <a:pt x="56650" y="104924"/>
                </a:cubicBezTo>
                <a:cubicBezTo>
                  <a:pt x="83267" y="104924"/>
                  <a:pt x="104922" y="83244"/>
                  <a:pt x="104922" y="56622"/>
                </a:cubicBezTo>
                <a:cubicBezTo>
                  <a:pt x="104922" y="29999"/>
                  <a:pt x="83267" y="8369"/>
                  <a:pt x="56650" y="8368"/>
                </a:cubicBez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Editable vector"/>
          <p:cNvSpPr/>
          <p:nvPr/>
        </p:nvSpPr>
        <p:spPr>
          <a:xfrm>
            <a:off x="1664962" y="791531"/>
            <a:ext cx="113309" cy="113292"/>
          </a:xfrm>
          <a:custGeom>
            <a:avLst/>
            <a:gdLst/>
            <a:ahLst/>
            <a:cxnLst/>
            <a:rect l="0" t="0" r="r" b="b"/>
            <a:pathLst>
              <a:path w="113309" h="113292" fill="norm" stroke="0" extrusionOk="0">
                <a:moveTo>
                  <a:pt x="56640" y="113292"/>
                </a:moveTo>
                <a:cubicBezTo>
                  <a:pt x="25408" y="113292"/>
                  <a:pt x="0" y="87893"/>
                  <a:pt x="0" y="56622"/>
                </a:cubicBezTo>
                <a:cubicBezTo>
                  <a:pt x="0" y="25399"/>
                  <a:pt x="25408" y="0"/>
                  <a:pt x="56640" y="0"/>
                </a:cubicBezTo>
                <a:cubicBezTo>
                  <a:pt x="87911" y="0"/>
                  <a:pt x="113309" y="25399"/>
                  <a:pt x="113309" y="56622"/>
                </a:cubicBezTo>
                <a:cubicBezTo>
                  <a:pt x="113309" y="87893"/>
                  <a:pt x="87911" y="113292"/>
                  <a:pt x="56640" y="113292"/>
                </a:cubicBezTo>
                <a:close/>
                <a:moveTo>
                  <a:pt x="56640" y="8369"/>
                </a:moveTo>
                <a:cubicBezTo>
                  <a:pt x="30038" y="8368"/>
                  <a:pt x="8383" y="29999"/>
                  <a:pt x="8383" y="56622"/>
                </a:cubicBezTo>
                <a:cubicBezTo>
                  <a:pt x="8383" y="83244"/>
                  <a:pt x="30038" y="104924"/>
                  <a:pt x="56640" y="104924"/>
                </a:cubicBezTo>
                <a:cubicBezTo>
                  <a:pt x="83262" y="104924"/>
                  <a:pt x="104941" y="83244"/>
                  <a:pt x="104941" y="56622"/>
                </a:cubicBezTo>
                <a:cubicBezTo>
                  <a:pt x="104941" y="29999"/>
                  <a:pt x="83262" y="8369"/>
                  <a:pt x="56640" y="8369"/>
                </a:cubicBez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Editable vector"/>
          <p:cNvSpPr/>
          <p:nvPr/>
        </p:nvSpPr>
        <p:spPr>
          <a:xfrm>
            <a:off x="1313182" y="1085944"/>
            <a:ext cx="303342" cy="66008"/>
          </a:xfrm>
          <a:custGeom>
            <a:avLst/>
            <a:gdLst/>
            <a:ahLst/>
            <a:cxnLst/>
            <a:rect l="0" t="0" r="r" b="b"/>
            <a:pathLst>
              <a:path w="303342" h="66008" fill="norm" stroke="0" extrusionOk="0">
                <a:moveTo>
                  <a:pt x="0" y="66008"/>
                </a:moveTo>
                <a:lnTo>
                  <a:pt x="303342" y="66008"/>
                </a:lnTo>
                <a:lnTo>
                  <a:pt x="303342" y="0"/>
                </a:lnTo>
                <a:lnTo>
                  <a:pt x="0" y="0"/>
                </a:lnTo>
                <a:lnTo>
                  <a:pt x="0" y="66008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Editable vector"/>
          <p:cNvSpPr/>
          <p:nvPr/>
        </p:nvSpPr>
        <p:spPr>
          <a:xfrm>
            <a:off x="1308993" y="1081755"/>
            <a:ext cx="311720" cy="74386"/>
          </a:xfrm>
          <a:custGeom>
            <a:avLst/>
            <a:gdLst/>
            <a:ahLst/>
            <a:cxnLst/>
            <a:rect l="0" t="0" r="r" b="b"/>
            <a:pathLst>
              <a:path w="311720" h="74387" fill="norm" stroke="0" extrusionOk="0">
                <a:moveTo>
                  <a:pt x="311720" y="74387"/>
                </a:moveTo>
                <a:lnTo>
                  <a:pt x="0" y="74386"/>
                </a:lnTo>
                <a:lnTo>
                  <a:pt x="0" y="0"/>
                </a:lnTo>
                <a:lnTo>
                  <a:pt x="311720" y="0"/>
                </a:lnTo>
                <a:lnTo>
                  <a:pt x="311720" y="74387"/>
                </a:lnTo>
                <a:close/>
                <a:moveTo>
                  <a:pt x="8383" y="66008"/>
                </a:moveTo>
                <a:lnTo>
                  <a:pt x="303342" y="66008"/>
                </a:lnTo>
                <a:lnTo>
                  <a:pt x="303342" y="8383"/>
                </a:lnTo>
                <a:lnTo>
                  <a:pt x="8383" y="8383"/>
                </a:lnTo>
                <a:lnTo>
                  <a:pt x="8383" y="66008"/>
                </a:ln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Editable vector"/>
          <p:cNvSpPr/>
          <p:nvPr/>
        </p:nvSpPr>
        <p:spPr>
          <a:xfrm>
            <a:off x="1616421" y="1085949"/>
            <a:ext cx="303773" cy="66037"/>
          </a:xfrm>
          <a:custGeom>
            <a:avLst/>
            <a:gdLst/>
            <a:ahLst/>
            <a:cxnLst/>
            <a:rect l="0" t="0" r="r" b="b"/>
            <a:pathLst>
              <a:path w="303773" h="66038" fill="norm" stroke="0" extrusionOk="0">
                <a:moveTo>
                  <a:pt x="0" y="66037"/>
                </a:moveTo>
                <a:lnTo>
                  <a:pt x="303773" y="66038"/>
                </a:lnTo>
                <a:lnTo>
                  <a:pt x="303773" y="0"/>
                </a:lnTo>
                <a:lnTo>
                  <a:pt x="0" y="0"/>
                </a:lnTo>
                <a:lnTo>
                  <a:pt x="0" y="66037"/>
                </a:lnTo>
                <a:close/>
              </a:path>
            </a:pathLst>
          </a:custGeom>
          <a:solidFill>
            <a:srgbClr val="89D1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Editable vector"/>
          <p:cNvSpPr/>
          <p:nvPr/>
        </p:nvSpPr>
        <p:spPr>
          <a:xfrm>
            <a:off x="1612232" y="1081721"/>
            <a:ext cx="312165" cy="74420"/>
          </a:xfrm>
          <a:custGeom>
            <a:avLst/>
            <a:gdLst/>
            <a:ahLst/>
            <a:cxnLst/>
            <a:rect l="0" t="0" r="r" b="b"/>
            <a:pathLst>
              <a:path w="312166" h="74421" fill="norm" stroke="0" extrusionOk="0">
                <a:moveTo>
                  <a:pt x="312166" y="74421"/>
                </a:moveTo>
                <a:lnTo>
                  <a:pt x="0" y="74421"/>
                </a:lnTo>
                <a:lnTo>
                  <a:pt x="0" y="0"/>
                </a:lnTo>
                <a:lnTo>
                  <a:pt x="312166" y="0"/>
                </a:lnTo>
                <a:lnTo>
                  <a:pt x="312166" y="74421"/>
                </a:lnTo>
                <a:close/>
                <a:moveTo>
                  <a:pt x="8383" y="66037"/>
                </a:moveTo>
                <a:lnTo>
                  <a:pt x="303797" y="66038"/>
                </a:lnTo>
                <a:lnTo>
                  <a:pt x="303797" y="8383"/>
                </a:lnTo>
                <a:lnTo>
                  <a:pt x="8383" y="8383"/>
                </a:lnTo>
                <a:lnTo>
                  <a:pt x="8383" y="66037"/>
                </a:ln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Editable vector"/>
          <p:cNvSpPr/>
          <p:nvPr/>
        </p:nvSpPr>
        <p:spPr>
          <a:xfrm>
            <a:off x="4385167" y="913823"/>
            <a:ext cx="317645" cy="317402"/>
          </a:xfrm>
          <a:custGeom>
            <a:avLst/>
            <a:gdLst/>
            <a:ahLst/>
            <a:cxnLst/>
            <a:rect l="0" t="0" r="r" b="b"/>
            <a:pathLst>
              <a:path w="317646" h="317402" fill="norm" stroke="0" extrusionOk="0">
                <a:moveTo>
                  <a:pt x="158833" y="317402"/>
                </a:moveTo>
                <a:cubicBezTo>
                  <a:pt x="71259" y="317402"/>
                  <a:pt x="0" y="246203"/>
                  <a:pt x="0" y="158696"/>
                </a:cubicBezTo>
                <a:cubicBezTo>
                  <a:pt x="0" y="71194"/>
                  <a:pt x="71259" y="0"/>
                  <a:pt x="158833" y="0"/>
                </a:cubicBezTo>
                <a:cubicBezTo>
                  <a:pt x="246406" y="0"/>
                  <a:pt x="317646" y="71194"/>
                  <a:pt x="317646" y="158696"/>
                </a:cubicBezTo>
                <a:cubicBezTo>
                  <a:pt x="317646" y="246203"/>
                  <a:pt x="246406" y="317402"/>
                  <a:pt x="158833" y="317402"/>
                </a:cubicBezTo>
                <a:close/>
                <a:moveTo>
                  <a:pt x="158833" y="7029"/>
                </a:moveTo>
                <a:cubicBezTo>
                  <a:pt x="75137" y="7029"/>
                  <a:pt x="7085" y="75070"/>
                  <a:pt x="7086" y="158672"/>
                </a:cubicBezTo>
                <a:cubicBezTo>
                  <a:pt x="7086" y="242269"/>
                  <a:pt x="75166" y="310295"/>
                  <a:pt x="158833" y="310295"/>
                </a:cubicBezTo>
                <a:cubicBezTo>
                  <a:pt x="242499" y="310295"/>
                  <a:pt x="310600" y="242269"/>
                  <a:pt x="310600" y="158672"/>
                </a:cubicBezTo>
                <a:cubicBezTo>
                  <a:pt x="310600" y="75070"/>
                  <a:pt x="242499" y="7029"/>
                  <a:pt x="158833" y="7029"/>
                </a:cubicBez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Editable vector"/>
          <p:cNvSpPr/>
          <p:nvPr/>
        </p:nvSpPr>
        <p:spPr>
          <a:xfrm>
            <a:off x="4504448" y="1052760"/>
            <a:ext cx="88706" cy="123884"/>
          </a:xfrm>
          <a:custGeom>
            <a:avLst/>
            <a:gdLst/>
            <a:ahLst/>
            <a:cxnLst/>
            <a:rect l="0" t="0" r="r" b="b"/>
            <a:pathLst>
              <a:path w="88707" h="123885" fill="norm" stroke="0" extrusionOk="0">
                <a:moveTo>
                  <a:pt x="42642" y="0"/>
                </a:moveTo>
                <a:lnTo>
                  <a:pt x="46041" y="0"/>
                </a:lnTo>
                <a:cubicBezTo>
                  <a:pt x="69584" y="0"/>
                  <a:pt x="88707" y="19109"/>
                  <a:pt x="88707" y="42636"/>
                </a:cubicBezTo>
                <a:lnTo>
                  <a:pt x="88707" y="123885"/>
                </a:lnTo>
                <a:lnTo>
                  <a:pt x="0" y="123885"/>
                </a:lnTo>
                <a:lnTo>
                  <a:pt x="0" y="42636"/>
                </a:lnTo>
                <a:cubicBezTo>
                  <a:pt x="0" y="19109"/>
                  <a:pt x="19123" y="0"/>
                  <a:pt x="42666" y="0"/>
                </a:cubicBezTo>
                <a:lnTo>
                  <a:pt x="42642" y="0"/>
                </a:lnTo>
                <a:close/>
              </a:path>
            </a:pathLst>
          </a:custGeom>
          <a:solidFill>
            <a:srgbClr val="89D1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Editable vector"/>
          <p:cNvSpPr/>
          <p:nvPr/>
        </p:nvSpPr>
        <p:spPr>
          <a:xfrm>
            <a:off x="4500876" y="1049222"/>
            <a:ext cx="95792" cy="130962"/>
          </a:xfrm>
          <a:custGeom>
            <a:avLst/>
            <a:gdLst/>
            <a:ahLst/>
            <a:cxnLst/>
            <a:rect l="0" t="0" r="r" b="b"/>
            <a:pathLst>
              <a:path w="95793" h="130962" fill="norm" stroke="0" extrusionOk="0">
                <a:moveTo>
                  <a:pt x="95793" y="130962"/>
                </a:moveTo>
                <a:lnTo>
                  <a:pt x="0" y="130962"/>
                </a:lnTo>
                <a:lnTo>
                  <a:pt x="0" y="46174"/>
                </a:lnTo>
                <a:cubicBezTo>
                  <a:pt x="0" y="20725"/>
                  <a:pt x="20739" y="0"/>
                  <a:pt x="46213" y="0"/>
                </a:cubicBezTo>
                <a:lnTo>
                  <a:pt x="49584" y="0"/>
                </a:lnTo>
                <a:cubicBezTo>
                  <a:pt x="75053" y="0"/>
                  <a:pt x="95793" y="20725"/>
                  <a:pt x="95793" y="46174"/>
                </a:cubicBezTo>
                <a:lnTo>
                  <a:pt x="95793" y="130962"/>
                </a:lnTo>
                <a:close/>
                <a:moveTo>
                  <a:pt x="7086" y="123885"/>
                </a:moveTo>
                <a:lnTo>
                  <a:pt x="88712" y="123885"/>
                </a:lnTo>
                <a:lnTo>
                  <a:pt x="88712" y="46174"/>
                </a:lnTo>
                <a:cubicBezTo>
                  <a:pt x="88712" y="24630"/>
                  <a:pt x="71170" y="7077"/>
                  <a:pt x="49584" y="7077"/>
                </a:cubicBezTo>
                <a:lnTo>
                  <a:pt x="46214" y="7077"/>
                </a:lnTo>
                <a:cubicBezTo>
                  <a:pt x="24652" y="7077"/>
                  <a:pt x="7086" y="24605"/>
                  <a:pt x="7086" y="46174"/>
                </a:cubicBezTo>
                <a:lnTo>
                  <a:pt x="7086" y="123885"/>
                </a:ln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Editable vector"/>
          <p:cNvSpPr/>
          <p:nvPr/>
        </p:nvSpPr>
        <p:spPr>
          <a:xfrm>
            <a:off x="4505271" y="950084"/>
            <a:ext cx="86977" cy="86911"/>
          </a:xfrm>
          <a:custGeom>
            <a:avLst/>
            <a:gdLst/>
            <a:ahLst/>
            <a:cxnLst/>
            <a:rect l="0" t="0" r="r" b="b"/>
            <a:pathLst>
              <a:path w="86977" h="86911" fill="norm" stroke="0" extrusionOk="0">
                <a:moveTo>
                  <a:pt x="43488" y="86911"/>
                </a:moveTo>
                <a:cubicBezTo>
                  <a:pt x="19492" y="86911"/>
                  <a:pt x="0" y="67407"/>
                  <a:pt x="0" y="43456"/>
                </a:cubicBezTo>
                <a:cubicBezTo>
                  <a:pt x="0" y="19505"/>
                  <a:pt x="19517" y="0"/>
                  <a:pt x="43488" y="0"/>
                </a:cubicBezTo>
                <a:cubicBezTo>
                  <a:pt x="67455" y="0"/>
                  <a:pt x="86977" y="19505"/>
                  <a:pt x="86977" y="43456"/>
                </a:cubicBezTo>
                <a:cubicBezTo>
                  <a:pt x="86977" y="67407"/>
                  <a:pt x="67455" y="86911"/>
                  <a:pt x="43488" y="86911"/>
                </a:cubicBezTo>
                <a:close/>
                <a:moveTo>
                  <a:pt x="43488" y="7048"/>
                </a:moveTo>
                <a:cubicBezTo>
                  <a:pt x="23400" y="7048"/>
                  <a:pt x="7081" y="23385"/>
                  <a:pt x="7081" y="43426"/>
                </a:cubicBezTo>
                <a:cubicBezTo>
                  <a:pt x="7081" y="63468"/>
                  <a:pt x="23429" y="79804"/>
                  <a:pt x="43488" y="79804"/>
                </a:cubicBezTo>
                <a:cubicBezTo>
                  <a:pt x="63548" y="79805"/>
                  <a:pt x="79897" y="63468"/>
                  <a:pt x="79897" y="43426"/>
                </a:cubicBezTo>
                <a:cubicBezTo>
                  <a:pt x="79897" y="23385"/>
                  <a:pt x="63548" y="7048"/>
                  <a:pt x="43488" y="7048"/>
                </a:cubicBez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Editable vector"/>
          <p:cNvSpPr/>
          <p:nvPr/>
        </p:nvSpPr>
        <p:spPr>
          <a:xfrm>
            <a:off x="4693155" y="851492"/>
            <a:ext cx="60359" cy="60329"/>
          </a:xfrm>
          <a:custGeom>
            <a:avLst/>
            <a:gdLst/>
            <a:ahLst/>
            <a:cxnLst/>
            <a:rect l="0" t="0" r="r" b="b"/>
            <a:pathLst>
              <a:path w="60360" h="60329" fill="norm" stroke="0" extrusionOk="0">
                <a:moveTo>
                  <a:pt x="28776" y="60329"/>
                </a:moveTo>
                <a:cubicBezTo>
                  <a:pt x="21139" y="60329"/>
                  <a:pt x="13846" y="57352"/>
                  <a:pt x="8426" y="51885"/>
                </a:cubicBezTo>
                <a:cubicBezTo>
                  <a:pt x="3006" y="46467"/>
                  <a:pt x="0" y="39243"/>
                  <a:pt x="0" y="31531"/>
                </a:cubicBezTo>
                <a:cubicBezTo>
                  <a:pt x="0" y="23868"/>
                  <a:pt x="3006" y="16644"/>
                  <a:pt x="8426" y="11177"/>
                </a:cubicBezTo>
                <a:cubicBezTo>
                  <a:pt x="19660" y="0"/>
                  <a:pt x="37941" y="0"/>
                  <a:pt x="49126" y="11177"/>
                </a:cubicBezTo>
                <a:cubicBezTo>
                  <a:pt x="60360" y="22404"/>
                  <a:pt x="60360" y="40659"/>
                  <a:pt x="49126" y="51885"/>
                </a:cubicBezTo>
                <a:cubicBezTo>
                  <a:pt x="43706" y="57303"/>
                  <a:pt x="36463" y="60329"/>
                  <a:pt x="28776" y="60329"/>
                </a:cubicBezTo>
                <a:close/>
                <a:moveTo>
                  <a:pt x="28776" y="9908"/>
                </a:moveTo>
                <a:cubicBezTo>
                  <a:pt x="23257" y="9908"/>
                  <a:pt x="17689" y="12007"/>
                  <a:pt x="13452" y="16254"/>
                </a:cubicBezTo>
                <a:cubicBezTo>
                  <a:pt x="9313" y="20354"/>
                  <a:pt x="7046" y="25772"/>
                  <a:pt x="7046" y="31580"/>
                </a:cubicBezTo>
                <a:cubicBezTo>
                  <a:pt x="7046" y="37388"/>
                  <a:pt x="9313" y="42806"/>
                  <a:pt x="13452" y="46906"/>
                </a:cubicBezTo>
                <a:cubicBezTo>
                  <a:pt x="17542" y="51006"/>
                  <a:pt x="23011" y="53252"/>
                  <a:pt x="28776" y="53252"/>
                </a:cubicBezTo>
                <a:cubicBezTo>
                  <a:pt x="34590" y="53252"/>
                  <a:pt x="40060" y="51006"/>
                  <a:pt x="44149" y="46906"/>
                </a:cubicBezTo>
                <a:cubicBezTo>
                  <a:pt x="52624" y="38462"/>
                  <a:pt x="52624" y="24698"/>
                  <a:pt x="44149" y="16254"/>
                </a:cubicBezTo>
                <a:cubicBezTo>
                  <a:pt x="39912" y="12007"/>
                  <a:pt x="34344" y="9908"/>
                  <a:pt x="28776" y="9908"/>
                </a:cubicBez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Editable vector"/>
          <p:cNvSpPr/>
          <p:nvPr/>
        </p:nvSpPr>
        <p:spPr>
          <a:xfrm>
            <a:off x="4327483" y="1219251"/>
            <a:ext cx="60404" cy="57552"/>
          </a:xfrm>
          <a:custGeom>
            <a:avLst/>
            <a:gdLst/>
            <a:ahLst/>
            <a:cxnLst/>
            <a:rect l="0" t="0" r="r" b="b"/>
            <a:pathLst>
              <a:path w="60404" h="57552" fill="norm" stroke="0" extrusionOk="0">
                <a:moveTo>
                  <a:pt x="31594" y="57528"/>
                </a:moveTo>
                <a:cubicBezTo>
                  <a:pt x="24228" y="57528"/>
                  <a:pt x="16861" y="54721"/>
                  <a:pt x="11220" y="49118"/>
                </a:cubicBezTo>
                <a:cubicBezTo>
                  <a:pt x="0" y="37906"/>
                  <a:pt x="0" y="19646"/>
                  <a:pt x="11219" y="8434"/>
                </a:cubicBezTo>
                <a:cubicBezTo>
                  <a:pt x="16659" y="3002"/>
                  <a:pt x="23888" y="0"/>
                  <a:pt x="31594" y="0"/>
                </a:cubicBezTo>
                <a:cubicBezTo>
                  <a:pt x="39301" y="0"/>
                  <a:pt x="46524" y="3002"/>
                  <a:pt x="51964" y="8434"/>
                </a:cubicBezTo>
                <a:cubicBezTo>
                  <a:pt x="57403" y="13872"/>
                  <a:pt x="60404" y="21091"/>
                  <a:pt x="60404" y="28788"/>
                </a:cubicBezTo>
                <a:cubicBezTo>
                  <a:pt x="60404" y="36491"/>
                  <a:pt x="57403" y="43710"/>
                  <a:pt x="51964" y="49147"/>
                </a:cubicBezTo>
                <a:cubicBezTo>
                  <a:pt x="46351" y="54750"/>
                  <a:pt x="38985" y="57552"/>
                  <a:pt x="31594" y="57552"/>
                </a:cubicBezTo>
                <a:lnTo>
                  <a:pt x="31594" y="57528"/>
                </a:lnTo>
                <a:close/>
                <a:moveTo>
                  <a:pt x="16236" y="44105"/>
                </a:moveTo>
                <a:cubicBezTo>
                  <a:pt x="24706" y="52568"/>
                  <a:pt x="38478" y="52568"/>
                  <a:pt x="46948" y="44105"/>
                </a:cubicBezTo>
                <a:cubicBezTo>
                  <a:pt x="51057" y="40000"/>
                  <a:pt x="53294" y="34567"/>
                  <a:pt x="53294" y="28764"/>
                </a:cubicBezTo>
                <a:cubicBezTo>
                  <a:pt x="53294" y="22960"/>
                  <a:pt x="51028" y="17523"/>
                  <a:pt x="46948" y="13418"/>
                </a:cubicBezTo>
                <a:cubicBezTo>
                  <a:pt x="42868" y="9313"/>
                  <a:pt x="37398" y="7048"/>
                  <a:pt x="31594" y="7048"/>
                </a:cubicBezTo>
                <a:cubicBezTo>
                  <a:pt x="25785" y="7048"/>
                  <a:pt x="20345" y="9313"/>
                  <a:pt x="16236" y="13418"/>
                </a:cubicBezTo>
                <a:cubicBezTo>
                  <a:pt x="7765" y="21882"/>
                  <a:pt x="7765" y="35641"/>
                  <a:pt x="16236" y="44105"/>
                </a:cubicBez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Editable vector"/>
          <p:cNvSpPr/>
          <p:nvPr/>
        </p:nvSpPr>
        <p:spPr>
          <a:xfrm>
            <a:off x="4387379" y="918948"/>
            <a:ext cx="39832" cy="39458"/>
          </a:xfrm>
          <a:custGeom>
            <a:avLst/>
            <a:gdLst/>
            <a:ahLst/>
            <a:cxnLst/>
            <a:rect l="0" t="0" r="r" b="b"/>
            <a:pathLst>
              <a:path w="39832" h="39458" fill="norm" stroke="0" extrusionOk="0">
                <a:moveTo>
                  <a:pt x="33462" y="38409"/>
                </a:moveTo>
                <a:cubicBezTo>
                  <a:pt x="32072" y="37022"/>
                  <a:pt x="32072" y="34787"/>
                  <a:pt x="33462" y="33396"/>
                </a:cubicBezTo>
                <a:cubicBezTo>
                  <a:pt x="34822" y="32010"/>
                  <a:pt x="37088" y="32010"/>
                  <a:pt x="38448" y="33396"/>
                </a:cubicBezTo>
                <a:cubicBezTo>
                  <a:pt x="39832" y="34787"/>
                  <a:pt x="39832" y="37022"/>
                  <a:pt x="38448" y="38409"/>
                </a:cubicBezTo>
                <a:cubicBezTo>
                  <a:pt x="37768" y="39087"/>
                  <a:pt x="36861" y="39458"/>
                  <a:pt x="35955" y="39458"/>
                </a:cubicBezTo>
                <a:cubicBezTo>
                  <a:pt x="35048" y="39458"/>
                  <a:pt x="34141" y="39087"/>
                  <a:pt x="33462" y="38409"/>
                </a:cubicBezTo>
                <a:close/>
                <a:moveTo>
                  <a:pt x="17423" y="22384"/>
                </a:moveTo>
                <a:cubicBezTo>
                  <a:pt x="16034" y="20998"/>
                  <a:pt x="16034" y="18763"/>
                  <a:pt x="17423" y="17401"/>
                </a:cubicBezTo>
                <a:cubicBezTo>
                  <a:pt x="18812" y="16015"/>
                  <a:pt x="21049" y="16015"/>
                  <a:pt x="22439" y="17401"/>
                </a:cubicBezTo>
                <a:cubicBezTo>
                  <a:pt x="23828" y="18763"/>
                  <a:pt x="23828" y="20998"/>
                  <a:pt x="22439" y="22384"/>
                </a:cubicBezTo>
                <a:cubicBezTo>
                  <a:pt x="21730" y="23092"/>
                  <a:pt x="20823" y="23434"/>
                  <a:pt x="19916" y="23434"/>
                </a:cubicBezTo>
                <a:cubicBezTo>
                  <a:pt x="19010" y="23434"/>
                  <a:pt x="18103" y="23092"/>
                  <a:pt x="17423" y="22384"/>
                </a:cubicBezTo>
                <a:close/>
                <a:moveTo>
                  <a:pt x="1389" y="6394"/>
                </a:moveTo>
                <a:cubicBezTo>
                  <a:pt x="0" y="4979"/>
                  <a:pt x="0" y="2782"/>
                  <a:pt x="1389" y="1367"/>
                </a:cubicBezTo>
                <a:cubicBezTo>
                  <a:pt x="2774" y="0"/>
                  <a:pt x="5016" y="0"/>
                  <a:pt x="6400" y="1367"/>
                </a:cubicBezTo>
                <a:cubicBezTo>
                  <a:pt x="7790" y="2782"/>
                  <a:pt x="7790" y="4979"/>
                  <a:pt x="6400" y="6394"/>
                </a:cubicBezTo>
                <a:cubicBezTo>
                  <a:pt x="5721" y="7077"/>
                  <a:pt x="4814" y="7419"/>
                  <a:pt x="3908" y="7419"/>
                </a:cubicBezTo>
                <a:cubicBezTo>
                  <a:pt x="3001" y="7419"/>
                  <a:pt x="2094" y="7077"/>
                  <a:pt x="1389" y="6394"/>
                </a:cubicBez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Editable vector"/>
          <p:cNvSpPr/>
          <p:nvPr/>
        </p:nvSpPr>
        <p:spPr>
          <a:xfrm>
            <a:off x="4544936" y="839680"/>
            <a:ext cx="7080" cy="79023"/>
          </a:xfrm>
          <a:custGeom>
            <a:avLst/>
            <a:gdLst/>
            <a:ahLst/>
            <a:cxnLst/>
            <a:rect l="0" t="0" r="r" b="b"/>
            <a:pathLst>
              <a:path w="7081" h="79023" fill="norm" stroke="0" extrusionOk="0">
                <a:moveTo>
                  <a:pt x="3538" y="79023"/>
                </a:moveTo>
                <a:cubicBezTo>
                  <a:pt x="1587" y="79023"/>
                  <a:pt x="0" y="77462"/>
                  <a:pt x="0" y="75509"/>
                </a:cubicBezTo>
                <a:lnTo>
                  <a:pt x="0" y="3514"/>
                </a:lnTo>
                <a:cubicBezTo>
                  <a:pt x="0" y="1562"/>
                  <a:pt x="1587" y="0"/>
                  <a:pt x="3538" y="0"/>
                </a:cubicBezTo>
                <a:cubicBezTo>
                  <a:pt x="5494" y="0"/>
                  <a:pt x="7081" y="1562"/>
                  <a:pt x="7081" y="3514"/>
                </a:cubicBezTo>
                <a:lnTo>
                  <a:pt x="7081" y="75509"/>
                </a:lnTo>
                <a:cubicBezTo>
                  <a:pt x="7081" y="77462"/>
                  <a:pt x="5494" y="79023"/>
                  <a:pt x="3538" y="79023"/>
                </a:cubicBez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Editable vector"/>
          <p:cNvSpPr/>
          <p:nvPr/>
        </p:nvSpPr>
        <p:spPr>
          <a:xfrm>
            <a:off x="4647750" y="899765"/>
            <a:ext cx="60286" cy="59855"/>
          </a:xfrm>
          <a:custGeom>
            <a:avLst/>
            <a:gdLst/>
            <a:ahLst/>
            <a:cxnLst/>
            <a:rect l="0" t="0" r="r" b="b"/>
            <a:pathLst>
              <a:path w="60286" h="59856" fill="norm" stroke="0" extrusionOk="0">
                <a:moveTo>
                  <a:pt x="3883" y="59856"/>
                </a:moveTo>
                <a:cubicBezTo>
                  <a:pt x="2976" y="59856"/>
                  <a:pt x="2070" y="59519"/>
                  <a:pt x="1390" y="58811"/>
                </a:cubicBezTo>
                <a:cubicBezTo>
                  <a:pt x="0" y="57420"/>
                  <a:pt x="0" y="55185"/>
                  <a:pt x="1390" y="53798"/>
                </a:cubicBezTo>
                <a:lnTo>
                  <a:pt x="53881" y="1367"/>
                </a:lnTo>
                <a:cubicBezTo>
                  <a:pt x="55260" y="0"/>
                  <a:pt x="57477" y="0"/>
                  <a:pt x="58857" y="1367"/>
                </a:cubicBezTo>
                <a:cubicBezTo>
                  <a:pt x="60286" y="2733"/>
                  <a:pt x="60286" y="4979"/>
                  <a:pt x="58857" y="6394"/>
                </a:cubicBezTo>
                <a:lnTo>
                  <a:pt x="6406" y="58811"/>
                </a:lnTo>
                <a:cubicBezTo>
                  <a:pt x="5726" y="59490"/>
                  <a:pt x="4819" y="59856"/>
                  <a:pt x="3913" y="59856"/>
                </a:cubicBezTo>
                <a:lnTo>
                  <a:pt x="3883" y="59856"/>
                </a:ln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Editable vector"/>
          <p:cNvSpPr/>
          <p:nvPr/>
        </p:nvSpPr>
        <p:spPr>
          <a:xfrm>
            <a:off x="4373750" y="1173726"/>
            <a:ext cx="59867" cy="59479"/>
          </a:xfrm>
          <a:custGeom>
            <a:avLst/>
            <a:gdLst/>
            <a:ahLst/>
            <a:cxnLst/>
            <a:rect l="0" t="0" r="r" b="b"/>
            <a:pathLst>
              <a:path w="59867" h="59480" fill="norm" stroke="0" extrusionOk="0">
                <a:moveTo>
                  <a:pt x="3883" y="59480"/>
                </a:moveTo>
                <a:cubicBezTo>
                  <a:pt x="2976" y="59480"/>
                  <a:pt x="2070" y="59143"/>
                  <a:pt x="1389" y="58435"/>
                </a:cubicBezTo>
                <a:cubicBezTo>
                  <a:pt x="0" y="57044"/>
                  <a:pt x="0" y="54809"/>
                  <a:pt x="1389" y="53423"/>
                </a:cubicBezTo>
                <a:lnTo>
                  <a:pt x="53462" y="1391"/>
                </a:lnTo>
                <a:cubicBezTo>
                  <a:pt x="54851" y="0"/>
                  <a:pt x="57088" y="0"/>
                  <a:pt x="58478" y="1391"/>
                </a:cubicBezTo>
                <a:cubicBezTo>
                  <a:pt x="59867" y="2777"/>
                  <a:pt x="59867" y="5013"/>
                  <a:pt x="58478" y="6399"/>
                </a:cubicBezTo>
                <a:lnTo>
                  <a:pt x="6406" y="58435"/>
                </a:lnTo>
                <a:cubicBezTo>
                  <a:pt x="5726" y="59114"/>
                  <a:pt x="4819" y="59480"/>
                  <a:pt x="3913" y="59480"/>
                </a:cubicBezTo>
                <a:lnTo>
                  <a:pt x="3883" y="59480"/>
                </a:ln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Editable vector"/>
          <p:cNvSpPr/>
          <p:nvPr/>
        </p:nvSpPr>
        <p:spPr>
          <a:xfrm>
            <a:off x="4544936" y="1226158"/>
            <a:ext cx="7080" cy="79721"/>
          </a:xfrm>
          <a:custGeom>
            <a:avLst/>
            <a:gdLst/>
            <a:ahLst/>
            <a:cxnLst/>
            <a:rect l="0" t="0" r="r" b="b"/>
            <a:pathLst>
              <a:path w="7081" h="79721" fill="norm" stroke="0" extrusionOk="0">
                <a:moveTo>
                  <a:pt x="3538" y="79721"/>
                </a:moveTo>
                <a:cubicBezTo>
                  <a:pt x="1587" y="79721"/>
                  <a:pt x="0" y="78135"/>
                  <a:pt x="0" y="76183"/>
                </a:cubicBezTo>
                <a:lnTo>
                  <a:pt x="0" y="3539"/>
                </a:lnTo>
                <a:cubicBezTo>
                  <a:pt x="0" y="1586"/>
                  <a:pt x="1587" y="0"/>
                  <a:pt x="3538" y="0"/>
                </a:cubicBezTo>
                <a:cubicBezTo>
                  <a:pt x="5494" y="0"/>
                  <a:pt x="7081" y="1586"/>
                  <a:pt x="7081" y="3539"/>
                </a:cubicBezTo>
                <a:lnTo>
                  <a:pt x="7081" y="76183"/>
                </a:lnTo>
                <a:cubicBezTo>
                  <a:pt x="7081" y="78135"/>
                  <a:pt x="5494" y="79721"/>
                  <a:pt x="3538" y="79721"/>
                </a:cubicBez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Editable vector"/>
          <p:cNvSpPr/>
          <p:nvPr/>
        </p:nvSpPr>
        <p:spPr>
          <a:xfrm>
            <a:off x="4519688" y="787795"/>
            <a:ext cx="57571" cy="57498"/>
          </a:xfrm>
          <a:custGeom>
            <a:avLst/>
            <a:gdLst/>
            <a:ahLst/>
            <a:cxnLst/>
            <a:rect l="0" t="0" r="r" b="b"/>
            <a:pathLst>
              <a:path w="57571" h="57498" fill="norm" stroke="0" extrusionOk="0">
                <a:moveTo>
                  <a:pt x="28786" y="57498"/>
                </a:moveTo>
                <a:cubicBezTo>
                  <a:pt x="12920" y="57498"/>
                  <a:pt x="0" y="44612"/>
                  <a:pt x="0" y="28749"/>
                </a:cubicBezTo>
                <a:cubicBezTo>
                  <a:pt x="0" y="12886"/>
                  <a:pt x="12920" y="0"/>
                  <a:pt x="28786" y="0"/>
                </a:cubicBezTo>
                <a:cubicBezTo>
                  <a:pt x="44652" y="0"/>
                  <a:pt x="57571" y="12886"/>
                  <a:pt x="57571" y="28749"/>
                </a:cubicBezTo>
                <a:cubicBezTo>
                  <a:pt x="57571" y="44612"/>
                  <a:pt x="44652" y="57498"/>
                  <a:pt x="28786" y="57498"/>
                </a:cubicBezTo>
                <a:close/>
                <a:moveTo>
                  <a:pt x="28786" y="7029"/>
                </a:moveTo>
                <a:cubicBezTo>
                  <a:pt x="16802" y="7029"/>
                  <a:pt x="7086" y="16791"/>
                  <a:pt x="7086" y="28700"/>
                </a:cubicBezTo>
                <a:cubicBezTo>
                  <a:pt x="7086" y="40659"/>
                  <a:pt x="16832" y="50421"/>
                  <a:pt x="28786" y="50421"/>
                </a:cubicBezTo>
                <a:cubicBezTo>
                  <a:pt x="40744" y="50421"/>
                  <a:pt x="50491" y="40659"/>
                  <a:pt x="50491" y="28700"/>
                </a:cubicBezTo>
                <a:cubicBezTo>
                  <a:pt x="50491" y="16791"/>
                  <a:pt x="40744" y="7029"/>
                  <a:pt x="28786" y="7029"/>
                </a:cubicBez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Editable vector"/>
          <p:cNvSpPr/>
          <p:nvPr/>
        </p:nvSpPr>
        <p:spPr>
          <a:xfrm>
            <a:off x="4337258" y="866867"/>
            <a:ext cx="50490" cy="50420"/>
          </a:xfrm>
          <a:custGeom>
            <a:avLst/>
            <a:gdLst/>
            <a:ahLst/>
            <a:cxnLst/>
            <a:rect l="0" t="0" r="r" b="b"/>
            <a:pathLst>
              <a:path w="50490" h="50421" fill="norm" stroke="0" extrusionOk="0">
                <a:moveTo>
                  <a:pt x="25243" y="50421"/>
                </a:moveTo>
                <a:cubicBezTo>
                  <a:pt x="39187" y="50421"/>
                  <a:pt x="50490" y="39146"/>
                  <a:pt x="50490" y="25186"/>
                </a:cubicBezTo>
                <a:cubicBezTo>
                  <a:pt x="50490" y="11275"/>
                  <a:pt x="39187" y="0"/>
                  <a:pt x="25243" y="0"/>
                </a:cubicBezTo>
                <a:cubicBezTo>
                  <a:pt x="11303" y="0"/>
                  <a:pt x="0" y="11275"/>
                  <a:pt x="0" y="25186"/>
                </a:cubicBezTo>
                <a:cubicBezTo>
                  <a:pt x="0" y="39146"/>
                  <a:pt x="11303" y="50421"/>
                  <a:pt x="25243" y="50421"/>
                </a:cubicBez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Editable vector"/>
          <p:cNvSpPr/>
          <p:nvPr/>
        </p:nvSpPr>
        <p:spPr>
          <a:xfrm>
            <a:off x="4333716" y="863304"/>
            <a:ext cx="57570" cy="57547"/>
          </a:xfrm>
          <a:custGeom>
            <a:avLst/>
            <a:gdLst/>
            <a:ahLst/>
            <a:cxnLst/>
            <a:rect l="0" t="0" r="r" b="b"/>
            <a:pathLst>
              <a:path w="57571" h="57547" fill="norm" stroke="0" extrusionOk="0">
                <a:moveTo>
                  <a:pt x="28785" y="57547"/>
                </a:moveTo>
                <a:cubicBezTo>
                  <a:pt x="12920" y="57547"/>
                  <a:pt x="0" y="44612"/>
                  <a:pt x="0" y="28749"/>
                </a:cubicBezTo>
                <a:cubicBezTo>
                  <a:pt x="0" y="12935"/>
                  <a:pt x="12919" y="0"/>
                  <a:pt x="28785" y="0"/>
                </a:cubicBezTo>
                <a:cubicBezTo>
                  <a:pt x="44652" y="0"/>
                  <a:pt x="57571" y="12935"/>
                  <a:pt x="57571" y="28749"/>
                </a:cubicBezTo>
                <a:cubicBezTo>
                  <a:pt x="57571" y="44612"/>
                  <a:pt x="44652" y="57547"/>
                  <a:pt x="28785" y="57547"/>
                </a:cubicBezTo>
                <a:close/>
                <a:moveTo>
                  <a:pt x="28785" y="7077"/>
                </a:moveTo>
                <a:cubicBezTo>
                  <a:pt x="16802" y="7077"/>
                  <a:pt x="7086" y="16791"/>
                  <a:pt x="7086" y="28749"/>
                </a:cubicBezTo>
                <a:cubicBezTo>
                  <a:pt x="7086" y="40707"/>
                  <a:pt x="16832" y="50421"/>
                  <a:pt x="28785" y="50421"/>
                </a:cubicBezTo>
                <a:cubicBezTo>
                  <a:pt x="40744" y="50421"/>
                  <a:pt x="50490" y="40708"/>
                  <a:pt x="50490" y="28749"/>
                </a:cubicBezTo>
                <a:cubicBezTo>
                  <a:pt x="50490" y="16791"/>
                  <a:pt x="40744" y="7077"/>
                  <a:pt x="28785" y="7077"/>
                </a:cubicBez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Editable vector"/>
          <p:cNvSpPr/>
          <p:nvPr/>
        </p:nvSpPr>
        <p:spPr>
          <a:xfrm>
            <a:off x="4658856" y="1190629"/>
            <a:ext cx="39817" cy="39433"/>
          </a:xfrm>
          <a:custGeom>
            <a:avLst/>
            <a:gdLst/>
            <a:ahLst/>
            <a:cxnLst/>
            <a:rect l="0" t="0" r="r" b="b"/>
            <a:pathLst>
              <a:path w="39818" h="39434" fill="norm" stroke="0" extrusionOk="0">
                <a:moveTo>
                  <a:pt x="33412" y="38418"/>
                </a:moveTo>
                <a:cubicBezTo>
                  <a:pt x="32072" y="37027"/>
                  <a:pt x="32072" y="34792"/>
                  <a:pt x="33412" y="33406"/>
                </a:cubicBezTo>
                <a:cubicBezTo>
                  <a:pt x="34841" y="32019"/>
                  <a:pt x="37058" y="32019"/>
                  <a:pt x="38438" y="33406"/>
                </a:cubicBezTo>
                <a:cubicBezTo>
                  <a:pt x="39818" y="34792"/>
                  <a:pt x="39818" y="37027"/>
                  <a:pt x="38438" y="38418"/>
                </a:cubicBezTo>
                <a:cubicBezTo>
                  <a:pt x="37748" y="39097"/>
                  <a:pt x="36861" y="39434"/>
                  <a:pt x="35974" y="39434"/>
                </a:cubicBezTo>
                <a:cubicBezTo>
                  <a:pt x="35038" y="39434"/>
                  <a:pt x="34151" y="39097"/>
                  <a:pt x="33412" y="38418"/>
                </a:cubicBezTo>
                <a:close/>
                <a:moveTo>
                  <a:pt x="17428" y="22394"/>
                </a:moveTo>
                <a:cubicBezTo>
                  <a:pt x="16038" y="21008"/>
                  <a:pt x="16038" y="18767"/>
                  <a:pt x="17428" y="17381"/>
                </a:cubicBezTo>
                <a:cubicBezTo>
                  <a:pt x="18812" y="15995"/>
                  <a:pt x="21055" y="15995"/>
                  <a:pt x="22414" y="17381"/>
                </a:cubicBezTo>
                <a:cubicBezTo>
                  <a:pt x="23799" y="18767"/>
                  <a:pt x="23799" y="21008"/>
                  <a:pt x="22414" y="22394"/>
                </a:cubicBezTo>
                <a:cubicBezTo>
                  <a:pt x="21734" y="23073"/>
                  <a:pt x="20828" y="23414"/>
                  <a:pt x="19921" y="23414"/>
                </a:cubicBezTo>
                <a:cubicBezTo>
                  <a:pt x="19014" y="23414"/>
                  <a:pt x="18108" y="23073"/>
                  <a:pt x="17428" y="22394"/>
                </a:cubicBezTo>
                <a:close/>
                <a:moveTo>
                  <a:pt x="1389" y="6370"/>
                </a:moveTo>
                <a:cubicBezTo>
                  <a:pt x="0" y="4984"/>
                  <a:pt x="0" y="2748"/>
                  <a:pt x="1389" y="1357"/>
                </a:cubicBezTo>
                <a:cubicBezTo>
                  <a:pt x="2779" y="0"/>
                  <a:pt x="5016" y="0"/>
                  <a:pt x="6405" y="1357"/>
                </a:cubicBezTo>
                <a:cubicBezTo>
                  <a:pt x="7765" y="2748"/>
                  <a:pt x="7765" y="4984"/>
                  <a:pt x="6405" y="6370"/>
                </a:cubicBezTo>
                <a:cubicBezTo>
                  <a:pt x="5696" y="7077"/>
                  <a:pt x="4789" y="7419"/>
                  <a:pt x="3883" y="7419"/>
                </a:cubicBezTo>
                <a:cubicBezTo>
                  <a:pt x="2976" y="7419"/>
                  <a:pt x="2069" y="7077"/>
                  <a:pt x="1389" y="6370"/>
                </a:cubicBez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Editable vector"/>
          <p:cNvSpPr/>
          <p:nvPr/>
        </p:nvSpPr>
        <p:spPr>
          <a:xfrm>
            <a:off x="4698033" y="1230800"/>
            <a:ext cx="50505" cy="50450"/>
          </a:xfrm>
          <a:custGeom>
            <a:avLst/>
            <a:gdLst/>
            <a:ahLst/>
            <a:cxnLst/>
            <a:rect l="0" t="0" r="r" b="b"/>
            <a:pathLst>
              <a:path w="50505" h="50450" fill="norm" stroke="0" extrusionOk="0">
                <a:moveTo>
                  <a:pt x="25277" y="50450"/>
                </a:moveTo>
                <a:cubicBezTo>
                  <a:pt x="39172" y="50450"/>
                  <a:pt x="50505" y="39155"/>
                  <a:pt x="50505" y="25225"/>
                </a:cubicBezTo>
                <a:cubicBezTo>
                  <a:pt x="50505" y="11295"/>
                  <a:pt x="39172" y="0"/>
                  <a:pt x="25277" y="0"/>
                </a:cubicBezTo>
                <a:cubicBezTo>
                  <a:pt x="11333" y="0"/>
                  <a:pt x="0" y="11295"/>
                  <a:pt x="0" y="25225"/>
                </a:cubicBezTo>
                <a:cubicBezTo>
                  <a:pt x="0" y="39155"/>
                  <a:pt x="11333" y="50450"/>
                  <a:pt x="25277" y="50450"/>
                </a:cubicBezTo>
                <a:close/>
              </a:path>
            </a:pathLst>
          </a:custGeom>
          <a:solidFill>
            <a:srgbClr val="2CE0B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Editable vector"/>
          <p:cNvSpPr/>
          <p:nvPr/>
        </p:nvSpPr>
        <p:spPr>
          <a:xfrm>
            <a:off x="4694486" y="1227291"/>
            <a:ext cx="57600" cy="57527"/>
          </a:xfrm>
          <a:custGeom>
            <a:avLst/>
            <a:gdLst/>
            <a:ahLst/>
            <a:cxnLst/>
            <a:rect l="0" t="0" r="r" b="b"/>
            <a:pathLst>
              <a:path w="57600" h="57528" fill="norm" stroke="0" extrusionOk="0">
                <a:moveTo>
                  <a:pt x="28825" y="57528"/>
                </a:moveTo>
                <a:cubicBezTo>
                  <a:pt x="12909" y="57527"/>
                  <a:pt x="0" y="44617"/>
                  <a:pt x="0" y="28764"/>
                </a:cubicBezTo>
                <a:cubicBezTo>
                  <a:pt x="0" y="12910"/>
                  <a:pt x="12909" y="0"/>
                  <a:pt x="28825" y="0"/>
                </a:cubicBezTo>
                <a:cubicBezTo>
                  <a:pt x="44641" y="0"/>
                  <a:pt x="57600" y="12910"/>
                  <a:pt x="57600" y="28764"/>
                </a:cubicBezTo>
                <a:cubicBezTo>
                  <a:pt x="57600" y="44617"/>
                  <a:pt x="44641" y="57528"/>
                  <a:pt x="28825" y="57528"/>
                </a:cubicBezTo>
                <a:close/>
                <a:moveTo>
                  <a:pt x="28825" y="7048"/>
                </a:moveTo>
                <a:cubicBezTo>
                  <a:pt x="16802" y="7048"/>
                  <a:pt x="7095" y="16786"/>
                  <a:pt x="7095" y="28734"/>
                </a:cubicBezTo>
                <a:cubicBezTo>
                  <a:pt x="7095" y="40683"/>
                  <a:pt x="16851" y="50421"/>
                  <a:pt x="28825" y="50421"/>
                </a:cubicBezTo>
                <a:cubicBezTo>
                  <a:pt x="40749" y="50421"/>
                  <a:pt x="50505" y="40683"/>
                  <a:pt x="50505" y="28734"/>
                </a:cubicBezTo>
                <a:cubicBezTo>
                  <a:pt x="50505" y="16786"/>
                  <a:pt x="40749" y="7048"/>
                  <a:pt x="28825" y="7048"/>
                </a:cubicBez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Editable vector"/>
          <p:cNvSpPr/>
          <p:nvPr/>
        </p:nvSpPr>
        <p:spPr>
          <a:xfrm>
            <a:off x="4519688" y="1300389"/>
            <a:ext cx="57570" cy="57527"/>
          </a:xfrm>
          <a:custGeom>
            <a:avLst/>
            <a:gdLst/>
            <a:ahLst/>
            <a:cxnLst/>
            <a:rect l="0" t="0" r="r" b="b"/>
            <a:pathLst>
              <a:path w="57571" h="57528" fill="norm" stroke="0" extrusionOk="0">
                <a:moveTo>
                  <a:pt x="28785" y="57528"/>
                </a:moveTo>
                <a:cubicBezTo>
                  <a:pt x="12919" y="57528"/>
                  <a:pt x="0" y="44617"/>
                  <a:pt x="0" y="28764"/>
                </a:cubicBezTo>
                <a:cubicBezTo>
                  <a:pt x="0" y="12910"/>
                  <a:pt x="12919" y="0"/>
                  <a:pt x="28785" y="0"/>
                </a:cubicBezTo>
                <a:cubicBezTo>
                  <a:pt x="44652" y="0"/>
                  <a:pt x="57571" y="12910"/>
                  <a:pt x="57571" y="28764"/>
                </a:cubicBezTo>
                <a:cubicBezTo>
                  <a:pt x="57571" y="44617"/>
                  <a:pt x="44652" y="57528"/>
                  <a:pt x="28785" y="57528"/>
                </a:cubicBezTo>
                <a:close/>
                <a:moveTo>
                  <a:pt x="28785" y="7048"/>
                </a:moveTo>
                <a:cubicBezTo>
                  <a:pt x="16802" y="7048"/>
                  <a:pt x="7086" y="16786"/>
                  <a:pt x="7086" y="28734"/>
                </a:cubicBezTo>
                <a:cubicBezTo>
                  <a:pt x="7086" y="40683"/>
                  <a:pt x="16832" y="50416"/>
                  <a:pt x="28785" y="50416"/>
                </a:cubicBezTo>
                <a:cubicBezTo>
                  <a:pt x="40744" y="50416"/>
                  <a:pt x="50490" y="40683"/>
                  <a:pt x="50490" y="28734"/>
                </a:cubicBezTo>
                <a:cubicBezTo>
                  <a:pt x="50490" y="16786"/>
                  <a:pt x="40744" y="7048"/>
                  <a:pt x="28785" y="7048"/>
                </a:cubicBez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Editable vector"/>
          <p:cNvSpPr/>
          <p:nvPr/>
        </p:nvSpPr>
        <p:spPr>
          <a:xfrm>
            <a:off x="4700645" y="1073515"/>
            <a:ext cx="78935" cy="7077"/>
          </a:xfrm>
          <a:custGeom>
            <a:avLst/>
            <a:gdLst/>
            <a:ahLst/>
            <a:cxnLst/>
            <a:rect l="0" t="0" r="r" b="b"/>
            <a:pathLst>
              <a:path w="78936" h="7077" fill="norm" stroke="0" extrusionOk="0">
                <a:moveTo>
                  <a:pt x="75388" y="7077"/>
                </a:moveTo>
                <a:lnTo>
                  <a:pt x="3548" y="7077"/>
                </a:lnTo>
                <a:cubicBezTo>
                  <a:pt x="1577" y="7077"/>
                  <a:pt x="0" y="5491"/>
                  <a:pt x="0" y="3539"/>
                </a:cubicBezTo>
                <a:cubicBezTo>
                  <a:pt x="0" y="1586"/>
                  <a:pt x="1577" y="0"/>
                  <a:pt x="3547" y="0"/>
                </a:cubicBezTo>
                <a:lnTo>
                  <a:pt x="75388" y="0"/>
                </a:lnTo>
                <a:cubicBezTo>
                  <a:pt x="77359" y="0"/>
                  <a:pt x="78936" y="1586"/>
                  <a:pt x="78936" y="3539"/>
                </a:cubicBezTo>
                <a:cubicBezTo>
                  <a:pt x="78936" y="5491"/>
                  <a:pt x="77359" y="7077"/>
                  <a:pt x="75388" y="7077"/>
                </a:cubicBez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Editable vector"/>
          <p:cNvSpPr/>
          <p:nvPr/>
        </p:nvSpPr>
        <p:spPr>
          <a:xfrm>
            <a:off x="4314509" y="1073514"/>
            <a:ext cx="75447" cy="7077"/>
          </a:xfrm>
          <a:custGeom>
            <a:avLst/>
            <a:gdLst/>
            <a:ahLst/>
            <a:cxnLst/>
            <a:rect l="0" t="0" r="r" b="b"/>
            <a:pathLst>
              <a:path w="75447" h="7077" fill="norm" stroke="0" extrusionOk="0">
                <a:moveTo>
                  <a:pt x="71905" y="7077"/>
                </a:moveTo>
                <a:lnTo>
                  <a:pt x="3543" y="7077"/>
                </a:lnTo>
                <a:cubicBezTo>
                  <a:pt x="1587" y="7077"/>
                  <a:pt x="0" y="5491"/>
                  <a:pt x="0" y="3539"/>
                </a:cubicBezTo>
                <a:cubicBezTo>
                  <a:pt x="0" y="1586"/>
                  <a:pt x="1587" y="0"/>
                  <a:pt x="3543" y="0"/>
                </a:cubicBezTo>
                <a:lnTo>
                  <a:pt x="71905" y="0"/>
                </a:lnTo>
                <a:cubicBezTo>
                  <a:pt x="73861" y="0"/>
                  <a:pt x="75447" y="1586"/>
                  <a:pt x="75447" y="3539"/>
                </a:cubicBezTo>
                <a:cubicBezTo>
                  <a:pt x="75447" y="5491"/>
                  <a:pt x="73861" y="7077"/>
                  <a:pt x="71905" y="7077"/>
                </a:cubicBez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Editable vector"/>
          <p:cNvSpPr/>
          <p:nvPr/>
        </p:nvSpPr>
        <p:spPr>
          <a:xfrm>
            <a:off x="4259175" y="1048289"/>
            <a:ext cx="57570" cy="57522"/>
          </a:xfrm>
          <a:custGeom>
            <a:avLst/>
            <a:gdLst/>
            <a:ahLst/>
            <a:cxnLst/>
            <a:rect l="0" t="0" r="r" b="b"/>
            <a:pathLst>
              <a:path w="57571" h="57523" fill="norm" stroke="0" extrusionOk="0">
                <a:moveTo>
                  <a:pt x="28785" y="57523"/>
                </a:moveTo>
                <a:cubicBezTo>
                  <a:pt x="12919" y="57523"/>
                  <a:pt x="0" y="44617"/>
                  <a:pt x="0" y="28764"/>
                </a:cubicBezTo>
                <a:cubicBezTo>
                  <a:pt x="0" y="12910"/>
                  <a:pt x="12919" y="0"/>
                  <a:pt x="28785" y="0"/>
                </a:cubicBezTo>
                <a:cubicBezTo>
                  <a:pt x="44652" y="0"/>
                  <a:pt x="57571" y="12910"/>
                  <a:pt x="57571" y="28764"/>
                </a:cubicBezTo>
                <a:cubicBezTo>
                  <a:pt x="57571" y="44617"/>
                  <a:pt x="44652" y="57523"/>
                  <a:pt x="28785" y="57523"/>
                </a:cubicBezTo>
                <a:close/>
                <a:moveTo>
                  <a:pt x="28785" y="7048"/>
                </a:moveTo>
                <a:cubicBezTo>
                  <a:pt x="16802" y="7048"/>
                  <a:pt x="7085" y="16786"/>
                  <a:pt x="7085" y="28734"/>
                </a:cubicBezTo>
                <a:cubicBezTo>
                  <a:pt x="7085" y="40678"/>
                  <a:pt x="16832" y="50421"/>
                  <a:pt x="28785" y="50421"/>
                </a:cubicBezTo>
                <a:cubicBezTo>
                  <a:pt x="40744" y="50421"/>
                  <a:pt x="50490" y="40678"/>
                  <a:pt x="50490" y="28734"/>
                </a:cubicBezTo>
                <a:cubicBezTo>
                  <a:pt x="50490" y="16786"/>
                  <a:pt x="40744" y="7048"/>
                  <a:pt x="28785" y="7048"/>
                </a:cubicBez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Editable vector"/>
          <p:cNvSpPr/>
          <p:nvPr/>
        </p:nvSpPr>
        <p:spPr>
          <a:xfrm>
            <a:off x="4773569" y="1048290"/>
            <a:ext cx="57600" cy="57522"/>
          </a:xfrm>
          <a:custGeom>
            <a:avLst/>
            <a:gdLst/>
            <a:ahLst/>
            <a:cxnLst/>
            <a:rect l="0" t="0" r="r" b="b"/>
            <a:pathLst>
              <a:path w="57600" h="57523" fill="norm" stroke="0" extrusionOk="0">
                <a:moveTo>
                  <a:pt x="28776" y="57523"/>
                </a:moveTo>
                <a:cubicBezTo>
                  <a:pt x="12910" y="57523"/>
                  <a:pt x="0" y="44617"/>
                  <a:pt x="0" y="28764"/>
                </a:cubicBezTo>
                <a:cubicBezTo>
                  <a:pt x="0" y="12910"/>
                  <a:pt x="12910" y="0"/>
                  <a:pt x="28776" y="0"/>
                </a:cubicBezTo>
                <a:cubicBezTo>
                  <a:pt x="44641" y="0"/>
                  <a:pt x="57600" y="12910"/>
                  <a:pt x="57600" y="28764"/>
                </a:cubicBezTo>
                <a:cubicBezTo>
                  <a:pt x="57600" y="44617"/>
                  <a:pt x="44641" y="57523"/>
                  <a:pt x="28776" y="57523"/>
                </a:cubicBezTo>
                <a:close/>
                <a:moveTo>
                  <a:pt x="28776" y="7048"/>
                </a:moveTo>
                <a:cubicBezTo>
                  <a:pt x="16802" y="7048"/>
                  <a:pt x="7095" y="16786"/>
                  <a:pt x="7095" y="28734"/>
                </a:cubicBezTo>
                <a:cubicBezTo>
                  <a:pt x="7095" y="40678"/>
                  <a:pt x="16852" y="50421"/>
                  <a:pt x="28776" y="50421"/>
                </a:cubicBezTo>
                <a:cubicBezTo>
                  <a:pt x="40749" y="50421"/>
                  <a:pt x="50505" y="40678"/>
                  <a:pt x="50505" y="28734"/>
                </a:cubicBezTo>
                <a:cubicBezTo>
                  <a:pt x="50505" y="16786"/>
                  <a:pt x="40749" y="7048"/>
                  <a:pt x="28776" y="7048"/>
                </a:cubicBez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Editable vector"/>
          <p:cNvSpPr/>
          <p:nvPr/>
        </p:nvSpPr>
        <p:spPr>
          <a:xfrm>
            <a:off x="7670443" y="835184"/>
            <a:ext cx="210273" cy="210709"/>
          </a:xfrm>
          <a:custGeom>
            <a:avLst/>
            <a:gdLst/>
            <a:ahLst/>
            <a:cxnLst/>
            <a:rect l="0" t="0" r="r" b="b"/>
            <a:pathLst>
              <a:path w="210274" h="210709" fill="norm" stroke="0" extrusionOk="0">
                <a:moveTo>
                  <a:pt x="59110" y="0"/>
                </a:moveTo>
                <a:lnTo>
                  <a:pt x="0" y="59215"/>
                </a:lnTo>
                <a:lnTo>
                  <a:pt x="151115" y="210709"/>
                </a:lnTo>
                <a:lnTo>
                  <a:pt x="210274" y="151464"/>
                </a:lnTo>
                <a:lnTo>
                  <a:pt x="59110" y="0"/>
                </a:lnTo>
                <a:close/>
              </a:path>
            </a:pathLst>
          </a:custGeom>
          <a:solidFill>
            <a:srgbClr val="89D1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Editable vector"/>
          <p:cNvSpPr/>
          <p:nvPr/>
        </p:nvSpPr>
        <p:spPr>
          <a:xfrm>
            <a:off x="7262783" y="966926"/>
            <a:ext cx="39472" cy="39537"/>
          </a:xfrm>
          <a:custGeom>
            <a:avLst/>
            <a:gdLst/>
            <a:ahLst/>
            <a:cxnLst/>
            <a:rect l="0" t="0" r="r" b="b"/>
            <a:pathLst>
              <a:path w="39473" h="39537" fill="norm" stroke="0" extrusionOk="0">
                <a:moveTo>
                  <a:pt x="19736" y="39537"/>
                </a:moveTo>
                <a:cubicBezTo>
                  <a:pt x="30640" y="39537"/>
                  <a:pt x="39473" y="30684"/>
                  <a:pt x="39472" y="19771"/>
                </a:cubicBezTo>
                <a:cubicBezTo>
                  <a:pt x="39472" y="8858"/>
                  <a:pt x="30640" y="0"/>
                  <a:pt x="19736" y="0"/>
                </a:cubicBezTo>
                <a:cubicBezTo>
                  <a:pt x="8837" y="0"/>
                  <a:pt x="0" y="8858"/>
                  <a:pt x="0" y="19771"/>
                </a:cubicBezTo>
                <a:cubicBezTo>
                  <a:pt x="0" y="30684"/>
                  <a:pt x="8837" y="39537"/>
                  <a:pt x="19736" y="39537"/>
                </a:cubicBez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Editable vector"/>
          <p:cNvSpPr/>
          <p:nvPr/>
        </p:nvSpPr>
        <p:spPr>
          <a:xfrm>
            <a:off x="7258771" y="962864"/>
            <a:ext cx="47499" cy="47621"/>
          </a:xfrm>
          <a:custGeom>
            <a:avLst/>
            <a:gdLst/>
            <a:ahLst/>
            <a:cxnLst/>
            <a:rect l="0" t="0" r="r" b="b"/>
            <a:pathLst>
              <a:path w="47499" h="47622" fill="norm" stroke="0" extrusionOk="0">
                <a:moveTo>
                  <a:pt x="23747" y="0"/>
                </a:moveTo>
                <a:cubicBezTo>
                  <a:pt x="10703" y="0"/>
                  <a:pt x="0" y="10766"/>
                  <a:pt x="0" y="23833"/>
                </a:cubicBezTo>
                <a:cubicBezTo>
                  <a:pt x="0" y="36895"/>
                  <a:pt x="10703" y="47622"/>
                  <a:pt x="23747" y="47622"/>
                </a:cubicBezTo>
                <a:cubicBezTo>
                  <a:pt x="36797" y="47622"/>
                  <a:pt x="47499" y="36895"/>
                  <a:pt x="47499" y="23833"/>
                </a:cubicBezTo>
                <a:cubicBezTo>
                  <a:pt x="47499" y="10766"/>
                  <a:pt x="36797" y="0"/>
                  <a:pt x="23747" y="0"/>
                </a:cubicBezTo>
                <a:close/>
                <a:moveTo>
                  <a:pt x="23747" y="39576"/>
                </a:moveTo>
                <a:cubicBezTo>
                  <a:pt x="15053" y="39576"/>
                  <a:pt x="8362" y="32539"/>
                  <a:pt x="8362" y="24156"/>
                </a:cubicBezTo>
                <a:cubicBezTo>
                  <a:pt x="8362" y="15758"/>
                  <a:pt x="15387" y="8711"/>
                  <a:pt x="23747" y="8711"/>
                </a:cubicBezTo>
                <a:cubicBezTo>
                  <a:pt x="32447" y="8711"/>
                  <a:pt x="39139" y="15758"/>
                  <a:pt x="39139" y="24156"/>
                </a:cubicBezTo>
                <a:cubicBezTo>
                  <a:pt x="39139" y="32539"/>
                  <a:pt x="32114" y="39576"/>
                  <a:pt x="23747" y="39576"/>
                </a:cubicBez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Editable vector"/>
          <p:cNvSpPr/>
          <p:nvPr/>
        </p:nvSpPr>
        <p:spPr>
          <a:xfrm>
            <a:off x="7217291" y="829116"/>
            <a:ext cx="668384" cy="445530"/>
          </a:xfrm>
          <a:custGeom>
            <a:avLst/>
            <a:gdLst/>
            <a:ahLst/>
            <a:cxnLst/>
            <a:rect l="0" t="0" r="r" b="b"/>
            <a:pathLst>
              <a:path w="668385" h="445530" fill="norm" stroke="0" extrusionOk="0">
                <a:moveTo>
                  <a:pt x="512164" y="0"/>
                </a:moveTo>
                <a:lnTo>
                  <a:pt x="446917" y="65382"/>
                </a:lnTo>
                <a:lnTo>
                  <a:pt x="457964" y="76442"/>
                </a:lnTo>
                <a:lnTo>
                  <a:pt x="427181" y="107273"/>
                </a:lnTo>
                <a:lnTo>
                  <a:pt x="360947" y="107273"/>
                </a:lnTo>
                <a:cubicBezTo>
                  <a:pt x="352586" y="107273"/>
                  <a:pt x="344888" y="110650"/>
                  <a:pt x="339203" y="116669"/>
                </a:cubicBezTo>
                <a:lnTo>
                  <a:pt x="334853" y="121025"/>
                </a:lnTo>
                <a:lnTo>
                  <a:pt x="330842" y="117012"/>
                </a:lnTo>
                <a:cubicBezTo>
                  <a:pt x="325151" y="110650"/>
                  <a:pt x="317125" y="107273"/>
                  <a:pt x="308759" y="107273"/>
                </a:cubicBezTo>
                <a:lnTo>
                  <a:pt x="242525" y="107273"/>
                </a:lnTo>
                <a:lnTo>
                  <a:pt x="211752" y="76442"/>
                </a:lnTo>
                <a:lnTo>
                  <a:pt x="222789" y="65382"/>
                </a:lnTo>
                <a:lnTo>
                  <a:pt x="157222" y="0"/>
                </a:lnTo>
                <a:lnTo>
                  <a:pt x="0" y="157581"/>
                </a:lnTo>
                <a:lnTo>
                  <a:pt x="65228" y="222939"/>
                </a:lnTo>
                <a:lnTo>
                  <a:pt x="82628" y="205507"/>
                </a:lnTo>
                <a:lnTo>
                  <a:pt x="166590" y="289647"/>
                </a:lnTo>
                <a:cubicBezTo>
                  <a:pt x="156555" y="301715"/>
                  <a:pt x="156889" y="319484"/>
                  <a:pt x="168264" y="330882"/>
                </a:cubicBezTo>
                <a:cubicBezTo>
                  <a:pt x="173949" y="336578"/>
                  <a:pt x="181642" y="339931"/>
                  <a:pt x="189674" y="339931"/>
                </a:cubicBezTo>
                <a:cubicBezTo>
                  <a:pt x="190342" y="339931"/>
                  <a:pt x="191343" y="339931"/>
                  <a:pt x="192011" y="339931"/>
                </a:cubicBezTo>
                <a:cubicBezTo>
                  <a:pt x="184990" y="351666"/>
                  <a:pt x="186326" y="367087"/>
                  <a:pt x="196695" y="377144"/>
                </a:cubicBezTo>
                <a:cubicBezTo>
                  <a:pt x="202719" y="383178"/>
                  <a:pt x="210412" y="386192"/>
                  <a:pt x="218105" y="386192"/>
                </a:cubicBezTo>
                <a:cubicBezTo>
                  <a:pt x="222121" y="386192"/>
                  <a:pt x="225799" y="385522"/>
                  <a:pt x="229481" y="383848"/>
                </a:cubicBezTo>
                <a:cubicBezTo>
                  <a:pt x="229146" y="385522"/>
                  <a:pt x="229146" y="386863"/>
                  <a:pt x="229146" y="388541"/>
                </a:cubicBezTo>
                <a:cubicBezTo>
                  <a:pt x="229146" y="396587"/>
                  <a:pt x="232156" y="404295"/>
                  <a:pt x="238180" y="409996"/>
                </a:cubicBezTo>
                <a:cubicBezTo>
                  <a:pt x="243866" y="415692"/>
                  <a:pt x="251558" y="419045"/>
                  <a:pt x="259586" y="419045"/>
                </a:cubicBezTo>
                <a:cubicBezTo>
                  <a:pt x="265943" y="419045"/>
                  <a:pt x="272301" y="417033"/>
                  <a:pt x="277319" y="413348"/>
                </a:cubicBezTo>
                <a:cubicBezTo>
                  <a:pt x="277319" y="414019"/>
                  <a:pt x="277319" y="414351"/>
                  <a:pt x="277319" y="415022"/>
                </a:cubicBezTo>
                <a:cubicBezTo>
                  <a:pt x="277319" y="423072"/>
                  <a:pt x="280329" y="430780"/>
                  <a:pt x="286348" y="436477"/>
                </a:cubicBezTo>
                <a:cubicBezTo>
                  <a:pt x="292037" y="442173"/>
                  <a:pt x="299731" y="445530"/>
                  <a:pt x="307758" y="445530"/>
                </a:cubicBezTo>
                <a:cubicBezTo>
                  <a:pt x="315785" y="445530"/>
                  <a:pt x="323483" y="442516"/>
                  <a:pt x="329168" y="436477"/>
                </a:cubicBezTo>
                <a:lnTo>
                  <a:pt x="333852" y="431788"/>
                </a:lnTo>
                <a:lnTo>
                  <a:pt x="338535" y="436477"/>
                </a:lnTo>
                <a:cubicBezTo>
                  <a:pt x="344221" y="442173"/>
                  <a:pt x="351913" y="445530"/>
                  <a:pt x="359945" y="445530"/>
                </a:cubicBezTo>
                <a:cubicBezTo>
                  <a:pt x="367973" y="445530"/>
                  <a:pt x="375666" y="442516"/>
                  <a:pt x="381351" y="436477"/>
                </a:cubicBezTo>
                <a:cubicBezTo>
                  <a:pt x="387041" y="430780"/>
                  <a:pt x="390385" y="423072"/>
                  <a:pt x="390385" y="415022"/>
                </a:cubicBezTo>
                <a:cubicBezTo>
                  <a:pt x="390385" y="414352"/>
                  <a:pt x="390385" y="414019"/>
                  <a:pt x="390385" y="413348"/>
                </a:cubicBezTo>
                <a:cubicBezTo>
                  <a:pt x="402427" y="422059"/>
                  <a:pt x="419154" y="420723"/>
                  <a:pt x="429882" y="409996"/>
                </a:cubicBezTo>
                <a:cubicBezTo>
                  <a:pt x="435528" y="404295"/>
                  <a:pt x="438866" y="396587"/>
                  <a:pt x="438866" y="388541"/>
                </a:cubicBezTo>
                <a:cubicBezTo>
                  <a:pt x="438866" y="386863"/>
                  <a:pt x="438866" y="385522"/>
                  <a:pt x="438571" y="383848"/>
                </a:cubicBezTo>
                <a:cubicBezTo>
                  <a:pt x="449618" y="388204"/>
                  <a:pt x="462628" y="386193"/>
                  <a:pt x="471661" y="377144"/>
                </a:cubicBezTo>
                <a:cubicBezTo>
                  <a:pt x="481726" y="367087"/>
                  <a:pt x="483395" y="351666"/>
                  <a:pt x="476374" y="339931"/>
                </a:cubicBezTo>
                <a:cubicBezTo>
                  <a:pt x="485064" y="340601"/>
                  <a:pt x="494098" y="337249"/>
                  <a:pt x="500087" y="331215"/>
                </a:cubicBezTo>
                <a:cubicBezTo>
                  <a:pt x="505782" y="325519"/>
                  <a:pt x="509121" y="317806"/>
                  <a:pt x="509121" y="309761"/>
                </a:cubicBezTo>
                <a:cubicBezTo>
                  <a:pt x="509121" y="302386"/>
                  <a:pt x="506470" y="295681"/>
                  <a:pt x="501756" y="289985"/>
                </a:cubicBezTo>
                <a:lnTo>
                  <a:pt x="585758" y="205840"/>
                </a:lnTo>
                <a:lnTo>
                  <a:pt x="603138" y="223272"/>
                </a:lnTo>
                <a:lnTo>
                  <a:pt x="668385" y="157905"/>
                </a:lnTo>
                <a:lnTo>
                  <a:pt x="512164" y="0"/>
                </a:lnTo>
                <a:close/>
                <a:moveTo>
                  <a:pt x="65228" y="210870"/>
                </a:moveTo>
                <a:lnTo>
                  <a:pt x="12039" y="157581"/>
                </a:lnTo>
                <a:lnTo>
                  <a:pt x="157222" y="12088"/>
                </a:lnTo>
                <a:lnTo>
                  <a:pt x="210412" y="65382"/>
                </a:lnTo>
                <a:lnTo>
                  <a:pt x="65228" y="210870"/>
                </a:lnTo>
                <a:close/>
                <a:moveTo>
                  <a:pt x="190008" y="331215"/>
                </a:moveTo>
                <a:cubicBezTo>
                  <a:pt x="183984" y="331215"/>
                  <a:pt x="178633" y="328871"/>
                  <a:pt x="174283" y="324848"/>
                </a:cubicBezTo>
                <a:cubicBezTo>
                  <a:pt x="165588" y="316132"/>
                  <a:pt x="165588" y="302052"/>
                  <a:pt x="174283" y="293669"/>
                </a:cubicBezTo>
                <a:cubicBezTo>
                  <a:pt x="174283" y="293669"/>
                  <a:pt x="186993" y="280931"/>
                  <a:pt x="187332" y="280598"/>
                </a:cubicBezTo>
                <a:cubicBezTo>
                  <a:pt x="191343" y="276575"/>
                  <a:pt x="197034" y="274226"/>
                  <a:pt x="203053" y="274226"/>
                </a:cubicBezTo>
                <a:cubicBezTo>
                  <a:pt x="209076" y="274226"/>
                  <a:pt x="214428" y="276575"/>
                  <a:pt x="218773" y="280598"/>
                </a:cubicBezTo>
                <a:cubicBezTo>
                  <a:pt x="223123" y="284621"/>
                  <a:pt x="225130" y="290317"/>
                  <a:pt x="225130" y="296351"/>
                </a:cubicBezTo>
                <a:cubicBezTo>
                  <a:pt x="225130" y="302385"/>
                  <a:pt x="222789" y="307749"/>
                  <a:pt x="218773" y="312109"/>
                </a:cubicBezTo>
                <a:cubicBezTo>
                  <a:pt x="218439" y="312442"/>
                  <a:pt x="205729" y="325181"/>
                  <a:pt x="205729" y="325181"/>
                </a:cubicBezTo>
                <a:cubicBezTo>
                  <a:pt x="201378" y="328871"/>
                  <a:pt x="196027" y="331215"/>
                  <a:pt x="190008" y="331215"/>
                </a:cubicBezTo>
                <a:close/>
                <a:moveTo>
                  <a:pt x="203053" y="370772"/>
                </a:moveTo>
                <a:cubicBezTo>
                  <a:pt x="194353" y="362056"/>
                  <a:pt x="194353" y="347976"/>
                  <a:pt x="203053" y="339598"/>
                </a:cubicBezTo>
                <a:cubicBezTo>
                  <a:pt x="203053" y="339598"/>
                  <a:pt x="233158" y="309428"/>
                  <a:pt x="233497" y="308757"/>
                </a:cubicBezTo>
                <a:cubicBezTo>
                  <a:pt x="237841" y="304397"/>
                  <a:pt x="243532" y="302385"/>
                  <a:pt x="249217" y="302385"/>
                </a:cubicBezTo>
                <a:cubicBezTo>
                  <a:pt x="254901" y="302385"/>
                  <a:pt x="260592" y="304397"/>
                  <a:pt x="264942" y="308757"/>
                </a:cubicBezTo>
                <a:cubicBezTo>
                  <a:pt x="273637" y="317473"/>
                  <a:pt x="273637" y="331553"/>
                  <a:pt x="264942" y="339931"/>
                </a:cubicBezTo>
                <a:cubicBezTo>
                  <a:pt x="264269" y="340601"/>
                  <a:pt x="234164" y="370772"/>
                  <a:pt x="234164" y="370772"/>
                </a:cubicBezTo>
                <a:cubicBezTo>
                  <a:pt x="225465" y="379488"/>
                  <a:pt x="211418" y="379488"/>
                  <a:pt x="203053" y="370772"/>
                </a:cubicBezTo>
                <a:close/>
                <a:moveTo>
                  <a:pt x="275644" y="403962"/>
                </a:moveTo>
                <a:cubicBezTo>
                  <a:pt x="271628" y="407985"/>
                  <a:pt x="265943" y="410329"/>
                  <a:pt x="259920" y="410329"/>
                </a:cubicBezTo>
                <a:cubicBezTo>
                  <a:pt x="253900" y="410329"/>
                  <a:pt x="248549" y="407985"/>
                  <a:pt x="244199" y="403962"/>
                </a:cubicBezTo>
                <a:cubicBezTo>
                  <a:pt x="240183" y="399939"/>
                  <a:pt x="237841" y="394238"/>
                  <a:pt x="237841" y="388204"/>
                </a:cubicBezTo>
                <a:cubicBezTo>
                  <a:pt x="237841" y="382170"/>
                  <a:pt x="240183" y="376806"/>
                  <a:pt x="244199" y="372450"/>
                </a:cubicBezTo>
                <a:cubicBezTo>
                  <a:pt x="244199" y="372450"/>
                  <a:pt x="271962" y="344624"/>
                  <a:pt x="272635" y="343954"/>
                </a:cubicBezTo>
                <a:cubicBezTo>
                  <a:pt x="276980" y="339598"/>
                  <a:pt x="282670" y="337587"/>
                  <a:pt x="288355" y="337587"/>
                </a:cubicBezTo>
                <a:cubicBezTo>
                  <a:pt x="294040" y="337587"/>
                  <a:pt x="299731" y="339598"/>
                  <a:pt x="304081" y="343954"/>
                </a:cubicBezTo>
                <a:cubicBezTo>
                  <a:pt x="308091" y="347976"/>
                  <a:pt x="310433" y="353678"/>
                  <a:pt x="310433" y="359712"/>
                </a:cubicBezTo>
                <a:cubicBezTo>
                  <a:pt x="310433" y="365746"/>
                  <a:pt x="308091" y="371110"/>
                  <a:pt x="304081" y="375465"/>
                </a:cubicBezTo>
                <a:cubicBezTo>
                  <a:pt x="303408" y="376135"/>
                  <a:pt x="275644" y="403962"/>
                  <a:pt x="275644" y="403962"/>
                </a:cubicBezTo>
                <a:close/>
                <a:moveTo>
                  <a:pt x="337195" y="417033"/>
                </a:moveTo>
                <a:lnTo>
                  <a:pt x="324151" y="430105"/>
                </a:lnTo>
                <a:cubicBezTo>
                  <a:pt x="320135" y="434127"/>
                  <a:pt x="314449" y="436477"/>
                  <a:pt x="308425" y="436477"/>
                </a:cubicBezTo>
                <a:cubicBezTo>
                  <a:pt x="302406" y="436477"/>
                  <a:pt x="297055" y="434127"/>
                  <a:pt x="292705" y="430105"/>
                </a:cubicBezTo>
                <a:cubicBezTo>
                  <a:pt x="288689" y="426082"/>
                  <a:pt x="286348" y="420386"/>
                  <a:pt x="286348" y="414351"/>
                </a:cubicBezTo>
                <a:cubicBezTo>
                  <a:pt x="286348" y="408317"/>
                  <a:pt x="288689" y="402954"/>
                  <a:pt x="292705" y="398598"/>
                </a:cubicBezTo>
                <a:lnTo>
                  <a:pt x="305750" y="385522"/>
                </a:lnTo>
                <a:cubicBezTo>
                  <a:pt x="310100" y="381166"/>
                  <a:pt x="315785" y="379155"/>
                  <a:pt x="321475" y="379155"/>
                </a:cubicBezTo>
                <a:cubicBezTo>
                  <a:pt x="327160" y="379155"/>
                  <a:pt x="332845" y="381166"/>
                  <a:pt x="337195" y="385522"/>
                </a:cubicBezTo>
                <a:cubicBezTo>
                  <a:pt x="345561" y="394576"/>
                  <a:pt x="345561" y="408655"/>
                  <a:pt x="337195" y="417033"/>
                </a:cubicBezTo>
                <a:close/>
                <a:moveTo>
                  <a:pt x="495080" y="324848"/>
                </a:moveTo>
                <a:cubicBezTo>
                  <a:pt x="486390" y="333564"/>
                  <a:pt x="472349" y="333564"/>
                  <a:pt x="464003" y="324848"/>
                </a:cubicBezTo>
                <a:lnTo>
                  <a:pt x="427181" y="287973"/>
                </a:lnTo>
                <a:lnTo>
                  <a:pt x="421162" y="294007"/>
                </a:lnTo>
                <a:lnTo>
                  <a:pt x="466654" y="339598"/>
                </a:lnTo>
                <a:cubicBezTo>
                  <a:pt x="475343" y="348314"/>
                  <a:pt x="475343" y="362394"/>
                  <a:pt x="466654" y="370772"/>
                </a:cubicBezTo>
                <a:cubicBezTo>
                  <a:pt x="457964" y="379488"/>
                  <a:pt x="443923" y="379488"/>
                  <a:pt x="435528" y="370772"/>
                </a:cubicBezTo>
                <a:lnTo>
                  <a:pt x="435233" y="371110"/>
                </a:lnTo>
                <a:cubicBezTo>
                  <a:pt x="432876" y="368428"/>
                  <a:pt x="427181" y="362727"/>
                  <a:pt x="412128" y="347644"/>
                </a:cubicBezTo>
                <a:lnTo>
                  <a:pt x="388710" y="324178"/>
                </a:lnTo>
                <a:lnTo>
                  <a:pt x="382691" y="330212"/>
                </a:lnTo>
                <a:lnTo>
                  <a:pt x="424824" y="372451"/>
                </a:lnTo>
                <a:cubicBezTo>
                  <a:pt x="428851" y="376473"/>
                  <a:pt x="431207" y="382170"/>
                  <a:pt x="431207" y="388204"/>
                </a:cubicBezTo>
                <a:cubicBezTo>
                  <a:pt x="431207" y="394238"/>
                  <a:pt x="428851" y="399602"/>
                  <a:pt x="424824" y="403962"/>
                </a:cubicBezTo>
                <a:cubicBezTo>
                  <a:pt x="416144" y="412678"/>
                  <a:pt x="402093" y="412678"/>
                  <a:pt x="393728" y="403962"/>
                </a:cubicBezTo>
                <a:lnTo>
                  <a:pt x="350245" y="360715"/>
                </a:lnTo>
                <a:lnTo>
                  <a:pt x="344221" y="366749"/>
                </a:lnTo>
                <a:lnTo>
                  <a:pt x="376334" y="398931"/>
                </a:lnTo>
                <a:cubicBezTo>
                  <a:pt x="380350" y="402954"/>
                  <a:pt x="382691" y="408655"/>
                  <a:pt x="382691" y="414689"/>
                </a:cubicBezTo>
                <a:cubicBezTo>
                  <a:pt x="382691" y="420723"/>
                  <a:pt x="380350" y="426082"/>
                  <a:pt x="376334" y="430447"/>
                </a:cubicBezTo>
                <a:cubicBezTo>
                  <a:pt x="372322" y="434470"/>
                  <a:pt x="366633" y="436814"/>
                  <a:pt x="360614" y="436814"/>
                </a:cubicBezTo>
                <a:cubicBezTo>
                  <a:pt x="354589" y="436814"/>
                  <a:pt x="349238" y="434470"/>
                  <a:pt x="344888" y="430447"/>
                </a:cubicBezTo>
                <a:lnTo>
                  <a:pt x="340205" y="425749"/>
                </a:lnTo>
                <a:lnTo>
                  <a:pt x="342547" y="423405"/>
                </a:lnTo>
                <a:cubicBezTo>
                  <a:pt x="354589" y="411337"/>
                  <a:pt x="354589" y="392227"/>
                  <a:pt x="342547" y="380158"/>
                </a:cubicBezTo>
                <a:cubicBezTo>
                  <a:pt x="335521" y="373121"/>
                  <a:pt x="325486" y="370101"/>
                  <a:pt x="316457" y="371780"/>
                </a:cubicBezTo>
                <a:cubicBezTo>
                  <a:pt x="317792" y="368090"/>
                  <a:pt x="318799" y="364067"/>
                  <a:pt x="318799" y="360045"/>
                </a:cubicBezTo>
                <a:cubicBezTo>
                  <a:pt x="318799" y="351999"/>
                  <a:pt x="315785" y="344291"/>
                  <a:pt x="309766" y="338590"/>
                </a:cubicBezTo>
                <a:cubicBezTo>
                  <a:pt x="301399" y="330212"/>
                  <a:pt x="289023" y="327863"/>
                  <a:pt x="278654" y="331215"/>
                </a:cubicBezTo>
                <a:cubicBezTo>
                  <a:pt x="280662" y="321496"/>
                  <a:pt x="277986" y="310769"/>
                  <a:pt x="270293" y="303393"/>
                </a:cubicBezTo>
                <a:cubicBezTo>
                  <a:pt x="260258" y="293337"/>
                  <a:pt x="244866" y="291658"/>
                  <a:pt x="233158" y="298700"/>
                </a:cubicBezTo>
                <a:cubicBezTo>
                  <a:pt x="233158" y="298030"/>
                  <a:pt x="233158" y="297022"/>
                  <a:pt x="233158" y="296351"/>
                </a:cubicBezTo>
                <a:cubicBezTo>
                  <a:pt x="233158" y="288306"/>
                  <a:pt x="230148" y="280598"/>
                  <a:pt x="224129" y="274897"/>
                </a:cubicBezTo>
                <a:cubicBezTo>
                  <a:pt x="218439" y="269200"/>
                  <a:pt x="210746" y="265848"/>
                  <a:pt x="202719" y="265848"/>
                </a:cubicBezTo>
                <a:cubicBezTo>
                  <a:pt x="194692" y="265848"/>
                  <a:pt x="186993" y="268863"/>
                  <a:pt x="181308" y="274897"/>
                </a:cubicBezTo>
                <a:cubicBezTo>
                  <a:pt x="181308" y="274897"/>
                  <a:pt x="175957" y="280260"/>
                  <a:pt x="172275" y="283950"/>
                </a:cubicBezTo>
                <a:lnTo>
                  <a:pt x="107047" y="218578"/>
                </a:lnTo>
                <a:lnTo>
                  <a:pt x="224129" y="101254"/>
                </a:lnTo>
                <a:lnTo>
                  <a:pt x="238514" y="115641"/>
                </a:lnTo>
                <a:lnTo>
                  <a:pt x="308091" y="115641"/>
                </a:lnTo>
                <a:cubicBezTo>
                  <a:pt x="314115" y="115641"/>
                  <a:pt x="319801" y="117991"/>
                  <a:pt x="324150" y="122689"/>
                </a:cubicBezTo>
                <a:lnTo>
                  <a:pt x="328500" y="127044"/>
                </a:lnTo>
                <a:lnTo>
                  <a:pt x="286681" y="168965"/>
                </a:lnTo>
                <a:cubicBezTo>
                  <a:pt x="280996" y="174666"/>
                  <a:pt x="277652" y="182374"/>
                  <a:pt x="277652" y="190419"/>
                </a:cubicBezTo>
                <a:cubicBezTo>
                  <a:pt x="277652" y="198465"/>
                  <a:pt x="280662" y="206177"/>
                  <a:pt x="286681" y="211874"/>
                </a:cubicBezTo>
                <a:cubicBezTo>
                  <a:pt x="292371" y="217575"/>
                  <a:pt x="300064" y="220928"/>
                  <a:pt x="308091" y="220928"/>
                </a:cubicBezTo>
                <a:cubicBezTo>
                  <a:pt x="316123" y="220928"/>
                  <a:pt x="323817" y="217908"/>
                  <a:pt x="329502" y="211874"/>
                </a:cubicBezTo>
                <a:lnTo>
                  <a:pt x="371316" y="169973"/>
                </a:lnTo>
                <a:lnTo>
                  <a:pt x="494441" y="293337"/>
                </a:lnTo>
                <a:cubicBezTo>
                  <a:pt x="503475" y="302053"/>
                  <a:pt x="503475" y="316132"/>
                  <a:pt x="495080" y="324848"/>
                </a:cubicBezTo>
                <a:close/>
                <a:moveTo>
                  <a:pt x="496749" y="283280"/>
                </a:moveTo>
                <a:lnTo>
                  <a:pt x="382023" y="168294"/>
                </a:lnTo>
                <a:lnTo>
                  <a:pt x="413803" y="168294"/>
                </a:lnTo>
                <a:lnTo>
                  <a:pt x="413803" y="159916"/>
                </a:lnTo>
                <a:lnTo>
                  <a:pt x="370315" y="159916"/>
                </a:lnTo>
                <a:lnTo>
                  <a:pt x="324150" y="206177"/>
                </a:lnTo>
                <a:cubicBezTo>
                  <a:pt x="320134" y="210200"/>
                  <a:pt x="314449" y="212544"/>
                  <a:pt x="308425" y="212544"/>
                </a:cubicBezTo>
                <a:cubicBezTo>
                  <a:pt x="302406" y="212544"/>
                  <a:pt x="297055" y="210200"/>
                  <a:pt x="292705" y="206177"/>
                </a:cubicBezTo>
                <a:cubicBezTo>
                  <a:pt x="288689" y="202155"/>
                  <a:pt x="286347" y="196453"/>
                  <a:pt x="286347" y="190419"/>
                </a:cubicBezTo>
                <a:cubicBezTo>
                  <a:pt x="286347" y="184385"/>
                  <a:pt x="288689" y="179022"/>
                  <a:pt x="292705" y="174666"/>
                </a:cubicBezTo>
                <a:lnTo>
                  <a:pt x="345227" y="122052"/>
                </a:lnTo>
                <a:cubicBezTo>
                  <a:pt x="349572" y="117697"/>
                  <a:pt x="354923" y="115348"/>
                  <a:pt x="360947" y="115348"/>
                </a:cubicBezTo>
                <a:lnTo>
                  <a:pt x="430519" y="115348"/>
                </a:lnTo>
                <a:lnTo>
                  <a:pt x="444905" y="100911"/>
                </a:lnTo>
                <a:lnTo>
                  <a:pt x="561653" y="217908"/>
                </a:lnTo>
                <a:lnTo>
                  <a:pt x="496749" y="283280"/>
                </a:lnTo>
                <a:close/>
                <a:moveTo>
                  <a:pt x="458946" y="65382"/>
                </a:moveTo>
                <a:lnTo>
                  <a:pt x="512164" y="12088"/>
                </a:lnTo>
                <a:lnTo>
                  <a:pt x="657338" y="157582"/>
                </a:lnTo>
                <a:lnTo>
                  <a:pt x="604120" y="210871"/>
                </a:lnTo>
                <a:lnTo>
                  <a:pt x="458946" y="65382"/>
                </a:ln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Editable vector"/>
          <p:cNvSpPr/>
          <p:nvPr/>
        </p:nvSpPr>
        <p:spPr>
          <a:xfrm>
            <a:off x="10353494" y="803209"/>
            <a:ext cx="641209" cy="525060"/>
          </a:xfrm>
          <a:custGeom>
            <a:avLst/>
            <a:gdLst/>
            <a:ahLst/>
            <a:cxnLst/>
            <a:rect l="0" t="0" r="r" b="b"/>
            <a:pathLst>
              <a:path w="641210" h="525061" fill="norm" stroke="0" extrusionOk="0">
                <a:moveTo>
                  <a:pt x="380496" y="87158"/>
                </a:moveTo>
                <a:lnTo>
                  <a:pt x="380718" y="57583"/>
                </a:lnTo>
                <a:lnTo>
                  <a:pt x="444661" y="57583"/>
                </a:lnTo>
                <a:lnTo>
                  <a:pt x="429581" y="28400"/>
                </a:lnTo>
                <a:lnTo>
                  <a:pt x="445006" y="0"/>
                </a:lnTo>
                <a:lnTo>
                  <a:pt x="372889" y="0"/>
                </a:lnTo>
                <a:lnTo>
                  <a:pt x="372890" y="87158"/>
                </a:lnTo>
                <a:lnTo>
                  <a:pt x="236124" y="315535"/>
                </a:lnTo>
                <a:lnTo>
                  <a:pt x="179057" y="217575"/>
                </a:lnTo>
                <a:lnTo>
                  <a:pt x="0" y="525060"/>
                </a:lnTo>
                <a:lnTo>
                  <a:pt x="641210" y="525061"/>
                </a:lnTo>
                <a:lnTo>
                  <a:pt x="380496" y="87158"/>
                </a:lnTo>
                <a:close/>
                <a:moveTo>
                  <a:pt x="380718" y="14494"/>
                </a:moveTo>
                <a:lnTo>
                  <a:pt x="380718" y="7785"/>
                </a:lnTo>
                <a:lnTo>
                  <a:pt x="431647" y="7786"/>
                </a:lnTo>
                <a:lnTo>
                  <a:pt x="420722" y="28204"/>
                </a:lnTo>
                <a:lnTo>
                  <a:pt x="432022" y="49748"/>
                </a:lnTo>
                <a:lnTo>
                  <a:pt x="380747" y="49748"/>
                </a:lnTo>
                <a:lnTo>
                  <a:pt x="380747" y="14494"/>
                </a:lnTo>
                <a:lnTo>
                  <a:pt x="380718" y="14494"/>
                </a:lnTo>
                <a:close/>
                <a:moveTo>
                  <a:pt x="353575" y="517163"/>
                </a:moveTo>
                <a:lnTo>
                  <a:pt x="124466" y="517162"/>
                </a:lnTo>
                <a:lnTo>
                  <a:pt x="119896" y="517162"/>
                </a:lnTo>
                <a:lnTo>
                  <a:pt x="115321" y="517162"/>
                </a:lnTo>
                <a:lnTo>
                  <a:pt x="13616" y="517162"/>
                </a:lnTo>
                <a:lnTo>
                  <a:pt x="179057" y="233088"/>
                </a:lnTo>
                <a:lnTo>
                  <a:pt x="231525" y="323183"/>
                </a:lnTo>
                <a:lnTo>
                  <a:pt x="157238" y="447216"/>
                </a:lnTo>
                <a:lnTo>
                  <a:pt x="166378" y="447216"/>
                </a:lnTo>
                <a:lnTo>
                  <a:pt x="236031" y="330920"/>
                </a:lnTo>
                <a:lnTo>
                  <a:pt x="240635" y="323242"/>
                </a:lnTo>
                <a:lnTo>
                  <a:pt x="375961" y="97342"/>
                </a:lnTo>
                <a:lnTo>
                  <a:pt x="627407" y="517192"/>
                </a:lnTo>
                <a:lnTo>
                  <a:pt x="353575" y="517192"/>
                </a:lnTo>
                <a:lnTo>
                  <a:pt x="353575" y="517163"/>
                </a:ln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Editable vector"/>
          <p:cNvSpPr/>
          <p:nvPr/>
        </p:nvSpPr>
        <p:spPr>
          <a:xfrm>
            <a:off x="10709543" y="995303"/>
            <a:ext cx="8513" cy="8211"/>
          </a:xfrm>
          <a:custGeom>
            <a:avLst/>
            <a:gdLst/>
            <a:ahLst/>
            <a:cxnLst/>
            <a:rect l="0" t="0" r="r" b="b"/>
            <a:pathLst>
              <a:path w="8513" h="8211" fill="norm" stroke="0" extrusionOk="0">
                <a:moveTo>
                  <a:pt x="3505" y="8118"/>
                </a:moveTo>
                <a:cubicBezTo>
                  <a:pt x="3756" y="8182"/>
                  <a:pt x="4008" y="8211"/>
                  <a:pt x="4259" y="8211"/>
                </a:cubicBezTo>
                <a:cubicBezTo>
                  <a:pt x="6103" y="8211"/>
                  <a:pt x="7730" y="6924"/>
                  <a:pt x="8110" y="5043"/>
                </a:cubicBezTo>
                <a:cubicBezTo>
                  <a:pt x="8513" y="2948"/>
                  <a:pt x="7138" y="876"/>
                  <a:pt x="5038" y="441"/>
                </a:cubicBezTo>
                <a:cubicBezTo>
                  <a:pt x="2913" y="0"/>
                  <a:pt x="843" y="1381"/>
                  <a:pt x="439" y="3511"/>
                </a:cubicBezTo>
                <a:cubicBezTo>
                  <a:pt x="0" y="5641"/>
                  <a:pt x="1375" y="7712"/>
                  <a:pt x="3505" y="8118"/>
                </a:cubicBez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Editable vector"/>
          <p:cNvSpPr/>
          <p:nvPr/>
        </p:nvSpPr>
        <p:spPr>
          <a:xfrm>
            <a:off x="10724288" y="921557"/>
            <a:ext cx="8542" cy="8177"/>
          </a:xfrm>
          <a:custGeom>
            <a:avLst/>
            <a:gdLst/>
            <a:ahLst/>
            <a:cxnLst/>
            <a:rect l="0" t="0" r="r" b="b"/>
            <a:pathLst>
              <a:path w="8543" h="8177" fill="norm" stroke="0" extrusionOk="0">
                <a:moveTo>
                  <a:pt x="3504" y="8128"/>
                </a:moveTo>
                <a:cubicBezTo>
                  <a:pt x="3756" y="8177"/>
                  <a:pt x="4037" y="8177"/>
                  <a:pt x="4289" y="8177"/>
                </a:cubicBezTo>
                <a:cubicBezTo>
                  <a:pt x="6103" y="8177"/>
                  <a:pt x="7730" y="6904"/>
                  <a:pt x="8109" y="5043"/>
                </a:cubicBezTo>
                <a:cubicBezTo>
                  <a:pt x="8543" y="2938"/>
                  <a:pt x="7168" y="832"/>
                  <a:pt x="5038" y="441"/>
                </a:cubicBezTo>
                <a:cubicBezTo>
                  <a:pt x="2908" y="0"/>
                  <a:pt x="877" y="1371"/>
                  <a:pt x="439" y="3526"/>
                </a:cubicBezTo>
                <a:cubicBezTo>
                  <a:pt x="0" y="5631"/>
                  <a:pt x="1375" y="7688"/>
                  <a:pt x="3504" y="8128"/>
                </a:cubicBez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Editable vector"/>
          <p:cNvSpPr/>
          <p:nvPr/>
        </p:nvSpPr>
        <p:spPr>
          <a:xfrm>
            <a:off x="10714459" y="970737"/>
            <a:ext cx="8513" cy="8177"/>
          </a:xfrm>
          <a:custGeom>
            <a:avLst/>
            <a:gdLst/>
            <a:ahLst/>
            <a:cxnLst/>
            <a:rect l="0" t="0" r="r" b="b"/>
            <a:pathLst>
              <a:path w="8513" h="8177" fill="norm" stroke="0" extrusionOk="0">
                <a:moveTo>
                  <a:pt x="3504" y="8113"/>
                </a:moveTo>
                <a:cubicBezTo>
                  <a:pt x="3756" y="8148"/>
                  <a:pt x="4008" y="8177"/>
                  <a:pt x="4259" y="8177"/>
                </a:cubicBezTo>
                <a:cubicBezTo>
                  <a:pt x="6103" y="8177"/>
                  <a:pt x="7730" y="6894"/>
                  <a:pt x="8109" y="5043"/>
                </a:cubicBezTo>
                <a:cubicBezTo>
                  <a:pt x="8513" y="2913"/>
                  <a:pt x="7167" y="842"/>
                  <a:pt x="5038" y="436"/>
                </a:cubicBezTo>
                <a:cubicBezTo>
                  <a:pt x="2913" y="0"/>
                  <a:pt x="843" y="1376"/>
                  <a:pt x="439" y="3506"/>
                </a:cubicBezTo>
                <a:cubicBezTo>
                  <a:pt x="0" y="5607"/>
                  <a:pt x="1375" y="7678"/>
                  <a:pt x="3504" y="8113"/>
                </a:cubicBez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Editable vector"/>
          <p:cNvSpPr/>
          <p:nvPr/>
        </p:nvSpPr>
        <p:spPr>
          <a:xfrm>
            <a:off x="10719373" y="946186"/>
            <a:ext cx="8543" cy="8177"/>
          </a:xfrm>
          <a:custGeom>
            <a:avLst/>
            <a:gdLst/>
            <a:ahLst/>
            <a:cxnLst/>
            <a:rect l="0" t="0" r="r" b="b"/>
            <a:pathLst>
              <a:path w="8544" h="8177" fill="norm" stroke="0" extrusionOk="0">
                <a:moveTo>
                  <a:pt x="3505" y="8079"/>
                </a:moveTo>
                <a:cubicBezTo>
                  <a:pt x="3756" y="8128"/>
                  <a:pt x="4008" y="8177"/>
                  <a:pt x="4289" y="8177"/>
                </a:cubicBezTo>
                <a:cubicBezTo>
                  <a:pt x="6103" y="8177"/>
                  <a:pt x="7730" y="6855"/>
                  <a:pt x="8110" y="4994"/>
                </a:cubicBezTo>
                <a:cubicBezTo>
                  <a:pt x="8544" y="2889"/>
                  <a:pt x="7168" y="833"/>
                  <a:pt x="5038" y="392"/>
                </a:cubicBezTo>
                <a:cubicBezTo>
                  <a:pt x="2908" y="0"/>
                  <a:pt x="843" y="1371"/>
                  <a:pt x="439" y="3477"/>
                </a:cubicBezTo>
                <a:cubicBezTo>
                  <a:pt x="0" y="5582"/>
                  <a:pt x="1375" y="7639"/>
                  <a:pt x="3505" y="8079"/>
                </a:cubicBez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Editable vector"/>
          <p:cNvSpPr/>
          <p:nvPr/>
        </p:nvSpPr>
        <p:spPr>
          <a:xfrm>
            <a:off x="10768611" y="1096616"/>
            <a:ext cx="8671" cy="8245"/>
          </a:xfrm>
          <a:custGeom>
            <a:avLst/>
            <a:gdLst/>
            <a:ahLst/>
            <a:cxnLst/>
            <a:rect l="0" t="0" r="r" b="b"/>
            <a:pathLst>
              <a:path w="8672" h="8246" fill="norm" stroke="0" extrusionOk="0">
                <a:moveTo>
                  <a:pt x="4324" y="8246"/>
                </a:moveTo>
                <a:cubicBezTo>
                  <a:pt x="5389" y="8246"/>
                  <a:pt x="6419" y="7839"/>
                  <a:pt x="7203" y="6992"/>
                </a:cubicBezTo>
                <a:cubicBezTo>
                  <a:pt x="8672" y="5391"/>
                  <a:pt x="8578" y="2918"/>
                  <a:pt x="6986" y="1474"/>
                </a:cubicBezTo>
                <a:cubicBezTo>
                  <a:pt x="5389" y="0"/>
                  <a:pt x="2914" y="98"/>
                  <a:pt x="1445" y="1694"/>
                </a:cubicBezTo>
                <a:cubicBezTo>
                  <a:pt x="0" y="3290"/>
                  <a:pt x="94" y="5739"/>
                  <a:pt x="1662" y="7213"/>
                </a:cubicBezTo>
                <a:cubicBezTo>
                  <a:pt x="2446" y="7932"/>
                  <a:pt x="3382" y="8246"/>
                  <a:pt x="4324" y="8246"/>
                </a:cubicBez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Editable vector"/>
          <p:cNvSpPr/>
          <p:nvPr/>
        </p:nvSpPr>
        <p:spPr>
          <a:xfrm>
            <a:off x="10731801" y="1062620"/>
            <a:ext cx="8671" cy="8270"/>
          </a:xfrm>
          <a:custGeom>
            <a:avLst/>
            <a:gdLst/>
            <a:ahLst/>
            <a:cxnLst/>
            <a:rect l="0" t="0" r="r" b="b"/>
            <a:pathLst>
              <a:path w="8672" h="8270" fill="norm" stroke="0" extrusionOk="0">
                <a:moveTo>
                  <a:pt x="1439" y="1689"/>
                </a:moveTo>
                <a:cubicBezTo>
                  <a:pt x="0" y="3290"/>
                  <a:pt x="94" y="5763"/>
                  <a:pt x="1656" y="7208"/>
                </a:cubicBezTo>
                <a:cubicBezTo>
                  <a:pt x="2440" y="7927"/>
                  <a:pt x="3382" y="8270"/>
                  <a:pt x="4318" y="8270"/>
                </a:cubicBezTo>
                <a:cubicBezTo>
                  <a:pt x="5383" y="8270"/>
                  <a:pt x="6419" y="7834"/>
                  <a:pt x="7197" y="6987"/>
                </a:cubicBezTo>
                <a:cubicBezTo>
                  <a:pt x="8672" y="5420"/>
                  <a:pt x="8578" y="2913"/>
                  <a:pt x="6981" y="1469"/>
                </a:cubicBezTo>
                <a:cubicBezTo>
                  <a:pt x="5383" y="0"/>
                  <a:pt x="2908" y="93"/>
                  <a:pt x="1439" y="1689"/>
                </a:cubicBez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Editable vector"/>
          <p:cNvSpPr/>
          <p:nvPr/>
        </p:nvSpPr>
        <p:spPr>
          <a:xfrm>
            <a:off x="10750208" y="1079601"/>
            <a:ext cx="8671" cy="8275"/>
          </a:xfrm>
          <a:custGeom>
            <a:avLst/>
            <a:gdLst/>
            <a:ahLst/>
            <a:cxnLst/>
            <a:rect l="0" t="0" r="r" b="b"/>
            <a:pathLst>
              <a:path w="8672" h="8275" fill="norm" stroke="0" extrusionOk="0">
                <a:moveTo>
                  <a:pt x="6981" y="1474"/>
                </a:moveTo>
                <a:cubicBezTo>
                  <a:pt x="5383" y="0"/>
                  <a:pt x="2909" y="93"/>
                  <a:pt x="1439" y="1694"/>
                </a:cubicBezTo>
                <a:cubicBezTo>
                  <a:pt x="0" y="3290"/>
                  <a:pt x="94" y="5768"/>
                  <a:pt x="1656" y="7242"/>
                </a:cubicBezTo>
                <a:cubicBezTo>
                  <a:pt x="2440" y="7932"/>
                  <a:pt x="3377" y="8275"/>
                  <a:pt x="4319" y="8275"/>
                </a:cubicBezTo>
                <a:cubicBezTo>
                  <a:pt x="5383" y="8275"/>
                  <a:pt x="6414" y="7869"/>
                  <a:pt x="7198" y="7022"/>
                </a:cubicBezTo>
                <a:cubicBezTo>
                  <a:pt x="8672" y="5425"/>
                  <a:pt x="8573" y="2948"/>
                  <a:pt x="6981" y="1474"/>
                </a:cubicBez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Editable vector"/>
          <p:cNvSpPr/>
          <p:nvPr/>
        </p:nvSpPr>
        <p:spPr>
          <a:xfrm>
            <a:off x="10695050" y="1172174"/>
            <a:ext cx="8922" cy="8397"/>
          </a:xfrm>
          <a:custGeom>
            <a:avLst/>
            <a:gdLst/>
            <a:ahLst/>
            <a:cxnLst/>
            <a:rect l="0" t="0" r="r" b="b"/>
            <a:pathLst>
              <a:path w="8923" h="8398" fill="norm" stroke="0" extrusionOk="0">
                <a:moveTo>
                  <a:pt x="2756" y="940"/>
                </a:moveTo>
                <a:cubicBezTo>
                  <a:pt x="814" y="1880"/>
                  <a:pt x="0" y="4231"/>
                  <a:pt x="908" y="6175"/>
                </a:cubicBezTo>
                <a:cubicBezTo>
                  <a:pt x="1598" y="7585"/>
                  <a:pt x="2973" y="8398"/>
                  <a:pt x="4447" y="8398"/>
                </a:cubicBezTo>
                <a:cubicBezTo>
                  <a:pt x="5009" y="8398"/>
                  <a:pt x="5605" y="8275"/>
                  <a:pt x="6138" y="8021"/>
                </a:cubicBezTo>
                <a:cubicBezTo>
                  <a:pt x="8075" y="7080"/>
                  <a:pt x="8923" y="4730"/>
                  <a:pt x="7982" y="2791"/>
                </a:cubicBezTo>
                <a:cubicBezTo>
                  <a:pt x="7045" y="847"/>
                  <a:pt x="4694" y="0"/>
                  <a:pt x="2756" y="940"/>
                </a:cubicBez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Editable vector"/>
          <p:cNvSpPr/>
          <p:nvPr/>
        </p:nvSpPr>
        <p:spPr>
          <a:xfrm>
            <a:off x="10717618" y="1161333"/>
            <a:ext cx="8922" cy="8397"/>
          </a:xfrm>
          <a:custGeom>
            <a:avLst/>
            <a:gdLst/>
            <a:ahLst/>
            <a:cxnLst/>
            <a:rect l="0" t="0" r="r" b="b"/>
            <a:pathLst>
              <a:path w="8923" h="8398" fill="norm" stroke="0" extrusionOk="0">
                <a:moveTo>
                  <a:pt x="2756" y="940"/>
                </a:moveTo>
                <a:cubicBezTo>
                  <a:pt x="814" y="1880"/>
                  <a:pt x="0" y="4231"/>
                  <a:pt x="942" y="6175"/>
                </a:cubicBezTo>
                <a:cubicBezTo>
                  <a:pt x="1598" y="7585"/>
                  <a:pt x="3008" y="8398"/>
                  <a:pt x="4447" y="8398"/>
                </a:cubicBezTo>
                <a:cubicBezTo>
                  <a:pt x="5043" y="8398"/>
                  <a:pt x="5605" y="8270"/>
                  <a:pt x="6138" y="8020"/>
                </a:cubicBezTo>
                <a:cubicBezTo>
                  <a:pt x="8110" y="7080"/>
                  <a:pt x="8923" y="4730"/>
                  <a:pt x="7986" y="2786"/>
                </a:cubicBezTo>
                <a:cubicBezTo>
                  <a:pt x="7045" y="842"/>
                  <a:pt x="4728" y="0"/>
                  <a:pt x="2756" y="940"/>
                </a:cubicBez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Editable vector"/>
          <p:cNvSpPr/>
          <p:nvPr/>
        </p:nvSpPr>
        <p:spPr>
          <a:xfrm>
            <a:off x="10672447" y="1183015"/>
            <a:ext cx="8922" cy="8397"/>
          </a:xfrm>
          <a:custGeom>
            <a:avLst/>
            <a:gdLst/>
            <a:ahLst/>
            <a:cxnLst/>
            <a:rect l="0" t="0" r="r" b="b"/>
            <a:pathLst>
              <a:path w="8923" h="8398" fill="norm" stroke="0" extrusionOk="0">
                <a:moveTo>
                  <a:pt x="2785" y="940"/>
                </a:moveTo>
                <a:cubicBezTo>
                  <a:pt x="813" y="1880"/>
                  <a:pt x="0" y="4231"/>
                  <a:pt x="942" y="6175"/>
                </a:cubicBezTo>
                <a:cubicBezTo>
                  <a:pt x="1598" y="7585"/>
                  <a:pt x="3007" y="8398"/>
                  <a:pt x="4476" y="8398"/>
                </a:cubicBezTo>
                <a:cubicBezTo>
                  <a:pt x="5043" y="8398"/>
                  <a:pt x="5605" y="8275"/>
                  <a:pt x="6167" y="8025"/>
                </a:cubicBezTo>
                <a:cubicBezTo>
                  <a:pt x="8110" y="7085"/>
                  <a:pt x="8923" y="4735"/>
                  <a:pt x="7981" y="2791"/>
                </a:cubicBezTo>
                <a:cubicBezTo>
                  <a:pt x="7045" y="813"/>
                  <a:pt x="4728" y="0"/>
                  <a:pt x="2785" y="940"/>
                </a:cubicBez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Editable vector"/>
          <p:cNvSpPr/>
          <p:nvPr/>
        </p:nvSpPr>
        <p:spPr>
          <a:xfrm>
            <a:off x="10649879" y="1193861"/>
            <a:ext cx="8922" cy="8397"/>
          </a:xfrm>
          <a:custGeom>
            <a:avLst/>
            <a:gdLst/>
            <a:ahLst/>
            <a:cxnLst/>
            <a:rect l="0" t="0" r="r" b="b"/>
            <a:pathLst>
              <a:path w="8923" h="8398" fill="norm" stroke="0" extrusionOk="0">
                <a:moveTo>
                  <a:pt x="7982" y="2791"/>
                </a:moveTo>
                <a:cubicBezTo>
                  <a:pt x="7045" y="813"/>
                  <a:pt x="4728" y="0"/>
                  <a:pt x="2756" y="940"/>
                </a:cubicBezTo>
                <a:cubicBezTo>
                  <a:pt x="813" y="1880"/>
                  <a:pt x="0" y="4231"/>
                  <a:pt x="936" y="6175"/>
                </a:cubicBezTo>
                <a:cubicBezTo>
                  <a:pt x="1598" y="7550"/>
                  <a:pt x="3002" y="8398"/>
                  <a:pt x="4447" y="8398"/>
                </a:cubicBezTo>
                <a:cubicBezTo>
                  <a:pt x="5009" y="8398"/>
                  <a:pt x="5605" y="8275"/>
                  <a:pt x="6133" y="7991"/>
                </a:cubicBezTo>
                <a:cubicBezTo>
                  <a:pt x="8110" y="7080"/>
                  <a:pt x="8923" y="4730"/>
                  <a:pt x="7982" y="2791"/>
                </a:cubicBez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Editable vector"/>
          <p:cNvSpPr/>
          <p:nvPr/>
        </p:nvSpPr>
        <p:spPr>
          <a:xfrm>
            <a:off x="10762789" y="1139676"/>
            <a:ext cx="8923" cy="8368"/>
          </a:xfrm>
          <a:custGeom>
            <a:avLst/>
            <a:gdLst/>
            <a:ahLst/>
            <a:cxnLst/>
            <a:rect l="0" t="0" r="r" b="b"/>
            <a:pathLst>
              <a:path w="8923" h="8368" fill="norm" stroke="0" extrusionOk="0">
                <a:moveTo>
                  <a:pt x="6138" y="7991"/>
                </a:moveTo>
                <a:cubicBezTo>
                  <a:pt x="8080" y="7051"/>
                  <a:pt x="8923" y="4701"/>
                  <a:pt x="7986" y="2757"/>
                </a:cubicBezTo>
                <a:cubicBezTo>
                  <a:pt x="7045" y="818"/>
                  <a:pt x="4698" y="0"/>
                  <a:pt x="2756" y="940"/>
                </a:cubicBezTo>
                <a:cubicBezTo>
                  <a:pt x="814" y="1880"/>
                  <a:pt x="0" y="4201"/>
                  <a:pt x="912" y="6140"/>
                </a:cubicBezTo>
                <a:cubicBezTo>
                  <a:pt x="1598" y="7550"/>
                  <a:pt x="3008" y="8368"/>
                  <a:pt x="4447" y="8368"/>
                </a:cubicBezTo>
                <a:cubicBezTo>
                  <a:pt x="5009" y="8368"/>
                  <a:pt x="5606" y="8241"/>
                  <a:pt x="6138" y="7991"/>
                </a:cubicBez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Editable vector"/>
          <p:cNvSpPr/>
          <p:nvPr/>
        </p:nvSpPr>
        <p:spPr>
          <a:xfrm>
            <a:off x="10740191" y="1150488"/>
            <a:ext cx="8918" cy="8402"/>
          </a:xfrm>
          <a:custGeom>
            <a:avLst/>
            <a:gdLst/>
            <a:ahLst/>
            <a:cxnLst/>
            <a:rect l="0" t="0" r="r" b="b"/>
            <a:pathLst>
              <a:path w="8918" h="8402" fill="norm" stroke="0" extrusionOk="0">
                <a:moveTo>
                  <a:pt x="6168" y="8025"/>
                </a:moveTo>
                <a:cubicBezTo>
                  <a:pt x="8105" y="7085"/>
                  <a:pt x="8918" y="4735"/>
                  <a:pt x="7982" y="2791"/>
                </a:cubicBezTo>
                <a:cubicBezTo>
                  <a:pt x="7075" y="847"/>
                  <a:pt x="4728" y="0"/>
                  <a:pt x="2786" y="940"/>
                </a:cubicBezTo>
                <a:cubicBezTo>
                  <a:pt x="814" y="1880"/>
                  <a:pt x="0" y="4231"/>
                  <a:pt x="937" y="6174"/>
                </a:cubicBezTo>
                <a:cubicBezTo>
                  <a:pt x="1627" y="7585"/>
                  <a:pt x="3003" y="8402"/>
                  <a:pt x="4476" y="8402"/>
                </a:cubicBezTo>
                <a:cubicBezTo>
                  <a:pt x="5038" y="8402"/>
                  <a:pt x="5600" y="8275"/>
                  <a:pt x="6168" y="8025"/>
                </a:cubicBez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Editable vector"/>
          <p:cNvSpPr/>
          <p:nvPr/>
        </p:nvSpPr>
        <p:spPr>
          <a:xfrm>
            <a:off x="10627276" y="1205078"/>
            <a:ext cx="8670" cy="7991"/>
          </a:xfrm>
          <a:custGeom>
            <a:avLst/>
            <a:gdLst/>
            <a:ahLst/>
            <a:cxnLst/>
            <a:rect l="0" t="0" r="r" b="b"/>
            <a:pathLst>
              <a:path w="8671" h="7991" fill="norm" stroke="0" extrusionOk="0">
                <a:moveTo>
                  <a:pt x="7483" y="6517"/>
                </a:moveTo>
                <a:cubicBezTo>
                  <a:pt x="8390" y="5391"/>
                  <a:pt x="8671" y="3790"/>
                  <a:pt x="8016" y="2380"/>
                </a:cubicBezTo>
                <a:cubicBezTo>
                  <a:pt x="7231" y="783"/>
                  <a:pt x="5511" y="0"/>
                  <a:pt x="3850" y="284"/>
                </a:cubicBezTo>
                <a:cubicBezTo>
                  <a:pt x="3504" y="343"/>
                  <a:pt x="3130" y="377"/>
                  <a:pt x="2785" y="563"/>
                </a:cubicBezTo>
                <a:cubicBezTo>
                  <a:pt x="848" y="1503"/>
                  <a:pt x="0" y="3824"/>
                  <a:pt x="941" y="5798"/>
                </a:cubicBezTo>
                <a:cubicBezTo>
                  <a:pt x="1626" y="7178"/>
                  <a:pt x="3007" y="7991"/>
                  <a:pt x="4476" y="7991"/>
                </a:cubicBezTo>
                <a:cubicBezTo>
                  <a:pt x="5043" y="7991"/>
                  <a:pt x="5635" y="7864"/>
                  <a:pt x="6167" y="7614"/>
                </a:cubicBezTo>
                <a:cubicBezTo>
                  <a:pt x="6700" y="7364"/>
                  <a:pt x="7138" y="6958"/>
                  <a:pt x="7483" y="6517"/>
                </a:cubicBez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Editable vector"/>
          <p:cNvSpPr/>
          <p:nvPr/>
        </p:nvSpPr>
        <p:spPr>
          <a:xfrm>
            <a:off x="10780384" y="1250675"/>
            <a:ext cx="8404" cy="8084"/>
          </a:xfrm>
          <a:custGeom>
            <a:avLst/>
            <a:gdLst/>
            <a:ahLst/>
            <a:cxnLst/>
            <a:rect l="0" t="0" r="r" b="b"/>
            <a:pathLst>
              <a:path w="8405" h="8084" fill="norm" stroke="0" extrusionOk="0">
                <a:moveTo>
                  <a:pt x="8060" y="4794"/>
                </a:moveTo>
                <a:cubicBezTo>
                  <a:pt x="8405" y="2664"/>
                  <a:pt x="6926" y="656"/>
                  <a:pt x="4791" y="343"/>
                </a:cubicBezTo>
                <a:cubicBezTo>
                  <a:pt x="2662" y="0"/>
                  <a:pt x="655" y="1474"/>
                  <a:pt x="345" y="3604"/>
                </a:cubicBezTo>
                <a:cubicBezTo>
                  <a:pt x="0" y="5734"/>
                  <a:pt x="1469" y="7741"/>
                  <a:pt x="3598" y="8084"/>
                </a:cubicBezTo>
                <a:cubicBezTo>
                  <a:pt x="3820" y="8084"/>
                  <a:pt x="4008" y="8084"/>
                  <a:pt x="4195" y="8084"/>
                </a:cubicBezTo>
                <a:cubicBezTo>
                  <a:pt x="6103" y="8084"/>
                  <a:pt x="7764" y="6703"/>
                  <a:pt x="8060" y="4764"/>
                </a:cubicBezTo>
                <a:lnTo>
                  <a:pt x="8060" y="4794"/>
                </a:ln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Editable vector"/>
          <p:cNvSpPr/>
          <p:nvPr/>
        </p:nvSpPr>
        <p:spPr>
          <a:xfrm>
            <a:off x="10681399" y="1235319"/>
            <a:ext cx="8390" cy="8118"/>
          </a:xfrm>
          <a:custGeom>
            <a:avLst/>
            <a:gdLst/>
            <a:ahLst/>
            <a:cxnLst/>
            <a:rect l="0" t="0" r="r" b="b"/>
            <a:pathLst>
              <a:path w="8391" h="8118" fill="norm" stroke="0" extrusionOk="0">
                <a:moveTo>
                  <a:pt x="4792" y="313"/>
                </a:moveTo>
                <a:cubicBezTo>
                  <a:pt x="2663" y="0"/>
                  <a:pt x="661" y="1440"/>
                  <a:pt x="315" y="3574"/>
                </a:cubicBezTo>
                <a:cubicBezTo>
                  <a:pt x="0" y="5734"/>
                  <a:pt x="1474" y="7741"/>
                  <a:pt x="3604" y="8055"/>
                </a:cubicBezTo>
                <a:cubicBezTo>
                  <a:pt x="3791" y="8055"/>
                  <a:pt x="4008" y="8118"/>
                  <a:pt x="4196" y="8118"/>
                </a:cubicBezTo>
                <a:cubicBezTo>
                  <a:pt x="6108" y="8118"/>
                  <a:pt x="7765" y="6708"/>
                  <a:pt x="8080" y="4794"/>
                </a:cubicBezTo>
                <a:cubicBezTo>
                  <a:pt x="8391" y="2664"/>
                  <a:pt x="6921" y="656"/>
                  <a:pt x="4792" y="313"/>
                </a:cubicBez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Editable vector"/>
          <p:cNvSpPr/>
          <p:nvPr/>
        </p:nvSpPr>
        <p:spPr>
          <a:xfrm>
            <a:off x="10656643" y="1231495"/>
            <a:ext cx="8419" cy="8054"/>
          </a:xfrm>
          <a:custGeom>
            <a:avLst/>
            <a:gdLst/>
            <a:ahLst/>
            <a:cxnLst/>
            <a:rect l="0" t="0" r="r" b="b"/>
            <a:pathLst>
              <a:path w="8420" h="8055" fill="norm" stroke="0" extrusionOk="0">
                <a:moveTo>
                  <a:pt x="4816" y="284"/>
                </a:moveTo>
                <a:cubicBezTo>
                  <a:pt x="2844" y="0"/>
                  <a:pt x="1095" y="1224"/>
                  <a:pt x="527" y="3041"/>
                </a:cubicBezTo>
                <a:cubicBezTo>
                  <a:pt x="468" y="3227"/>
                  <a:pt x="374" y="3384"/>
                  <a:pt x="340" y="3574"/>
                </a:cubicBezTo>
                <a:cubicBezTo>
                  <a:pt x="0" y="5641"/>
                  <a:pt x="1405" y="7550"/>
                  <a:pt x="3411" y="7991"/>
                </a:cubicBezTo>
                <a:cubicBezTo>
                  <a:pt x="3470" y="7991"/>
                  <a:pt x="3535" y="8055"/>
                  <a:pt x="3598" y="8055"/>
                </a:cubicBezTo>
                <a:cubicBezTo>
                  <a:pt x="3815" y="8055"/>
                  <a:pt x="4003" y="8055"/>
                  <a:pt x="4190" y="8055"/>
                </a:cubicBezTo>
                <a:cubicBezTo>
                  <a:pt x="6103" y="8055"/>
                  <a:pt x="7759" y="6674"/>
                  <a:pt x="8075" y="4730"/>
                </a:cubicBezTo>
                <a:cubicBezTo>
                  <a:pt x="8420" y="2600"/>
                  <a:pt x="6946" y="597"/>
                  <a:pt x="4816" y="250"/>
                </a:cubicBezTo>
                <a:lnTo>
                  <a:pt x="4816" y="284"/>
                </a:ln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Editable vector"/>
          <p:cNvSpPr/>
          <p:nvPr/>
        </p:nvSpPr>
        <p:spPr>
          <a:xfrm>
            <a:off x="10706132" y="1239143"/>
            <a:ext cx="8420" cy="8084"/>
          </a:xfrm>
          <a:custGeom>
            <a:avLst/>
            <a:gdLst/>
            <a:ahLst/>
            <a:cxnLst/>
            <a:rect l="0" t="0" r="r" b="b"/>
            <a:pathLst>
              <a:path w="8420" h="8084" fill="norm" stroke="0" extrusionOk="0">
                <a:moveTo>
                  <a:pt x="4821" y="343"/>
                </a:moveTo>
                <a:cubicBezTo>
                  <a:pt x="2692" y="0"/>
                  <a:pt x="656" y="1474"/>
                  <a:pt x="345" y="3604"/>
                </a:cubicBezTo>
                <a:cubicBezTo>
                  <a:pt x="0" y="5734"/>
                  <a:pt x="1469" y="7741"/>
                  <a:pt x="3599" y="8084"/>
                </a:cubicBezTo>
                <a:cubicBezTo>
                  <a:pt x="3821" y="8084"/>
                  <a:pt x="4008" y="8084"/>
                  <a:pt x="4225" y="8084"/>
                </a:cubicBezTo>
                <a:cubicBezTo>
                  <a:pt x="6104" y="8084"/>
                  <a:pt x="7794" y="6703"/>
                  <a:pt x="8075" y="4764"/>
                </a:cubicBezTo>
                <a:cubicBezTo>
                  <a:pt x="8420" y="2629"/>
                  <a:pt x="6951" y="627"/>
                  <a:pt x="4821" y="313"/>
                </a:cubicBezTo>
                <a:lnTo>
                  <a:pt x="4821" y="343"/>
                </a:ln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Editable vector"/>
          <p:cNvSpPr/>
          <p:nvPr/>
        </p:nvSpPr>
        <p:spPr>
          <a:xfrm>
            <a:off x="10730894" y="1242997"/>
            <a:ext cx="8385" cy="8118"/>
          </a:xfrm>
          <a:custGeom>
            <a:avLst/>
            <a:gdLst/>
            <a:ahLst/>
            <a:cxnLst/>
            <a:rect l="0" t="0" r="r" b="b"/>
            <a:pathLst>
              <a:path w="8386" h="8118" fill="norm" stroke="0" extrusionOk="0">
                <a:moveTo>
                  <a:pt x="4787" y="313"/>
                </a:moveTo>
                <a:cubicBezTo>
                  <a:pt x="2657" y="0"/>
                  <a:pt x="656" y="1440"/>
                  <a:pt x="345" y="3604"/>
                </a:cubicBezTo>
                <a:cubicBezTo>
                  <a:pt x="0" y="5734"/>
                  <a:pt x="1469" y="7741"/>
                  <a:pt x="3599" y="8055"/>
                </a:cubicBezTo>
                <a:cubicBezTo>
                  <a:pt x="3786" y="8055"/>
                  <a:pt x="4003" y="8118"/>
                  <a:pt x="4195" y="8118"/>
                </a:cubicBezTo>
                <a:cubicBezTo>
                  <a:pt x="6103" y="8118"/>
                  <a:pt x="7759" y="6738"/>
                  <a:pt x="8075" y="4794"/>
                </a:cubicBezTo>
                <a:cubicBezTo>
                  <a:pt x="8386" y="2664"/>
                  <a:pt x="6917" y="656"/>
                  <a:pt x="4787" y="313"/>
                </a:cubicBez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Editable vector"/>
          <p:cNvSpPr/>
          <p:nvPr/>
        </p:nvSpPr>
        <p:spPr>
          <a:xfrm>
            <a:off x="10631910" y="1227607"/>
            <a:ext cx="8390" cy="8089"/>
          </a:xfrm>
          <a:custGeom>
            <a:avLst/>
            <a:gdLst/>
            <a:ahLst/>
            <a:cxnLst/>
            <a:rect l="0" t="0" r="r" b="b"/>
            <a:pathLst>
              <a:path w="8390" h="8089" fill="norm" stroke="0" extrusionOk="0">
                <a:moveTo>
                  <a:pt x="4792" y="348"/>
                </a:moveTo>
                <a:cubicBezTo>
                  <a:pt x="2662" y="0"/>
                  <a:pt x="656" y="1474"/>
                  <a:pt x="315" y="3604"/>
                </a:cubicBezTo>
                <a:cubicBezTo>
                  <a:pt x="0" y="5739"/>
                  <a:pt x="1474" y="7741"/>
                  <a:pt x="3598" y="8089"/>
                </a:cubicBezTo>
                <a:cubicBezTo>
                  <a:pt x="3786" y="8089"/>
                  <a:pt x="4008" y="8089"/>
                  <a:pt x="4195" y="8089"/>
                </a:cubicBezTo>
                <a:cubicBezTo>
                  <a:pt x="6103" y="8089"/>
                  <a:pt x="7764" y="6708"/>
                  <a:pt x="8045" y="4764"/>
                </a:cubicBezTo>
                <a:cubicBezTo>
                  <a:pt x="8390" y="2634"/>
                  <a:pt x="6917" y="627"/>
                  <a:pt x="4792" y="313"/>
                </a:cubicBezTo>
                <a:lnTo>
                  <a:pt x="4792" y="348"/>
                </a:ln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Editable vector"/>
          <p:cNvSpPr/>
          <p:nvPr/>
        </p:nvSpPr>
        <p:spPr>
          <a:xfrm>
            <a:off x="10755656" y="1246821"/>
            <a:ext cx="8385" cy="8147"/>
          </a:xfrm>
          <a:custGeom>
            <a:avLst/>
            <a:gdLst/>
            <a:ahLst/>
            <a:cxnLst/>
            <a:rect l="0" t="0" r="r" b="b"/>
            <a:pathLst>
              <a:path w="8386" h="8148" fill="norm" stroke="0" extrusionOk="0">
                <a:moveTo>
                  <a:pt x="4787" y="343"/>
                </a:moveTo>
                <a:cubicBezTo>
                  <a:pt x="2628" y="0"/>
                  <a:pt x="656" y="1474"/>
                  <a:pt x="311" y="3604"/>
                </a:cubicBezTo>
                <a:cubicBezTo>
                  <a:pt x="0" y="5734"/>
                  <a:pt x="1439" y="7741"/>
                  <a:pt x="3599" y="8084"/>
                </a:cubicBezTo>
                <a:cubicBezTo>
                  <a:pt x="3786" y="8113"/>
                  <a:pt x="3973" y="8148"/>
                  <a:pt x="4190" y="8148"/>
                </a:cubicBezTo>
                <a:cubicBezTo>
                  <a:pt x="6069" y="8148"/>
                  <a:pt x="7730" y="6738"/>
                  <a:pt x="8045" y="4823"/>
                </a:cubicBezTo>
                <a:cubicBezTo>
                  <a:pt x="8386" y="2693"/>
                  <a:pt x="6917" y="656"/>
                  <a:pt x="4787" y="343"/>
                </a:cubicBez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Editable vector"/>
          <p:cNvSpPr/>
          <p:nvPr/>
        </p:nvSpPr>
        <p:spPr>
          <a:xfrm>
            <a:off x="10743569" y="1306833"/>
            <a:ext cx="8957" cy="8397"/>
          </a:xfrm>
          <a:custGeom>
            <a:avLst/>
            <a:gdLst/>
            <a:ahLst/>
            <a:cxnLst/>
            <a:rect l="0" t="0" r="r" b="b"/>
            <a:pathLst>
              <a:path w="8958" h="8398" fill="norm" stroke="0" extrusionOk="0">
                <a:moveTo>
                  <a:pt x="2445" y="1126"/>
                </a:moveTo>
                <a:cubicBezTo>
                  <a:pt x="597" y="2257"/>
                  <a:pt x="0" y="4666"/>
                  <a:pt x="1159" y="6517"/>
                </a:cubicBezTo>
                <a:cubicBezTo>
                  <a:pt x="1878" y="7736"/>
                  <a:pt x="3165" y="8398"/>
                  <a:pt x="4476" y="8398"/>
                </a:cubicBezTo>
                <a:cubicBezTo>
                  <a:pt x="5201" y="8398"/>
                  <a:pt x="5886" y="8207"/>
                  <a:pt x="6512" y="7834"/>
                </a:cubicBezTo>
                <a:cubicBezTo>
                  <a:pt x="8361" y="6703"/>
                  <a:pt x="8958" y="4289"/>
                  <a:pt x="7828" y="2443"/>
                </a:cubicBezTo>
                <a:cubicBezTo>
                  <a:pt x="6700" y="593"/>
                  <a:pt x="4289" y="0"/>
                  <a:pt x="2445" y="1126"/>
                </a:cubicBez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Editable vector"/>
          <p:cNvSpPr/>
          <p:nvPr/>
        </p:nvSpPr>
        <p:spPr>
          <a:xfrm>
            <a:off x="10764984" y="1293793"/>
            <a:ext cx="8922" cy="8368"/>
          </a:xfrm>
          <a:custGeom>
            <a:avLst/>
            <a:gdLst/>
            <a:ahLst/>
            <a:cxnLst/>
            <a:rect l="0" t="0" r="r" b="b"/>
            <a:pathLst>
              <a:path w="8923" h="8368" fill="norm" stroke="0" extrusionOk="0">
                <a:moveTo>
                  <a:pt x="2411" y="1131"/>
                </a:moveTo>
                <a:cubicBezTo>
                  <a:pt x="562" y="2228"/>
                  <a:pt x="0" y="4637"/>
                  <a:pt x="1095" y="6488"/>
                </a:cubicBezTo>
                <a:cubicBezTo>
                  <a:pt x="1843" y="7712"/>
                  <a:pt x="3130" y="8368"/>
                  <a:pt x="4446" y="8368"/>
                </a:cubicBezTo>
                <a:cubicBezTo>
                  <a:pt x="5166" y="8368"/>
                  <a:pt x="5852" y="8211"/>
                  <a:pt x="6478" y="7805"/>
                </a:cubicBezTo>
                <a:cubicBezTo>
                  <a:pt x="8326" y="6674"/>
                  <a:pt x="8923" y="4260"/>
                  <a:pt x="7794" y="2414"/>
                </a:cubicBezTo>
                <a:cubicBezTo>
                  <a:pt x="6665" y="563"/>
                  <a:pt x="4254" y="0"/>
                  <a:pt x="2411" y="1131"/>
                </a:cubicBez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Editable vector"/>
          <p:cNvSpPr/>
          <p:nvPr/>
        </p:nvSpPr>
        <p:spPr>
          <a:xfrm>
            <a:off x="10786334" y="1280724"/>
            <a:ext cx="8962" cy="8402"/>
          </a:xfrm>
          <a:custGeom>
            <a:avLst/>
            <a:gdLst/>
            <a:ahLst/>
            <a:cxnLst/>
            <a:rect l="0" t="0" r="r" b="b"/>
            <a:pathLst>
              <a:path w="8962" h="8402" fill="norm" stroke="0" extrusionOk="0">
                <a:moveTo>
                  <a:pt x="2455" y="1131"/>
                </a:moveTo>
                <a:cubicBezTo>
                  <a:pt x="591" y="2257"/>
                  <a:pt x="0" y="4671"/>
                  <a:pt x="1173" y="6522"/>
                </a:cubicBezTo>
                <a:cubicBezTo>
                  <a:pt x="1863" y="7746"/>
                  <a:pt x="3145" y="8402"/>
                  <a:pt x="4476" y="8402"/>
                </a:cubicBezTo>
                <a:cubicBezTo>
                  <a:pt x="5215" y="8402"/>
                  <a:pt x="5906" y="8216"/>
                  <a:pt x="6497" y="7839"/>
                </a:cubicBezTo>
                <a:cubicBezTo>
                  <a:pt x="8371" y="6713"/>
                  <a:pt x="8962" y="4299"/>
                  <a:pt x="7828" y="2448"/>
                </a:cubicBezTo>
                <a:cubicBezTo>
                  <a:pt x="6694" y="602"/>
                  <a:pt x="4279" y="0"/>
                  <a:pt x="2455" y="1131"/>
                </a:cubicBez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Editable vector"/>
          <p:cNvSpPr/>
          <p:nvPr/>
        </p:nvSpPr>
        <p:spPr>
          <a:xfrm>
            <a:off x="10565358" y="1197430"/>
            <a:ext cx="56785" cy="56848"/>
          </a:xfrm>
          <a:custGeom>
            <a:avLst/>
            <a:gdLst/>
            <a:ahLst/>
            <a:cxnLst/>
            <a:rect l="0" t="0" r="r" b="b"/>
            <a:pathLst>
              <a:path w="56786" h="56848" fill="norm" stroke="0" extrusionOk="0">
                <a:moveTo>
                  <a:pt x="28391" y="0"/>
                </a:moveTo>
                <a:cubicBezTo>
                  <a:pt x="12739" y="0"/>
                  <a:pt x="0" y="12755"/>
                  <a:pt x="0" y="28424"/>
                </a:cubicBezTo>
                <a:cubicBezTo>
                  <a:pt x="0" y="44093"/>
                  <a:pt x="12739" y="56848"/>
                  <a:pt x="28391" y="56848"/>
                </a:cubicBezTo>
                <a:cubicBezTo>
                  <a:pt x="44042" y="56848"/>
                  <a:pt x="56786" y="44093"/>
                  <a:pt x="56786" y="28424"/>
                </a:cubicBezTo>
                <a:cubicBezTo>
                  <a:pt x="56786" y="12755"/>
                  <a:pt x="44042" y="0"/>
                  <a:pt x="28391" y="0"/>
                </a:cubicBezTo>
                <a:close/>
                <a:moveTo>
                  <a:pt x="28391" y="48980"/>
                </a:moveTo>
                <a:cubicBezTo>
                  <a:pt x="17062" y="48980"/>
                  <a:pt x="7824" y="39735"/>
                  <a:pt x="7824" y="28395"/>
                </a:cubicBezTo>
                <a:cubicBezTo>
                  <a:pt x="7824" y="17050"/>
                  <a:pt x="17062" y="7805"/>
                  <a:pt x="28391" y="7805"/>
                </a:cubicBezTo>
                <a:cubicBezTo>
                  <a:pt x="39724" y="7805"/>
                  <a:pt x="48957" y="17050"/>
                  <a:pt x="48957" y="28395"/>
                </a:cubicBezTo>
                <a:cubicBezTo>
                  <a:pt x="48957" y="39735"/>
                  <a:pt x="39724" y="48980"/>
                  <a:pt x="28391" y="48980"/>
                </a:cubicBez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Editable vector"/>
          <p:cNvSpPr/>
          <p:nvPr/>
        </p:nvSpPr>
        <p:spPr>
          <a:xfrm>
            <a:off x="10799141" y="1233723"/>
            <a:ext cx="57579" cy="57661"/>
          </a:xfrm>
          <a:custGeom>
            <a:avLst/>
            <a:gdLst/>
            <a:ahLst/>
            <a:cxnLst/>
            <a:rect l="0" t="0" r="r" b="b"/>
            <a:pathLst>
              <a:path w="57579" h="57661" fill="norm" stroke="0" extrusionOk="0">
                <a:moveTo>
                  <a:pt x="28790" y="0"/>
                </a:moveTo>
                <a:cubicBezTo>
                  <a:pt x="12916" y="0"/>
                  <a:pt x="0" y="12941"/>
                  <a:pt x="0" y="28831"/>
                </a:cubicBezTo>
                <a:cubicBezTo>
                  <a:pt x="0" y="44720"/>
                  <a:pt x="12916" y="57661"/>
                  <a:pt x="28790" y="57661"/>
                </a:cubicBezTo>
                <a:cubicBezTo>
                  <a:pt x="44664" y="57661"/>
                  <a:pt x="57579" y="44720"/>
                  <a:pt x="57579" y="28831"/>
                </a:cubicBezTo>
                <a:cubicBezTo>
                  <a:pt x="57579" y="12941"/>
                  <a:pt x="44664" y="0"/>
                  <a:pt x="28790" y="0"/>
                </a:cubicBez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Editable vector"/>
          <p:cNvSpPr/>
          <p:nvPr/>
        </p:nvSpPr>
        <p:spPr>
          <a:xfrm>
            <a:off x="10774247" y="1098125"/>
            <a:ext cx="57578" cy="57661"/>
          </a:xfrm>
          <a:custGeom>
            <a:avLst/>
            <a:gdLst/>
            <a:ahLst/>
            <a:cxnLst/>
            <a:rect l="0" t="0" r="r" b="b"/>
            <a:pathLst>
              <a:path w="57579" h="57661" fill="norm" stroke="0" extrusionOk="0">
                <a:moveTo>
                  <a:pt x="28790" y="57661"/>
                </a:moveTo>
                <a:cubicBezTo>
                  <a:pt x="44663" y="57661"/>
                  <a:pt x="57579" y="44715"/>
                  <a:pt x="57579" y="28831"/>
                </a:cubicBezTo>
                <a:cubicBezTo>
                  <a:pt x="57579" y="12941"/>
                  <a:pt x="44663" y="0"/>
                  <a:pt x="28789" y="0"/>
                </a:cubicBezTo>
                <a:cubicBezTo>
                  <a:pt x="12930" y="0"/>
                  <a:pt x="0" y="12941"/>
                  <a:pt x="0" y="28831"/>
                </a:cubicBezTo>
                <a:cubicBezTo>
                  <a:pt x="0" y="44715"/>
                  <a:pt x="12930" y="57661"/>
                  <a:pt x="28790" y="57661"/>
                </a:cubicBezTo>
                <a:close/>
                <a:moveTo>
                  <a:pt x="28789" y="7834"/>
                </a:moveTo>
                <a:cubicBezTo>
                  <a:pt x="40374" y="7834"/>
                  <a:pt x="49790" y="17236"/>
                  <a:pt x="49790" y="28831"/>
                </a:cubicBezTo>
                <a:cubicBezTo>
                  <a:pt x="49790" y="40425"/>
                  <a:pt x="40374" y="49827"/>
                  <a:pt x="28789" y="49827"/>
                </a:cubicBezTo>
                <a:cubicBezTo>
                  <a:pt x="17204" y="49827"/>
                  <a:pt x="7828" y="40425"/>
                  <a:pt x="7828" y="28831"/>
                </a:cubicBezTo>
                <a:cubicBezTo>
                  <a:pt x="7828" y="17236"/>
                  <a:pt x="17204" y="7834"/>
                  <a:pt x="28789" y="7834"/>
                </a:cubicBez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Editable vector"/>
          <p:cNvSpPr/>
          <p:nvPr/>
        </p:nvSpPr>
        <p:spPr>
          <a:xfrm>
            <a:off x="10676987" y="1012098"/>
            <a:ext cx="57598" cy="57666"/>
          </a:xfrm>
          <a:custGeom>
            <a:avLst/>
            <a:gdLst/>
            <a:ahLst/>
            <a:cxnLst/>
            <a:rect l="0" t="0" r="r" b="b"/>
            <a:pathLst>
              <a:path w="57599" h="57666" fill="norm" stroke="0" extrusionOk="0">
                <a:moveTo>
                  <a:pt x="28800" y="0"/>
                </a:moveTo>
                <a:cubicBezTo>
                  <a:pt x="12931" y="0"/>
                  <a:pt x="0" y="12946"/>
                  <a:pt x="0" y="28831"/>
                </a:cubicBezTo>
                <a:cubicBezTo>
                  <a:pt x="0" y="44720"/>
                  <a:pt x="12931" y="57666"/>
                  <a:pt x="28800" y="57666"/>
                </a:cubicBezTo>
                <a:cubicBezTo>
                  <a:pt x="44669" y="57666"/>
                  <a:pt x="57599" y="44720"/>
                  <a:pt x="57599" y="28831"/>
                </a:cubicBezTo>
                <a:cubicBezTo>
                  <a:pt x="57599" y="12946"/>
                  <a:pt x="44669" y="0"/>
                  <a:pt x="28800" y="0"/>
                </a:cubicBezTo>
                <a:close/>
                <a:moveTo>
                  <a:pt x="28800" y="49827"/>
                </a:moveTo>
                <a:cubicBezTo>
                  <a:pt x="17249" y="49827"/>
                  <a:pt x="7824" y="40425"/>
                  <a:pt x="7824" y="28831"/>
                </a:cubicBezTo>
                <a:cubicBezTo>
                  <a:pt x="7824" y="17241"/>
                  <a:pt x="17214" y="7839"/>
                  <a:pt x="28800" y="7839"/>
                </a:cubicBezTo>
                <a:cubicBezTo>
                  <a:pt x="40384" y="7839"/>
                  <a:pt x="49775" y="17241"/>
                  <a:pt x="49775" y="28831"/>
                </a:cubicBezTo>
                <a:cubicBezTo>
                  <a:pt x="49776" y="40425"/>
                  <a:pt x="40384" y="49827"/>
                  <a:pt x="28800" y="49827"/>
                </a:cubicBez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Editable vector"/>
          <p:cNvSpPr/>
          <p:nvPr/>
        </p:nvSpPr>
        <p:spPr>
          <a:xfrm>
            <a:off x="10450131" y="1150894"/>
            <a:ext cx="89430" cy="136381"/>
          </a:xfrm>
          <a:custGeom>
            <a:avLst/>
            <a:gdLst/>
            <a:ahLst/>
            <a:cxnLst/>
            <a:rect l="0" t="0" r="r" b="b"/>
            <a:pathLst>
              <a:path w="89430" h="136382" fill="norm" stroke="0" extrusionOk="0">
                <a:moveTo>
                  <a:pt x="80355" y="0"/>
                </a:moveTo>
                <a:lnTo>
                  <a:pt x="0" y="136382"/>
                </a:lnTo>
                <a:lnTo>
                  <a:pt x="9075" y="136382"/>
                </a:lnTo>
                <a:lnTo>
                  <a:pt x="89430" y="0"/>
                </a:lnTo>
                <a:lnTo>
                  <a:pt x="80355" y="0"/>
                </a:lnTo>
                <a:close/>
              </a:path>
            </a:pathLst>
          </a:custGeom>
          <a:solidFill>
            <a:srgbClr val="1A273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Editable vector"/>
          <p:cNvSpPr/>
          <p:nvPr/>
        </p:nvSpPr>
        <p:spPr>
          <a:xfrm>
            <a:off x="10573182" y="1205264"/>
            <a:ext cx="41133" cy="41179"/>
          </a:xfrm>
          <a:custGeom>
            <a:avLst/>
            <a:gdLst/>
            <a:ahLst/>
            <a:cxnLst/>
            <a:rect l="0" t="0" r="r" b="b"/>
            <a:pathLst>
              <a:path w="41134" h="41180" fill="norm" stroke="0" extrusionOk="0">
                <a:moveTo>
                  <a:pt x="20567" y="0"/>
                </a:moveTo>
                <a:cubicBezTo>
                  <a:pt x="9238" y="0"/>
                  <a:pt x="0" y="9250"/>
                  <a:pt x="0" y="20590"/>
                </a:cubicBezTo>
                <a:cubicBezTo>
                  <a:pt x="0" y="31935"/>
                  <a:pt x="9238" y="41180"/>
                  <a:pt x="20567" y="41180"/>
                </a:cubicBezTo>
                <a:cubicBezTo>
                  <a:pt x="31900" y="41180"/>
                  <a:pt x="41134" y="31935"/>
                  <a:pt x="41134" y="20590"/>
                </a:cubicBezTo>
                <a:cubicBezTo>
                  <a:pt x="41134" y="9250"/>
                  <a:pt x="31900" y="0"/>
                  <a:pt x="20567" y="0"/>
                </a:cubicBezTo>
                <a:close/>
              </a:path>
            </a:pathLst>
          </a:custGeom>
          <a:solidFill>
            <a:srgbClr val="89D1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Editable vector"/>
          <p:cNvSpPr/>
          <p:nvPr/>
        </p:nvSpPr>
        <p:spPr>
          <a:xfrm>
            <a:off x="10684816" y="1019937"/>
            <a:ext cx="41947" cy="41992"/>
          </a:xfrm>
          <a:custGeom>
            <a:avLst/>
            <a:gdLst/>
            <a:ahLst/>
            <a:cxnLst/>
            <a:rect l="0" t="0" r="r" b="b"/>
            <a:pathLst>
              <a:path w="41948" h="41992" fill="norm" stroke="0" extrusionOk="0">
                <a:moveTo>
                  <a:pt x="20972" y="41992"/>
                </a:moveTo>
                <a:cubicBezTo>
                  <a:pt x="32522" y="41992"/>
                  <a:pt x="41948" y="32591"/>
                  <a:pt x="41947" y="20996"/>
                </a:cubicBezTo>
                <a:cubicBezTo>
                  <a:pt x="41947" y="9401"/>
                  <a:pt x="32556" y="0"/>
                  <a:pt x="20972" y="0"/>
                </a:cubicBezTo>
                <a:cubicBezTo>
                  <a:pt x="9392" y="0"/>
                  <a:pt x="0" y="9401"/>
                  <a:pt x="0" y="20996"/>
                </a:cubicBezTo>
                <a:cubicBezTo>
                  <a:pt x="0" y="32591"/>
                  <a:pt x="9392" y="41992"/>
                  <a:pt x="20972" y="41992"/>
                </a:cubicBez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Editable vector"/>
          <p:cNvSpPr/>
          <p:nvPr/>
        </p:nvSpPr>
        <p:spPr>
          <a:xfrm>
            <a:off x="10734306" y="810945"/>
            <a:ext cx="51273" cy="41914"/>
          </a:xfrm>
          <a:custGeom>
            <a:avLst/>
            <a:gdLst/>
            <a:ahLst/>
            <a:cxnLst/>
            <a:rect l="0" t="0" r="r" b="b"/>
            <a:pathLst>
              <a:path w="51274" h="41914" fill="norm" stroke="0" extrusionOk="0">
                <a:moveTo>
                  <a:pt x="51274" y="41914"/>
                </a:moveTo>
                <a:lnTo>
                  <a:pt x="39975" y="20418"/>
                </a:lnTo>
                <a:lnTo>
                  <a:pt x="50929" y="0"/>
                </a:lnTo>
                <a:lnTo>
                  <a:pt x="0" y="0"/>
                </a:lnTo>
                <a:lnTo>
                  <a:pt x="0" y="6708"/>
                </a:lnTo>
                <a:lnTo>
                  <a:pt x="0" y="41914"/>
                </a:lnTo>
                <a:lnTo>
                  <a:pt x="51274" y="41914"/>
                </a:lnTo>
                <a:close/>
              </a:path>
            </a:pathLst>
          </a:custGeom>
          <a:solidFill>
            <a:srgbClr val="2CE0B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Editable vector"/>
          <p:cNvSpPr/>
          <p:nvPr/>
        </p:nvSpPr>
        <p:spPr>
          <a:xfrm>
            <a:off x="8761983" y="1032002"/>
            <a:ext cx="719582" cy="127000"/>
          </a:xfrm>
          <a:custGeom>
            <a:avLst/>
            <a:gdLst/>
            <a:ahLst/>
            <a:cxnLst/>
            <a:rect l="0" t="0" r="r" b="b"/>
            <a:pathLst>
              <a:path w="719582" h="127000" fill="norm" stroke="0" extrusionOk="0">
                <a:moveTo>
                  <a:pt x="0" y="50800"/>
                </a:moveTo>
                <a:lnTo>
                  <a:pt x="0" y="76200"/>
                </a:lnTo>
                <a:lnTo>
                  <a:pt x="668782" y="76200"/>
                </a:lnTo>
                <a:lnTo>
                  <a:pt x="668782" y="50800"/>
                </a:lnTo>
                <a:close/>
                <a:moveTo>
                  <a:pt x="668782" y="63500"/>
                </a:moveTo>
                <a:lnTo>
                  <a:pt x="643382" y="0"/>
                </a:lnTo>
                <a:lnTo>
                  <a:pt x="719582" y="63500"/>
                </a:lnTo>
                <a:lnTo>
                  <a:pt x="643382" y="127000"/>
                </a:lnTo>
                <a:lnTo>
                  <a:pt x="668782" y="63500"/>
                </a:lnTo>
                <a:close/>
              </a:path>
            </a:pathLst>
          </a:custGeom>
          <a:solidFill>
            <a:srgbClr val="000000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Editable vector"/>
          <p:cNvSpPr/>
          <p:nvPr/>
        </p:nvSpPr>
        <p:spPr>
          <a:xfrm>
            <a:off x="5800344" y="1032002"/>
            <a:ext cx="719582" cy="127000"/>
          </a:xfrm>
          <a:custGeom>
            <a:avLst/>
            <a:gdLst/>
            <a:ahLst/>
            <a:cxnLst/>
            <a:rect l="0" t="0" r="r" b="b"/>
            <a:pathLst>
              <a:path w="719582" h="127000" fill="norm" stroke="0" extrusionOk="0">
                <a:moveTo>
                  <a:pt x="0" y="50800"/>
                </a:moveTo>
                <a:lnTo>
                  <a:pt x="0" y="76200"/>
                </a:lnTo>
                <a:lnTo>
                  <a:pt x="668782" y="76200"/>
                </a:lnTo>
                <a:lnTo>
                  <a:pt x="668782" y="50800"/>
                </a:lnTo>
                <a:close/>
                <a:moveTo>
                  <a:pt x="668782" y="63500"/>
                </a:moveTo>
                <a:lnTo>
                  <a:pt x="643382" y="0"/>
                </a:lnTo>
                <a:lnTo>
                  <a:pt x="719582" y="63500"/>
                </a:lnTo>
                <a:lnTo>
                  <a:pt x="643382" y="127000"/>
                </a:lnTo>
                <a:lnTo>
                  <a:pt x="668782" y="63500"/>
                </a:lnTo>
                <a:close/>
              </a:path>
            </a:pathLst>
          </a:custGeom>
          <a:solidFill>
            <a:srgbClr val="000000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Editable vector"/>
          <p:cNvSpPr/>
          <p:nvPr/>
        </p:nvSpPr>
        <p:spPr>
          <a:xfrm>
            <a:off x="2717545" y="1032002"/>
            <a:ext cx="719582" cy="127000"/>
          </a:xfrm>
          <a:custGeom>
            <a:avLst/>
            <a:gdLst/>
            <a:ahLst/>
            <a:cxnLst/>
            <a:rect l="0" t="0" r="r" b="b"/>
            <a:pathLst>
              <a:path w="719582" h="127000" fill="norm" stroke="0" extrusionOk="0">
                <a:moveTo>
                  <a:pt x="0" y="50800"/>
                </a:moveTo>
                <a:lnTo>
                  <a:pt x="0" y="76200"/>
                </a:lnTo>
                <a:lnTo>
                  <a:pt x="668782" y="76200"/>
                </a:lnTo>
                <a:lnTo>
                  <a:pt x="668782" y="50800"/>
                </a:lnTo>
                <a:close/>
                <a:moveTo>
                  <a:pt x="668782" y="63500"/>
                </a:moveTo>
                <a:lnTo>
                  <a:pt x="643382" y="0"/>
                </a:lnTo>
                <a:lnTo>
                  <a:pt x="719582" y="63500"/>
                </a:lnTo>
                <a:lnTo>
                  <a:pt x="643382" y="127000"/>
                </a:lnTo>
                <a:lnTo>
                  <a:pt x="668782" y="63500"/>
                </a:lnTo>
                <a:close/>
              </a:path>
            </a:pathLst>
          </a:custGeom>
          <a:solidFill>
            <a:srgbClr val="000000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1" name="Picture 9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66" y="213753"/>
            <a:ext cx="726998" cy="359905"/>
          </a:xfrm>
          <a:prstGeom prst="rect">
            <a:avLst/>
          </a:prstGeom>
        </p:spPr>
      </p:pic>
      <p:sp>
        <p:nvSpPr>
          <p:cNvPr id="92" name="Editable vector"/>
          <p:cNvSpPr/>
          <p:nvPr/>
        </p:nvSpPr>
        <p:spPr>
          <a:xfrm>
            <a:off x="205651" y="4189348"/>
            <a:ext cx="2736049" cy="998728"/>
          </a:xfrm>
          <a:custGeom>
            <a:avLst/>
            <a:gdLst/>
            <a:ahLst/>
            <a:cxnLst/>
            <a:rect l="0" t="0" r="r" b="b"/>
            <a:pathLst>
              <a:path w="2736050" h="998728" fill="norm" stroke="0" extrusionOk="0">
                <a:moveTo>
                  <a:pt x="0" y="81153"/>
                </a:moveTo>
                <a:cubicBezTo>
                  <a:pt x="0" y="36322"/>
                  <a:pt x="36335" y="0"/>
                  <a:pt x="81140" y="0"/>
                </a:cubicBezTo>
                <a:lnTo>
                  <a:pt x="2654897" y="0"/>
                </a:lnTo>
                <a:cubicBezTo>
                  <a:pt x="2699728" y="0"/>
                  <a:pt x="2736050" y="36322"/>
                  <a:pt x="2736050" y="81153"/>
                </a:cubicBezTo>
                <a:lnTo>
                  <a:pt x="2736050" y="917702"/>
                </a:lnTo>
                <a:cubicBezTo>
                  <a:pt x="2736050" y="962406"/>
                  <a:pt x="2699728" y="998728"/>
                  <a:pt x="2654897" y="998728"/>
                </a:cubicBezTo>
                <a:lnTo>
                  <a:pt x="81140" y="998728"/>
                </a:lnTo>
                <a:cubicBezTo>
                  <a:pt x="36335" y="998728"/>
                  <a:pt x="0" y="962406"/>
                  <a:pt x="0" y="917702"/>
                </a:cubicBezTo>
                <a:lnTo>
                  <a:pt x="0" y="81153"/>
                </a:lnTo>
                <a:close/>
              </a:path>
            </a:pathLst>
          </a:custGeom>
          <a:solidFill>
            <a:srgbClr val="00488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Editable vector"/>
          <p:cNvSpPr/>
          <p:nvPr/>
        </p:nvSpPr>
        <p:spPr>
          <a:xfrm>
            <a:off x="1041438" y="4797679"/>
            <a:ext cx="1115529" cy="7619"/>
          </a:xfrm>
          <a:custGeom>
            <a:avLst/>
            <a:gdLst/>
            <a:ahLst/>
            <a:cxnLst/>
            <a:rect l="0" t="0" r="r" b="b"/>
            <a:pathLst>
              <a:path w="1115530" h="7620" fill="norm" stroke="0" extrusionOk="0">
                <a:moveTo>
                  <a:pt x="0" y="0"/>
                </a:moveTo>
                <a:lnTo>
                  <a:pt x="557746" y="0"/>
                </a:lnTo>
                <a:lnTo>
                  <a:pt x="1115530" y="0"/>
                </a:lnTo>
                <a:lnTo>
                  <a:pt x="1115530" y="7620"/>
                </a:lnTo>
                <a:lnTo>
                  <a:pt x="557746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7" name="Picture 9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372" y="4242765"/>
            <a:ext cx="2540507" cy="420674"/>
          </a:xfrm>
          <a:prstGeom prst="rect">
            <a:avLst/>
          </a:prstGeom>
        </p:spPr>
      </p:pic>
      <p:pic>
        <p:nvPicPr>
          <p:cNvPr id="98" name="Picture 9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" y="4286999"/>
            <a:ext cx="2353055" cy="368820"/>
          </a:xfrm>
          <a:prstGeom prst="rect">
            <a:avLst/>
          </a:prstGeom>
        </p:spPr>
      </p:pic>
      <p:sp>
        <p:nvSpPr>
          <p:cNvPr id="99" name="Editable vector"/>
          <p:cNvSpPr/>
          <p:nvPr/>
        </p:nvSpPr>
        <p:spPr>
          <a:xfrm>
            <a:off x="363016" y="4295394"/>
            <a:ext cx="2437460" cy="318642"/>
          </a:xfrm>
          <a:custGeom>
            <a:avLst/>
            <a:gdLst/>
            <a:ahLst/>
            <a:cxnLst/>
            <a:rect l="0" t="0" r="r" b="b"/>
            <a:pathLst>
              <a:path w="2437460" h="318643" fill="norm" stroke="0" extrusionOk="0">
                <a:moveTo>
                  <a:pt x="0" y="159385"/>
                </a:moveTo>
                <a:cubicBezTo>
                  <a:pt x="0" y="71374"/>
                  <a:pt x="71311" y="0"/>
                  <a:pt x="159271" y="0"/>
                </a:cubicBezTo>
                <a:lnTo>
                  <a:pt x="2278202" y="0"/>
                </a:lnTo>
                <a:cubicBezTo>
                  <a:pt x="2366213" y="0"/>
                  <a:pt x="2437460" y="71374"/>
                  <a:pt x="2437460" y="159385"/>
                </a:cubicBezTo>
                <a:cubicBezTo>
                  <a:pt x="2437460" y="247269"/>
                  <a:pt x="2366213" y="318643"/>
                  <a:pt x="2278202" y="318643"/>
                </a:cubicBezTo>
                <a:lnTo>
                  <a:pt x="159271" y="318643"/>
                </a:lnTo>
                <a:cubicBezTo>
                  <a:pt x="71311" y="318643"/>
                  <a:pt x="0" y="247269"/>
                  <a:pt x="0" y="159385"/>
                </a:cubicBezTo>
                <a:close/>
              </a:path>
            </a:pathLst>
          </a:custGeom>
          <a:solidFill>
            <a:srgbClr val="1C0C6E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Editable vector"/>
          <p:cNvSpPr/>
          <p:nvPr/>
        </p:nvSpPr>
        <p:spPr>
          <a:xfrm>
            <a:off x="9242552" y="1928367"/>
            <a:ext cx="2735071" cy="966470"/>
          </a:xfrm>
          <a:custGeom>
            <a:avLst/>
            <a:gdLst/>
            <a:ahLst/>
            <a:cxnLst/>
            <a:rect l="0" t="0" r="r" b="b"/>
            <a:pathLst>
              <a:path w="2735072" h="966470" fill="norm" stroke="0" extrusionOk="0">
                <a:moveTo>
                  <a:pt x="0" y="78486"/>
                </a:moveTo>
                <a:cubicBezTo>
                  <a:pt x="0" y="35052"/>
                  <a:pt x="35179" y="0"/>
                  <a:pt x="78486" y="0"/>
                </a:cubicBezTo>
                <a:lnTo>
                  <a:pt x="2656586" y="0"/>
                </a:lnTo>
                <a:cubicBezTo>
                  <a:pt x="2699893" y="0"/>
                  <a:pt x="2735072" y="35052"/>
                  <a:pt x="2735072" y="78486"/>
                </a:cubicBezTo>
                <a:lnTo>
                  <a:pt x="2735072" y="887857"/>
                </a:lnTo>
                <a:cubicBezTo>
                  <a:pt x="2735072" y="931291"/>
                  <a:pt x="2699893" y="966470"/>
                  <a:pt x="2656586" y="966470"/>
                </a:cubicBezTo>
                <a:lnTo>
                  <a:pt x="78486" y="966470"/>
                </a:lnTo>
                <a:cubicBezTo>
                  <a:pt x="35179" y="966470"/>
                  <a:pt x="0" y="931291"/>
                  <a:pt x="0" y="887857"/>
                </a:cubicBezTo>
                <a:lnTo>
                  <a:pt x="0" y="78486"/>
                </a:lnTo>
                <a:close/>
              </a:path>
            </a:pathLst>
          </a:custGeom>
          <a:solidFill>
            <a:srgbClr val="2CE0B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Editable vector"/>
          <p:cNvSpPr/>
          <p:nvPr/>
        </p:nvSpPr>
        <p:spPr>
          <a:xfrm>
            <a:off x="10195432" y="2536825"/>
            <a:ext cx="454152" cy="7619"/>
          </a:xfrm>
          <a:custGeom>
            <a:avLst/>
            <a:gdLst/>
            <a:ahLst/>
            <a:cxnLst/>
            <a:rect l="0" t="0" r="r" b="b"/>
            <a:pathLst>
              <a:path w="454152" h="7620" fill="norm" stroke="0" extrusionOk="0">
                <a:moveTo>
                  <a:pt x="0" y="0"/>
                </a:moveTo>
                <a:lnTo>
                  <a:pt x="454152" y="0"/>
                </a:lnTo>
                <a:lnTo>
                  <a:pt x="454152" y="7620"/>
                </a:lnTo>
                <a:lnTo>
                  <a:pt x="0" y="7620"/>
                </a:lnTo>
                <a:close/>
              </a:path>
            </a:pathLst>
          </a:custGeom>
          <a:solidFill>
            <a:srgbClr val="006DD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6" name="Picture 10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1264" y="1981149"/>
            <a:ext cx="2523744" cy="420674"/>
          </a:xfrm>
          <a:prstGeom prst="rect">
            <a:avLst/>
          </a:prstGeom>
        </p:spPr>
      </p:pic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95104" y="2025383"/>
            <a:ext cx="2034540" cy="368820"/>
          </a:xfrm>
          <a:prstGeom prst="rect">
            <a:avLst/>
          </a:prstGeom>
        </p:spPr>
      </p:pic>
      <p:sp>
        <p:nvSpPr>
          <p:cNvPr id="108" name="Editable vector"/>
          <p:cNvSpPr/>
          <p:nvPr/>
        </p:nvSpPr>
        <p:spPr>
          <a:xfrm>
            <a:off x="9404477" y="2034413"/>
            <a:ext cx="2421128" cy="318515"/>
          </a:xfrm>
          <a:custGeom>
            <a:avLst/>
            <a:gdLst/>
            <a:ahLst/>
            <a:cxnLst/>
            <a:rect l="0" t="0" r="r" b="b"/>
            <a:pathLst>
              <a:path w="2421128" h="318516" fill="norm" stroke="0" extrusionOk="0">
                <a:moveTo>
                  <a:pt x="0" y="159258"/>
                </a:moveTo>
                <a:cubicBezTo>
                  <a:pt x="0" y="71374"/>
                  <a:pt x="71247" y="0"/>
                  <a:pt x="159258" y="0"/>
                </a:cubicBezTo>
                <a:lnTo>
                  <a:pt x="2261870" y="0"/>
                </a:lnTo>
                <a:cubicBezTo>
                  <a:pt x="2349881" y="0"/>
                  <a:pt x="2421128" y="71374"/>
                  <a:pt x="2421128" y="159258"/>
                </a:cubicBezTo>
                <a:cubicBezTo>
                  <a:pt x="2421128" y="247269"/>
                  <a:pt x="2349881" y="318516"/>
                  <a:pt x="2261870" y="318516"/>
                </a:cubicBezTo>
                <a:lnTo>
                  <a:pt x="159258" y="318516"/>
                </a:lnTo>
                <a:cubicBezTo>
                  <a:pt x="71247" y="318516"/>
                  <a:pt x="0" y="247269"/>
                  <a:pt x="0" y="159258"/>
                </a:cubicBezTo>
                <a:close/>
              </a:path>
            </a:pathLst>
          </a:custGeom>
          <a:solidFill>
            <a:srgbClr val="1C0C6E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Editable vector"/>
          <p:cNvSpPr/>
          <p:nvPr/>
        </p:nvSpPr>
        <p:spPr>
          <a:xfrm>
            <a:off x="9242552" y="3244341"/>
            <a:ext cx="2735071" cy="966470"/>
          </a:xfrm>
          <a:custGeom>
            <a:avLst/>
            <a:gdLst/>
            <a:ahLst/>
            <a:cxnLst/>
            <a:rect l="0" t="0" r="r" b="b"/>
            <a:pathLst>
              <a:path w="2735072" h="966470" fill="norm" stroke="0" extrusionOk="0">
                <a:moveTo>
                  <a:pt x="0" y="78486"/>
                </a:moveTo>
                <a:cubicBezTo>
                  <a:pt x="0" y="35179"/>
                  <a:pt x="35179" y="0"/>
                  <a:pt x="78486" y="0"/>
                </a:cubicBezTo>
                <a:lnTo>
                  <a:pt x="2656586" y="0"/>
                </a:lnTo>
                <a:cubicBezTo>
                  <a:pt x="2699893" y="0"/>
                  <a:pt x="2735072" y="35179"/>
                  <a:pt x="2735072" y="78486"/>
                </a:cubicBezTo>
                <a:lnTo>
                  <a:pt x="2735072" y="887984"/>
                </a:lnTo>
                <a:cubicBezTo>
                  <a:pt x="2735072" y="931291"/>
                  <a:pt x="2699893" y="966470"/>
                  <a:pt x="2656586" y="966470"/>
                </a:cubicBezTo>
                <a:lnTo>
                  <a:pt x="78486" y="966470"/>
                </a:lnTo>
                <a:cubicBezTo>
                  <a:pt x="35179" y="966470"/>
                  <a:pt x="0" y="931291"/>
                  <a:pt x="0" y="887984"/>
                </a:cubicBezTo>
                <a:lnTo>
                  <a:pt x="0" y="78486"/>
                </a:lnTo>
                <a:close/>
              </a:path>
            </a:pathLst>
          </a:custGeom>
          <a:solidFill>
            <a:srgbClr val="2CE0B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Editable vector"/>
          <p:cNvSpPr/>
          <p:nvPr/>
        </p:nvSpPr>
        <p:spPr>
          <a:xfrm>
            <a:off x="9655429" y="3855592"/>
            <a:ext cx="556259" cy="7620"/>
          </a:xfrm>
          <a:custGeom>
            <a:avLst/>
            <a:gdLst/>
            <a:ahLst/>
            <a:cxnLst/>
            <a:rect l="0" t="0" r="r" b="b"/>
            <a:pathLst>
              <a:path w="556260" h="7620" fill="norm" stroke="0" extrusionOk="0">
                <a:moveTo>
                  <a:pt x="0" y="0"/>
                </a:moveTo>
                <a:lnTo>
                  <a:pt x="556260" y="0"/>
                </a:lnTo>
                <a:lnTo>
                  <a:pt x="556260" y="7620"/>
                </a:lnTo>
                <a:lnTo>
                  <a:pt x="0" y="7620"/>
                </a:lnTo>
                <a:close/>
              </a:path>
            </a:pathLst>
          </a:custGeom>
          <a:solidFill>
            <a:srgbClr val="006DD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5" name="Picture 1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51264" y="3296361"/>
            <a:ext cx="2523744" cy="420674"/>
          </a:xfrm>
          <a:prstGeom prst="rect">
            <a:avLst/>
          </a:prstGeom>
        </p:spPr>
      </p:pic>
      <p:pic>
        <p:nvPicPr>
          <p:cNvPr id="116" name="Picture 1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77983" y="3342119"/>
            <a:ext cx="1668779" cy="368820"/>
          </a:xfrm>
          <a:prstGeom prst="rect">
            <a:avLst/>
          </a:prstGeom>
        </p:spPr>
      </p:pic>
      <p:sp>
        <p:nvSpPr>
          <p:cNvPr id="117" name="Editable vector"/>
          <p:cNvSpPr/>
          <p:nvPr/>
        </p:nvSpPr>
        <p:spPr>
          <a:xfrm>
            <a:off x="9404477" y="3350514"/>
            <a:ext cx="2421128" cy="318515"/>
          </a:xfrm>
          <a:custGeom>
            <a:avLst/>
            <a:gdLst/>
            <a:ahLst/>
            <a:cxnLst/>
            <a:rect l="0" t="0" r="r" b="b"/>
            <a:pathLst>
              <a:path w="2421128" h="318516" fill="norm" stroke="0" extrusionOk="0">
                <a:moveTo>
                  <a:pt x="0" y="159258"/>
                </a:moveTo>
                <a:cubicBezTo>
                  <a:pt x="0" y="71247"/>
                  <a:pt x="71247" y="0"/>
                  <a:pt x="159258" y="0"/>
                </a:cubicBezTo>
                <a:lnTo>
                  <a:pt x="2261870" y="0"/>
                </a:lnTo>
                <a:cubicBezTo>
                  <a:pt x="2349881" y="0"/>
                  <a:pt x="2421128" y="71247"/>
                  <a:pt x="2421128" y="159258"/>
                </a:cubicBezTo>
                <a:cubicBezTo>
                  <a:pt x="2421128" y="247142"/>
                  <a:pt x="2349881" y="318516"/>
                  <a:pt x="2261870" y="318516"/>
                </a:cubicBezTo>
                <a:lnTo>
                  <a:pt x="159258" y="318516"/>
                </a:lnTo>
                <a:cubicBezTo>
                  <a:pt x="71247" y="318516"/>
                  <a:pt x="0" y="247142"/>
                  <a:pt x="0" y="159258"/>
                </a:cubicBezTo>
                <a:close/>
              </a:path>
            </a:pathLst>
          </a:custGeom>
          <a:solidFill>
            <a:srgbClr val="1C0C6E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Editable vector"/>
          <p:cNvSpPr/>
          <p:nvPr/>
        </p:nvSpPr>
        <p:spPr>
          <a:xfrm>
            <a:off x="9242552" y="4325873"/>
            <a:ext cx="2735071" cy="1013205"/>
          </a:xfrm>
          <a:custGeom>
            <a:avLst/>
            <a:gdLst/>
            <a:ahLst/>
            <a:cxnLst/>
            <a:rect l="0" t="0" r="r" b="b"/>
            <a:pathLst>
              <a:path w="2735072" h="1013206" fill="norm" stroke="0" extrusionOk="0">
                <a:moveTo>
                  <a:pt x="0" y="82296"/>
                </a:moveTo>
                <a:cubicBezTo>
                  <a:pt x="0" y="36830"/>
                  <a:pt x="36830" y="0"/>
                  <a:pt x="82296" y="0"/>
                </a:cubicBezTo>
                <a:lnTo>
                  <a:pt x="2652776" y="0"/>
                </a:lnTo>
                <a:cubicBezTo>
                  <a:pt x="2698242" y="0"/>
                  <a:pt x="2735072" y="36830"/>
                  <a:pt x="2735072" y="82296"/>
                </a:cubicBezTo>
                <a:lnTo>
                  <a:pt x="2735072" y="930910"/>
                </a:lnTo>
                <a:cubicBezTo>
                  <a:pt x="2735072" y="976376"/>
                  <a:pt x="2698242" y="1013206"/>
                  <a:pt x="2652776" y="1013206"/>
                </a:cubicBezTo>
                <a:lnTo>
                  <a:pt x="82296" y="1013206"/>
                </a:lnTo>
                <a:cubicBezTo>
                  <a:pt x="36830" y="1013206"/>
                  <a:pt x="0" y="976376"/>
                  <a:pt x="0" y="930910"/>
                </a:cubicBezTo>
                <a:lnTo>
                  <a:pt x="0" y="82296"/>
                </a:lnTo>
                <a:close/>
              </a:path>
            </a:pathLst>
          </a:custGeom>
          <a:solidFill>
            <a:srgbClr val="2CE0B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Editable vector"/>
          <p:cNvSpPr/>
          <p:nvPr/>
        </p:nvSpPr>
        <p:spPr>
          <a:xfrm>
            <a:off x="11002771" y="4955920"/>
            <a:ext cx="489204" cy="7620"/>
          </a:xfrm>
          <a:custGeom>
            <a:avLst/>
            <a:gdLst/>
            <a:ahLst/>
            <a:cxnLst/>
            <a:rect l="0" t="0" r="r" b="b"/>
            <a:pathLst>
              <a:path w="489204" h="7620" fill="norm" stroke="0" extrusionOk="0">
                <a:moveTo>
                  <a:pt x="0" y="0"/>
                </a:moveTo>
                <a:lnTo>
                  <a:pt x="489204" y="0"/>
                </a:lnTo>
                <a:lnTo>
                  <a:pt x="489204" y="7620"/>
                </a:lnTo>
                <a:lnTo>
                  <a:pt x="0" y="7620"/>
                </a:lnTo>
                <a:close/>
              </a:path>
            </a:pathLst>
          </a:custGeom>
          <a:solidFill>
            <a:srgbClr val="006DD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4" name="Picture 1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51264" y="4378401"/>
            <a:ext cx="2523744" cy="420674"/>
          </a:xfrm>
          <a:prstGeom prst="rect">
            <a:avLst/>
          </a:prstGeom>
        </p:spPr>
      </p:pic>
      <p:pic>
        <p:nvPicPr>
          <p:cNvPr id="125" name="Picture 1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03307" y="4424159"/>
            <a:ext cx="1816607" cy="368820"/>
          </a:xfrm>
          <a:prstGeom prst="rect">
            <a:avLst/>
          </a:prstGeom>
        </p:spPr>
      </p:pic>
      <p:sp>
        <p:nvSpPr>
          <p:cNvPr id="126" name="Editable vector"/>
          <p:cNvSpPr/>
          <p:nvPr/>
        </p:nvSpPr>
        <p:spPr>
          <a:xfrm>
            <a:off x="9404477" y="4432045"/>
            <a:ext cx="2421128" cy="318389"/>
          </a:xfrm>
          <a:custGeom>
            <a:avLst/>
            <a:gdLst/>
            <a:ahLst/>
            <a:cxnLst/>
            <a:rect l="0" t="0" r="r" b="b"/>
            <a:pathLst>
              <a:path w="2421128" h="318389" fill="norm" stroke="0" extrusionOk="0">
                <a:moveTo>
                  <a:pt x="0" y="159131"/>
                </a:moveTo>
                <a:cubicBezTo>
                  <a:pt x="0" y="71247"/>
                  <a:pt x="71247" y="0"/>
                  <a:pt x="159258" y="0"/>
                </a:cubicBezTo>
                <a:lnTo>
                  <a:pt x="2261870" y="0"/>
                </a:lnTo>
                <a:cubicBezTo>
                  <a:pt x="2349881" y="0"/>
                  <a:pt x="2421128" y="71247"/>
                  <a:pt x="2421128" y="159131"/>
                </a:cubicBezTo>
                <a:cubicBezTo>
                  <a:pt x="2421128" y="247142"/>
                  <a:pt x="2349881" y="318389"/>
                  <a:pt x="2261870" y="318389"/>
                </a:cubicBezTo>
                <a:lnTo>
                  <a:pt x="159258" y="318389"/>
                </a:lnTo>
                <a:cubicBezTo>
                  <a:pt x="71247" y="318389"/>
                  <a:pt x="0" y="247142"/>
                  <a:pt x="0" y="159131"/>
                </a:cubicBezTo>
                <a:close/>
              </a:path>
            </a:pathLst>
          </a:custGeom>
          <a:solidFill>
            <a:srgbClr val="1C0C6E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Editable vector"/>
          <p:cNvSpPr/>
          <p:nvPr/>
        </p:nvSpPr>
        <p:spPr>
          <a:xfrm>
            <a:off x="3224910" y="4502784"/>
            <a:ext cx="2735072" cy="1013206"/>
          </a:xfrm>
          <a:custGeom>
            <a:avLst/>
            <a:gdLst/>
            <a:ahLst/>
            <a:cxnLst/>
            <a:rect l="0" t="0" r="r" b="b"/>
            <a:pathLst>
              <a:path w="2735072" h="1013206" fill="norm" stroke="0" extrusionOk="0">
                <a:moveTo>
                  <a:pt x="0" y="82296"/>
                </a:moveTo>
                <a:cubicBezTo>
                  <a:pt x="0" y="36830"/>
                  <a:pt x="36957" y="0"/>
                  <a:pt x="82423" y="0"/>
                </a:cubicBezTo>
                <a:lnTo>
                  <a:pt x="2652776" y="0"/>
                </a:lnTo>
                <a:cubicBezTo>
                  <a:pt x="2698242" y="0"/>
                  <a:pt x="2735072" y="36830"/>
                  <a:pt x="2735072" y="82296"/>
                </a:cubicBezTo>
                <a:lnTo>
                  <a:pt x="2735072" y="930910"/>
                </a:lnTo>
                <a:cubicBezTo>
                  <a:pt x="2735072" y="976376"/>
                  <a:pt x="2698242" y="1013206"/>
                  <a:pt x="2652776" y="1013206"/>
                </a:cubicBezTo>
                <a:lnTo>
                  <a:pt x="82423" y="1013206"/>
                </a:lnTo>
                <a:cubicBezTo>
                  <a:pt x="36957" y="1013206"/>
                  <a:pt x="0" y="976376"/>
                  <a:pt x="0" y="930910"/>
                </a:cubicBezTo>
                <a:lnTo>
                  <a:pt x="0" y="82296"/>
                </a:lnTo>
                <a:close/>
              </a:path>
            </a:pathLst>
          </a:custGeom>
          <a:solidFill>
            <a:srgbClr val="76BC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Editable vector"/>
          <p:cNvSpPr/>
          <p:nvPr/>
        </p:nvSpPr>
        <p:spPr>
          <a:xfrm>
            <a:off x="3449701" y="5107940"/>
            <a:ext cx="254508" cy="7619"/>
          </a:xfrm>
          <a:custGeom>
            <a:avLst/>
            <a:gdLst/>
            <a:ahLst/>
            <a:cxnLst/>
            <a:rect l="0" t="0" r="r" b="b"/>
            <a:pathLst>
              <a:path w="254508" h="7620" fill="norm" stroke="0" extrusionOk="0">
                <a:moveTo>
                  <a:pt x="0" y="0"/>
                </a:moveTo>
                <a:lnTo>
                  <a:pt x="254508" y="0"/>
                </a:lnTo>
                <a:lnTo>
                  <a:pt x="254508" y="7620"/>
                </a:lnTo>
                <a:lnTo>
                  <a:pt x="0" y="762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3" name="Picture 13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332988" y="4555185"/>
            <a:ext cx="2516123" cy="420674"/>
          </a:xfrm>
          <a:prstGeom prst="rect">
            <a:avLst/>
          </a:prstGeom>
        </p:spPr>
      </p:pic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717035" y="4600943"/>
            <a:ext cx="1749552" cy="368820"/>
          </a:xfrm>
          <a:prstGeom prst="rect">
            <a:avLst/>
          </a:prstGeom>
        </p:spPr>
      </p:pic>
      <p:sp>
        <p:nvSpPr>
          <p:cNvPr id="135" name="Editable vector"/>
          <p:cNvSpPr/>
          <p:nvPr/>
        </p:nvSpPr>
        <p:spPr>
          <a:xfrm>
            <a:off x="3386835" y="4608829"/>
            <a:ext cx="2413508" cy="318515"/>
          </a:xfrm>
          <a:custGeom>
            <a:avLst/>
            <a:gdLst/>
            <a:ahLst/>
            <a:cxnLst/>
            <a:rect l="0" t="0" r="r" b="b"/>
            <a:pathLst>
              <a:path w="2413508" h="318516" fill="norm" stroke="0" extrusionOk="0">
                <a:moveTo>
                  <a:pt x="0" y="159258"/>
                </a:moveTo>
                <a:cubicBezTo>
                  <a:pt x="0" y="71374"/>
                  <a:pt x="71374" y="0"/>
                  <a:pt x="159258" y="0"/>
                </a:cubicBezTo>
                <a:lnTo>
                  <a:pt x="2254250" y="0"/>
                </a:lnTo>
                <a:cubicBezTo>
                  <a:pt x="2342261" y="0"/>
                  <a:pt x="2413508" y="71374"/>
                  <a:pt x="2413508" y="159258"/>
                </a:cubicBezTo>
                <a:cubicBezTo>
                  <a:pt x="2413508" y="247269"/>
                  <a:pt x="2342261" y="318516"/>
                  <a:pt x="2254250" y="318516"/>
                </a:cubicBezTo>
                <a:lnTo>
                  <a:pt x="159258" y="318516"/>
                </a:lnTo>
                <a:cubicBezTo>
                  <a:pt x="71374" y="318516"/>
                  <a:pt x="0" y="247269"/>
                  <a:pt x="0" y="159258"/>
                </a:cubicBezTo>
                <a:close/>
              </a:path>
            </a:pathLst>
          </a:custGeom>
          <a:solidFill>
            <a:srgbClr val="1C0C6E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Editable vector"/>
          <p:cNvSpPr/>
          <p:nvPr/>
        </p:nvSpPr>
        <p:spPr>
          <a:xfrm>
            <a:off x="6234176" y="1921002"/>
            <a:ext cx="2735071" cy="1009522"/>
          </a:xfrm>
          <a:custGeom>
            <a:avLst/>
            <a:gdLst/>
            <a:ahLst/>
            <a:cxnLst/>
            <a:rect l="0" t="0" r="r" b="b"/>
            <a:pathLst>
              <a:path w="2735072" h="1009523" fill="norm" stroke="0" extrusionOk="0">
                <a:moveTo>
                  <a:pt x="0" y="81915"/>
                </a:moveTo>
                <a:cubicBezTo>
                  <a:pt x="0" y="36703"/>
                  <a:pt x="36703" y="0"/>
                  <a:pt x="82042" y="0"/>
                </a:cubicBezTo>
                <a:lnTo>
                  <a:pt x="2653157" y="0"/>
                </a:lnTo>
                <a:cubicBezTo>
                  <a:pt x="2698369" y="0"/>
                  <a:pt x="2735072" y="36703"/>
                  <a:pt x="2735072" y="81915"/>
                </a:cubicBezTo>
                <a:lnTo>
                  <a:pt x="2735072" y="927481"/>
                </a:lnTo>
                <a:cubicBezTo>
                  <a:pt x="2735072" y="972820"/>
                  <a:pt x="2698369" y="1009523"/>
                  <a:pt x="2653157" y="1009523"/>
                </a:cubicBezTo>
                <a:lnTo>
                  <a:pt x="82042" y="1009523"/>
                </a:lnTo>
                <a:cubicBezTo>
                  <a:pt x="36703" y="1009523"/>
                  <a:pt x="0" y="972820"/>
                  <a:pt x="0" y="927481"/>
                </a:cubicBezTo>
                <a:lnTo>
                  <a:pt x="0" y="81915"/>
                </a:lnTo>
                <a:close/>
              </a:path>
            </a:pathLst>
          </a:custGeom>
          <a:solidFill>
            <a:srgbClr val="D1E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Editable vector"/>
          <p:cNvSpPr/>
          <p:nvPr/>
        </p:nvSpPr>
        <p:spPr>
          <a:xfrm>
            <a:off x="6485128" y="2668396"/>
            <a:ext cx="947928" cy="7620"/>
          </a:xfrm>
          <a:custGeom>
            <a:avLst/>
            <a:gdLst/>
            <a:ahLst/>
            <a:cxnLst/>
            <a:rect l="0" t="0" r="r" b="b"/>
            <a:pathLst>
              <a:path w="947928" h="7620" fill="norm" stroke="0" extrusionOk="0">
                <a:moveTo>
                  <a:pt x="0" y="0"/>
                </a:moveTo>
                <a:lnTo>
                  <a:pt x="473964" y="0"/>
                </a:lnTo>
                <a:lnTo>
                  <a:pt x="947928" y="0"/>
                </a:lnTo>
                <a:lnTo>
                  <a:pt x="947928" y="7620"/>
                </a:lnTo>
                <a:lnTo>
                  <a:pt x="473964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006DD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Editable vector"/>
          <p:cNvSpPr/>
          <p:nvPr/>
        </p:nvSpPr>
        <p:spPr>
          <a:xfrm>
            <a:off x="7498588" y="2668397"/>
            <a:ext cx="425195" cy="7619"/>
          </a:xfrm>
          <a:custGeom>
            <a:avLst/>
            <a:gdLst/>
            <a:ahLst/>
            <a:cxnLst/>
            <a:rect l="0" t="0" r="r" b="b"/>
            <a:pathLst>
              <a:path w="425196" h="7620" fill="norm" stroke="0" extrusionOk="0">
                <a:moveTo>
                  <a:pt x="0" y="0"/>
                </a:moveTo>
                <a:lnTo>
                  <a:pt x="425196" y="0"/>
                </a:lnTo>
                <a:lnTo>
                  <a:pt x="425196" y="7620"/>
                </a:lnTo>
                <a:lnTo>
                  <a:pt x="0" y="7620"/>
                </a:lnTo>
                <a:close/>
              </a:path>
            </a:pathLst>
          </a:custGeom>
          <a:solidFill>
            <a:srgbClr val="006DD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3" name="Picture 142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41364" y="1950669"/>
            <a:ext cx="2529840" cy="420674"/>
          </a:xfrm>
          <a:prstGeom prst="rect">
            <a:avLst/>
          </a:prstGeom>
        </p:spPr>
      </p:pic>
      <p:pic>
        <p:nvPicPr>
          <p:cNvPr id="144" name="Picture 143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15100" y="1996427"/>
            <a:ext cx="2179319" cy="368820"/>
          </a:xfrm>
          <a:prstGeom prst="rect">
            <a:avLst/>
          </a:prstGeom>
        </p:spPr>
      </p:pic>
      <p:sp>
        <p:nvSpPr>
          <p:cNvPr id="145" name="Editable vector"/>
          <p:cNvSpPr/>
          <p:nvPr/>
        </p:nvSpPr>
        <p:spPr>
          <a:xfrm>
            <a:off x="6394830" y="2004314"/>
            <a:ext cx="2427350" cy="318515"/>
          </a:xfrm>
          <a:custGeom>
            <a:avLst/>
            <a:gdLst/>
            <a:ahLst/>
            <a:cxnLst/>
            <a:rect l="0" t="0" r="r" b="b"/>
            <a:pathLst>
              <a:path w="2427351" h="318516" fill="norm" stroke="0" extrusionOk="0">
                <a:moveTo>
                  <a:pt x="0" y="159258"/>
                </a:moveTo>
                <a:cubicBezTo>
                  <a:pt x="0" y="71247"/>
                  <a:pt x="71247" y="0"/>
                  <a:pt x="159258" y="0"/>
                </a:cubicBezTo>
                <a:lnTo>
                  <a:pt x="2268093" y="0"/>
                </a:lnTo>
                <a:cubicBezTo>
                  <a:pt x="2355977" y="0"/>
                  <a:pt x="2427351" y="71247"/>
                  <a:pt x="2427351" y="159258"/>
                </a:cubicBezTo>
                <a:cubicBezTo>
                  <a:pt x="2427351" y="247142"/>
                  <a:pt x="2355977" y="318516"/>
                  <a:pt x="2268093" y="318516"/>
                </a:cubicBezTo>
                <a:lnTo>
                  <a:pt x="159258" y="318516"/>
                </a:lnTo>
                <a:cubicBezTo>
                  <a:pt x="71247" y="318516"/>
                  <a:pt x="0" y="247142"/>
                  <a:pt x="0" y="159258"/>
                </a:cubicBezTo>
                <a:close/>
              </a:path>
            </a:pathLst>
          </a:custGeom>
          <a:solidFill>
            <a:srgbClr val="1C0C6E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Editable vector"/>
          <p:cNvSpPr/>
          <p:nvPr/>
        </p:nvSpPr>
        <p:spPr>
          <a:xfrm>
            <a:off x="212166" y="3056254"/>
            <a:ext cx="2736011" cy="1035939"/>
          </a:xfrm>
          <a:custGeom>
            <a:avLst/>
            <a:gdLst/>
            <a:ahLst/>
            <a:cxnLst/>
            <a:rect l="0" t="0" r="r" b="b"/>
            <a:pathLst>
              <a:path w="2736012" h="1035939" fill="norm" stroke="0" extrusionOk="0">
                <a:moveTo>
                  <a:pt x="0" y="84074"/>
                </a:moveTo>
                <a:cubicBezTo>
                  <a:pt x="0" y="37592"/>
                  <a:pt x="37681" y="0"/>
                  <a:pt x="84176" y="0"/>
                </a:cubicBezTo>
                <a:lnTo>
                  <a:pt x="2651811" y="0"/>
                </a:lnTo>
                <a:cubicBezTo>
                  <a:pt x="2698293" y="0"/>
                  <a:pt x="2736012" y="37592"/>
                  <a:pt x="2736012" y="84074"/>
                </a:cubicBezTo>
                <a:lnTo>
                  <a:pt x="2736012" y="951865"/>
                </a:lnTo>
                <a:cubicBezTo>
                  <a:pt x="2736012" y="998347"/>
                  <a:pt x="2698293" y="1035939"/>
                  <a:pt x="2651811" y="1035939"/>
                </a:cubicBezTo>
                <a:lnTo>
                  <a:pt x="84176" y="1035939"/>
                </a:lnTo>
                <a:cubicBezTo>
                  <a:pt x="37681" y="1035939"/>
                  <a:pt x="0" y="998347"/>
                  <a:pt x="0" y="951865"/>
                </a:cubicBezTo>
                <a:lnTo>
                  <a:pt x="0" y="84074"/>
                </a:lnTo>
                <a:close/>
              </a:path>
            </a:pathLst>
          </a:custGeom>
          <a:solidFill>
            <a:srgbClr val="00488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Editable vector"/>
          <p:cNvSpPr/>
          <p:nvPr/>
        </p:nvSpPr>
        <p:spPr>
          <a:xfrm>
            <a:off x="879030" y="3663441"/>
            <a:ext cx="516636" cy="7620"/>
          </a:xfrm>
          <a:custGeom>
            <a:avLst/>
            <a:gdLst/>
            <a:ahLst/>
            <a:cxnLst/>
            <a:rect l="0" t="0" r="r" b="b"/>
            <a:pathLst>
              <a:path w="516636" h="7620" fill="norm" stroke="0" extrusionOk="0">
                <a:moveTo>
                  <a:pt x="0" y="0"/>
                </a:moveTo>
                <a:lnTo>
                  <a:pt x="516636" y="0"/>
                </a:lnTo>
                <a:lnTo>
                  <a:pt x="516636" y="7620"/>
                </a:lnTo>
                <a:lnTo>
                  <a:pt x="0" y="762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1" name="Picture 150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15468" y="3108909"/>
            <a:ext cx="2513076" cy="420674"/>
          </a:xfrm>
          <a:prstGeom prst="rect">
            <a:avLst/>
          </a:prstGeom>
        </p:spPr>
      </p:pic>
      <p:pic>
        <p:nvPicPr>
          <p:cNvPr id="152" name="Picture 151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34796" y="3154667"/>
            <a:ext cx="1074419" cy="368820"/>
          </a:xfrm>
          <a:prstGeom prst="rect">
            <a:avLst/>
          </a:prstGeom>
        </p:spPr>
      </p:pic>
      <p:sp>
        <p:nvSpPr>
          <p:cNvPr id="153" name="Editable vector"/>
          <p:cNvSpPr/>
          <p:nvPr/>
        </p:nvSpPr>
        <p:spPr>
          <a:xfrm>
            <a:off x="369519" y="3162300"/>
            <a:ext cx="2410891" cy="318515"/>
          </a:xfrm>
          <a:custGeom>
            <a:avLst/>
            <a:gdLst/>
            <a:ahLst/>
            <a:cxnLst/>
            <a:rect l="0" t="0" r="r" b="b"/>
            <a:pathLst>
              <a:path w="2410892" h="318516" fill="norm" stroke="0" extrusionOk="0">
                <a:moveTo>
                  <a:pt x="0" y="159258"/>
                </a:moveTo>
                <a:cubicBezTo>
                  <a:pt x="0" y="71374"/>
                  <a:pt x="71298" y="0"/>
                  <a:pt x="159258" y="0"/>
                </a:cubicBezTo>
                <a:lnTo>
                  <a:pt x="2251634" y="0"/>
                </a:lnTo>
                <a:cubicBezTo>
                  <a:pt x="2339645" y="0"/>
                  <a:pt x="2410892" y="71374"/>
                  <a:pt x="2410892" y="159258"/>
                </a:cubicBezTo>
                <a:cubicBezTo>
                  <a:pt x="2410892" y="247269"/>
                  <a:pt x="2339645" y="318516"/>
                  <a:pt x="2251634" y="318516"/>
                </a:cubicBezTo>
                <a:lnTo>
                  <a:pt x="159258" y="318516"/>
                </a:lnTo>
                <a:cubicBezTo>
                  <a:pt x="71298" y="318516"/>
                  <a:pt x="0" y="247269"/>
                  <a:pt x="0" y="159258"/>
                </a:cubicBezTo>
                <a:close/>
              </a:path>
            </a:pathLst>
          </a:custGeom>
          <a:solidFill>
            <a:srgbClr val="1C0C6E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Editable vector"/>
          <p:cNvSpPr/>
          <p:nvPr/>
        </p:nvSpPr>
        <p:spPr>
          <a:xfrm>
            <a:off x="3225926" y="1912111"/>
            <a:ext cx="2735072" cy="1009522"/>
          </a:xfrm>
          <a:custGeom>
            <a:avLst/>
            <a:gdLst/>
            <a:ahLst/>
            <a:cxnLst/>
            <a:rect l="0" t="0" r="r" b="b"/>
            <a:pathLst>
              <a:path w="2735072" h="1009523" fill="norm" stroke="0" extrusionOk="0">
                <a:moveTo>
                  <a:pt x="0" y="82042"/>
                </a:moveTo>
                <a:cubicBezTo>
                  <a:pt x="0" y="36703"/>
                  <a:pt x="36703" y="0"/>
                  <a:pt x="81915" y="0"/>
                </a:cubicBezTo>
                <a:lnTo>
                  <a:pt x="2653030" y="0"/>
                </a:lnTo>
                <a:cubicBezTo>
                  <a:pt x="2698369" y="0"/>
                  <a:pt x="2735072" y="36703"/>
                  <a:pt x="2735072" y="82042"/>
                </a:cubicBezTo>
                <a:lnTo>
                  <a:pt x="2735072" y="927608"/>
                </a:lnTo>
                <a:cubicBezTo>
                  <a:pt x="2735072" y="972820"/>
                  <a:pt x="2698369" y="1009523"/>
                  <a:pt x="2653030" y="1009523"/>
                </a:cubicBezTo>
                <a:lnTo>
                  <a:pt x="81915" y="1009523"/>
                </a:lnTo>
                <a:cubicBezTo>
                  <a:pt x="36703" y="1009523"/>
                  <a:pt x="0" y="972820"/>
                  <a:pt x="0" y="927608"/>
                </a:cubicBezTo>
                <a:lnTo>
                  <a:pt x="0" y="82042"/>
                </a:lnTo>
                <a:close/>
              </a:path>
            </a:pathLst>
          </a:custGeom>
          <a:solidFill>
            <a:srgbClr val="76BC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Editable vector"/>
          <p:cNvSpPr/>
          <p:nvPr/>
        </p:nvSpPr>
        <p:spPr>
          <a:xfrm>
            <a:off x="3944365" y="2634869"/>
            <a:ext cx="1607820" cy="7620"/>
          </a:xfrm>
          <a:custGeom>
            <a:avLst/>
            <a:gdLst/>
            <a:ahLst/>
            <a:cxnLst/>
            <a:rect l="0" t="0" r="r" b="b"/>
            <a:pathLst>
              <a:path w="1607820" h="7620" fill="norm" stroke="0" extrusionOk="0">
                <a:moveTo>
                  <a:pt x="0" y="0"/>
                </a:moveTo>
                <a:lnTo>
                  <a:pt x="535940" y="0"/>
                </a:lnTo>
                <a:lnTo>
                  <a:pt x="1071880" y="0"/>
                </a:lnTo>
                <a:lnTo>
                  <a:pt x="1607820" y="0"/>
                </a:lnTo>
                <a:lnTo>
                  <a:pt x="1607820" y="7620"/>
                </a:lnTo>
                <a:lnTo>
                  <a:pt x="1071880" y="7620"/>
                </a:lnTo>
                <a:lnTo>
                  <a:pt x="53594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1" name="Picture 160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332988" y="1938477"/>
            <a:ext cx="2516123" cy="420674"/>
          </a:xfrm>
          <a:prstGeom prst="rect">
            <a:avLst/>
          </a:prstGeom>
        </p:spPr>
      </p:pic>
      <p:pic>
        <p:nvPicPr>
          <p:cNvPr id="162" name="Picture 161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816096" y="1982711"/>
            <a:ext cx="1551432" cy="368820"/>
          </a:xfrm>
          <a:prstGeom prst="rect">
            <a:avLst/>
          </a:prstGeom>
        </p:spPr>
      </p:pic>
      <p:sp>
        <p:nvSpPr>
          <p:cNvPr id="163" name="Editable vector"/>
          <p:cNvSpPr/>
          <p:nvPr/>
        </p:nvSpPr>
        <p:spPr>
          <a:xfrm>
            <a:off x="3386835" y="1991740"/>
            <a:ext cx="2413508" cy="318643"/>
          </a:xfrm>
          <a:custGeom>
            <a:avLst/>
            <a:gdLst/>
            <a:ahLst/>
            <a:cxnLst/>
            <a:rect l="0" t="0" r="r" b="b"/>
            <a:pathLst>
              <a:path w="2413508" h="318643" fill="norm" stroke="0" extrusionOk="0">
                <a:moveTo>
                  <a:pt x="0" y="159258"/>
                </a:moveTo>
                <a:cubicBezTo>
                  <a:pt x="0" y="71374"/>
                  <a:pt x="71374" y="0"/>
                  <a:pt x="159258" y="0"/>
                </a:cubicBezTo>
                <a:lnTo>
                  <a:pt x="2254250" y="0"/>
                </a:lnTo>
                <a:cubicBezTo>
                  <a:pt x="2342261" y="0"/>
                  <a:pt x="2413508" y="71374"/>
                  <a:pt x="2413508" y="159258"/>
                </a:cubicBezTo>
                <a:cubicBezTo>
                  <a:pt x="2413508" y="247269"/>
                  <a:pt x="2342261" y="318643"/>
                  <a:pt x="2254250" y="318643"/>
                </a:cubicBezTo>
                <a:lnTo>
                  <a:pt x="159258" y="318643"/>
                </a:lnTo>
                <a:cubicBezTo>
                  <a:pt x="71374" y="318643"/>
                  <a:pt x="0" y="247269"/>
                  <a:pt x="0" y="159258"/>
                </a:cubicBezTo>
                <a:close/>
              </a:path>
            </a:pathLst>
          </a:custGeom>
          <a:solidFill>
            <a:srgbClr val="1C0C6E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Editable vector"/>
          <p:cNvSpPr/>
          <p:nvPr/>
        </p:nvSpPr>
        <p:spPr>
          <a:xfrm>
            <a:off x="3264915" y="3254121"/>
            <a:ext cx="909828" cy="7619"/>
          </a:xfrm>
          <a:custGeom>
            <a:avLst/>
            <a:gdLst/>
            <a:ahLst/>
            <a:cxnLst/>
            <a:rect l="0" t="0" r="r" b="b"/>
            <a:pathLst>
              <a:path w="909828" h="7620" fill="norm" stroke="0" extrusionOk="0">
                <a:moveTo>
                  <a:pt x="0" y="0"/>
                </a:moveTo>
                <a:lnTo>
                  <a:pt x="454914" y="0"/>
                </a:lnTo>
                <a:lnTo>
                  <a:pt x="909828" y="0"/>
                </a:lnTo>
                <a:lnTo>
                  <a:pt x="909828" y="7620"/>
                </a:lnTo>
                <a:lnTo>
                  <a:pt x="454914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Editable vector"/>
          <p:cNvSpPr/>
          <p:nvPr/>
        </p:nvSpPr>
        <p:spPr>
          <a:xfrm>
            <a:off x="4229608" y="3254120"/>
            <a:ext cx="630935" cy="7620"/>
          </a:xfrm>
          <a:custGeom>
            <a:avLst/>
            <a:gdLst/>
            <a:ahLst/>
            <a:cxnLst/>
            <a:rect l="0" t="0" r="r" b="b"/>
            <a:pathLst>
              <a:path w="630936" h="7620" fill="norm" stroke="0" extrusionOk="0">
                <a:moveTo>
                  <a:pt x="0" y="0"/>
                </a:moveTo>
                <a:lnTo>
                  <a:pt x="630936" y="0"/>
                </a:lnTo>
                <a:lnTo>
                  <a:pt x="630936" y="7620"/>
                </a:lnTo>
                <a:lnTo>
                  <a:pt x="0" y="762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Editable vector"/>
          <p:cNvSpPr/>
          <p:nvPr/>
        </p:nvSpPr>
        <p:spPr>
          <a:xfrm>
            <a:off x="4915408" y="3254121"/>
            <a:ext cx="821435" cy="7619"/>
          </a:xfrm>
          <a:custGeom>
            <a:avLst/>
            <a:gdLst/>
            <a:ahLst/>
            <a:cxnLst/>
            <a:rect l="0" t="0" r="r" b="b"/>
            <a:pathLst>
              <a:path w="821436" h="7620" fill="norm" stroke="0" extrusionOk="0">
                <a:moveTo>
                  <a:pt x="0" y="0"/>
                </a:moveTo>
                <a:lnTo>
                  <a:pt x="410718" y="0"/>
                </a:lnTo>
                <a:lnTo>
                  <a:pt x="821436" y="0"/>
                </a:lnTo>
                <a:lnTo>
                  <a:pt x="821436" y="7620"/>
                </a:lnTo>
                <a:lnTo>
                  <a:pt x="410718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Editable vector"/>
          <p:cNvSpPr/>
          <p:nvPr/>
        </p:nvSpPr>
        <p:spPr>
          <a:xfrm>
            <a:off x="7157211" y="3116326"/>
            <a:ext cx="556259" cy="7620"/>
          </a:xfrm>
          <a:custGeom>
            <a:avLst/>
            <a:gdLst/>
            <a:ahLst/>
            <a:cxnLst/>
            <a:rect l="0" t="0" r="r" b="b"/>
            <a:pathLst>
              <a:path w="556260" h="7620" fill="norm" stroke="0" extrusionOk="0">
                <a:moveTo>
                  <a:pt x="0" y="0"/>
                </a:moveTo>
                <a:lnTo>
                  <a:pt x="278130" y="0"/>
                </a:lnTo>
                <a:lnTo>
                  <a:pt x="556260" y="0"/>
                </a:lnTo>
                <a:lnTo>
                  <a:pt x="556260" y="7620"/>
                </a:lnTo>
                <a:lnTo>
                  <a:pt x="27813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2" name="Picture 171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131052" y="5676900"/>
            <a:ext cx="5894832" cy="420674"/>
          </a:xfrm>
          <a:prstGeom prst="rect">
            <a:avLst/>
          </a:prstGeom>
        </p:spPr>
      </p:pic>
      <p:pic>
        <p:nvPicPr>
          <p:cNvPr id="173" name="Picture 172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324343" y="5721095"/>
            <a:ext cx="3508247" cy="368820"/>
          </a:xfrm>
          <a:prstGeom prst="rect">
            <a:avLst/>
          </a:prstGeom>
        </p:spPr>
      </p:pic>
      <p:sp>
        <p:nvSpPr>
          <p:cNvPr id="174" name="Editable vector"/>
          <p:cNvSpPr/>
          <p:nvPr/>
        </p:nvSpPr>
        <p:spPr>
          <a:xfrm>
            <a:off x="6184646" y="5729655"/>
            <a:ext cx="5792977" cy="318579"/>
          </a:xfrm>
          <a:custGeom>
            <a:avLst/>
            <a:gdLst/>
            <a:ahLst/>
            <a:cxnLst/>
            <a:rect l="0" t="0" r="r" b="b"/>
            <a:pathLst>
              <a:path w="5792978" h="318580" fill="norm" stroke="0" extrusionOk="0">
                <a:moveTo>
                  <a:pt x="0" y="159283"/>
                </a:moveTo>
                <a:cubicBezTo>
                  <a:pt x="0" y="71310"/>
                  <a:pt x="71374" y="0"/>
                  <a:pt x="159258" y="0"/>
                </a:cubicBezTo>
                <a:lnTo>
                  <a:pt x="5633720" y="0"/>
                </a:lnTo>
                <a:cubicBezTo>
                  <a:pt x="5721604" y="0"/>
                  <a:pt x="5792978" y="71310"/>
                  <a:pt x="5792978" y="159283"/>
                </a:cubicBezTo>
                <a:cubicBezTo>
                  <a:pt x="5792978" y="247256"/>
                  <a:pt x="5721604" y="318580"/>
                  <a:pt x="5633720" y="318580"/>
                </a:cubicBezTo>
                <a:lnTo>
                  <a:pt x="159258" y="318580"/>
                </a:lnTo>
                <a:cubicBezTo>
                  <a:pt x="71374" y="318580"/>
                  <a:pt x="0" y="247256"/>
                  <a:pt x="0" y="159283"/>
                </a:cubicBezTo>
                <a:close/>
              </a:path>
            </a:pathLst>
          </a:custGeom>
          <a:solidFill>
            <a:srgbClr val="470BEC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7" name="Picture 176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58495" y="5679948"/>
            <a:ext cx="2837687" cy="420674"/>
          </a:xfrm>
          <a:prstGeom prst="rect">
            <a:avLst/>
          </a:prstGeom>
        </p:spPr>
      </p:pic>
      <p:pic>
        <p:nvPicPr>
          <p:cNvPr id="178" name="Picture 177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97408" y="5724143"/>
            <a:ext cx="1959864" cy="368820"/>
          </a:xfrm>
          <a:prstGeom prst="rect">
            <a:avLst/>
          </a:prstGeom>
        </p:spPr>
      </p:pic>
      <p:sp>
        <p:nvSpPr>
          <p:cNvPr id="179" name="Editable vector"/>
          <p:cNvSpPr/>
          <p:nvPr/>
        </p:nvSpPr>
        <p:spPr>
          <a:xfrm>
            <a:off x="212166" y="5732881"/>
            <a:ext cx="2736011" cy="318566"/>
          </a:xfrm>
          <a:custGeom>
            <a:avLst/>
            <a:gdLst/>
            <a:ahLst/>
            <a:cxnLst/>
            <a:rect l="0" t="0" r="r" b="b"/>
            <a:pathLst>
              <a:path w="2736012" h="318567" fill="norm" stroke="0" extrusionOk="0">
                <a:moveTo>
                  <a:pt x="0" y="159284"/>
                </a:moveTo>
                <a:cubicBezTo>
                  <a:pt x="0" y="71311"/>
                  <a:pt x="71310" y="0"/>
                  <a:pt x="159283" y="0"/>
                </a:cubicBezTo>
                <a:lnTo>
                  <a:pt x="2576754" y="0"/>
                </a:lnTo>
                <a:cubicBezTo>
                  <a:pt x="2664638" y="0"/>
                  <a:pt x="2736012" y="71311"/>
                  <a:pt x="2736012" y="159284"/>
                </a:cubicBezTo>
                <a:cubicBezTo>
                  <a:pt x="2736012" y="247257"/>
                  <a:pt x="2664638" y="318567"/>
                  <a:pt x="2576754" y="318567"/>
                </a:cubicBezTo>
                <a:lnTo>
                  <a:pt x="159283" y="318567"/>
                </a:lnTo>
                <a:cubicBezTo>
                  <a:pt x="71310" y="318567"/>
                  <a:pt x="0" y="247257"/>
                  <a:pt x="0" y="159284"/>
                </a:cubicBezTo>
                <a:close/>
              </a:path>
            </a:pathLst>
          </a:custGeom>
          <a:solidFill>
            <a:srgbClr val="470BEC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Editable vector"/>
          <p:cNvSpPr/>
          <p:nvPr/>
        </p:nvSpPr>
        <p:spPr>
          <a:xfrm>
            <a:off x="893025" y="6259855"/>
            <a:ext cx="498348" cy="7620"/>
          </a:xfrm>
          <a:custGeom>
            <a:avLst/>
            <a:gdLst/>
            <a:ahLst/>
            <a:cxnLst/>
            <a:rect l="0" t="0" r="r" b="b"/>
            <a:pathLst>
              <a:path w="498348" h="7620" fill="norm" stroke="0" extrusionOk="0">
                <a:moveTo>
                  <a:pt x="0" y="0"/>
                </a:moveTo>
                <a:lnTo>
                  <a:pt x="498348" y="0"/>
                </a:lnTo>
                <a:lnTo>
                  <a:pt x="498348" y="7620"/>
                </a:lnTo>
                <a:lnTo>
                  <a:pt x="0" y="762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4" name="Picture 183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171444" y="5676900"/>
            <a:ext cx="2837688" cy="420674"/>
          </a:xfrm>
          <a:prstGeom prst="rect">
            <a:avLst/>
          </a:prstGeom>
        </p:spPr>
      </p:pic>
      <p:pic>
        <p:nvPicPr>
          <p:cNvPr id="185" name="Picture 184" descr="imag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4165091" y="5721095"/>
            <a:ext cx="888504" cy="368820"/>
          </a:xfrm>
          <a:prstGeom prst="rect">
            <a:avLst/>
          </a:prstGeom>
        </p:spPr>
      </p:pic>
      <p:sp>
        <p:nvSpPr>
          <p:cNvPr id="186" name="Editable vector"/>
          <p:cNvSpPr/>
          <p:nvPr/>
        </p:nvSpPr>
        <p:spPr>
          <a:xfrm>
            <a:off x="3224910" y="5729655"/>
            <a:ext cx="2735072" cy="318579"/>
          </a:xfrm>
          <a:custGeom>
            <a:avLst/>
            <a:gdLst/>
            <a:ahLst/>
            <a:cxnLst/>
            <a:rect l="0" t="0" r="r" b="b"/>
            <a:pathLst>
              <a:path w="2735072" h="318580" fill="norm" stroke="0" extrusionOk="0">
                <a:moveTo>
                  <a:pt x="0" y="159283"/>
                </a:moveTo>
                <a:cubicBezTo>
                  <a:pt x="0" y="71310"/>
                  <a:pt x="71374" y="0"/>
                  <a:pt x="159385" y="0"/>
                </a:cubicBezTo>
                <a:lnTo>
                  <a:pt x="2575814" y="0"/>
                </a:lnTo>
                <a:cubicBezTo>
                  <a:pt x="2663825" y="0"/>
                  <a:pt x="2735072" y="71310"/>
                  <a:pt x="2735072" y="159283"/>
                </a:cubicBezTo>
                <a:cubicBezTo>
                  <a:pt x="2735072" y="247256"/>
                  <a:pt x="2663825" y="318580"/>
                  <a:pt x="2575814" y="318580"/>
                </a:cubicBezTo>
                <a:lnTo>
                  <a:pt x="159385" y="318580"/>
                </a:lnTo>
                <a:cubicBezTo>
                  <a:pt x="71374" y="318580"/>
                  <a:pt x="0" y="247256"/>
                  <a:pt x="0" y="159283"/>
                </a:cubicBezTo>
                <a:close/>
              </a:path>
            </a:pathLst>
          </a:custGeom>
          <a:solidFill>
            <a:srgbClr val="470BEC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Editable vector"/>
          <p:cNvSpPr/>
          <p:nvPr/>
        </p:nvSpPr>
        <p:spPr>
          <a:xfrm>
            <a:off x="3569589" y="6243828"/>
            <a:ext cx="1894332" cy="7619"/>
          </a:xfrm>
          <a:custGeom>
            <a:avLst/>
            <a:gdLst/>
            <a:ahLst/>
            <a:cxnLst/>
            <a:rect l="0" t="0" r="r" b="b"/>
            <a:pathLst>
              <a:path w="1894332" h="7620" fill="norm" stroke="0" extrusionOk="0">
                <a:moveTo>
                  <a:pt x="0" y="0"/>
                </a:moveTo>
                <a:lnTo>
                  <a:pt x="473583" y="0"/>
                </a:lnTo>
                <a:lnTo>
                  <a:pt x="947166" y="0"/>
                </a:lnTo>
                <a:lnTo>
                  <a:pt x="1420749" y="0"/>
                </a:lnTo>
                <a:lnTo>
                  <a:pt x="1894332" y="0"/>
                </a:lnTo>
                <a:lnTo>
                  <a:pt x="1894332" y="7620"/>
                </a:lnTo>
                <a:lnTo>
                  <a:pt x="1420749" y="7620"/>
                </a:lnTo>
                <a:lnTo>
                  <a:pt x="947166" y="7620"/>
                </a:lnTo>
                <a:lnTo>
                  <a:pt x="473583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Editable vector"/>
          <p:cNvSpPr/>
          <p:nvPr/>
        </p:nvSpPr>
        <p:spPr>
          <a:xfrm>
            <a:off x="10144886" y="6255334"/>
            <a:ext cx="195071" cy="7620"/>
          </a:xfrm>
          <a:custGeom>
            <a:avLst/>
            <a:gdLst/>
            <a:ahLst/>
            <a:cxnLst/>
            <a:rect l="0" t="0" r="r" b="b"/>
            <a:pathLst>
              <a:path w="195072" h="7620" fill="norm" stroke="0" extrusionOk="0">
                <a:moveTo>
                  <a:pt x="0" y="0"/>
                </a:moveTo>
                <a:lnTo>
                  <a:pt x="97536" y="0"/>
                </a:lnTo>
                <a:lnTo>
                  <a:pt x="195072" y="0"/>
                </a:lnTo>
                <a:lnTo>
                  <a:pt x="195072" y="7620"/>
                </a:lnTo>
                <a:lnTo>
                  <a:pt x="97536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Editable vector"/>
          <p:cNvSpPr/>
          <p:nvPr/>
        </p:nvSpPr>
        <p:spPr>
          <a:xfrm>
            <a:off x="10420731" y="6255334"/>
            <a:ext cx="199643" cy="7620"/>
          </a:xfrm>
          <a:custGeom>
            <a:avLst/>
            <a:gdLst/>
            <a:ahLst/>
            <a:cxnLst/>
            <a:rect l="0" t="0" r="r" b="b"/>
            <a:pathLst>
              <a:path w="199644" h="7620" fill="norm" stroke="0" extrusionOk="0">
                <a:moveTo>
                  <a:pt x="0" y="0"/>
                </a:moveTo>
                <a:lnTo>
                  <a:pt x="99822" y="0"/>
                </a:lnTo>
                <a:lnTo>
                  <a:pt x="199644" y="0"/>
                </a:lnTo>
                <a:lnTo>
                  <a:pt x="199644" y="7620"/>
                </a:lnTo>
                <a:lnTo>
                  <a:pt x="99822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Editable vector"/>
          <p:cNvSpPr/>
          <p:nvPr/>
        </p:nvSpPr>
        <p:spPr>
          <a:xfrm>
            <a:off x="3224910" y="3405632"/>
            <a:ext cx="2735072" cy="819658"/>
          </a:xfrm>
          <a:custGeom>
            <a:avLst/>
            <a:gdLst/>
            <a:ahLst/>
            <a:cxnLst/>
            <a:rect l="0" t="0" r="r" b="b"/>
            <a:pathLst>
              <a:path w="2735072" h="819658" fill="norm" stroke="0" extrusionOk="0">
                <a:moveTo>
                  <a:pt x="0" y="66548"/>
                </a:moveTo>
                <a:cubicBezTo>
                  <a:pt x="0" y="29845"/>
                  <a:pt x="29845" y="0"/>
                  <a:pt x="66675" y="0"/>
                </a:cubicBezTo>
                <a:lnTo>
                  <a:pt x="2668524" y="0"/>
                </a:lnTo>
                <a:cubicBezTo>
                  <a:pt x="2705354" y="0"/>
                  <a:pt x="2735072" y="29845"/>
                  <a:pt x="2735072" y="66548"/>
                </a:cubicBezTo>
                <a:lnTo>
                  <a:pt x="2735072" y="753110"/>
                </a:lnTo>
                <a:cubicBezTo>
                  <a:pt x="2735072" y="789813"/>
                  <a:pt x="2705354" y="819658"/>
                  <a:pt x="2668524" y="819658"/>
                </a:cubicBezTo>
                <a:lnTo>
                  <a:pt x="66675" y="819658"/>
                </a:lnTo>
                <a:cubicBezTo>
                  <a:pt x="29845" y="819658"/>
                  <a:pt x="0" y="789813"/>
                  <a:pt x="0" y="753110"/>
                </a:cubicBezTo>
                <a:lnTo>
                  <a:pt x="0" y="66548"/>
                </a:lnTo>
                <a:close/>
              </a:path>
            </a:pathLst>
          </a:custGeom>
          <a:solidFill>
            <a:srgbClr val="76BC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Editable vector"/>
          <p:cNvSpPr/>
          <p:nvPr/>
        </p:nvSpPr>
        <p:spPr>
          <a:xfrm>
            <a:off x="4185792" y="3999357"/>
            <a:ext cx="795528" cy="7620"/>
          </a:xfrm>
          <a:custGeom>
            <a:avLst/>
            <a:gdLst/>
            <a:ahLst/>
            <a:cxnLst/>
            <a:rect l="0" t="0" r="r" b="b"/>
            <a:pathLst>
              <a:path w="795528" h="7620" fill="norm" stroke="0" extrusionOk="0">
                <a:moveTo>
                  <a:pt x="0" y="0"/>
                </a:moveTo>
                <a:lnTo>
                  <a:pt x="397764" y="0"/>
                </a:lnTo>
                <a:lnTo>
                  <a:pt x="795528" y="0"/>
                </a:lnTo>
                <a:lnTo>
                  <a:pt x="795528" y="7620"/>
                </a:lnTo>
                <a:lnTo>
                  <a:pt x="397764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7" name="Picture 196" descr="image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3332988" y="3457905"/>
            <a:ext cx="2516123" cy="420674"/>
          </a:xfrm>
          <a:prstGeom prst="rect">
            <a:avLst/>
          </a:prstGeom>
        </p:spPr>
      </p:pic>
      <p:pic>
        <p:nvPicPr>
          <p:cNvPr id="198" name="Picture 197" descr="image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4011167" y="3503662"/>
            <a:ext cx="1161300" cy="368820"/>
          </a:xfrm>
          <a:prstGeom prst="rect">
            <a:avLst/>
          </a:prstGeom>
        </p:spPr>
      </p:pic>
      <p:sp>
        <p:nvSpPr>
          <p:cNvPr id="199" name="Editable vector"/>
          <p:cNvSpPr/>
          <p:nvPr/>
        </p:nvSpPr>
        <p:spPr>
          <a:xfrm>
            <a:off x="3386835" y="3511803"/>
            <a:ext cx="2413508" cy="318516"/>
          </a:xfrm>
          <a:custGeom>
            <a:avLst/>
            <a:gdLst/>
            <a:ahLst/>
            <a:cxnLst/>
            <a:rect l="0" t="0" r="r" b="b"/>
            <a:pathLst>
              <a:path w="2413508" h="318516" fill="norm" stroke="0" extrusionOk="0">
                <a:moveTo>
                  <a:pt x="0" y="159258"/>
                </a:moveTo>
                <a:cubicBezTo>
                  <a:pt x="0" y="71247"/>
                  <a:pt x="71374" y="0"/>
                  <a:pt x="159258" y="0"/>
                </a:cubicBezTo>
                <a:lnTo>
                  <a:pt x="2254250" y="0"/>
                </a:lnTo>
                <a:cubicBezTo>
                  <a:pt x="2342261" y="0"/>
                  <a:pt x="2413508" y="71247"/>
                  <a:pt x="2413508" y="159258"/>
                </a:cubicBezTo>
                <a:cubicBezTo>
                  <a:pt x="2413508" y="247142"/>
                  <a:pt x="2342261" y="318516"/>
                  <a:pt x="2254250" y="318516"/>
                </a:cubicBezTo>
                <a:lnTo>
                  <a:pt x="159258" y="318516"/>
                </a:lnTo>
                <a:cubicBezTo>
                  <a:pt x="71374" y="318516"/>
                  <a:pt x="0" y="247142"/>
                  <a:pt x="0" y="159258"/>
                </a:cubicBezTo>
                <a:close/>
              </a:path>
            </a:pathLst>
          </a:custGeom>
          <a:solidFill>
            <a:srgbClr val="1C0C6E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Editable vector"/>
          <p:cNvSpPr/>
          <p:nvPr/>
        </p:nvSpPr>
        <p:spPr>
          <a:xfrm>
            <a:off x="4214876" y="4421632"/>
            <a:ext cx="1388364" cy="7620"/>
          </a:xfrm>
          <a:custGeom>
            <a:avLst/>
            <a:gdLst/>
            <a:ahLst/>
            <a:cxnLst/>
            <a:rect l="0" t="0" r="r" b="b"/>
            <a:pathLst>
              <a:path w="1388364" h="7620" fill="norm" stroke="0" extrusionOk="0">
                <a:moveTo>
                  <a:pt x="0" y="0"/>
                </a:moveTo>
                <a:lnTo>
                  <a:pt x="694182" y="0"/>
                </a:lnTo>
                <a:lnTo>
                  <a:pt x="1388364" y="0"/>
                </a:lnTo>
                <a:lnTo>
                  <a:pt x="1388364" y="7620"/>
                </a:lnTo>
                <a:lnTo>
                  <a:pt x="694182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00488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Editable vector"/>
          <p:cNvSpPr/>
          <p:nvPr/>
        </p:nvSpPr>
        <p:spPr>
          <a:xfrm>
            <a:off x="5684011" y="4421631"/>
            <a:ext cx="263652" cy="7620"/>
          </a:xfrm>
          <a:custGeom>
            <a:avLst/>
            <a:gdLst/>
            <a:ahLst/>
            <a:cxnLst/>
            <a:rect l="0" t="0" r="r" b="b"/>
            <a:pathLst>
              <a:path w="263652" h="7620" fill="norm" stroke="0" extrusionOk="0">
                <a:moveTo>
                  <a:pt x="0" y="0"/>
                </a:moveTo>
                <a:lnTo>
                  <a:pt x="263652" y="0"/>
                </a:lnTo>
                <a:lnTo>
                  <a:pt x="263652" y="7620"/>
                </a:lnTo>
                <a:lnTo>
                  <a:pt x="0" y="7620"/>
                </a:lnTo>
                <a:close/>
              </a:path>
            </a:pathLst>
          </a:custGeom>
          <a:solidFill>
            <a:srgbClr val="00488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Editable vector"/>
          <p:cNvSpPr/>
          <p:nvPr/>
        </p:nvSpPr>
        <p:spPr>
          <a:xfrm>
            <a:off x="10156190" y="3080765"/>
            <a:ext cx="1763267" cy="7620"/>
          </a:xfrm>
          <a:custGeom>
            <a:avLst/>
            <a:gdLst/>
            <a:ahLst/>
            <a:cxnLst/>
            <a:rect l="0" t="0" r="r" b="b"/>
            <a:pathLst>
              <a:path w="1763268" h="7620" fill="norm" stroke="0" extrusionOk="0">
                <a:moveTo>
                  <a:pt x="0" y="0"/>
                </a:moveTo>
                <a:lnTo>
                  <a:pt x="587756" y="0"/>
                </a:lnTo>
                <a:lnTo>
                  <a:pt x="1175512" y="0"/>
                </a:lnTo>
                <a:lnTo>
                  <a:pt x="1763268" y="0"/>
                </a:lnTo>
                <a:lnTo>
                  <a:pt x="1763268" y="7620"/>
                </a:lnTo>
                <a:lnTo>
                  <a:pt x="1175512" y="7620"/>
                </a:lnTo>
                <a:lnTo>
                  <a:pt x="587756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Editable vector"/>
          <p:cNvSpPr/>
          <p:nvPr/>
        </p:nvSpPr>
        <p:spPr>
          <a:xfrm>
            <a:off x="3668776" y="5661075"/>
            <a:ext cx="1731264" cy="6096"/>
          </a:xfrm>
          <a:custGeom>
            <a:avLst/>
            <a:gdLst/>
            <a:ahLst/>
            <a:cxnLst/>
            <a:rect l="0" t="0" r="r" b="b"/>
            <a:pathLst>
              <a:path w="1731264" h="6096" fill="norm" stroke="0" extrusionOk="0">
                <a:moveTo>
                  <a:pt x="0" y="0"/>
                </a:moveTo>
                <a:lnTo>
                  <a:pt x="432816" y="0"/>
                </a:lnTo>
                <a:lnTo>
                  <a:pt x="865632" y="0"/>
                </a:lnTo>
                <a:lnTo>
                  <a:pt x="1298448" y="0"/>
                </a:lnTo>
                <a:lnTo>
                  <a:pt x="1731264" y="0"/>
                </a:lnTo>
                <a:lnTo>
                  <a:pt x="1731264" y="6096"/>
                </a:lnTo>
                <a:lnTo>
                  <a:pt x="1298448" y="6096"/>
                </a:lnTo>
                <a:lnTo>
                  <a:pt x="865632" y="6096"/>
                </a:lnTo>
                <a:lnTo>
                  <a:pt x="432816" y="6096"/>
                </a:lnTo>
                <a:lnTo>
                  <a:pt x="0" y="6096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Editable vector"/>
          <p:cNvSpPr/>
          <p:nvPr/>
        </p:nvSpPr>
        <p:spPr>
          <a:xfrm>
            <a:off x="218681" y="1923034"/>
            <a:ext cx="2735973" cy="1035938"/>
          </a:xfrm>
          <a:custGeom>
            <a:avLst/>
            <a:gdLst/>
            <a:ahLst/>
            <a:cxnLst/>
            <a:rect l="0" t="0" r="r" b="b"/>
            <a:pathLst>
              <a:path w="2735974" h="1035939" fill="norm" stroke="0" extrusionOk="0">
                <a:moveTo>
                  <a:pt x="0" y="84074"/>
                </a:moveTo>
                <a:cubicBezTo>
                  <a:pt x="0" y="37592"/>
                  <a:pt x="37681" y="0"/>
                  <a:pt x="84163" y="0"/>
                </a:cubicBezTo>
                <a:lnTo>
                  <a:pt x="2651773" y="0"/>
                </a:lnTo>
                <a:cubicBezTo>
                  <a:pt x="2698255" y="0"/>
                  <a:pt x="2735974" y="37592"/>
                  <a:pt x="2735974" y="84074"/>
                </a:cubicBezTo>
                <a:lnTo>
                  <a:pt x="2735974" y="951865"/>
                </a:lnTo>
                <a:cubicBezTo>
                  <a:pt x="2735974" y="998347"/>
                  <a:pt x="2698255" y="1035939"/>
                  <a:pt x="2651773" y="1035939"/>
                </a:cubicBezTo>
                <a:lnTo>
                  <a:pt x="84163" y="1035939"/>
                </a:lnTo>
                <a:cubicBezTo>
                  <a:pt x="37681" y="1035939"/>
                  <a:pt x="0" y="998347"/>
                  <a:pt x="0" y="951865"/>
                </a:cubicBezTo>
                <a:lnTo>
                  <a:pt x="0" y="84074"/>
                </a:lnTo>
                <a:close/>
              </a:path>
            </a:pathLst>
          </a:custGeom>
          <a:solidFill>
            <a:srgbClr val="00488D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Editable vector"/>
          <p:cNvSpPr/>
          <p:nvPr/>
        </p:nvSpPr>
        <p:spPr>
          <a:xfrm>
            <a:off x="458812" y="2530221"/>
            <a:ext cx="566927" cy="7619"/>
          </a:xfrm>
          <a:custGeom>
            <a:avLst/>
            <a:gdLst/>
            <a:ahLst/>
            <a:cxnLst/>
            <a:rect l="0" t="0" r="r" b="b"/>
            <a:pathLst>
              <a:path w="566928" h="7620" fill="norm" stroke="0" extrusionOk="0">
                <a:moveTo>
                  <a:pt x="0" y="0"/>
                </a:moveTo>
                <a:lnTo>
                  <a:pt x="566928" y="0"/>
                </a:lnTo>
                <a:lnTo>
                  <a:pt x="566928" y="7620"/>
                </a:lnTo>
                <a:lnTo>
                  <a:pt x="0" y="762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Editable vector"/>
          <p:cNvSpPr/>
          <p:nvPr/>
        </p:nvSpPr>
        <p:spPr>
          <a:xfrm>
            <a:off x="1518030" y="2667380"/>
            <a:ext cx="266700" cy="7620"/>
          </a:xfrm>
          <a:custGeom>
            <a:avLst/>
            <a:gdLst/>
            <a:ahLst/>
            <a:cxnLst/>
            <a:rect l="0" t="0" r="r" b="b"/>
            <a:pathLst>
              <a:path w="266700" h="7620" fill="norm" stroke="0" extrusionOk="0">
                <a:moveTo>
                  <a:pt x="0" y="0"/>
                </a:moveTo>
                <a:lnTo>
                  <a:pt x="266700" y="0"/>
                </a:lnTo>
                <a:lnTo>
                  <a:pt x="266700" y="7620"/>
                </a:lnTo>
                <a:lnTo>
                  <a:pt x="0" y="762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4" name="Picture 213" descr="image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323088" y="1975053"/>
            <a:ext cx="2513076" cy="420674"/>
          </a:xfrm>
          <a:prstGeom prst="rect">
            <a:avLst/>
          </a:prstGeom>
        </p:spPr>
      </p:pic>
      <p:pic>
        <p:nvPicPr>
          <p:cNvPr id="215" name="Picture 214" descr="image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789431" y="2020811"/>
            <a:ext cx="1578863" cy="368820"/>
          </a:xfrm>
          <a:prstGeom prst="rect">
            <a:avLst/>
          </a:prstGeom>
        </p:spPr>
      </p:pic>
      <p:sp>
        <p:nvSpPr>
          <p:cNvPr id="216" name="Editable vector"/>
          <p:cNvSpPr/>
          <p:nvPr/>
        </p:nvSpPr>
        <p:spPr>
          <a:xfrm>
            <a:off x="376034" y="2029078"/>
            <a:ext cx="2410980" cy="318516"/>
          </a:xfrm>
          <a:custGeom>
            <a:avLst/>
            <a:gdLst/>
            <a:ahLst/>
            <a:cxnLst/>
            <a:rect l="0" t="0" r="r" b="b"/>
            <a:pathLst>
              <a:path w="2410981" h="318516" fill="norm" stroke="0" extrusionOk="0">
                <a:moveTo>
                  <a:pt x="0" y="159258"/>
                </a:moveTo>
                <a:cubicBezTo>
                  <a:pt x="0" y="71374"/>
                  <a:pt x="71298" y="0"/>
                  <a:pt x="159258" y="0"/>
                </a:cubicBezTo>
                <a:lnTo>
                  <a:pt x="2251723" y="0"/>
                </a:lnTo>
                <a:cubicBezTo>
                  <a:pt x="2339607" y="0"/>
                  <a:pt x="2410981" y="71374"/>
                  <a:pt x="2410981" y="159258"/>
                </a:cubicBezTo>
                <a:cubicBezTo>
                  <a:pt x="2410981" y="247269"/>
                  <a:pt x="2339607" y="318516"/>
                  <a:pt x="2251723" y="318516"/>
                </a:cubicBezTo>
                <a:lnTo>
                  <a:pt x="159258" y="318516"/>
                </a:lnTo>
                <a:cubicBezTo>
                  <a:pt x="71298" y="318516"/>
                  <a:pt x="0" y="247269"/>
                  <a:pt x="0" y="159258"/>
                </a:cubicBezTo>
                <a:close/>
              </a:path>
            </a:pathLst>
          </a:custGeom>
          <a:solidFill>
            <a:srgbClr val="1C0C6E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9" name="Picture 218" descr="image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2513076" y="1819592"/>
            <a:ext cx="554723" cy="356679"/>
          </a:xfrm>
          <a:prstGeom prst="rect">
            <a:avLst/>
          </a:prstGeom>
        </p:spPr>
      </p:pic>
      <p:pic>
        <p:nvPicPr>
          <p:cNvPr id="220" name="Picture 219" descr="image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2598420" y="1866925"/>
            <a:ext cx="384098" cy="289534"/>
          </a:xfrm>
          <a:prstGeom prst="rect">
            <a:avLst/>
          </a:prstGeom>
        </p:spPr>
      </p:pic>
      <p:sp>
        <p:nvSpPr>
          <p:cNvPr id="221" name="Editable vector"/>
          <p:cNvSpPr/>
          <p:nvPr/>
        </p:nvSpPr>
        <p:spPr>
          <a:xfrm>
            <a:off x="2566289" y="1873630"/>
            <a:ext cx="453135" cy="253746"/>
          </a:xfrm>
          <a:custGeom>
            <a:avLst/>
            <a:gdLst/>
            <a:ahLst/>
            <a:cxnLst/>
            <a:rect l="0" t="0" r="r" b="b"/>
            <a:pathLst>
              <a:path w="453136" h="253746" fill="norm" stroke="0" extrusionOk="0">
                <a:moveTo>
                  <a:pt x="0" y="126873"/>
                </a:moveTo>
                <a:cubicBezTo>
                  <a:pt x="0" y="56769"/>
                  <a:pt x="56769" y="0"/>
                  <a:pt x="126746" y="0"/>
                </a:cubicBezTo>
                <a:lnTo>
                  <a:pt x="326263" y="0"/>
                </a:lnTo>
                <a:cubicBezTo>
                  <a:pt x="396367" y="0"/>
                  <a:pt x="453136" y="56769"/>
                  <a:pt x="453136" y="126873"/>
                </a:cubicBezTo>
                <a:cubicBezTo>
                  <a:pt x="453136" y="196850"/>
                  <a:pt x="396367" y="253746"/>
                  <a:pt x="326263" y="253746"/>
                </a:cubicBezTo>
                <a:lnTo>
                  <a:pt x="126746" y="253746"/>
                </a:lnTo>
                <a:cubicBezTo>
                  <a:pt x="56769" y="253746"/>
                  <a:pt x="0" y="196850"/>
                  <a:pt x="0" y="126873"/>
                </a:cubicBezTo>
                <a:close/>
              </a:path>
            </a:pathLst>
          </a:custGeom>
          <a:solidFill>
            <a:srgbClr val="F00768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4" name="Picture 223" descr="image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8537447" y="1813509"/>
            <a:ext cx="554723" cy="356666"/>
          </a:xfrm>
          <a:prstGeom prst="rect">
            <a:avLst/>
          </a:prstGeom>
        </p:spPr>
      </p:pic>
      <p:pic>
        <p:nvPicPr>
          <p:cNvPr id="225" name="Picture 224" descr="image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8622792" y="1860804"/>
            <a:ext cx="384099" cy="288035"/>
          </a:xfrm>
          <a:prstGeom prst="rect">
            <a:avLst/>
          </a:prstGeom>
        </p:spPr>
      </p:pic>
      <p:sp>
        <p:nvSpPr>
          <p:cNvPr id="226" name="Editable vector"/>
          <p:cNvSpPr/>
          <p:nvPr/>
        </p:nvSpPr>
        <p:spPr>
          <a:xfrm>
            <a:off x="8590660" y="1867153"/>
            <a:ext cx="453008" cy="253619"/>
          </a:xfrm>
          <a:custGeom>
            <a:avLst/>
            <a:gdLst/>
            <a:ahLst/>
            <a:cxnLst/>
            <a:rect l="0" t="0" r="r" b="b"/>
            <a:pathLst>
              <a:path w="453009" h="253619" fill="norm" stroke="0" extrusionOk="0">
                <a:moveTo>
                  <a:pt x="0" y="126873"/>
                </a:moveTo>
                <a:cubicBezTo>
                  <a:pt x="0" y="56769"/>
                  <a:pt x="56769" y="0"/>
                  <a:pt x="126746" y="0"/>
                </a:cubicBezTo>
                <a:lnTo>
                  <a:pt x="326263" y="0"/>
                </a:lnTo>
                <a:cubicBezTo>
                  <a:pt x="396240" y="0"/>
                  <a:pt x="453009" y="56769"/>
                  <a:pt x="453009" y="126873"/>
                </a:cubicBezTo>
                <a:cubicBezTo>
                  <a:pt x="453009" y="196850"/>
                  <a:pt x="396240" y="253619"/>
                  <a:pt x="326263" y="253619"/>
                </a:cubicBezTo>
                <a:lnTo>
                  <a:pt x="126746" y="253619"/>
                </a:lnTo>
                <a:cubicBezTo>
                  <a:pt x="56769" y="253619"/>
                  <a:pt x="0" y="196850"/>
                  <a:pt x="0" y="126873"/>
                </a:cubicBezTo>
                <a:close/>
              </a:path>
            </a:pathLst>
          </a:custGeom>
          <a:solidFill>
            <a:srgbClr val="F00768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0" name="Picture 229" descr="image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5521452" y="3291788"/>
            <a:ext cx="556234" cy="356666"/>
          </a:xfrm>
          <a:prstGeom prst="rect">
            <a:avLst/>
          </a:prstGeom>
        </p:spPr>
      </p:pic>
      <p:pic>
        <p:nvPicPr>
          <p:cNvPr id="231" name="Picture 230" descr="image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5606796" y="3339084"/>
            <a:ext cx="384098" cy="288035"/>
          </a:xfrm>
          <a:prstGeom prst="rect">
            <a:avLst/>
          </a:prstGeom>
        </p:spPr>
      </p:pic>
      <p:sp>
        <p:nvSpPr>
          <p:cNvPr id="232" name="Editable vector"/>
          <p:cNvSpPr/>
          <p:nvPr/>
        </p:nvSpPr>
        <p:spPr>
          <a:xfrm>
            <a:off x="5575172" y="3345560"/>
            <a:ext cx="453136" cy="253619"/>
          </a:xfrm>
          <a:custGeom>
            <a:avLst/>
            <a:gdLst/>
            <a:ahLst/>
            <a:cxnLst/>
            <a:rect l="0" t="0" r="r" b="b"/>
            <a:pathLst>
              <a:path w="453136" h="253619" fill="norm" stroke="0" extrusionOk="0">
                <a:moveTo>
                  <a:pt x="0" y="126873"/>
                </a:moveTo>
                <a:cubicBezTo>
                  <a:pt x="0" y="56769"/>
                  <a:pt x="56769" y="0"/>
                  <a:pt x="126873" y="0"/>
                </a:cubicBezTo>
                <a:lnTo>
                  <a:pt x="326263" y="0"/>
                </a:lnTo>
                <a:cubicBezTo>
                  <a:pt x="396367" y="0"/>
                  <a:pt x="453136" y="56769"/>
                  <a:pt x="453136" y="126873"/>
                </a:cubicBezTo>
                <a:cubicBezTo>
                  <a:pt x="453136" y="196850"/>
                  <a:pt x="396367" y="253619"/>
                  <a:pt x="326263" y="253619"/>
                </a:cubicBezTo>
                <a:lnTo>
                  <a:pt x="126873" y="253619"/>
                </a:lnTo>
                <a:cubicBezTo>
                  <a:pt x="56769" y="253619"/>
                  <a:pt x="0" y="196850"/>
                  <a:pt x="0" y="126873"/>
                </a:cubicBezTo>
                <a:close/>
              </a:path>
            </a:pathLst>
          </a:custGeom>
          <a:solidFill>
            <a:srgbClr val="F00768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Editable vector"/>
          <p:cNvSpPr/>
          <p:nvPr/>
        </p:nvSpPr>
        <p:spPr>
          <a:xfrm>
            <a:off x="10674731" y="237997"/>
            <a:ext cx="1260347" cy="9144"/>
          </a:xfrm>
          <a:custGeom>
            <a:avLst/>
            <a:gdLst/>
            <a:ahLst/>
            <a:cxnLst/>
            <a:rect l="0" t="0" r="r" b="b"/>
            <a:pathLst>
              <a:path w="1260348" h="9144" fill="norm" stroke="0" extrusionOk="0">
                <a:moveTo>
                  <a:pt x="0" y="0"/>
                </a:moveTo>
                <a:lnTo>
                  <a:pt x="315087" y="0"/>
                </a:lnTo>
                <a:lnTo>
                  <a:pt x="630174" y="0"/>
                </a:lnTo>
                <a:lnTo>
                  <a:pt x="945261" y="0"/>
                </a:lnTo>
                <a:lnTo>
                  <a:pt x="1260348" y="0"/>
                </a:lnTo>
                <a:lnTo>
                  <a:pt x="1260348" y="9144"/>
                </a:lnTo>
                <a:lnTo>
                  <a:pt x="945261" y="9144"/>
                </a:lnTo>
                <a:lnTo>
                  <a:pt x="630174" y="9144"/>
                </a:lnTo>
                <a:lnTo>
                  <a:pt x="315087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Editable text — 35"/>
          <p:cNvSpPr txBox="1"/>
          <p:nvPr/>
        </p:nvSpPr>
        <p:spPr>
          <a:xfrm>
            <a:off x="11562842" y="6546075"/>
            <a:ext cx="191058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3">
                <a:solidFill>
                  <a:srgbClr val="000000"/>
                </a:solidFill>
                <a:latin typeface="Arial"/>
              </a:rPr>
              <a:t>35</a:t>
            </a:r>
          </a:p>
        </p:txBody>
      </p:sp>
      <p:sp>
        <p:nvSpPr>
          <p:cNvPr id="6" name="Editable text — INTERNAL – SAP and Partners Only"/>
          <p:cNvSpPr txBox="1"/>
          <p:nvPr/>
        </p:nvSpPr>
        <p:spPr>
          <a:xfrm>
            <a:off x="504139" y="6567449"/>
            <a:ext cx="1315389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00" b="0" i="0" spc="1">
                <a:solidFill>
                  <a:srgbClr val="000000"/>
                </a:solidFill>
                <a:latin typeface="Arial"/>
              </a:rPr>
              <a:t>INTERNAL – SAP and Partners Only</a:t>
            </a:r>
          </a:p>
        </p:txBody>
      </p:sp>
      <p:sp>
        <p:nvSpPr>
          <p:cNvPr id="8" name="Editable text — ©2026 SAP SE or an SAP affiliate company. All rights reserve"/>
          <p:cNvSpPr txBox="1"/>
          <p:nvPr/>
        </p:nvSpPr>
        <p:spPr>
          <a:xfrm>
            <a:off x="9320148" y="6567449"/>
            <a:ext cx="2167314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00" b="0" i="0" spc="-9">
                <a:solidFill>
                  <a:srgbClr val="000000"/>
                </a:solidFill>
                <a:latin typeface="Arial"/>
              </a:rPr>
              <a:t>©2026 SAP SE or an SAP affiliate company. All rights reserved. </a:t>
            </a:r>
          </a:p>
        </p:txBody>
      </p:sp>
      <p:sp>
        <p:nvSpPr>
          <p:cNvPr id="10" name="Editable text — All that Partners Need to Succeed With AI"/>
          <p:cNvSpPr txBox="1"/>
          <p:nvPr/>
        </p:nvSpPr>
        <p:spPr>
          <a:xfrm>
            <a:off x="2067432" y="231805"/>
            <a:ext cx="8121317" cy="6461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3192" b="1" i="0" spc="8">
                <a:solidFill>
                  <a:srgbClr val="312FBC"/>
                </a:solidFill>
                <a:latin typeface="Arial"/>
              </a:rPr>
              <a:t>All that Partners Need to Succeed With AI</a:t>
            </a:r>
          </a:p>
        </p:txBody>
      </p:sp>
      <p:sp>
        <p:nvSpPr>
          <p:cNvPr id="12" name="Editable text — Initial AI Conversation/ "/>
          <p:cNvSpPr txBox="1"/>
          <p:nvPr/>
        </p:nvSpPr>
        <p:spPr>
          <a:xfrm>
            <a:off x="915619" y="1506425"/>
            <a:ext cx="1426198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-14">
                <a:solidFill>
                  <a:srgbClr val="FFFFFF"/>
                </a:solidFill>
                <a:latin typeface="Arial"/>
              </a:rPr>
              <a:t>Initial AI Conversation/ </a:t>
            </a:r>
          </a:p>
        </p:txBody>
      </p:sp>
      <p:sp>
        <p:nvSpPr>
          <p:cNvPr id="13" name="Editable text — Customer Pitch"/>
          <p:cNvSpPr txBox="1"/>
          <p:nvPr/>
        </p:nvSpPr>
        <p:spPr>
          <a:xfrm>
            <a:off x="1135075" y="1631393"/>
            <a:ext cx="960581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-23">
                <a:solidFill>
                  <a:srgbClr val="FFFFFF"/>
                </a:solidFill>
                <a:latin typeface="Arial"/>
              </a:rPr>
              <a:t>Customer Pitch</a:t>
            </a:r>
          </a:p>
        </p:txBody>
      </p:sp>
      <p:sp>
        <p:nvSpPr>
          <p:cNvPr id="15" name="Editable text — AI Customer Value Discovery/ "/>
          <p:cNvSpPr txBox="1"/>
          <p:nvPr/>
        </p:nvSpPr>
        <p:spPr>
          <a:xfrm>
            <a:off x="3719448" y="1506425"/>
            <a:ext cx="1837550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-17">
                <a:solidFill>
                  <a:srgbClr val="002A86"/>
                </a:solidFill>
                <a:latin typeface="Arial"/>
              </a:rPr>
              <a:t>AI Customer Value Discovery/ </a:t>
            </a:r>
          </a:p>
        </p:txBody>
      </p:sp>
      <p:sp>
        <p:nvSpPr>
          <p:cNvPr id="16" name="Editable text — Use Case Activation &amp; Development Plan"/>
          <p:cNvSpPr txBox="1"/>
          <p:nvPr/>
        </p:nvSpPr>
        <p:spPr>
          <a:xfrm>
            <a:off x="3396360" y="1634441"/>
            <a:ext cx="2453946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-18">
                <a:solidFill>
                  <a:srgbClr val="002A86"/>
                </a:solidFill>
                <a:latin typeface="Arial"/>
              </a:rPr>
              <a:t>Use Case Activation &amp; Development Plan</a:t>
            </a:r>
          </a:p>
        </p:txBody>
      </p:sp>
      <p:sp>
        <p:nvSpPr>
          <p:cNvPr id="18" name="Editable text — Proposal &amp; Deal Closure"/>
          <p:cNvSpPr txBox="1"/>
          <p:nvPr/>
        </p:nvSpPr>
        <p:spPr>
          <a:xfrm>
            <a:off x="6889115" y="1567385"/>
            <a:ext cx="1490202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-18">
                <a:solidFill>
                  <a:srgbClr val="002A86"/>
                </a:solidFill>
                <a:latin typeface="Arial"/>
              </a:rPr>
              <a:t>Proposal &amp; Deal Closure</a:t>
            </a:r>
          </a:p>
        </p:txBody>
      </p:sp>
      <p:sp>
        <p:nvSpPr>
          <p:cNvPr id="20" name="Editable text — AI Use Case Activation and Development"/>
          <p:cNvSpPr txBox="1"/>
          <p:nvPr/>
        </p:nvSpPr>
        <p:spPr>
          <a:xfrm>
            <a:off x="9418573" y="1574370"/>
            <a:ext cx="2448384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-18">
                <a:solidFill>
                  <a:srgbClr val="02414C"/>
                </a:solidFill>
                <a:latin typeface="Arial"/>
              </a:rPr>
              <a:t>AI Use Case Activation and Development</a:t>
            </a:r>
          </a:p>
        </p:txBody>
      </p:sp>
      <p:sp>
        <p:nvSpPr>
          <p:cNvPr id="93" name="Editable text — Showcases SAP Business AI value by "/>
          <p:cNvSpPr txBox="1"/>
          <p:nvPr/>
        </p:nvSpPr>
        <p:spPr>
          <a:xfrm>
            <a:off x="453237" y="4683188"/>
            <a:ext cx="1917572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28">
                <a:solidFill>
                  <a:srgbClr val="FFFFFF"/>
                </a:solidFill>
                <a:latin typeface="Arial"/>
              </a:rPr>
              <a:t>Showcases </a:t>
            </a:r>
            <a:r>
              <a:rPr sz="900" b="0" i="0" spc="-32">
                <a:solidFill>
                  <a:srgbClr val="0070F2"/>
                </a:solidFill>
                <a:latin typeface="Arial"/>
                <a:hlinkClick r:id="rId3"/>
              </a:rPr>
              <a:t>SAP Business AI value </a:t>
            </a:r>
            <a:r>
              <a:rPr sz="900" b="0" i="0" spc="-10">
                <a:solidFill>
                  <a:srgbClr val="FFFFFF"/>
                </a:solidFill>
                <a:latin typeface="Arial"/>
              </a:rPr>
              <a:t>by </a:t>
            </a:r>
          </a:p>
        </p:txBody>
      </p:sp>
      <p:sp>
        <p:nvSpPr>
          <p:cNvPr id="95" name="Editable text — mapping solutions to key personas’ daily "/>
          <p:cNvSpPr txBox="1"/>
          <p:nvPr/>
        </p:nvSpPr>
        <p:spPr>
          <a:xfrm>
            <a:off x="453237" y="4820348"/>
            <a:ext cx="2104897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8">
                <a:solidFill>
                  <a:srgbClr val="FFFFFF"/>
                </a:solidFill>
                <a:latin typeface="Arial"/>
              </a:rPr>
              <a:t>mapping solutions to key personas’ daily </a:t>
            </a:r>
          </a:p>
        </p:txBody>
      </p:sp>
      <p:sp>
        <p:nvSpPr>
          <p:cNvPr id="96" name="Editable text — needs, challenges, and priorities"/>
          <p:cNvSpPr txBox="1"/>
          <p:nvPr/>
        </p:nvSpPr>
        <p:spPr>
          <a:xfrm>
            <a:off x="453237" y="4957508"/>
            <a:ext cx="1649069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13">
                <a:solidFill>
                  <a:srgbClr val="FFFFFF"/>
                </a:solidFill>
                <a:latin typeface="Arial"/>
              </a:rPr>
              <a:t>needs, challenges, and priorities</a:t>
            </a:r>
          </a:p>
        </p:txBody>
      </p:sp>
      <p:sp>
        <p:nvSpPr>
          <p:cNvPr id="100" name="Editable text — SAP Business AI Persona Value Deck*"/>
          <p:cNvSpPr txBox="1"/>
          <p:nvPr/>
        </p:nvSpPr>
        <p:spPr>
          <a:xfrm>
            <a:off x="531876" y="4388690"/>
            <a:ext cx="2165544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21">
                <a:solidFill>
                  <a:srgbClr val="FFFFFF"/>
                </a:solidFill>
                <a:latin typeface="Arial"/>
              </a:rPr>
              <a:t>SAP Business AI Persona Value Deck*</a:t>
            </a:r>
          </a:p>
        </p:txBody>
      </p:sp>
      <p:sp>
        <p:nvSpPr>
          <p:cNvPr id="102" name="Editable text — Offers clear guidance on SAP Business AI "/>
          <p:cNvSpPr txBox="1"/>
          <p:nvPr/>
        </p:nvSpPr>
        <p:spPr>
          <a:xfrm>
            <a:off x="9593326" y="2421826"/>
            <a:ext cx="2123759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13">
                <a:solidFill>
                  <a:srgbClr val="000000"/>
                </a:solidFill>
                <a:latin typeface="Arial"/>
              </a:rPr>
              <a:t>Offers clear </a:t>
            </a:r>
            <a:r>
              <a:rPr sz="900" b="0" i="0" spc="-11">
                <a:solidFill>
                  <a:srgbClr val="006DD3"/>
                </a:solidFill>
                <a:latin typeface="Arial"/>
                <a:hlinkClick r:id="rId6"/>
              </a:rPr>
              <a:t>guidance</a:t>
            </a:r>
            <a:r>
              <a:rPr sz="900" b="0" i="0" spc="-35">
                <a:solidFill>
                  <a:srgbClr val="000000"/>
                </a:solidFill>
                <a:latin typeface="Arial"/>
              </a:rPr>
              <a:t> on SAP Business AI </a:t>
            </a:r>
          </a:p>
        </p:txBody>
      </p:sp>
      <p:sp>
        <p:nvSpPr>
          <p:cNvPr id="104" name="Editable text — ordering and activation across SAP cloud "/>
          <p:cNvSpPr txBox="1"/>
          <p:nvPr/>
        </p:nvSpPr>
        <p:spPr>
          <a:xfrm>
            <a:off x="9594850" y="2558986"/>
            <a:ext cx="2120217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13">
                <a:solidFill>
                  <a:srgbClr val="000000"/>
                </a:solidFill>
                <a:latin typeface="Arial"/>
              </a:rPr>
              <a:t>ordering and activation across SAP cloud </a:t>
            </a:r>
          </a:p>
        </p:txBody>
      </p:sp>
      <p:sp>
        <p:nvSpPr>
          <p:cNvPr id="105" name="Editable text — applications"/>
          <p:cNvSpPr txBox="1"/>
          <p:nvPr/>
        </p:nvSpPr>
        <p:spPr>
          <a:xfrm>
            <a:off x="10308081" y="2696146"/>
            <a:ext cx="66849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1">
                <a:solidFill>
                  <a:srgbClr val="000000"/>
                </a:solidFill>
                <a:latin typeface="Arial"/>
              </a:rPr>
              <a:t>applications</a:t>
            </a:r>
          </a:p>
        </p:txBody>
      </p:sp>
      <p:sp>
        <p:nvSpPr>
          <p:cNvPr id="109" name="Editable text — How to Order &amp; Activate Guides"/>
          <p:cNvSpPr txBox="1"/>
          <p:nvPr/>
        </p:nvSpPr>
        <p:spPr>
          <a:xfrm>
            <a:off x="9726168" y="2127074"/>
            <a:ext cx="1842102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4">
                <a:solidFill>
                  <a:srgbClr val="FFFFFF"/>
                </a:solidFill>
                <a:latin typeface="Arial"/>
              </a:rPr>
              <a:t>How to Order &amp; Activate Guides</a:t>
            </a:r>
          </a:p>
        </p:txBody>
      </p:sp>
      <p:sp>
        <p:nvSpPr>
          <p:cNvPr id="111" name="Editable text — SAP AI services to accelerate build, adoption, "/>
          <p:cNvSpPr txBox="1"/>
          <p:nvPr/>
        </p:nvSpPr>
        <p:spPr>
          <a:xfrm>
            <a:off x="9425051" y="3740975"/>
            <a:ext cx="2324621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82">
                <a:solidFill>
                  <a:srgbClr val="000000"/>
                </a:solidFill>
                <a:latin typeface="Arial"/>
              </a:rPr>
              <a:t>SAP </a:t>
            </a:r>
            <a:r>
              <a:rPr sz="900" b="0" i="0" spc="-28">
                <a:solidFill>
                  <a:srgbClr val="006DD3"/>
                </a:solidFill>
                <a:latin typeface="Arial"/>
                <a:hlinkClick r:id="rId9"/>
              </a:rPr>
              <a:t>AI services </a:t>
            </a:r>
            <a:r>
              <a:rPr sz="900" b="0" i="0" spc="-5">
                <a:solidFill>
                  <a:srgbClr val="000000"/>
                </a:solidFill>
                <a:latin typeface="Arial"/>
              </a:rPr>
              <a:t>to accelerate build, adoption, </a:t>
            </a:r>
          </a:p>
        </p:txBody>
      </p:sp>
      <p:sp>
        <p:nvSpPr>
          <p:cNvPr id="113" name="Editable text — activation, and delivery of SAP Business AI "/>
          <p:cNvSpPr txBox="1"/>
          <p:nvPr/>
        </p:nvSpPr>
        <p:spPr>
          <a:xfrm>
            <a:off x="9502775" y="3878135"/>
            <a:ext cx="2168907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20">
                <a:solidFill>
                  <a:srgbClr val="000000"/>
                </a:solidFill>
                <a:latin typeface="Arial"/>
              </a:rPr>
              <a:t>activation, and delivery of SAP Business AI </a:t>
            </a:r>
          </a:p>
        </p:txBody>
      </p:sp>
      <p:sp>
        <p:nvSpPr>
          <p:cNvPr id="114" name="Editable text — offerings incl. agents"/>
          <p:cNvSpPr txBox="1"/>
          <p:nvPr/>
        </p:nvSpPr>
        <p:spPr>
          <a:xfrm>
            <a:off x="10042270" y="4015295"/>
            <a:ext cx="1064311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18">
                <a:solidFill>
                  <a:srgbClr val="000000"/>
                </a:solidFill>
                <a:latin typeface="Arial"/>
              </a:rPr>
              <a:t>offerings incl. agents</a:t>
            </a:r>
          </a:p>
        </p:txBody>
      </p:sp>
      <p:sp>
        <p:nvSpPr>
          <p:cNvPr id="118" name="Editable text — SAP Services for Partners"/>
          <p:cNvSpPr txBox="1"/>
          <p:nvPr/>
        </p:nvSpPr>
        <p:spPr>
          <a:xfrm>
            <a:off x="9909047" y="3443429"/>
            <a:ext cx="1476920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18">
                <a:solidFill>
                  <a:srgbClr val="FFFFFF"/>
                </a:solidFill>
                <a:latin typeface="Arial"/>
              </a:rPr>
              <a:t>SAP Services for Partners</a:t>
            </a:r>
          </a:p>
        </p:txBody>
      </p:sp>
      <p:sp>
        <p:nvSpPr>
          <p:cNvPr id="120" name="Editable text — SAP Business AI enablement resources and "/>
          <p:cNvSpPr txBox="1"/>
          <p:nvPr/>
        </p:nvSpPr>
        <p:spPr>
          <a:xfrm>
            <a:off x="9554844" y="4841303"/>
            <a:ext cx="2251467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24">
                <a:solidFill>
                  <a:srgbClr val="000000"/>
                </a:solidFill>
                <a:latin typeface="Arial"/>
              </a:rPr>
              <a:t>SAP Business AI enablement </a:t>
            </a:r>
            <a:r>
              <a:rPr sz="900" b="0" i="0" spc="-12">
                <a:solidFill>
                  <a:srgbClr val="006DD3"/>
                </a:solidFill>
                <a:latin typeface="Arial"/>
                <a:hlinkClick r:id="rId12"/>
              </a:rPr>
              <a:t>resources</a:t>
            </a:r>
            <a:r>
              <a:rPr sz="900" b="0" i="0" spc="-9">
                <a:solidFill>
                  <a:srgbClr val="000000"/>
                </a:solidFill>
                <a:latin typeface="Arial"/>
              </a:rPr>
              <a:t> and </a:t>
            </a:r>
          </a:p>
        </p:txBody>
      </p:sp>
      <p:sp>
        <p:nvSpPr>
          <p:cNvPr id="122" name="Editable text — certifications for partners, incl. demos / TDD "/>
          <p:cNvSpPr txBox="1"/>
          <p:nvPr/>
        </p:nvSpPr>
        <p:spPr>
          <a:xfrm>
            <a:off x="9553320" y="4978463"/>
            <a:ext cx="225200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11">
                <a:solidFill>
                  <a:srgbClr val="000000"/>
                </a:solidFill>
                <a:latin typeface="Arial"/>
              </a:rPr>
              <a:t>certifications for partners, incl. demos / TDD </a:t>
            </a:r>
          </a:p>
        </p:txBody>
      </p:sp>
      <p:sp>
        <p:nvSpPr>
          <p:cNvPr id="123" name="Editable text — Updated quarterly"/>
          <p:cNvSpPr txBox="1"/>
          <p:nvPr/>
        </p:nvSpPr>
        <p:spPr>
          <a:xfrm>
            <a:off x="10175113" y="5115623"/>
            <a:ext cx="98247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5">
                <a:solidFill>
                  <a:srgbClr val="000000"/>
                </a:solidFill>
                <a:latin typeface="Arial"/>
              </a:rPr>
              <a:t>Updated quarterly</a:t>
            </a:r>
          </a:p>
        </p:txBody>
      </p:sp>
      <p:sp>
        <p:nvSpPr>
          <p:cNvPr id="127" name="Editable text — Enablement &amp; Certifications"/>
          <p:cNvSpPr txBox="1"/>
          <p:nvPr/>
        </p:nvSpPr>
        <p:spPr>
          <a:xfrm>
            <a:off x="9834371" y="4525215"/>
            <a:ext cx="1624157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0">
                <a:solidFill>
                  <a:srgbClr val="FFFFFF"/>
                </a:solidFill>
                <a:latin typeface="Arial"/>
              </a:rPr>
              <a:t>Enablement &amp; Certifications</a:t>
            </a:r>
          </a:p>
        </p:txBody>
      </p:sp>
      <p:sp>
        <p:nvSpPr>
          <p:cNvPr id="129" name="Editable text — Build custom AI agents that reason, orchestrate "/>
          <p:cNvSpPr txBox="1"/>
          <p:nvPr/>
        </p:nvSpPr>
        <p:spPr>
          <a:xfrm>
            <a:off x="3450335" y="4993449"/>
            <a:ext cx="2415831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1">
                <a:solidFill>
                  <a:srgbClr val="0070F2"/>
                </a:solidFill>
                <a:latin typeface="Arial"/>
                <a:hlinkClick r:id="rId15"/>
              </a:rPr>
              <a:t>Build</a:t>
            </a:r>
            <a:r>
              <a:rPr sz="900" b="0" i="0" spc="-16">
                <a:solidFill>
                  <a:srgbClr val="FFFFFF"/>
                </a:solidFill>
                <a:latin typeface="Arial"/>
              </a:rPr>
              <a:t> custom AI agents that reason, orchestrate </a:t>
            </a:r>
          </a:p>
        </p:txBody>
      </p:sp>
      <p:sp>
        <p:nvSpPr>
          <p:cNvPr id="131" name="Editable text — processes, and solve complex business "/>
          <p:cNvSpPr txBox="1"/>
          <p:nvPr/>
        </p:nvSpPr>
        <p:spPr>
          <a:xfrm>
            <a:off x="3450335" y="5130609"/>
            <a:ext cx="2058608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11">
                <a:solidFill>
                  <a:srgbClr val="FFFFFF"/>
                </a:solidFill>
                <a:latin typeface="Arial"/>
              </a:rPr>
              <a:t>processes, and solve complex business </a:t>
            </a:r>
          </a:p>
        </p:txBody>
      </p:sp>
      <p:sp>
        <p:nvSpPr>
          <p:cNvPr id="132" name="Editable text — problems across SAP and non-SAP systems."/>
          <p:cNvSpPr txBox="1"/>
          <p:nvPr/>
        </p:nvSpPr>
        <p:spPr>
          <a:xfrm>
            <a:off x="3450335" y="5267769"/>
            <a:ext cx="2254097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21">
                <a:solidFill>
                  <a:srgbClr val="FFFFFF"/>
                </a:solidFill>
                <a:latin typeface="Arial"/>
              </a:rPr>
              <a:t>problems across SAP and non-SAP systems.</a:t>
            </a:r>
          </a:p>
        </p:txBody>
      </p:sp>
      <p:sp>
        <p:nvSpPr>
          <p:cNvPr id="136" name="Editable text — Joule Studio Agent Builder"/>
          <p:cNvSpPr txBox="1"/>
          <p:nvPr/>
        </p:nvSpPr>
        <p:spPr>
          <a:xfrm>
            <a:off x="3846576" y="4701999"/>
            <a:ext cx="1558004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1">
                <a:solidFill>
                  <a:srgbClr val="FFFFFF"/>
                </a:solidFill>
                <a:latin typeface="Arial"/>
              </a:rPr>
              <a:t>Joule Studio Agent Builder</a:t>
            </a:r>
          </a:p>
        </p:txBody>
      </p:sp>
      <p:sp>
        <p:nvSpPr>
          <p:cNvPr id="138" name="Editable text — Overview of the 2026 SAP Business AI "/>
          <p:cNvSpPr txBox="1"/>
          <p:nvPr/>
        </p:nvSpPr>
        <p:spPr>
          <a:xfrm>
            <a:off x="6486144" y="2416365"/>
            <a:ext cx="1962939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24">
                <a:solidFill>
                  <a:srgbClr val="000000"/>
                </a:solidFill>
                <a:latin typeface="Arial"/>
              </a:rPr>
              <a:t>Overview of the 2026 SAP Business AI </a:t>
            </a:r>
          </a:p>
        </p:txBody>
      </p:sp>
      <p:sp>
        <p:nvSpPr>
          <p:cNvPr id="139" name="Editable text — Commercial Model (Learning), and insight into "/>
          <p:cNvSpPr txBox="1"/>
          <p:nvPr/>
        </p:nvSpPr>
        <p:spPr>
          <a:xfrm>
            <a:off x="6486144" y="2553525"/>
            <a:ext cx="2353806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3">
                <a:solidFill>
                  <a:srgbClr val="006DD3"/>
                </a:solidFill>
                <a:latin typeface="Arial"/>
                <a:hlinkClick r:id="rId18"/>
              </a:rPr>
              <a:t>Commercial Model</a:t>
            </a:r>
            <a:r>
              <a:rPr sz="900" b="0" i="0" spc="-27">
                <a:solidFill>
                  <a:srgbClr val="000000"/>
                </a:solidFill>
                <a:latin typeface="Arial"/>
              </a:rPr>
              <a:t> (</a:t>
            </a:r>
            <a:r>
              <a:rPr sz="900" b="0" i="0" spc="-23">
                <a:solidFill>
                  <a:srgbClr val="006DD3"/>
                </a:solidFill>
                <a:latin typeface="Arial"/>
                <a:hlinkClick r:id="rId19"/>
              </a:rPr>
              <a:t>Learning</a:t>
            </a:r>
            <a:r>
              <a:rPr sz="900" b="0" i="0" spc="-21">
                <a:solidFill>
                  <a:srgbClr val="000000"/>
                </a:solidFill>
                <a:latin typeface="Arial"/>
              </a:rPr>
              <a:t>), and insight into </a:t>
            </a:r>
          </a:p>
        </p:txBody>
      </p:sp>
      <p:sp>
        <p:nvSpPr>
          <p:cNvPr id="142" name="Editable text — Selling SAP Business AI"/>
          <p:cNvSpPr txBox="1"/>
          <p:nvPr/>
        </p:nvSpPr>
        <p:spPr>
          <a:xfrm>
            <a:off x="6486144" y="2690685"/>
            <a:ext cx="1214616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31">
                <a:solidFill>
                  <a:srgbClr val="000000"/>
                </a:solidFill>
                <a:latin typeface="Arial"/>
              </a:rPr>
              <a:t>Selling SAP Business AI</a:t>
            </a:r>
          </a:p>
        </p:txBody>
      </p:sp>
      <p:sp>
        <p:nvSpPr>
          <p:cNvPr id="146" name="Editable text — Understanding Commercial Model"/>
          <p:cNvSpPr txBox="1"/>
          <p:nvPr/>
        </p:nvSpPr>
        <p:spPr>
          <a:xfrm>
            <a:off x="6645909" y="2096848"/>
            <a:ext cx="1988201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3">
                <a:solidFill>
                  <a:srgbClr val="FFFFFF"/>
                </a:solidFill>
                <a:latin typeface="Arial"/>
                <a:hlinkClick r:id="rId22"/>
              </a:rPr>
              <a:t>Understanding Commercial Model</a:t>
            </a:r>
          </a:p>
        </p:txBody>
      </p:sp>
      <p:sp>
        <p:nvSpPr>
          <p:cNvPr id="148" name="Editable text — Industry use cases illustrating the value of SAP "/>
          <p:cNvSpPr txBox="1"/>
          <p:nvPr/>
        </p:nvSpPr>
        <p:spPr>
          <a:xfrm>
            <a:off x="452323" y="3548697"/>
            <a:ext cx="2373846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11">
                <a:solidFill>
                  <a:srgbClr val="FFFFFF"/>
                </a:solidFill>
                <a:latin typeface="Arial"/>
              </a:rPr>
              <a:t>Industry </a:t>
            </a:r>
            <a:r>
              <a:rPr sz="900" b="0" i="0" spc="-28">
                <a:solidFill>
                  <a:srgbClr val="0070F2"/>
                </a:solidFill>
                <a:latin typeface="Arial"/>
                <a:hlinkClick r:id="rId23"/>
              </a:rPr>
              <a:t>use cases </a:t>
            </a:r>
            <a:r>
              <a:rPr sz="900" b="0" i="0" spc="-17">
                <a:solidFill>
                  <a:srgbClr val="FFFFFF"/>
                </a:solidFill>
                <a:latin typeface="Arial"/>
              </a:rPr>
              <a:t>illustrating the value of SAP </a:t>
            </a:r>
          </a:p>
        </p:txBody>
      </p:sp>
      <p:sp>
        <p:nvSpPr>
          <p:cNvPr id="150" name="Editable text — Business AI and agents. "/>
          <p:cNvSpPr txBox="1"/>
          <p:nvPr/>
        </p:nvSpPr>
        <p:spPr>
          <a:xfrm>
            <a:off x="452323" y="3685857"/>
            <a:ext cx="1244561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29">
                <a:solidFill>
                  <a:srgbClr val="FFFFFF"/>
                </a:solidFill>
                <a:latin typeface="Arial"/>
              </a:rPr>
              <a:t>Business AI and agents. </a:t>
            </a:r>
          </a:p>
        </p:txBody>
      </p:sp>
      <p:sp>
        <p:nvSpPr>
          <p:cNvPr id="154" name="Editable text — AI in Industries"/>
          <p:cNvSpPr txBox="1"/>
          <p:nvPr/>
        </p:nvSpPr>
        <p:spPr>
          <a:xfrm>
            <a:off x="1165250" y="3255088"/>
            <a:ext cx="882409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9">
                <a:solidFill>
                  <a:srgbClr val="FFFFFF"/>
                </a:solidFill>
                <a:latin typeface="Arial"/>
              </a:rPr>
              <a:t>AI in Industries</a:t>
            </a:r>
          </a:p>
        </p:txBody>
      </p:sp>
      <p:sp>
        <p:nvSpPr>
          <p:cNvPr id="156" name="Editable text — Align AI with customer business priorities"/>
          <p:cNvSpPr txBox="1"/>
          <p:nvPr/>
        </p:nvSpPr>
        <p:spPr>
          <a:xfrm>
            <a:off x="3451225" y="2382456"/>
            <a:ext cx="2079639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12">
                <a:solidFill>
                  <a:srgbClr val="FFFFFF"/>
                </a:solidFill>
                <a:latin typeface="Arial"/>
              </a:rPr>
              <a:t>Align AI with customer business priorities</a:t>
            </a:r>
          </a:p>
        </p:txBody>
      </p:sp>
      <p:sp>
        <p:nvSpPr>
          <p:cNvPr id="157" name="Editable text — Identify &amp; prioritize high-value AI use cases"/>
          <p:cNvSpPr txBox="1"/>
          <p:nvPr/>
        </p:nvSpPr>
        <p:spPr>
          <a:xfrm>
            <a:off x="3451225" y="2519616"/>
            <a:ext cx="2164944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12">
                <a:solidFill>
                  <a:srgbClr val="FFFFFF"/>
                </a:solidFill>
                <a:latin typeface="Arial"/>
              </a:rPr>
              <a:t>Identify &amp; </a:t>
            </a:r>
            <a:r>
              <a:rPr sz="900" b="0" i="0" spc="-17">
                <a:solidFill>
                  <a:srgbClr val="0070F2"/>
                </a:solidFill>
                <a:latin typeface="Arial"/>
                <a:hlinkClick r:id="rId26"/>
              </a:rPr>
              <a:t>prioritize high-value AI use cases</a:t>
            </a:r>
          </a:p>
        </p:txBody>
      </p:sp>
      <p:sp>
        <p:nvSpPr>
          <p:cNvPr id="159" name="Editable text — Define a clear path to AI Adoption"/>
          <p:cNvSpPr txBox="1"/>
          <p:nvPr/>
        </p:nvSpPr>
        <p:spPr>
          <a:xfrm>
            <a:off x="3451225" y="2657157"/>
            <a:ext cx="1736851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9">
                <a:solidFill>
                  <a:srgbClr val="FFFFFF"/>
                </a:solidFill>
                <a:latin typeface="Arial"/>
              </a:rPr>
              <a:t>Define a clear path to AI Adoption</a:t>
            </a:r>
          </a:p>
        </p:txBody>
      </p:sp>
      <p:sp>
        <p:nvSpPr>
          <p:cNvPr id="160" name="Editable text — AI Discovery Workshop"/>
          <p:cNvSpPr txBox="1"/>
          <p:nvPr/>
        </p:nvSpPr>
        <p:spPr>
          <a:xfrm>
            <a:off x="3336671" y="1940229"/>
            <a:ext cx="205490" cy="609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" b="0" i="0" spc="-6">
                <a:solidFill>
                  <a:srgbClr val="000000">
                    <a:alpha val="0"/>
                  </a:srgbClr>
                </a:solidFill>
                <a:latin typeface="Arial"/>
                <a:hlinkClick r:id="rId26"/>
              </a:rPr>
              <a:t>AI Discovery Workshop</a:t>
            </a:r>
          </a:p>
        </p:txBody>
      </p:sp>
      <p:sp>
        <p:nvSpPr>
          <p:cNvPr id="164" name="Editable text — AI Discovery Workshop"/>
          <p:cNvSpPr txBox="1"/>
          <p:nvPr/>
        </p:nvSpPr>
        <p:spPr>
          <a:xfrm>
            <a:off x="3945635" y="2084402"/>
            <a:ext cx="1360170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7">
                <a:solidFill>
                  <a:srgbClr val="FFFFFF"/>
                </a:solidFill>
                <a:latin typeface="Arial"/>
                <a:hlinkClick r:id="rId26"/>
              </a:rPr>
              <a:t>AI Discovery Workshop</a:t>
            </a:r>
          </a:p>
        </p:txBody>
      </p:sp>
      <p:sp>
        <p:nvSpPr>
          <p:cNvPr id="165" name="Editable text — Supporting assets: "/>
          <p:cNvSpPr txBox="1"/>
          <p:nvPr/>
        </p:nvSpPr>
        <p:spPr>
          <a:xfrm>
            <a:off x="3265296" y="3002216"/>
            <a:ext cx="102202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9">
                <a:solidFill>
                  <a:srgbClr val="00488D"/>
                </a:solidFill>
                <a:latin typeface="Arial"/>
              </a:rPr>
              <a:t>Supporting assets: </a:t>
            </a:r>
          </a:p>
        </p:txBody>
      </p:sp>
      <p:sp>
        <p:nvSpPr>
          <p:cNvPr id="166" name="Editable text — AI feature catalog I AI estimator I Value calculator "/>
          <p:cNvSpPr txBox="1"/>
          <p:nvPr/>
        </p:nvSpPr>
        <p:spPr>
          <a:xfrm>
            <a:off x="3265296" y="3139376"/>
            <a:ext cx="2561336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7">
                <a:solidFill>
                  <a:srgbClr val="0070F2"/>
                </a:solidFill>
                <a:latin typeface="Arial"/>
                <a:hlinkClick r:id="rId29"/>
              </a:rPr>
              <a:t>AI feature catalog </a:t>
            </a:r>
            <a:r>
              <a:rPr sz="900" b="0" i="0" spc="-65">
                <a:solidFill>
                  <a:srgbClr val="00488D"/>
                </a:solidFill>
                <a:latin typeface="Arial"/>
                <a:hlinkClick r:id="rId30"/>
              </a:rPr>
              <a:t>I </a:t>
            </a:r>
            <a:r>
              <a:rPr sz="900" b="0" i="0" spc="-7">
                <a:solidFill>
                  <a:srgbClr val="0070F2"/>
                </a:solidFill>
                <a:latin typeface="Arial"/>
                <a:hlinkClick r:id="rId30"/>
              </a:rPr>
              <a:t>AI estimator </a:t>
            </a:r>
            <a:r>
              <a:rPr sz="900" b="0" i="0" spc="-65">
                <a:solidFill>
                  <a:srgbClr val="00488D"/>
                </a:solidFill>
                <a:latin typeface="Arial"/>
                <a:hlinkClick r:id="rId31"/>
              </a:rPr>
              <a:t>I </a:t>
            </a:r>
            <a:r>
              <a:rPr sz="900" b="0" i="0" spc="1">
                <a:solidFill>
                  <a:srgbClr val="0070F2"/>
                </a:solidFill>
                <a:latin typeface="Arial"/>
                <a:hlinkClick r:id="rId31"/>
              </a:rPr>
              <a:t>Value calculator </a:t>
            </a:r>
          </a:p>
        </p:txBody>
      </p:sp>
      <p:sp>
        <p:nvSpPr>
          <p:cNvPr id="170" name="Editable text — Supporting asset: AI price list"/>
          <p:cNvSpPr txBox="1"/>
          <p:nvPr/>
        </p:nvSpPr>
        <p:spPr>
          <a:xfrm>
            <a:off x="6249670" y="3000924"/>
            <a:ext cx="1528462" cy="21000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2" b="0" i="0" spc="-8">
                <a:solidFill>
                  <a:srgbClr val="00488D"/>
                </a:solidFill>
                <a:latin typeface="Arial"/>
              </a:rPr>
              <a:t>Supporting asset: </a:t>
            </a:r>
            <a:r>
              <a:rPr sz="902" b="0" i="0" spc="-3">
                <a:solidFill>
                  <a:srgbClr val="0070F2"/>
                </a:solidFill>
                <a:latin typeface="Arial"/>
                <a:hlinkClick r:id="rId32"/>
              </a:rPr>
              <a:t>AI price list</a:t>
            </a:r>
          </a:p>
        </p:txBody>
      </p:sp>
      <p:sp>
        <p:nvSpPr>
          <p:cNvPr id="175" name="Editable text — Leverage Joule for Consultants &amp; Joule for Developers"/>
          <p:cNvSpPr txBox="1"/>
          <p:nvPr/>
        </p:nvSpPr>
        <p:spPr>
          <a:xfrm>
            <a:off x="7455407" y="5823028"/>
            <a:ext cx="3305744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27">
                <a:solidFill>
                  <a:srgbClr val="D1EFFF"/>
                </a:solidFill>
                <a:latin typeface="Arial"/>
              </a:rPr>
              <a:t>Leverage Joule for Consultants &amp; Joule for Developers</a:t>
            </a:r>
          </a:p>
        </p:txBody>
      </p:sp>
      <p:sp>
        <p:nvSpPr>
          <p:cNvPr id="176" name="Editable text — To accelerate customer implementations.        Explore"/>
          <p:cNvSpPr txBox="1"/>
          <p:nvPr/>
        </p:nvSpPr>
        <p:spPr>
          <a:xfrm>
            <a:off x="7406005" y="6141605"/>
            <a:ext cx="2716518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12">
                <a:solidFill>
                  <a:srgbClr val="00488D"/>
                </a:solidFill>
                <a:latin typeface="Arial"/>
              </a:rPr>
              <a:t>To accelerate customer implementations.        Explore</a:t>
            </a:r>
          </a:p>
        </p:txBody>
      </p:sp>
      <p:sp>
        <p:nvSpPr>
          <p:cNvPr id="180" name="Editable text — Monthly LinkedIn Newsletter"/>
          <p:cNvSpPr txBox="1"/>
          <p:nvPr/>
        </p:nvSpPr>
        <p:spPr>
          <a:xfrm>
            <a:off x="727252" y="5826381"/>
            <a:ext cx="1762161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33">
                <a:solidFill>
                  <a:srgbClr val="D1EFFF"/>
                </a:solidFill>
                <a:latin typeface="Arial"/>
              </a:rPr>
              <a:t>Monthly LinkedIn Newsletter</a:t>
            </a:r>
          </a:p>
        </p:txBody>
      </p:sp>
      <p:sp>
        <p:nvSpPr>
          <p:cNvPr id="181" name="Editable text — Subscribe to receive the latest "/>
          <p:cNvSpPr txBox="1"/>
          <p:nvPr/>
        </p:nvSpPr>
        <p:spPr>
          <a:xfrm>
            <a:off x="893063" y="6145568"/>
            <a:ext cx="159857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10">
                <a:solidFill>
                  <a:srgbClr val="0070F2"/>
                </a:solidFill>
                <a:latin typeface="Arial"/>
                <a:hlinkClick r:id="rId37"/>
              </a:rPr>
              <a:t>Subscribe</a:t>
            </a:r>
            <a:r>
              <a:rPr sz="900" b="0" i="0" spc="-6">
                <a:solidFill>
                  <a:srgbClr val="00488D"/>
                </a:solidFill>
                <a:latin typeface="Arial"/>
              </a:rPr>
              <a:t> to receive the latest </a:t>
            </a:r>
          </a:p>
        </p:txBody>
      </p:sp>
      <p:sp>
        <p:nvSpPr>
          <p:cNvPr id="183" name="Editable text — SAP Business AI updates"/>
          <p:cNvSpPr txBox="1"/>
          <p:nvPr/>
        </p:nvSpPr>
        <p:spPr>
          <a:xfrm>
            <a:off x="1031747" y="6282727"/>
            <a:ext cx="129291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26">
                <a:solidFill>
                  <a:srgbClr val="00488D"/>
                </a:solidFill>
                <a:latin typeface="Arial"/>
              </a:rPr>
              <a:t>SAP Business AI updates</a:t>
            </a:r>
          </a:p>
        </p:txBody>
      </p:sp>
      <p:sp>
        <p:nvSpPr>
          <p:cNvPr id="187" name="Editable text — Bookmark "/>
          <p:cNvSpPr txBox="1"/>
          <p:nvPr/>
        </p:nvSpPr>
        <p:spPr>
          <a:xfrm>
            <a:off x="4295521" y="5823028"/>
            <a:ext cx="687231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19">
                <a:solidFill>
                  <a:srgbClr val="D1EFFF"/>
                </a:solidFill>
                <a:latin typeface="Arial"/>
              </a:rPr>
              <a:t>Bookmark </a:t>
            </a:r>
          </a:p>
        </p:txBody>
      </p:sp>
      <p:sp>
        <p:nvSpPr>
          <p:cNvPr id="188" name="Editable text — SAP Business AI on SAP Partner portal"/>
          <p:cNvSpPr txBox="1"/>
          <p:nvPr/>
        </p:nvSpPr>
        <p:spPr>
          <a:xfrm>
            <a:off x="3570096" y="6129718"/>
            <a:ext cx="1956078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25">
                <a:solidFill>
                  <a:srgbClr val="0070F2"/>
                </a:solidFill>
                <a:latin typeface="Arial"/>
                <a:hlinkClick r:id="rId40"/>
              </a:rPr>
              <a:t>SAP Business AI on SAP Partner portal</a:t>
            </a:r>
          </a:p>
        </p:txBody>
      </p:sp>
      <p:sp>
        <p:nvSpPr>
          <p:cNvPr id="190" name="Editable text — J4C I J4D"/>
          <p:cNvSpPr txBox="1"/>
          <p:nvPr/>
        </p:nvSpPr>
        <p:spPr>
          <a:xfrm>
            <a:off x="10146156" y="6140995"/>
            <a:ext cx="539521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33">
                <a:solidFill>
                  <a:srgbClr val="0070F2"/>
                </a:solidFill>
                <a:latin typeface="Arial"/>
                <a:hlinkClick r:id="rId41"/>
              </a:rPr>
              <a:t>J4C</a:t>
            </a:r>
            <a:r>
              <a:rPr sz="900" b="0" i="0" spc="-59">
                <a:solidFill>
                  <a:srgbClr val="000000"/>
                </a:solidFill>
                <a:latin typeface="Arial"/>
              </a:rPr>
              <a:t> I</a:t>
            </a:r>
            <a:r>
              <a:rPr sz="900" b="0" i="0" spc="-26">
                <a:solidFill>
                  <a:srgbClr val="0070F2"/>
                </a:solidFill>
                <a:latin typeface="Arial"/>
                <a:hlinkClick r:id="rId42"/>
              </a:rPr>
              <a:t> J4D</a:t>
            </a:r>
          </a:p>
        </p:txBody>
      </p:sp>
      <p:sp>
        <p:nvSpPr>
          <p:cNvPr id="194" name="Editable text — View available Joule Assistants &amp; the public "/>
          <p:cNvSpPr txBox="1"/>
          <p:nvPr/>
        </p:nvSpPr>
        <p:spPr>
          <a:xfrm>
            <a:off x="3450335" y="3884612"/>
            <a:ext cx="2244801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15">
                <a:solidFill>
                  <a:srgbClr val="FFFFFF"/>
                </a:solidFill>
                <a:latin typeface="Arial"/>
              </a:rPr>
              <a:t>View available </a:t>
            </a:r>
            <a:r>
              <a:rPr sz="900" b="0" i="0" spc="-16">
                <a:solidFill>
                  <a:srgbClr val="0070F2"/>
                </a:solidFill>
                <a:latin typeface="Arial"/>
                <a:hlinkClick r:id="rId43"/>
              </a:rPr>
              <a:t>Joule Assistants</a:t>
            </a:r>
            <a:r>
              <a:rPr sz="900" b="0" i="0" spc="-7">
                <a:solidFill>
                  <a:srgbClr val="FFFFFF"/>
                </a:solidFill>
                <a:latin typeface="Arial"/>
              </a:rPr>
              <a:t> &amp; the public </a:t>
            </a:r>
          </a:p>
        </p:txBody>
      </p:sp>
      <p:sp>
        <p:nvSpPr>
          <p:cNvPr id="196" name="Editable text — roadmap across solution areas"/>
          <p:cNvSpPr txBox="1"/>
          <p:nvPr/>
        </p:nvSpPr>
        <p:spPr>
          <a:xfrm>
            <a:off x="3450335" y="4021772"/>
            <a:ext cx="1594547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9">
                <a:solidFill>
                  <a:srgbClr val="FFFFFF"/>
                </a:solidFill>
                <a:latin typeface="Arial"/>
              </a:rPr>
              <a:t>roadmap across solution areas</a:t>
            </a:r>
          </a:p>
        </p:txBody>
      </p:sp>
      <p:sp>
        <p:nvSpPr>
          <p:cNvPr id="200" name="Editable text — Joule Assistants"/>
          <p:cNvSpPr txBox="1"/>
          <p:nvPr/>
        </p:nvSpPr>
        <p:spPr>
          <a:xfrm>
            <a:off x="4140708" y="3604719"/>
            <a:ext cx="968676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5">
                <a:solidFill>
                  <a:srgbClr val="FFFFFF"/>
                </a:solidFill>
                <a:latin typeface="Arial"/>
              </a:rPr>
              <a:t>Joule Assistants</a:t>
            </a:r>
          </a:p>
        </p:txBody>
      </p:sp>
      <p:sp>
        <p:nvSpPr>
          <p:cNvPr id="201" name="Editable text — Supporting assets:  Explore agents on SAP.com I more"/>
          <p:cNvSpPr txBox="1"/>
          <p:nvPr/>
        </p:nvSpPr>
        <p:spPr>
          <a:xfrm>
            <a:off x="3226307" y="4307014"/>
            <a:ext cx="2785427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11">
                <a:solidFill>
                  <a:srgbClr val="00488D"/>
                </a:solidFill>
                <a:latin typeface="Arial"/>
                <a:hlinkClick r:id="rId46"/>
              </a:rPr>
              <a:t>Supporting assets:  Explore agents on SAP.com I more</a:t>
            </a:r>
          </a:p>
        </p:txBody>
      </p:sp>
      <p:sp>
        <p:nvSpPr>
          <p:cNvPr id="204" name="Editable text — Supporting asset: Partner AI adoption resources blog"/>
          <p:cNvSpPr txBox="1"/>
          <p:nvPr/>
        </p:nvSpPr>
        <p:spPr>
          <a:xfrm>
            <a:off x="9249156" y="2965894"/>
            <a:ext cx="2734426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7">
                <a:solidFill>
                  <a:srgbClr val="00488D"/>
                </a:solidFill>
                <a:latin typeface="Arial"/>
              </a:rPr>
              <a:t>Supporting asset: </a:t>
            </a:r>
            <a:r>
              <a:rPr sz="900" b="0" i="0" spc="-1">
                <a:solidFill>
                  <a:srgbClr val="0070F2"/>
                </a:solidFill>
                <a:latin typeface="Arial"/>
                <a:hlinkClick r:id="rId47"/>
              </a:rPr>
              <a:t>Partner AI adoption resources blog</a:t>
            </a:r>
          </a:p>
        </p:txBody>
      </p:sp>
      <p:sp>
        <p:nvSpPr>
          <p:cNvPr id="206" name="Editable text — New Joule Studio 2.0 Launch FAQs"/>
          <p:cNvSpPr txBox="1"/>
          <p:nvPr/>
        </p:nvSpPr>
        <p:spPr>
          <a:xfrm>
            <a:off x="3669157" y="5548160"/>
            <a:ext cx="179514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20">
                <a:solidFill>
                  <a:srgbClr val="0070F2"/>
                </a:solidFill>
                <a:latin typeface="Arial"/>
                <a:hlinkClick r:id="rId48"/>
              </a:rPr>
              <a:t>New Joule Studio 2.0 Launch FAQs</a:t>
            </a:r>
          </a:p>
        </p:txBody>
      </p:sp>
      <p:sp>
        <p:nvSpPr>
          <p:cNvPr id="209" name="Editable text — Learn more about SAP's Autonomous "/>
          <p:cNvSpPr txBox="1"/>
          <p:nvPr/>
        </p:nvSpPr>
        <p:spPr>
          <a:xfrm>
            <a:off x="459028" y="2415095"/>
            <a:ext cx="1943011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15">
                <a:solidFill>
                  <a:srgbClr val="0070F2"/>
                </a:solidFill>
                <a:latin typeface="Arial"/>
                <a:hlinkClick r:id="rId49"/>
              </a:rPr>
              <a:t>Learn more</a:t>
            </a:r>
            <a:r>
              <a:rPr sz="900" b="0" i="0" spc="-17">
                <a:solidFill>
                  <a:srgbClr val="FFFFFF"/>
                </a:solidFill>
                <a:latin typeface="Arial"/>
              </a:rPr>
              <a:t> about SAP's Autonomous </a:t>
            </a:r>
          </a:p>
        </p:txBody>
      </p:sp>
      <p:sp>
        <p:nvSpPr>
          <p:cNvPr id="211" name="Editable text — Enterprise strategy &amp; value for partner "/>
          <p:cNvSpPr txBox="1"/>
          <p:nvPr/>
        </p:nvSpPr>
        <p:spPr>
          <a:xfrm>
            <a:off x="459028" y="2552255"/>
            <a:ext cx="1970049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15">
                <a:solidFill>
                  <a:srgbClr val="FFFFFF"/>
                </a:solidFill>
                <a:latin typeface="Arial"/>
              </a:rPr>
              <a:t>Enterprise strategy &amp; </a:t>
            </a:r>
            <a:r>
              <a:rPr sz="900" b="0" i="0" spc="-12">
                <a:solidFill>
                  <a:srgbClr val="0070F2"/>
                </a:solidFill>
                <a:latin typeface="Arial"/>
                <a:hlinkClick r:id="rId50"/>
              </a:rPr>
              <a:t>value</a:t>
            </a:r>
            <a:r>
              <a:rPr sz="900" b="0" i="0" spc="-7">
                <a:solidFill>
                  <a:srgbClr val="FFFFFF"/>
                </a:solidFill>
                <a:latin typeface="Arial"/>
              </a:rPr>
              <a:t> for partner </a:t>
            </a:r>
          </a:p>
        </p:txBody>
      </p:sp>
      <p:sp>
        <p:nvSpPr>
          <p:cNvPr id="213" name="Editable text — ecosystem"/>
          <p:cNvSpPr txBox="1"/>
          <p:nvPr/>
        </p:nvSpPr>
        <p:spPr>
          <a:xfrm>
            <a:off x="459028" y="2689415"/>
            <a:ext cx="598309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-11">
                <a:solidFill>
                  <a:srgbClr val="FFFFFF"/>
                </a:solidFill>
                <a:latin typeface="Arial"/>
              </a:rPr>
              <a:t>ecosystem</a:t>
            </a:r>
          </a:p>
        </p:txBody>
      </p:sp>
      <p:sp>
        <p:nvSpPr>
          <p:cNvPr id="217" name="Editable text — Autonomous Enterprise"/>
          <p:cNvSpPr txBox="1"/>
          <p:nvPr/>
        </p:nvSpPr>
        <p:spPr>
          <a:xfrm>
            <a:off x="918667" y="2121210"/>
            <a:ext cx="1388146" cy="2282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8" b="0" i="0" spc="0">
                <a:solidFill>
                  <a:srgbClr val="FFFFFF"/>
                </a:solidFill>
                <a:latin typeface="Arial"/>
              </a:rPr>
              <a:t>Autonomous Enterprise</a:t>
            </a:r>
          </a:p>
        </p:txBody>
      </p:sp>
      <p:sp>
        <p:nvSpPr>
          <p:cNvPr id="218" name="Editable text — New"/>
          <p:cNvSpPr txBox="1"/>
          <p:nvPr/>
        </p:nvSpPr>
        <p:spPr>
          <a:xfrm>
            <a:off x="2514854" y="1822881"/>
            <a:ext cx="91130" cy="609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" b="0" i="0" spc="-11">
                <a:solidFill>
                  <a:srgbClr val="000000">
                    <a:alpha val="0"/>
                  </a:srgbClr>
                </a:solidFill>
                <a:latin typeface="Arial"/>
                <a:hlinkClick r:id="rId22"/>
              </a:rPr>
              <a:t>New</a:t>
            </a:r>
          </a:p>
        </p:txBody>
      </p:sp>
      <p:sp>
        <p:nvSpPr>
          <p:cNvPr id="222" name="Editable text — New"/>
          <p:cNvSpPr txBox="1"/>
          <p:nvPr/>
        </p:nvSpPr>
        <p:spPr>
          <a:xfrm>
            <a:off x="2705354" y="1954545"/>
            <a:ext cx="238869" cy="170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6" b="0" i="0" spc="-6">
                <a:solidFill>
                  <a:srgbClr val="FFFFFF"/>
                </a:solidFill>
                <a:latin typeface="Arial"/>
                <a:hlinkClick r:id="rId22"/>
              </a:rPr>
              <a:t>New</a:t>
            </a:r>
          </a:p>
        </p:txBody>
      </p:sp>
      <p:sp>
        <p:nvSpPr>
          <p:cNvPr id="223" name="Editable text — New"/>
          <p:cNvSpPr txBox="1"/>
          <p:nvPr/>
        </p:nvSpPr>
        <p:spPr>
          <a:xfrm>
            <a:off x="8540242" y="1815261"/>
            <a:ext cx="91130" cy="609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" b="0" i="0" spc="-11">
                <a:solidFill>
                  <a:srgbClr val="000000">
                    <a:alpha val="0"/>
                  </a:srgbClr>
                </a:solidFill>
                <a:latin typeface="Arial"/>
                <a:hlinkClick r:id="rId22"/>
              </a:rPr>
              <a:t>New</a:t>
            </a:r>
          </a:p>
        </p:txBody>
      </p:sp>
      <p:sp>
        <p:nvSpPr>
          <p:cNvPr id="227" name="Editable text — New"/>
          <p:cNvSpPr txBox="1"/>
          <p:nvPr/>
        </p:nvSpPr>
        <p:spPr>
          <a:xfrm>
            <a:off x="8730742" y="1947538"/>
            <a:ext cx="239119" cy="17114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8" b="0" i="0" spc="-7">
                <a:solidFill>
                  <a:srgbClr val="FFFFFF"/>
                </a:solidFill>
                <a:latin typeface="Arial"/>
                <a:hlinkClick r:id="rId22"/>
              </a:rPr>
              <a:t>New</a:t>
            </a:r>
          </a:p>
        </p:txBody>
      </p:sp>
      <p:sp>
        <p:nvSpPr>
          <p:cNvPr id="228" name="Editable text — *Will be updated to reflect the 2026 strategy"/>
          <p:cNvSpPr txBox="1"/>
          <p:nvPr/>
        </p:nvSpPr>
        <p:spPr>
          <a:xfrm>
            <a:off x="5251703" y="6614388"/>
            <a:ext cx="1562812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00" b="0" i="0" spc="4">
                <a:solidFill>
                  <a:srgbClr val="000000"/>
                </a:solidFill>
                <a:latin typeface="Arial"/>
              </a:rPr>
              <a:t>*Will be updated to reflect the 2026 strategy</a:t>
            </a:r>
          </a:p>
        </p:txBody>
      </p:sp>
      <p:sp>
        <p:nvSpPr>
          <p:cNvPr id="229" name="Editable text — New"/>
          <p:cNvSpPr txBox="1"/>
          <p:nvPr/>
        </p:nvSpPr>
        <p:spPr>
          <a:xfrm>
            <a:off x="5523610" y="3293922"/>
            <a:ext cx="91130" cy="609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" b="0" i="0" spc="-11">
                <a:solidFill>
                  <a:srgbClr val="000000">
                    <a:alpha val="0"/>
                  </a:srgbClr>
                </a:solidFill>
                <a:latin typeface="Arial"/>
                <a:hlinkClick r:id="rId22"/>
              </a:rPr>
              <a:t>New</a:t>
            </a:r>
          </a:p>
        </p:txBody>
      </p:sp>
      <p:sp>
        <p:nvSpPr>
          <p:cNvPr id="233" name="Editable text — New"/>
          <p:cNvSpPr txBox="1"/>
          <p:nvPr/>
        </p:nvSpPr>
        <p:spPr>
          <a:xfrm>
            <a:off x="5714746" y="3426729"/>
            <a:ext cx="238869" cy="170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6" b="0" i="0" spc="-6">
                <a:solidFill>
                  <a:srgbClr val="FFFFFF"/>
                </a:solidFill>
                <a:latin typeface="Arial"/>
                <a:hlinkClick r:id="rId22"/>
              </a:rPr>
              <a:t>New</a:t>
            </a:r>
          </a:p>
        </p:txBody>
      </p:sp>
      <p:sp>
        <p:nvSpPr>
          <p:cNvPr id="234" name="Editable text — Partner accessible link"/>
          <p:cNvSpPr txBox="1"/>
          <p:nvPr/>
        </p:nvSpPr>
        <p:spPr>
          <a:xfrm>
            <a:off x="10676255" y="109806"/>
            <a:ext cx="1322725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2">
                <a:solidFill>
                  <a:srgbClr val="0070F2"/>
                </a:solidFill>
                <a:latin typeface="Arial"/>
              </a:rPr>
              <a:t>Partner accessible link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"/>
          <p:cNvSpPr/>
          <p:nvPr/>
        </p:nvSpPr>
        <p:spPr>
          <a:xfrm>
            <a:off x="0" y="0"/>
            <a:ext cx="12195175" cy="6858000"/>
          </a:xfrm>
          <a:custGeom>
            <a:avLst/>
            <a:gdLst/>
            <a:ahLst/>
            <a:cxnLst/>
            <a:rect l="0" t="0" r="r" b="b"/>
            <a:pathLst>
              <a:path w="12195175" h="6858000" fill="norm" stroke="0" extrusionOk="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BF9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Editable vector"/>
          <p:cNvSpPr/>
          <p:nvPr/>
        </p:nvSpPr>
        <p:spPr>
          <a:xfrm>
            <a:off x="506628" y="6582778"/>
            <a:ext cx="1186535" cy="71856"/>
          </a:xfrm>
          <a:custGeom>
            <a:avLst/>
            <a:gdLst/>
            <a:ahLst/>
            <a:cxnLst/>
            <a:rect l="0" t="0" r="r" b="b"/>
            <a:pathLst>
              <a:path w="1186536" h="71857" fill="norm" stroke="0" extrusionOk="0">
                <a:moveTo>
                  <a:pt x="0" y="2832"/>
                </a:moveTo>
                <a:lnTo>
                  <a:pt x="0" y="55258"/>
                </a:lnTo>
                <a:lnTo>
                  <a:pt x="7074" y="55258"/>
                </a:lnTo>
                <a:lnTo>
                  <a:pt x="7074" y="2832"/>
                </a:lnTo>
                <a:close/>
                <a:moveTo>
                  <a:pt x="19812" y="2832"/>
                </a:moveTo>
                <a:lnTo>
                  <a:pt x="28181" y="2832"/>
                </a:lnTo>
                <a:lnTo>
                  <a:pt x="54712" y="47410"/>
                </a:lnTo>
                <a:cubicBezTo>
                  <a:pt x="54661" y="46266"/>
                  <a:pt x="54610" y="44717"/>
                  <a:pt x="54572" y="42761"/>
                </a:cubicBezTo>
                <a:cubicBezTo>
                  <a:pt x="54521" y="40793"/>
                  <a:pt x="54496" y="38862"/>
                  <a:pt x="54496" y="36957"/>
                </a:cubicBezTo>
                <a:lnTo>
                  <a:pt x="54496" y="2832"/>
                </a:lnTo>
                <a:lnTo>
                  <a:pt x="60820" y="2832"/>
                </a:lnTo>
                <a:lnTo>
                  <a:pt x="60820" y="55258"/>
                </a:lnTo>
                <a:lnTo>
                  <a:pt x="52108" y="55258"/>
                </a:lnTo>
                <a:lnTo>
                  <a:pt x="25921" y="11202"/>
                </a:lnTo>
                <a:cubicBezTo>
                  <a:pt x="25972" y="12345"/>
                  <a:pt x="26010" y="13894"/>
                  <a:pt x="26060" y="15837"/>
                </a:cubicBezTo>
                <a:cubicBezTo>
                  <a:pt x="26111" y="17780"/>
                  <a:pt x="26137" y="19724"/>
                  <a:pt x="26137" y="21654"/>
                </a:cubicBezTo>
                <a:lnTo>
                  <a:pt x="26137" y="55258"/>
                </a:lnTo>
                <a:lnTo>
                  <a:pt x="19812" y="55258"/>
                </a:lnTo>
                <a:lnTo>
                  <a:pt x="19812" y="2832"/>
                </a:lnTo>
                <a:close/>
                <a:moveTo>
                  <a:pt x="84125" y="9385"/>
                </a:moveTo>
                <a:lnTo>
                  <a:pt x="67653" y="9385"/>
                </a:lnTo>
                <a:lnTo>
                  <a:pt x="67653" y="2832"/>
                </a:lnTo>
                <a:lnTo>
                  <a:pt x="107683" y="2832"/>
                </a:lnTo>
                <a:lnTo>
                  <a:pt x="107683" y="9385"/>
                </a:lnTo>
                <a:lnTo>
                  <a:pt x="91199" y="9385"/>
                </a:lnTo>
                <a:lnTo>
                  <a:pt x="91199" y="55258"/>
                </a:lnTo>
                <a:lnTo>
                  <a:pt x="84125" y="55258"/>
                </a:lnTo>
                <a:lnTo>
                  <a:pt x="84125" y="9385"/>
                </a:lnTo>
                <a:close/>
                <a:moveTo>
                  <a:pt x="114300" y="2832"/>
                </a:moveTo>
                <a:lnTo>
                  <a:pt x="147980" y="2832"/>
                </a:lnTo>
                <a:lnTo>
                  <a:pt x="147980" y="9385"/>
                </a:lnTo>
                <a:lnTo>
                  <a:pt x="121374" y="9385"/>
                </a:lnTo>
                <a:lnTo>
                  <a:pt x="121374" y="25083"/>
                </a:lnTo>
                <a:lnTo>
                  <a:pt x="145783" y="25083"/>
                </a:lnTo>
                <a:lnTo>
                  <a:pt x="145783" y="31483"/>
                </a:lnTo>
                <a:lnTo>
                  <a:pt x="121374" y="31483"/>
                </a:lnTo>
                <a:lnTo>
                  <a:pt x="121374" y="48705"/>
                </a:lnTo>
                <a:lnTo>
                  <a:pt x="149504" y="48705"/>
                </a:lnTo>
                <a:lnTo>
                  <a:pt x="149504" y="55258"/>
                </a:lnTo>
                <a:lnTo>
                  <a:pt x="114300" y="55258"/>
                </a:lnTo>
                <a:lnTo>
                  <a:pt x="114300" y="2832"/>
                </a:lnTo>
                <a:close/>
                <a:moveTo>
                  <a:pt x="158496" y="2832"/>
                </a:moveTo>
                <a:lnTo>
                  <a:pt x="178626" y="2832"/>
                </a:lnTo>
                <a:cubicBezTo>
                  <a:pt x="182550" y="2832"/>
                  <a:pt x="185877" y="3442"/>
                  <a:pt x="188633" y="4674"/>
                </a:cubicBezTo>
                <a:cubicBezTo>
                  <a:pt x="191389" y="5906"/>
                  <a:pt x="193485" y="7671"/>
                  <a:pt x="194907" y="9996"/>
                </a:cubicBezTo>
                <a:cubicBezTo>
                  <a:pt x="196329" y="12319"/>
                  <a:pt x="197041" y="15088"/>
                  <a:pt x="197041" y="18314"/>
                </a:cubicBezTo>
                <a:cubicBezTo>
                  <a:pt x="197041" y="20613"/>
                  <a:pt x="196596" y="22797"/>
                  <a:pt x="195707" y="24854"/>
                </a:cubicBezTo>
                <a:cubicBezTo>
                  <a:pt x="194818" y="26912"/>
                  <a:pt x="193408" y="28702"/>
                  <a:pt x="191478" y="30214"/>
                </a:cubicBezTo>
                <a:cubicBezTo>
                  <a:pt x="189560" y="31725"/>
                  <a:pt x="187122" y="32766"/>
                  <a:pt x="184175" y="33338"/>
                </a:cubicBezTo>
                <a:lnTo>
                  <a:pt x="199200" y="55258"/>
                </a:lnTo>
                <a:lnTo>
                  <a:pt x="190944" y="55258"/>
                </a:lnTo>
                <a:lnTo>
                  <a:pt x="177254" y="34240"/>
                </a:lnTo>
                <a:lnTo>
                  <a:pt x="165570" y="34240"/>
                </a:lnTo>
                <a:lnTo>
                  <a:pt x="165570" y="55258"/>
                </a:lnTo>
                <a:lnTo>
                  <a:pt x="158496" y="55258"/>
                </a:lnTo>
                <a:lnTo>
                  <a:pt x="158496" y="2832"/>
                </a:lnTo>
                <a:close/>
                <a:moveTo>
                  <a:pt x="178143" y="27915"/>
                </a:moveTo>
                <a:cubicBezTo>
                  <a:pt x="180797" y="27915"/>
                  <a:pt x="183007" y="27496"/>
                  <a:pt x="184785" y="26657"/>
                </a:cubicBezTo>
                <a:cubicBezTo>
                  <a:pt x="186563" y="25832"/>
                  <a:pt x="187871" y="24702"/>
                  <a:pt x="188709" y="23279"/>
                </a:cubicBezTo>
                <a:cubicBezTo>
                  <a:pt x="189548" y="21857"/>
                  <a:pt x="189979" y="20219"/>
                  <a:pt x="189979" y="18390"/>
                </a:cubicBezTo>
                <a:cubicBezTo>
                  <a:pt x="189979" y="15380"/>
                  <a:pt x="188925" y="13119"/>
                  <a:pt x="186817" y="11595"/>
                </a:cubicBezTo>
                <a:cubicBezTo>
                  <a:pt x="184709" y="10071"/>
                  <a:pt x="181712" y="9310"/>
                  <a:pt x="177851" y="9310"/>
                </a:cubicBezTo>
                <a:lnTo>
                  <a:pt x="165570" y="9310"/>
                </a:lnTo>
                <a:lnTo>
                  <a:pt x="165570" y="27915"/>
                </a:lnTo>
                <a:lnTo>
                  <a:pt x="178143" y="27915"/>
                </a:lnTo>
                <a:close/>
                <a:moveTo>
                  <a:pt x="207264" y="2832"/>
                </a:moveTo>
                <a:lnTo>
                  <a:pt x="215633" y="2832"/>
                </a:lnTo>
                <a:lnTo>
                  <a:pt x="242164" y="47410"/>
                </a:lnTo>
                <a:cubicBezTo>
                  <a:pt x="242113" y="46266"/>
                  <a:pt x="242062" y="44717"/>
                  <a:pt x="242024" y="42761"/>
                </a:cubicBezTo>
                <a:cubicBezTo>
                  <a:pt x="241973" y="40793"/>
                  <a:pt x="241948" y="38862"/>
                  <a:pt x="241948" y="36957"/>
                </a:cubicBezTo>
                <a:lnTo>
                  <a:pt x="241948" y="2832"/>
                </a:lnTo>
                <a:lnTo>
                  <a:pt x="248272" y="2832"/>
                </a:lnTo>
                <a:lnTo>
                  <a:pt x="248272" y="55258"/>
                </a:lnTo>
                <a:lnTo>
                  <a:pt x="239560" y="55258"/>
                </a:lnTo>
                <a:lnTo>
                  <a:pt x="213373" y="11202"/>
                </a:lnTo>
                <a:cubicBezTo>
                  <a:pt x="213424" y="12345"/>
                  <a:pt x="213462" y="13894"/>
                  <a:pt x="213512" y="15837"/>
                </a:cubicBezTo>
                <a:cubicBezTo>
                  <a:pt x="213563" y="17780"/>
                  <a:pt x="213589" y="19724"/>
                  <a:pt x="213589" y="21654"/>
                </a:cubicBezTo>
                <a:lnTo>
                  <a:pt x="213589" y="55258"/>
                </a:lnTo>
                <a:lnTo>
                  <a:pt x="207264" y="55258"/>
                </a:lnTo>
                <a:lnTo>
                  <a:pt x="207264" y="2832"/>
                </a:lnTo>
                <a:close/>
                <a:moveTo>
                  <a:pt x="274079" y="2832"/>
                </a:moveTo>
                <a:lnTo>
                  <a:pt x="282181" y="2832"/>
                </a:lnTo>
                <a:lnTo>
                  <a:pt x="301904" y="55258"/>
                </a:lnTo>
                <a:lnTo>
                  <a:pt x="294500" y="55258"/>
                </a:lnTo>
                <a:lnTo>
                  <a:pt x="289547" y="41085"/>
                </a:lnTo>
                <a:lnTo>
                  <a:pt x="266560" y="41085"/>
                </a:lnTo>
                <a:lnTo>
                  <a:pt x="261607" y="55258"/>
                </a:lnTo>
                <a:lnTo>
                  <a:pt x="254356" y="55258"/>
                </a:lnTo>
                <a:lnTo>
                  <a:pt x="274079" y="2832"/>
                </a:lnTo>
                <a:close/>
                <a:moveTo>
                  <a:pt x="287401" y="34900"/>
                </a:moveTo>
                <a:lnTo>
                  <a:pt x="281178" y="17158"/>
                </a:lnTo>
                <a:cubicBezTo>
                  <a:pt x="280607" y="15545"/>
                  <a:pt x="280048" y="13932"/>
                  <a:pt x="279489" y="12319"/>
                </a:cubicBezTo>
                <a:cubicBezTo>
                  <a:pt x="278930" y="10706"/>
                  <a:pt x="278448" y="9322"/>
                  <a:pt x="278054" y="8154"/>
                </a:cubicBezTo>
                <a:cubicBezTo>
                  <a:pt x="277660" y="9322"/>
                  <a:pt x="277178" y="10706"/>
                  <a:pt x="276619" y="12319"/>
                </a:cubicBezTo>
                <a:cubicBezTo>
                  <a:pt x="276060" y="13932"/>
                  <a:pt x="275501" y="15545"/>
                  <a:pt x="274930" y="17158"/>
                </a:cubicBezTo>
                <a:lnTo>
                  <a:pt x="268719" y="34900"/>
                </a:lnTo>
                <a:lnTo>
                  <a:pt x="287401" y="34900"/>
                </a:lnTo>
                <a:close/>
                <a:moveTo>
                  <a:pt x="307848" y="2832"/>
                </a:moveTo>
                <a:lnTo>
                  <a:pt x="314922" y="2832"/>
                </a:lnTo>
                <a:lnTo>
                  <a:pt x="314922" y="48705"/>
                </a:lnTo>
                <a:lnTo>
                  <a:pt x="339179" y="48705"/>
                </a:lnTo>
                <a:lnTo>
                  <a:pt x="339179" y="55258"/>
                </a:lnTo>
                <a:lnTo>
                  <a:pt x="307848" y="55258"/>
                </a:lnTo>
                <a:lnTo>
                  <a:pt x="307848" y="2832"/>
                </a:lnTo>
                <a:close/>
                <a:moveTo>
                  <a:pt x="362268" y="32410"/>
                </a:moveTo>
                <a:lnTo>
                  <a:pt x="362268" y="37580"/>
                </a:lnTo>
                <a:lnTo>
                  <a:pt x="404609" y="37580"/>
                </a:lnTo>
                <a:lnTo>
                  <a:pt x="404609" y="32410"/>
                </a:lnTo>
                <a:close/>
                <a:moveTo>
                  <a:pt x="446773" y="56007"/>
                </a:moveTo>
                <a:cubicBezTo>
                  <a:pt x="442481" y="56007"/>
                  <a:pt x="438696" y="55309"/>
                  <a:pt x="435407" y="53911"/>
                </a:cubicBezTo>
                <a:cubicBezTo>
                  <a:pt x="432118" y="52528"/>
                  <a:pt x="429387" y="50432"/>
                  <a:pt x="427203" y="47625"/>
                </a:cubicBezTo>
                <a:lnTo>
                  <a:pt x="432041" y="42787"/>
                </a:lnTo>
                <a:cubicBezTo>
                  <a:pt x="433210" y="44260"/>
                  <a:pt x="434429" y="45492"/>
                  <a:pt x="435724" y="46495"/>
                </a:cubicBezTo>
                <a:cubicBezTo>
                  <a:pt x="437007" y="47498"/>
                  <a:pt x="438556" y="48299"/>
                  <a:pt x="440373" y="48895"/>
                </a:cubicBezTo>
                <a:cubicBezTo>
                  <a:pt x="442189" y="49492"/>
                  <a:pt x="444322" y="49785"/>
                  <a:pt x="446773" y="49785"/>
                </a:cubicBezTo>
                <a:cubicBezTo>
                  <a:pt x="449199" y="49785"/>
                  <a:pt x="451371" y="49479"/>
                  <a:pt x="453288" y="48870"/>
                </a:cubicBezTo>
                <a:cubicBezTo>
                  <a:pt x="455193" y="48273"/>
                  <a:pt x="456705" y="47320"/>
                  <a:pt x="457822" y="46025"/>
                </a:cubicBezTo>
                <a:cubicBezTo>
                  <a:pt x="458940" y="44742"/>
                  <a:pt x="459499" y="43117"/>
                  <a:pt x="459499" y="41161"/>
                </a:cubicBezTo>
                <a:cubicBezTo>
                  <a:pt x="459499" y="39192"/>
                  <a:pt x="458915" y="37605"/>
                  <a:pt x="457746" y="36399"/>
                </a:cubicBezTo>
                <a:cubicBezTo>
                  <a:pt x="456578" y="35179"/>
                  <a:pt x="455104" y="34227"/>
                  <a:pt x="453326" y="33541"/>
                </a:cubicBezTo>
                <a:cubicBezTo>
                  <a:pt x="451536" y="32868"/>
                  <a:pt x="449161" y="32157"/>
                  <a:pt x="446215" y="31407"/>
                </a:cubicBezTo>
                <a:cubicBezTo>
                  <a:pt x="442646" y="30518"/>
                  <a:pt x="439712" y="29579"/>
                  <a:pt x="437439" y="28601"/>
                </a:cubicBezTo>
                <a:cubicBezTo>
                  <a:pt x="435153" y="27623"/>
                  <a:pt x="433222" y="26124"/>
                  <a:pt x="431635" y="24118"/>
                </a:cubicBezTo>
                <a:cubicBezTo>
                  <a:pt x="430047" y="22111"/>
                  <a:pt x="429247" y="19431"/>
                  <a:pt x="429247" y="16078"/>
                </a:cubicBezTo>
                <a:cubicBezTo>
                  <a:pt x="429247" y="12878"/>
                  <a:pt x="430060" y="10237"/>
                  <a:pt x="431660" y="8128"/>
                </a:cubicBezTo>
                <a:cubicBezTo>
                  <a:pt x="433273" y="6033"/>
                  <a:pt x="435458" y="4496"/>
                  <a:pt x="438201" y="3518"/>
                </a:cubicBezTo>
                <a:cubicBezTo>
                  <a:pt x="440931" y="2540"/>
                  <a:pt x="444017" y="2045"/>
                  <a:pt x="447446" y="2045"/>
                </a:cubicBezTo>
                <a:cubicBezTo>
                  <a:pt x="451561" y="2045"/>
                  <a:pt x="455054" y="2718"/>
                  <a:pt x="457937" y="4039"/>
                </a:cubicBezTo>
                <a:cubicBezTo>
                  <a:pt x="460807" y="5373"/>
                  <a:pt x="463220" y="7201"/>
                  <a:pt x="465150" y="9525"/>
                </a:cubicBezTo>
                <a:lnTo>
                  <a:pt x="460426" y="14212"/>
                </a:lnTo>
                <a:cubicBezTo>
                  <a:pt x="458762" y="12306"/>
                  <a:pt x="456870" y="10833"/>
                  <a:pt x="454736" y="9792"/>
                </a:cubicBezTo>
                <a:cubicBezTo>
                  <a:pt x="452603" y="8751"/>
                  <a:pt x="450050" y="8230"/>
                  <a:pt x="447065" y="8230"/>
                </a:cubicBezTo>
                <a:cubicBezTo>
                  <a:pt x="444665" y="8230"/>
                  <a:pt x="442646" y="8560"/>
                  <a:pt x="441007" y="9208"/>
                </a:cubicBezTo>
                <a:cubicBezTo>
                  <a:pt x="439369" y="9868"/>
                  <a:pt x="438150" y="10770"/>
                  <a:pt x="437363" y="11913"/>
                </a:cubicBezTo>
                <a:cubicBezTo>
                  <a:pt x="436562" y="13056"/>
                  <a:pt x="436169" y="14364"/>
                  <a:pt x="436169" y="15850"/>
                </a:cubicBezTo>
                <a:cubicBezTo>
                  <a:pt x="436169" y="17666"/>
                  <a:pt x="436715" y="19139"/>
                  <a:pt x="437820" y="20269"/>
                </a:cubicBezTo>
                <a:cubicBezTo>
                  <a:pt x="438925" y="21387"/>
                  <a:pt x="440309" y="22276"/>
                  <a:pt x="441960" y="22911"/>
                </a:cubicBezTo>
                <a:cubicBezTo>
                  <a:pt x="443598" y="23533"/>
                  <a:pt x="445872" y="24244"/>
                  <a:pt x="448742" y="25006"/>
                </a:cubicBezTo>
                <a:cubicBezTo>
                  <a:pt x="452514" y="25946"/>
                  <a:pt x="455587" y="26912"/>
                  <a:pt x="457949" y="27915"/>
                </a:cubicBezTo>
                <a:cubicBezTo>
                  <a:pt x="460324" y="28905"/>
                  <a:pt x="462343" y="30429"/>
                  <a:pt x="463995" y="32487"/>
                </a:cubicBezTo>
                <a:cubicBezTo>
                  <a:pt x="465658" y="34544"/>
                  <a:pt x="466496" y="37313"/>
                  <a:pt x="466496" y="40780"/>
                </a:cubicBezTo>
                <a:cubicBezTo>
                  <a:pt x="466496" y="43765"/>
                  <a:pt x="465734" y="46393"/>
                  <a:pt x="464223" y="48692"/>
                </a:cubicBezTo>
                <a:cubicBezTo>
                  <a:pt x="462712" y="50991"/>
                  <a:pt x="460477" y="52781"/>
                  <a:pt x="457505" y="54064"/>
                </a:cubicBezTo>
                <a:cubicBezTo>
                  <a:pt x="454546" y="55359"/>
                  <a:pt x="450964" y="56007"/>
                  <a:pt x="446773" y="56007"/>
                </a:cubicBezTo>
                <a:close/>
                <a:moveTo>
                  <a:pt x="488963" y="2832"/>
                </a:moveTo>
                <a:lnTo>
                  <a:pt x="497065" y="2832"/>
                </a:lnTo>
                <a:lnTo>
                  <a:pt x="516788" y="55258"/>
                </a:lnTo>
                <a:lnTo>
                  <a:pt x="509384" y="55258"/>
                </a:lnTo>
                <a:lnTo>
                  <a:pt x="504431" y="41085"/>
                </a:lnTo>
                <a:lnTo>
                  <a:pt x="481444" y="41085"/>
                </a:lnTo>
                <a:lnTo>
                  <a:pt x="476491" y="55258"/>
                </a:lnTo>
                <a:lnTo>
                  <a:pt x="469240" y="55258"/>
                </a:lnTo>
                <a:lnTo>
                  <a:pt x="488963" y="2832"/>
                </a:lnTo>
                <a:close/>
                <a:moveTo>
                  <a:pt x="502285" y="34900"/>
                </a:moveTo>
                <a:lnTo>
                  <a:pt x="496062" y="17158"/>
                </a:lnTo>
                <a:cubicBezTo>
                  <a:pt x="495490" y="15545"/>
                  <a:pt x="494932" y="13932"/>
                  <a:pt x="494373" y="12319"/>
                </a:cubicBezTo>
                <a:cubicBezTo>
                  <a:pt x="493814" y="10706"/>
                  <a:pt x="493332" y="9322"/>
                  <a:pt x="492938" y="8154"/>
                </a:cubicBezTo>
                <a:cubicBezTo>
                  <a:pt x="492544" y="9322"/>
                  <a:pt x="492062" y="10706"/>
                  <a:pt x="491503" y="12319"/>
                </a:cubicBezTo>
                <a:cubicBezTo>
                  <a:pt x="490944" y="13932"/>
                  <a:pt x="490385" y="15545"/>
                  <a:pt x="489814" y="17158"/>
                </a:cubicBezTo>
                <a:lnTo>
                  <a:pt x="483603" y="34900"/>
                </a:lnTo>
                <a:lnTo>
                  <a:pt x="502285" y="34900"/>
                </a:lnTo>
                <a:close/>
                <a:moveTo>
                  <a:pt x="522732" y="2832"/>
                </a:moveTo>
                <a:lnTo>
                  <a:pt x="542531" y="2832"/>
                </a:lnTo>
                <a:cubicBezTo>
                  <a:pt x="546570" y="2832"/>
                  <a:pt x="549974" y="3493"/>
                  <a:pt x="552729" y="4801"/>
                </a:cubicBezTo>
                <a:cubicBezTo>
                  <a:pt x="555473" y="6121"/>
                  <a:pt x="557543" y="7963"/>
                  <a:pt x="558914" y="10351"/>
                </a:cubicBezTo>
                <a:cubicBezTo>
                  <a:pt x="560299" y="12726"/>
                  <a:pt x="560984" y="15532"/>
                  <a:pt x="560984" y="18759"/>
                </a:cubicBezTo>
                <a:cubicBezTo>
                  <a:pt x="560984" y="21908"/>
                  <a:pt x="560299" y="24727"/>
                  <a:pt x="558940" y="27204"/>
                </a:cubicBezTo>
                <a:cubicBezTo>
                  <a:pt x="557568" y="29680"/>
                  <a:pt x="555536" y="31636"/>
                  <a:pt x="552831" y="33058"/>
                </a:cubicBezTo>
                <a:cubicBezTo>
                  <a:pt x="550126" y="34493"/>
                  <a:pt x="546837" y="35205"/>
                  <a:pt x="542938" y="35205"/>
                </a:cubicBezTo>
                <a:lnTo>
                  <a:pt x="529806" y="35205"/>
                </a:lnTo>
                <a:lnTo>
                  <a:pt x="529806" y="55258"/>
                </a:lnTo>
                <a:lnTo>
                  <a:pt x="522732" y="55258"/>
                </a:lnTo>
                <a:lnTo>
                  <a:pt x="522732" y="2832"/>
                </a:lnTo>
                <a:close/>
                <a:moveTo>
                  <a:pt x="541934" y="28804"/>
                </a:moveTo>
                <a:cubicBezTo>
                  <a:pt x="545948" y="28804"/>
                  <a:pt x="548957" y="27953"/>
                  <a:pt x="550939" y="26251"/>
                </a:cubicBezTo>
                <a:cubicBezTo>
                  <a:pt x="552920" y="24550"/>
                  <a:pt x="553911" y="22085"/>
                  <a:pt x="553911" y="18835"/>
                </a:cubicBezTo>
                <a:cubicBezTo>
                  <a:pt x="553911" y="15710"/>
                  <a:pt x="552882" y="13336"/>
                  <a:pt x="550812" y="11723"/>
                </a:cubicBezTo>
                <a:cubicBezTo>
                  <a:pt x="548742" y="10109"/>
                  <a:pt x="545681" y="9310"/>
                  <a:pt x="541630" y="9310"/>
                </a:cubicBezTo>
                <a:lnTo>
                  <a:pt x="529806" y="9310"/>
                </a:lnTo>
                <a:lnTo>
                  <a:pt x="529806" y="28804"/>
                </a:lnTo>
                <a:lnTo>
                  <a:pt x="541934" y="28804"/>
                </a:lnTo>
                <a:close/>
                <a:moveTo>
                  <a:pt x="595973" y="56007"/>
                </a:moveTo>
                <a:cubicBezTo>
                  <a:pt x="593585" y="56007"/>
                  <a:pt x="591464" y="55538"/>
                  <a:pt x="589610" y="54623"/>
                </a:cubicBezTo>
                <a:cubicBezTo>
                  <a:pt x="587743" y="53708"/>
                  <a:pt x="586296" y="52363"/>
                  <a:pt x="585254" y="50610"/>
                </a:cubicBezTo>
                <a:cubicBezTo>
                  <a:pt x="584213" y="48844"/>
                  <a:pt x="583692" y="46736"/>
                  <a:pt x="583692" y="44285"/>
                </a:cubicBezTo>
                <a:cubicBezTo>
                  <a:pt x="583692" y="41275"/>
                  <a:pt x="584479" y="38812"/>
                  <a:pt x="586054" y="36881"/>
                </a:cubicBezTo>
                <a:cubicBezTo>
                  <a:pt x="587629" y="34938"/>
                  <a:pt x="589775" y="33528"/>
                  <a:pt x="592506" y="32652"/>
                </a:cubicBezTo>
                <a:cubicBezTo>
                  <a:pt x="595236" y="31776"/>
                  <a:pt x="598399" y="31331"/>
                  <a:pt x="601993" y="31331"/>
                </a:cubicBezTo>
                <a:lnTo>
                  <a:pt x="609143" y="31331"/>
                </a:lnTo>
                <a:lnTo>
                  <a:pt x="609143" y="28575"/>
                </a:lnTo>
                <a:cubicBezTo>
                  <a:pt x="609143" y="25756"/>
                  <a:pt x="608470" y="23597"/>
                  <a:pt x="607111" y="22123"/>
                </a:cubicBezTo>
                <a:cubicBezTo>
                  <a:pt x="605765" y="20651"/>
                  <a:pt x="603720" y="19914"/>
                  <a:pt x="600989" y="19914"/>
                </a:cubicBezTo>
                <a:cubicBezTo>
                  <a:pt x="598513" y="19914"/>
                  <a:pt x="596354" y="20409"/>
                  <a:pt x="594500" y="21413"/>
                </a:cubicBezTo>
                <a:cubicBezTo>
                  <a:pt x="592658" y="22416"/>
                  <a:pt x="591020" y="23876"/>
                  <a:pt x="589610" y="25794"/>
                </a:cubicBezTo>
                <a:lnTo>
                  <a:pt x="585292" y="21476"/>
                </a:lnTo>
                <a:cubicBezTo>
                  <a:pt x="589305" y="16663"/>
                  <a:pt x="594690" y="14250"/>
                  <a:pt x="601434" y="14250"/>
                </a:cubicBezTo>
                <a:cubicBezTo>
                  <a:pt x="604545" y="14250"/>
                  <a:pt x="607174" y="14846"/>
                  <a:pt x="609333" y="16040"/>
                </a:cubicBezTo>
                <a:cubicBezTo>
                  <a:pt x="611480" y="17234"/>
                  <a:pt x="613105" y="18898"/>
                  <a:pt x="614197" y="21044"/>
                </a:cubicBezTo>
                <a:cubicBezTo>
                  <a:pt x="615290" y="23191"/>
                  <a:pt x="615836" y="25705"/>
                  <a:pt x="615836" y="28575"/>
                </a:cubicBezTo>
                <a:lnTo>
                  <a:pt x="615836" y="55258"/>
                </a:lnTo>
                <a:lnTo>
                  <a:pt x="609435" y="55258"/>
                </a:lnTo>
                <a:lnTo>
                  <a:pt x="609435" y="47778"/>
                </a:lnTo>
                <a:lnTo>
                  <a:pt x="609295" y="47778"/>
                </a:lnTo>
                <a:cubicBezTo>
                  <a:pt x="607949" y="50635"/>
                  <a:pt x="606209" y="52718"/>
                  <a:pt x="604076" y="54026"/>
                </a:cubicBezTo>
                <a:cubicBezTo>
                  <a:pt x="601942" y="55347"/>
                  <a:pt x="599250" y="56007"/>
                  <a:pt x="595973" y="56007"/>
                </a:cubicBezTo>
                <a:close/>
                <a:moveTo>
                  <a:pt x="590614" y="44133"/>
                </a:moveTo>
                <a:cubicBezTo>
                  <a:pt x="590614" y="45403"/>
                  <a:pt x="590893" y="46495"/>
                  <a:pt x="591464" y="47447"/>
                </a:cubicBezTo>
                <a:cubicBezTo>
                  <a:pt x="592036" y="48387"/>
                  <a:pt x="592861" y="49111"/>
                  <a:pt x="593941" y="49619"/>
                </a:cubicBezTo>
                <a:cubicBezTo>
                  <a:pt x="595020" y="50127"/>
                  <a:pt x="596303" y="50381"/>
                  <a:pt x="597789" y="50381"/>
                </a:cubicBezTo>
                <a:cubicBezTo>
                  <a:pt x="600151" y="50381"/>
                  <a:pt x="602183" y="49911"/>
                  <a:pt x="603898" y="48946"/>
                </a:cubicBezTo>
                <a:cubicBezTo>
                  <a:pt x="605612" y="47993"/>
                  <a:pt x="606908" y="46749"/>
                  <a:pt x="607797" y="45187"/>
                </a:cubicBezTo>
                <a:cubicBezTo>
                  <a:pt x="608698" y="43638"/>
                  <a:pt x="609143" y="41999"/>
                  <a:pt x="609143" y="40260"/>
                </a:cubicBezTo>
                <a:lnTo>
                  <a:pt x="609143" y="36361"/>
                </a:lnTo>
                <a:lnTo>
                  <a:pt x="602894" y="36361"/>
                </a:lnTo>
                <a:cubicBezTo>
                  <a:pt x="599199" y="36361"/>
                  <a:pt x="596227" y="36919"/>
                  <a:pt x="593979" y="38050"/>
                </a:cubicBezTo>
                <a:cubicBezTo>
                  <a:pt x="591731" y="39180"/>
                  <a:pt x="590614" y="41199"/>
                  <a:pt x="590614" y="44133"/>
                </a:cubicBezTo>
                <a:close/>
                <a:moveTo>
                  <a:pt x="625285" y="15037"/>
                </a:moveTo>
                <a:lnTo>
                  <a:pt x="631685" y="15037"/>
                </a:lnTo>
                <a:lnTo>
                  <a:pt x="631685" y="23406"/>
                </a:lnTo>
                <a:lnTo>
                  <a:pt x="631838" y="23406"/>
                </a:lnTo>
                <a:cubicBezTo>
                  <a:pt x="632828" y="20803"/>
                  <a:pt x="634340" y="18631"/>
                  <a:pt x="636372" y="16879"/>
                </a:cubicBezTo>
                <a:cubicBezTo>
                  <a:pt x="638404" y="15126"/>
                  <a:pt x="641248" y="14250"/>
                  <a:pt x="644893" y="14250"/>
                </a:cubicBezTo>
                <a:cubicBezTo>
                  <a:pt x="647675" y="14250"/>
                  <a:pt x="649999" y="14834"/>
                  <a:pt x="651866" y="16002"/>
                </a:cubicBezTo>
                <a:cubicBezTo>
                  <a:pt x="653745" y="17171"/>
                  <a:pt x="655142" y="18821"/>
                  <a:pt x="656082" y="20955"/>
                </a:cubicBezTo>
                <a:cubicBezTo>
                  <a:pt x="657009" y="23089"/>
                  <a:pt x="657466" y="25578"/>
                  <a:pt x="657466" y="28435"/>
                </a:cubicBezTo>
                <a:lnTo>
                  <a:pt x="657466" y="55258"/>
                </a:lnTo>
                <a:lnTo>
                  <a:pt x="650735" y="55258"/>
                </a:lnTo>
                <a:lnTo>
                  <a:pt x="650735" y="29731"/>
                </a:lnTo>
                <a:cubicBezTo>
                  <a:pt x="650735" y="26632"/>
                  <a:pt x="650088" y="24270"/>
                  <a:pt x="648805" y="22644"/>
                </a:cubicBezTo>
                <a:cubicBezTo>
                  <a:pt x="647510" y="21019"/>
                  <a:pt x="645389" y="20206"/>
                  <a:pt x="642442" y="20206"/>
                </a:cubicBezTo>
                <a:cubicBezTo>
                  <a:pt x="640334" y="20206"/>
                  <a:pt x="638493" y="20663"/>
                  <a:pt x="636918" y="21590"/>
                </a:cubicBezTo>
                <a:cubicBezTo>
                  <a:pt x="635343" y="22505"/>
                  <a:pt x="634124" y="23838"/>
                  <a:pt x="633273" y="25603"/>
                </a:cubicBezTo>
                <a:cubicBezTo>
                  <a:pt x="632409" y="27369"/>
                  <a:pt x="631990" y="29477"/>
                  <a:pt x="631990" y="31928"/>
                </a:cubicBezTo>
                <a:lnTo>
                  <a:pt x="631990" y="55258"/>
                </a:lnTo>
                <a:lnTo>
                  <a:pt x="625285" y="55258"/>
                </a:lnTo>
                <a:lnTo>
                  <a:pt x="625285" y="15037"/>
                </a:lnTo>
                <a:close/>
                <a:moveTo>
                  <a:pt x="683209" y="56007"/>
                </a:moveTo>
                <a:cubicBezTo>
                  <a:pt x="679691" y="56007"/>
                  <a:pt x="676593" y="55118"/>
                  <a:pt x="673926" y="53366"/>
                </a:cubicBezTo>
                <a:cubicBezTo>
                  <a:pt x="671259" y="51601"/>
                  <a:pt x="669201" y="49137"/>
                  <a:pt x="667741" y="45987"/>
                </a:cubicBezTo>
                <a:cubicBezTo>
                  <a:pt x="666267" y="42838"/>
                  <a:pt x="665543" y="39218"/>
                  <a:pt x="665543" y="35128"/>
                </a:cubicBezTo>
                <a:cubicBezTo>
                  <a:pt x="665543" y="31039"/>
                  <a:pt x="666255" y="27419"/>
                  <a:pt x="667677" y="24270"/>
                </a:cubicBezTo>
                <a:cubicBezTo>
                  <a:pt x="669112" y="21108"/>
                  <a:pt x="671144" y="18656"/>
                  <a:pt x="673786" y="16891"/>
                </a:cubicBezTo>
                <a:cubicBezTo>
                  <a:pt x="676427" y="15139"/>
                  <a:pt x="679488" y="14250"/>
                  <a:pt x="682993" y="14250"/>
                </a:cubicBezTo>
                <a:cubicBezTo>
                  <a:pt x="685571" y="14250"/>
                  <a:pt x="687857" y="14656"/>
                  <a:pt x="689839" y="15443"/>
                </a:cubicBezTo>
                <a:cubicBezTo>
                  <a:pt x="691820" y="16243"/>
                  <a:pt x="693471" y="17297"/>
                  <a:pt x="694792" y="18631"/>
                </a:cubicBezTo>
                <a:cubicBezTo>
                  <a:pt x="696100" y="19952"/>
                  <a:pt x="697116" y="21451"/>
                  <a:pt x="697840" y="23114"/>
                </a:cubicBezTo>
                <a:lnTo>
                  <a:pt x="697979" y="23114"/>
                </a:lnTo>
                <a:lnTo>
                  <a:pt x="697979" y="0"/>
                </a:lnTo>
                <a:lnTo>
                  <a:pt x="704685" y="0"/>
                </a:lnTo>
                <a:lnTo>
                  <a:pt x="704685" y="55258"/>
                </a:lnTo>
                <a:lnTo>
                  <a:pt x="698284" y="55258"/>
                </a:lnTo>
                <a:lnTo>
                  <a:pt x="698284" y="46736"/>
                </a:lnTo>
                <a:lnTo>
                  <a:pt x="698208" y="46736"/>
                </a:lnTo>
                <a:cubicBezTo>
                  <a:pt x="697090" y="49492"/>
                  <a:pt x="695363" y="51727"/>
                  <a:pt x="693014" y="53429"/>
                </a:cubicBezTo>
                <a:cubicBezTo>
                  <a:pt x="690677" y="55144"/>
                  <a:pt x="687400" y="56007"/>
                  <a:pt x="683209" y="56007"/>
                </a:cubicBezTo>
                <a:close/>
                <a:moveTo>
                  <a:pt x="672541" y="35128"/>
                </a:moveTo>
                <a:cubicBezTo>
                  <a:pt x="672541" y="38380"/>
                  <a:pt x="673087" y="41148"/>
                  <a:pt x="674192" y="43421"/>
                </a:cubicBezTo>
                <a:cubicBezTo>
                  <a:pt x="675297" y="45707"/>
                  <a:pt x="676808" y="47422"/>
                  <a:pt x="678726" y="48578"/>
                </a:cubicBezTo>
                <a:cubicBezTo>
                  <a:pt x="680657" y="49733"/>
                  <a:pt x="682828" y="50305"/>
                  <a:pt x="685267" y="50305"/>
                </a:cubicBezTo>
                <a:cubicBezTo>
                  <a:pt x="687692" y="50305"/>
                  <a:pt x="689864" y="49733"/>
                  <a:pt x="691794" y="48578"/>
                </a:cubicBezTo>
                <a:cubicBezTo>
                  <a:pt x="693712" y="47422"/>
                  <a:pt x="695223" y="45707"/>
                  <a:pt x="696328" y="43447"/>
                </a:cubicBezTo>
                <a:cubicBezTo>
                  <a:pt x="697433" y="41173"/>
                  <a:pt x="697979" y="38405"/>
                  <a:pt x="697979" y="35128"/>
                </a:cubicBezTo>
                <a:cubicBezTo>
                  <a:pt x="697979" y="31877"/>
                  <a:pt x="697433" y="29121"/>
                  <a:pt x="696328" y="26848"/>
                </a:cubicBezTo>
                <a:cubicBezTo>
                  <a:pt x="695223" y="24574"/>
                  <a:pt x="693712" y="22873"/>
                  <a:pt x="691794" y="21717"/>
                </a:cubicBezTo>
                <a:cubicBezTo>
                  <a:pt x="689864" y="20562"/>
                  <a:pt x="687692" y="19990"/>
                  <a:pt x="685267" y="19990"/>
                </a:cubicBezTo>
                <a:cubicBezTo>
                  <a:pt x="682828" y="19990"/>
                  <a:pt x="680657" y="20562"/>
                  <a:pt x="678726" y="21717"/>
                </a:cubicBezTo>
                <a:cubicBezTo>
                  <a:pt x="676808" y="22873"/>
                  <a:pt x="675297" y="24574"/>
                  <a:pt x="674192" y="26848"/>
                </a:cubicBezTo>
                <a:cubicBezTo>
                  <a:pt x="673087" y="29121"/>
                  <a:pt x="672541" y="31877"/>
                  <a:pt x="672541" y="35128"/>
                </a:cubicBezTo>
                <a:close/>
                <a:moveTo>
                  <a:pt x="734568" y="2832"/>
                </a:moveTo>
                <a:lnTo>
                  <a:pt x="754367" y="2832"/>
                </a:lnTo>
                <a:cubicBezTo>
                  <a:pt x="758406" y="2832"/>
                  <a:pt x="761810" y="3493"/>
                  <a:pt x="764515" y="4801"/>
                </a:cubicBezTo>
                <a:cubicBezTo>
                  <a:pt x="767309" y="6121"/>
                  <a:pt x="769341" y="7963"/>
                  <a:pt x="770738" y="10351"/>
                </a:cubicBezTo>
                <a:cubicBezTo>
                  <a:pt x="772135" y="12726"/>
                  <a:pt x="772770" y="15532"/>
                  <a:pt x="772770" y="18759"/>
                </a:cubicBezTo>
                <a:cubicBezTo>
                  <a:pt x="772770" y="21908"/>
                  <a:pt x="772135" y="24727"/>
                  <a:pt x="770738" y="27204"/>
                </a:cubicBezTo>
                <a:cubicBezTo>
                  <a:pt x="769468" y="29680"/>
                  <a:pt x="767436" y="31636"/>
                  <a:pt x="764642" y="33058"/>
                </a:cubicBezTo>
                <a:cubicBezTo>
                  <a:pt x="761962" y="34493"/>
                  <a:pt x="758673" y="35205"/>
                  <a:pt x="754774" y="35205"/>
                </a:cubicBezTo>
                <a:lnTo>
                  <a:pt x="741642" y="35205"/>
                </a:lnTo>
                <a:lnTo>
                  <a:pt x="741642" y="55258"/>
                </a:lnTo>
                <a:lnTo>
                  <a:pt x="734568" y="55258"/>
                </a:lnTo>
                <a:lnTo>
                  <a:pt x="734568" y="2832"/>
                </a:lnTo>
                <a:close/>
                <a:moveTo>
                  <a:pt x="753770" y="28804"/>
                </a:moveTo>
                <a:cubicBezTo>
                  <a:pt x="757784" y="28804"/>
                  <a:pt x="760793" y="27953"/>
                  <a:pt x="762775" y="26251"/>
                </a:cubicBezTo>
                <a:cubicBezTo>
                  <a:pt x="764769" y="24550"/>
                  <a:pt x="765785" y="22085"/>
                  <a:pt x="765785" y="18835"/>
                </a:cubicBezTo>
                <a:cubicBezTo>
                  <a:pt x="765785" y="15710"/>
                  <a:pt x="764769" y="13336"/>
                  <a:pt x="762648" y="11723"/>
                </a:cubicBezTo>
                <a:cubicBezTo>
                  <a:pt x="760578" y="10109"/>
                  <a:pt x="757517" y="9310"/>
                  <a:pt x="753466" y="9310"/>
                </a:cubicBezTo>
                <a:lnTo>
                  <a:pt x="741642" y="9310"/>
                </a:lnTo>
                <a:lnTo>
                  <a:pt x="741642" y="28804"/>
                </a:lnTo>
                <a:lnTo>
                  <a:pt x="753770" y="28804"/>
                </a:lnTo>
                <a:close/>
                <a:moveTo>
                  <a:pt x="789534" y="56007"/>
                </a:moveTo>
                <a:cubicBezTo>
                  <a:pt x="787121" y="56007"/>
                  <a:pt x="784962" y="55538"/>
                  <a:pt x="783184" y="54623"/>
                </a:cubicBezTo>
                <a:cubicBezTo>
                  <a:pt x="781279" y="53708"/>
                  <a:pt x="779882" y="52363"/>
                  <a:pt x="778739" y="50610"/>
                </a:cubicBezTo>
                <a:cubicBezTo>
                  <a:pt x="777723" y="48844"/>
                  <a:pt x="777215" y="46736"/>
                  <a:pt x="777215" y="44285"/>
                </a:cubicBezTo>
                <a:cubicBezTo>
                  <a:pt x="777215" y="41275"/>
                  <a:pt x="777977" y="38812"/>
                  <a:pt x="779628" y="36881"/>
                </a:cubicBezTo>
                <a:cubicBezTo>
                  <a:pt x="781152" y="34938"/>
                  <a:pt x="783311" y="33528"/>
                  <a:pt x="786105" y="32652"/>
                </a:cubicBezTo>
                <a:cubicBezTo>
                  <a:pt x="788772" y="31776"/>
                  <a:pt x="791947" y="31331"/>
                  <a:pt x="795503" y="31331"/>
                </a:cubicBezTo>
                <a:lnTo>
                  <a:pt x="802742" y="31331"/>
                </a:lnTo>
                <a:lnTo>
                  <a:pt x="802742" y="28575"/>
                </a:lnTo>
                <a:cubicBezTo>
                  <a:pt x="802742" y="25756"/>
                  <a:pt x="801980" y="23597"/>
                  <a:pt x="800710" y="22123"/>
                </a:cubicBezTo>
                <a:cubicBezTo>
                  <a:pt x="799313" y="20651"/>
                  <a:pt x="797281" y="19914"/>
                  <a:pt x="794487" y="19914"/>
                </a:cubicBezTo>
                <a:cubicBezTo>
                  <a:pt x="792074" y="19914"/>
                  <a:pt x="789915" y="20409"/>
                  <a:pt x="788010" y="21413"/>
                </a:cubicBezTo>
                <a:cubicBezTo>
                  <a:pt x="786232" y="22416"/>
                  <a:pt x="784581" y="23876"/>
                  <a:pt x="783184" y="25794"/>
                </a:cubicBezTo>
                <a:lnTo>
                  <a:pt x="778866" y="21476"/>
                </a:lnTo>
                <a:cubicBezTo>
                  <a:pt x="782803" y="16663"/>
                  <a:pt x="788264" y="14250"/>
                  <a:pt x="794995" y="14250"/>
                </a:cubicBezTo>
                <a:cubicBezTo>
                  <a:pt x="798043" y="14250"/>
                  <a:pt x="800710" y="14846"/>
                  <a:pt x="802869" y="16040"/>
                </a:cubicBezTo>
                <a:cubicBezTo>
                  <a:pt x="805028" y="17234"/>
                  <a:pt x="806679" y="18898"/>
                  <a:pt x="807695" y="21044"/>
                </a:cubicBezTo>
                <a:cubicBezTo>
                  <a:pt x="808838" y="23191"/>
                  <a:pt x="809346" y="25705"/>
                  <a:pt x="809346" y="28575"/>
                </a:cubicBezTo>
                <a:lnTo>
                  <a:pt x="809346" y="55258"/>
                </a:lnTo>
                <a:lnTo>
                  <a:pt x="802996" y="55258"/>
                </a:lnTo>
                <a:lnTo>
                  <a:pt x="802996" y="47778"/>
                </a:lnTo>
                <a:lnTo>
                  <a:pt x="802869" y="47778"/>
                </a:lnTo>
                <a:cubicBezTo>
                  <a:pt x="801472" y="50635"/>
                  <a:pt x="799821" y="52718"/>
                  <a:pt x="797662" y="54026"/>
                </a:cubicBezTo>
                <a:cubicBezTo>
                  <a:pt x="795503" y="55347"/>
                  <a:pt x="792836" y="56007"/>
                  <a:pt x="789534" y="56007"/>
                </a:cubicBezTo>
                <a:close/>
                <a:moveTo>
                  <a:pt x="784200" y="44133"/>
                </a:moveTo>
                <a:cubicBezTo>
                  <a:pt x="784200" y="45403"/>
                  <a:pt x="784454" y="46495"/>
                  <a:pt x="784962" y="47447"/>
                </a:cubicBezTo>
                <a:cubicBezTo>
                  <a:pt x="785597" y="48387"/>
                  <a:pt x="786359" y="49111"/>
                  <a:pt x="787502" y="49619"/>
                </a:cubicBezTo>
                <a:cubicBezTo>
                  <a:pt x="788518" y="50127"/>
                  <a:pt x="789915" y="50381"/>
                  <a:pt x="791312" y="50381"/>
                </a:cubicBezTo>
                <a:cubicBezTo>
                  <a:pt x="793725" y="50381"/>
                  <a:pt x="795757" y="49911"/>
                  <a:pt x="797408" y="48946"/>
                </a:cubicBezTo>
                <a:cubicBezTo>
                  <a:pt x="799186" y="47993"/>
                  <a:pt x="800456" y="46749"/>
                  <a:pt x="801345" y="45187"/>
                </a:cubicBezTo>
                <a:cubicBezTo>
                  <a:pt x="802234" y="43638"/>
                  <a:pt x="802742" y="41999"/>
                  <a:pt x="802742" y="40260"/>
                </a:cubicBezTo>
                <a:lnTo>
                  <a:pt x="802742" y="36361"/>
                </a:lnTo>
                <a:lnTo>
                  <a:pt x="796392" y="36361"/>
                </a:lnTo>
                <a:cubicBezTo>
                  <a:pt x="792709" y="36361"/>
                  <a:pt x="789788" y="36919"/>
                  <a:pt x="787502" y="38050"/>
                </a:cubicBezTo>
                <a:cubicBezTo>
                  <a:pt x="785343" y="39180"/>
                  <a:pt x="784200" y="41199"/>
                  <a:pt x="784200" y="44133"/>
                </a:cubicBezTo>
                <a:close/>
                <a:moveTo>
                  <a:pt x="818871" y="15037"/>
                </a:moveTo>
                <a:lnTo>
                  <a:pt x="825221" y="15037"/>
                </a:lnTo>
                <a:lnTo>
                  <a:pt x="825221" y="23635"/>
                </a:lnTo>
                <a:lnTo>
                  <a:pt x="825348" y="23635"/>
                </a:lnTo>
                <a:cubicBezTo>
                  <a:pt x="826110" y="20333"/>
                  <a:pt x="827253" y="17945"/>
                  <a:pt x="828904" y="16472"/>
                </a:cubicBezTo>
                <a:cubicBezTo>
                  <a:pt x="830428" y="14999"/>
                  <a:pt x="832460" y="14250"/>
                  <a:pt x="834873" y="14250"/>
                </a:cubicBezTo>
                <a:cubicBezTo>
                  <a:pt x="835508" y="14250"/>
                  <a:pt x="836016" y="14288"/>
                  <a:pt x="836651" y="14364"/>
                </a:cubicBezTo>
                <a:cubicBezTo>
                  <a:pt x="837159" y="14440"/>
                  <a:pt x="837667" y="14529"/>
                  <a:pt x="838048" y="14631"/>
                </a:cubicBezTo>
                <a:lnTo>
                  <a:pt x="838048" y="21210"/>
                </a:lnTo>
                <a:cubicBezTo>
                  <a:pt x="837667" y="21095"/>
                  <a:pt x="837159" y="20993"/>
                  <a:pt x="836524" y="20917"/>
                </a:cubicBezTo>
                <a:cubicBezTo>
                  <a:pt x="835889" y="20841"/>
                  <a:pt x="835254" y="20803"/>
                  <a:pt x="834746" y="20803"/>
                </a:cubicBezTo>
                <a:cubicBezTo>
                  <a:pt x="831444" y="20803"/>
                  <a:pt x="829031" y="21946"/>
                  <a:pt x="827634" y="24244"/>
                </a:cubicBezTo>
                <a:cubicBezTo>
                  <a:pt x="826237" y="26543"/>
                  <a:pt x="825475" y="29896"/>
                  <a:pt x="825475" y="34316"/>
                </a:cubicBezTo>
                <a:lnTo>
                  <a:pt x="825475" y="55258"/>
                </a:lnTo>
                <a:lnTo>
                  <a:pt x="818871" y="55258"/>
                </a:lnTo>
                <a:lnTo>
                  <a:pt x="818871" y="15037"/>
                </a:lnTo>
                <a:close/>
                <a:moveTo>
                  <a:pt x="855701" y="55855"/>
                </a:moveTo>
                <a:cubicBezTo>
                  <a:pt x="853288" y="55855"/>
                  <a:pt x="851383" y="55525"/>
                  <a:pt x="849859" y="54890"/>
                </a:cubicBezTo>
                <a:cubicBezTo>
                  <a:pt x="848462" y="54242"/>
                  <a:pt x="847319" y="53239"/>
                  <a:pt x="846557" y="51867"/>
                </a:cubicBezTo>
                <a:cubicBezTo>
                  <a:pt x="845922" y="50509"/>
                  <a:pt x="845541" y="48743"/>
                  <a:pt x="845541" y="46584"/>
                </a:cubicBezTo>
                <a:lnTo>
                  <a:pt x="845541" y="20651"/>
                </a:lnTo>
                <a:lnTo>
                  <a:pt x="839572" y="20651"/>
                </a:lnTo>
                <a:lnTo>
                  <a:pt x="839572" y="17158"/>
                </a:lnTo>
                <a:lnTo>
                  <a:pt x="851383" y="5283"/>
                </a:lnTo>
                <a:lnTo>
                  <a:pt x="852272" y="5283"/>
                </a:lnTo>
                <a:lnTo>
                  <a:pt x="852272" y="15037"/>
                </a:lnTo>
                <a:lnTo>
                  <a:pt x="861289" y="15037"/>
                </a:lnTo>
                <a:lnTo>
                  <a:pt x="861289" y="20651"/>
                </a:lnTo>
                <a:lnTo>
                  <a:pt x="852272" y="20651"/>
                </a:lnTo>
                <a:lnTo>
                  <a:pt x="852272" y="45212"/>
                </a:lnTo>
                <a:cubicBezTo>
                  <a:pt x="852272" y="46406"/>
                  <a:pt x="852399" y="47320"/>
                  <a:pt x="852653" y="47981"/>
                </a:cubicBezTo>
                <a:cubicBezTo>
                  <a:pt x="852907" y="48641"/>
                  <a:pt x="853415" y="49111"/>
                  <a:pt x="854050" y="49378"/>
                </a:cubicBezTo>
                <a:cubicBezTo>
                  <a:pt x="854685" y="49657"/>
                  <a:pt x="855574" y="49785"/>
                  <a:pt x="856590" y="49785"/>
                </a:cubicBezTo>
                <a:cubicBezTo>
                  <a:pt x="858114" y="49785"/>
                  <a:pt x="859638" y="49581"/>
                  <a:pt x="861289" y="49149"/>
                </a:cubicBezTo>
                <a:lnTo>
                  <a:pt x="861289" y="55258"/>
                </a:lnTo>
                <a:cubicBezTo>
                  <a:pt x="860527" y="55435"/>
                  <a:pt x="859638" y="55576"/>
                  <a:pt x="858622" y="55690"/>
                </a:cubicBezTo>
                <a:cubicBezTo>
                  <a:pt x="857606" y="55791"/>
                  <a:pt x="856590" y="55855"/>
                  <a:pt x="855701" y="55855"/>
                </a:cubicBezTo>
                <a:close/>
                <a:moveTo>
                  <a:pt x="869163" y="15037"/>
                </a:moveTo>
                <a:lnTo>
                  <a:pt x="875513" y="15037"/>
                </a:lnTo>
                <a:lnTo>
                  <a:pt x="875513" y="23406"/>
                </a:lnTo>
                <a:lnTo>
                  <a:pt x="875640" y="23406"/>
                </a:lnTo>
                <a:cubicBezTo>
                  <a:pt x="876656" y="20803"/>
                  <a:pt x="878180" y="18631"/>
                  <a:pt x="880212" y="16879"/>
                </a:cubicBezTo>
                <a:cubicBezTo>
                  <a:pt x="882244" y="15126"/>
                  <a:pt x="885038" y="14250"/>
                  <a:pt x="888721" y="14250"/>
                </a:cubicBezTo>
                <a:cubicBezTo>
                  <a:pt x="891515" y="14250"/>
                  <a:pt x="893801" y="14834"/>
                  <a:pt x="895706" y="16002"/>
                </a:cubicBezTo>
                <a:cubicBezTo>
                  <a:pt x="897611" y="17171"/>
                  <a:pt x="899008" y="18821"/>
                  <a:pt x="899897" y="20955"/>
                </a:cubicBezTo>
                <a:cubicBezTo>
                  <a:pt x="900786" y="23089"/>
                  <a:pt x="901294" y="25578"/>
                  <a:pt x="901294" y="28435"/>
                </a:cubicBezTo>
                <a:lnTo>
                  <a:pt x="901294" y="55258"/>
                </a:lnTo>
                <a:lnTo>
                  <a:pt x="894563" y="55258"/>
                </a:lnTo>
                <a:lnTo>
                  <a:pt x="894563" y="29731"/>
                </a:lnTo>
                <a:cubicBezTo>
                  <a:pt x="894563" y="26632"/>
                  <a:pt x="893928" y="24270"/>
                  <a:pt x="892658" y="22644"/>
                </a:cubicBezTo>
                <a:cubicBezTo>
                  <a:pt x="891388" y="21019"/>
                  <a:pt x="889229" y="20206"/>
                  <a:pt x="886308" y="20206"/>
                </a:cubicBezTo>
                <a:cubicBezTo>
                  <a:pt x="884149" y="20206"/>
                  <a:pt x="882371" y="20663"/>
                  <a:pt x="880720" y="21590"/>
                </a:cubicBezTo>
                <a:cubicBezTo>
                  <a:pt x="879196" y="22505"/>
                  <a:pt x="877926" y="23838"/>
                  <a:pt x="877164" y="25603"/>
                </a:cubicBezTo>
                <a:cubicBezTo>
                  <a:pt x="876275" y="27369"/>
                  <a:pt x="875767" y="29477"/>
                  <a:pt x="875767" y="31928"/>
                </a:cubicBezTo>
                <a:lnTo>
                  <a:pt x="875767" y="55258"/>
                </a:lnTo>
                <a:lnTo>
                  <a:pt x="869163" y="55258"/>
                </a:lnTo>
                <a:lnTo>
                  <a:pt x="869163" y="15037"/>
                </a:lnTo>
                <a:close/>
                <a:moveTo>
                  <a:pt x="929615" y="56007"/>
                </a:moveTo>
                <a:cubicBezTo>
                  <a:pt x="925551" y="56007"/>
                  <a:pt x="921995" y="55207"/>
                  <a:pt x="918947" y="53607"/>
                </a:cubicBezTo>
                <a:cubicBezTo>
                  <a:pt x="915899" y="52007"/>
                  <a:pt x="913486" y="49632"/>
                  <a:pt x="911835" y="46495"/>
                </a:cubicBezTo>
                <a:cubicBezTo>
                  <a:pt x="910184" y="43358"/>
                  <a:pt x="909422" y="39574"/>
                  <a:pt x="909422" y="35128"/>
                </a:cubicBezTo>
                <a:cubicBezTo>
                  <a:pt x="909422" y="30633"/>
                  <a:pt x="910311" y="26822"/>
                  <a:pt x="911962" y="23685"/>
                </a:cubicBezTo>
                <a:cubicBezTo>
                  <a:pt x="913740" y="20549"/>
                  <a:pt x="916153" y="18186"/>
                  <a:pt x="919074" y="16612"/>
                </a:cubicBezTo>
                <a:cubicBezTo>
                  <a:pt x="921995" y="15037"/>
                  <a:pt x="925297" y="14250"/>
                  <a:pt x="928853" y="14250"/>
                </a:cubicBezTo>
                <a:cubicBezTo>
                  <a:pt x="932917" y="14250"/>
                  <a:pt x="936346" y="15202"/>
                  <a:pt x="938886" y="17107"/>
                </a:cubicBezTo>
                <a:cubicBezTo>
                  <a:pt x="941553" y="19000"/>
                  <a:pt x="943458" y="21425"/>
                  <a:pt x="944601" y="24371"/>
                </a:cubicBezTo>
                <a:cubicBezTo>
                  <a:pt x="945871" y="27331"/>
                  <a:pt x="946379" y="30429"/>
                  <a:pt x="946379" y="33681"/>
                </a:cubicBezTo>
                <a:cubicBezTo>
                  <a:pt x="946379" y="34798"/>
                  <a:pt x="946379" y="35840"/>
                  <a:pt x="946252" y="36805"/>
                </a:cubicBezTo>
                <a:lnTo>
                  <a:pt x="916407" y="36805"/>
                </a:lnTo>
                <a:cubicBezTo>
                  <a:pt x="916661" y="41199"/>
                  <a:pt x="917931" y="44539"/>
                  <a:pt x="920090" y="46851"/>
                </a:cubicBezTo>
                <a:cubicBezTo>
                  <a:pt x="922376" y="49149"/>
                  <a:pt x="925551" y="50305"/>
                  <a:pt x="929615" y="50305"/>
                </a:cubicBezTo>
                <a:cubicBezTo>
                  <a:pt x="932155" y="50305"/>
                  <a:pt x="934187" y="49936"/>
                  <a:pt x="935965" y="49188"/>
                </a:cubicBezTo>
                <a:cubicBezTo>
                  <a:pt x="937743" y="48451"/>
                  <a:pt x="939394" y="47219"/>
                  <a:pt x="940791" y="45504"/>
                </a:cubicBezTo>
                <a:lnTo>
                  <a:pt x="944982" y="49670"/>
                </a:lnTo>
                <a:cubicBezTo>
                  <a:pt x="943712" y="51168"/>
                  <a:pt x="942315" y="52375"/>
                  <a:pt x="940791" y="53302"/>
                </a:cubicBezTo>
                <a:cubicBezTo>
                  <a:pt x="939267" y="54229"/>
                  <a:pt x="937743" y="54915"/>
                  <a:pt x="935838" y="55347"/>
                </a:cubicBezTo>
                <a:cubicBezTo>
                  <a:pt x="934060" y="55779"/>
                  <a:pt x="932028" y="56007"/>
                  <a:pt x="929615" y="56007"/>
                </a:cubicBezTo>
                <a:close/>
                <a:moveTo>
                  <a:pt x="939648" y="31636"/>
                </a:moveTo>
                <a:cubicBezTo>
                  <a:pt x="939267" y="27763"/>
                  <a:pt x="938124" y="24854"/>
                  <a:pt x="936219" y="22911"/>
                </a:cubicBezTo>
                <a:cubicBezTo>
                  <a:pt x="934314" y="20955"/>
                  <a:pt x="931774" y="19990"/>
                  <a:pt x="928599" y="19990"/>
                </a:cubicBezTo>
                <a:cubicBezTo>
                  <a:pt x="926440" y="19990"/>
                  <a:pt x="924662" y="20422"/>
                  <a:pt x="922884" y="21286"/>
                </a:cubicBezTo>
                <a:cubicBezTo>
                  <a:pt x="921233" y="22149"/>
                  <a:pt x="919836" y="23457"/>
                  <a:pt x="918820" y="25197"/>
                </a:cubicBezTo>
                <a:cubicBezTo>
                  <a:pt x="917677" y="26924"/>
                  <a:pt x="916915" y="29070"/>
                  <a:pt x="916661" y="31636"/>
                </a:cubicBezTo>
                <a:lnTo>
                  <a:pt x="939648" y="31636"/>
                </a:lnTo>
                <a:close/>
                <a:moveTo>
                  <a:pt x="954507" y="15037"/>
                </a:moveTo>
                <a:lnTo>
                  <a:pt x="960857" y="15037"/>
                </a:lnTo>
                <a:lnTo>
                  <a:pt x="960857" y="23635"/>
                </a:lnTo>
                <a:lnTo>
                  <a:pt x="960984" y="23635"/>
                </a:lnTo>
                <a:cubicBezTo>
                  <a:pt x="961746" y="20333"/>
                  <a:pt x="962889" y="17945"/>
                  <a:pt x="964540" y="16472"/>
                </a:cubicBezTo>
                <a:cubicBezTo>
                  <a:pt x="966064" y="14999"/>
                  <a:pt x="968096" y="14250"/>
                  <a:pt x="970509" y="14250"/>
                </a:cubicBezTo>
                <a:cubicBezTo>
                  <a:pt x="971144" y="14250"/>
                  <a:pt x="971652" y="14288"/>
                  <a:pt x="972287" y="14364"/>
                </a:cubicBezTo>
                <a:cubicBezTo>
                  <a:pt x="972795" y="14440"/>
                  <a:pt x="973303" y="14529"/>
                  <a:pt x="973684" y="14631"/>
                </a:cubicBezTo>
                <a:lnTo>
                  <a:pt x="973684" y="21210"/>
                </a:lnTo>
                <a:cubicBezTo>
                  <a:pt x="973303" y="21095"/>
                  <a:pt x="972795" y="20993"/>
                  <a:pt x="972160" y="20917"/>
                </a:cubicBezTo>
                <a:cubicBezTo>
                  <a:pt x="971525" y="20841"/>
                  <a:pt x="970890" y="20803"/>
                  <a:pt x="970382" y="20803"/>
                </a:cubicBezTo>
                <a:cubicBezTo>
                  <a:pt x="967080" y="20803"/>
                  <a:pt x="964667" y="21946"/>
                  <a:pt x="963270" y="24244"/>
                </a:cubicBezTo>
                <a:cubicBezTo>
                  <a:pt x="961873" y="26543"/>
                  <a:pt x="961111" y="29896"/>
                  <a:pt x="961111" y="34316"/>
                </a:cubicBezTo>
                <a:lnTo>
                  <a:pt x="961111" y="55258"/>
                </a:lnTo>
                <a:lnTo>
                  <a:pt x="954507" y="55258"/>
                </a:lnTo>
                <a:lnTo>
                  <a:pt x="954507" y="15037"/>
                </a:lnTo>
                <a:close/>
                <a:moveTo>
                  <a:pt x="992988" y="56007"/>
                </a:moveTo>
                <a:cubicBezTo>
                  <a:pt x="986130" y="56007"/>
                  <a:pt x="980669" y="53899"/>
                  <a:pt x="976859" y="49670"/>
                </a:cubicBezTo>
                <a:lnTo>
                  <a:pt x="981177" y="45403"/>
                </a:lnTo>
                <a:cubicBezTo>
                  <a:pt x="982955" y="47257"/>
                  <a:pt x="984733" y="48565"/>
                  <a:pt x="986638" y="49327"/>
                </a:cubicBezTo>
                <a:cubicBezTo>
                  <a:pt x="988416" y="50076"/>
                  <a:pt x="990575" y="50457"/>
                  <a:pt x="992988" y="50457"/>
                </a:cubicBezTo>
                <a:cubicBezTo>
                  <a:pt x="995401" y="50457"/>
                  <a:pt x="997433" y="50000"/>
                  <a:pt x="999084" y="49099"/>
                </a:cubicBezTo>
                <a:cubicBezTo>
                  <a:pt x="1000735" y="48197"/>
                  <a:pt x="1001624" y="46711"/>
                  <a:pt x="1001624" y="44653"/>
                </a:cubicBezTo>
                <a:cubicBezTo>
                  <a:pt x="1001624" y="43193"/>
                  <a:pt x="1001243" y="41999"/>
                  <a:pt x="1000354" y="41097"/>
                </a:cubicBezTo>
                <a:cubicBezTo>
                  <a:pt x="999592" y="40196"/>
                  <a:pt x="998449" y="39484"/>
                  <a:pt x="997179" y="38964"/>
                </a:cubicBezTo>
                <a:cubicBezTo>
                  <a:pt x="995909" y="38443"/>
                  <a:pt x="993877" y="37833"/>
                  <a:pt x="991464" y="37135"/>
                </a:cubicBezTo>
                <a:cubicBezTo>
                  <a:pt x="988924" y="36424"/>
                  <a:pt x="986765" y="35649"/>
                  <a:pt x="984987" y="34837"/>
                </a:cubicBezTo>
                <a:cubicBezTo>
                  <a:pt x="983209" y="34011"/>
                  <a:pt x="981685" y="32842"/>
                  <a:pt x="980542" y="31318"/>
                </a:cubicBezTo>
                <a:cubicBezTo>
                  <a:pt x="979272" y="29794"/>
                  <a:pt x="978764" y="27839"/>
                  <a:pt x="978764" y="25451"/>
                </a:cubicBezTo>
                <a:cubicBezTo>
                  <a:pt x="978764" y="23076"/>
                  <a:pt x="979272" y="21044"/>
                  <a:pt x="980415" y="19355"/>
                </a:cubicBezTo>
                <a:cubicBezTo>
                  <a:pt x="981685" y="17666"/>
                  <a:pt x="983336" y="16396"/>
                  <a:pt x="985495" y="15532"/>
                </a:cubicBezTo>
                <a:cubicBezTo>
                  <a:pt x="987527" y="14681"/>
                  <a:pt x="990067" y="14250"/>
                  <a:pt x="992861" y="14250"/>
                </a:cubicBezTo>
                <a:cubicBezTo>
                  <a:pt x="995655" y="14250"/>
                  <a:pt x="998195" y="14707"/>
                  <a:pt x="1000735" y="15608"/>
                </a:cubicBezTo>
                <a:cubicBezTo>
                  <a:pt x="1003275" y="16523"/>
                  <a:pt x="1005307" y="17844"/>
                  <a:pt x="1006958" y="19571"/>
                </a:cubicBezTo>
                <a:lnTo>
                  <a:pt x="1002767" y="23851"/>
                </a:lnTo>
                <a:cubicBezTo>
                  <a:pt x="1000100" y="21222"/>
                  <a:pt x="996798" y="19914"/>
                  <a:pt x="992861" y="19914"/>
                </a:cubicBezTo>
                <a:cubicBezTo>
                  <a:pt x="990448" y="19914"/>
                  <a:pt x="988670" y="20346"/>
                  <a:pt x="987273" y="21210"/>
                </a:cubicBezTo>
                <a:cubicBezTo>
                  <a:pt x="985876" y="22085"/>
                  <a:pt x="985241" y="23394"/>
                  <a:pt x="985241" y="25159"/>
                </a:cubicBezTo>
                <a:cubicBezTo>
                  <a:pt x="985241" y="26327"/>
                  <a:pt x="985622" y="27293"/>
                  <a:pt x="986384" y="28055"/>
                </a:cubicBezTo>
                <a:cubicBezTo>
                  <a:pt x="987273" y="28829"/>
                  <a:pt x="988289" y="29464"/>
                  <a:pt x="989686" y="29973"/>
                </a:cubicBezTo>
                <a:cubicBezTo>
                  <a:pt x="990956" y="30480"/>
                  <a:pt x="992861" y="31090"/>
                  <a:pt x="995401" y="31776"/>
                </a:cubicBezTo>
                <a:cubicBezTo>
                  <a:pt x="997941" y="32500"/>
                  <a:pt x="1000100" y="33262"/>
                  <a:pt x="1001878" y="34049"/>
                </a:cubicBezTo>
                <a:cubicBezTo>
                  <a:pt x="1003529" y="34849"/>
                  <a:pt x="1005053" y="36055"/>
                  <a:pt x="1006323" y="37681"/>
                </a:cubicBezTo>
                <a:cubicBezTo>
                  <a:pt x="1007466" y="39307"/>
                  <a:pt x="1008101" y="41453"/>
                  <a:pt x="1008101" y="44133"/>
                </a:cubicBezTo>
                <a:cubicBezTo>
                  <a:pt x="1008101" y="46610"/>
                  <a:pt x="1007466" y="48743"/>
                  <a:pt x="1006196" y="50533"/>
                </a:cubicBezTo>
                <a:cubicBezTo>
                  <a:pt x="1004926" y="52312"/>
                  <a:pt x="1003148" y="53670"/>
                  <a:pt x="1000862" y="54611"/>
                </a:cubicBezTo>
                <a:cubicBezTo>
                  <a:pt x="998576" y="55538"/>
                  <a:pt x="995909" y="56007"/>
                  <a:pt x="992988" y="56007"/>
                </a:cubicBezTo>
                <a:close/>
                <a:moveTo>
                  <a:pt x="1057250" y="56007"/>
                </a:moveTo>
                <a:cubicBezTo>
                  <a:pt x="1052170" y="56007"/>
                  <a:pt x="1047725" y="54902"/>
                  <a:pt x="1043915" y="52693"/>
                </a:cubicBezTo>
                <a:cubicBezTo>
                  <a:pt x="1039978" y="50483"/>
                  <a:pt x="1037057" y="47334"/>
                  <a:pt x="1034898" y="43256"/>
                </a:cubicBezTo>
                <a:cubicBezTo>
                  <a:pt x="1032739" y="39180"/>
                  <a:pt x="1031596" y="34430"/>
                  <a:pt x="1031596" y="29032"/>
                </a:cubicBezTo>
                <a:cubicBezTo>
                  <a:pt x="1031596" y="23623"/>
                  <a:pt x="1032739" y="18885"/>
                  <a:pt x="1034898" y="14808"/>
                </a:cubicBezTo>
                <a:cubicBezTo>
                  <a:pt x="1037057" y="10744"/>
                  <a:pt x="1039978" y="7595"/>
                  <a:pt x="1043915" y="5385"/>
                </a:cubicBezTo>
                <a:cubicBezTo>
                  <a:pt x="1047725" y="3163"/>
                  <a:pt x="1052170" y="2045"/>
                  <a:pt x="1057250" y="2045"/>
                </a:cubicBezTo>
                <a:cubicBezTo>
                  <a:pt x="1062203" y="2045"/>
                  <a:pt x="1066648" y="3163"/>
                  <a:pt x="1070458" y="5385"/>
                </a:cubicBezTo>
                <a:cubicBezTo>
                  <a:pt x="1074395" y="7595"/>
                  <a:pt x="1077443" y="10744"/>
                  <a:pt x="1079602" y="14808"/>
                </a:cubicBezTo>
                <a:cubicBezTo>
                  <a:pt x="1081761" y="18885"/>
                  <a:pt x="1082777" y="23623"/>
                  <a:pt x="1082777" y="29032"/>
                </a:cubicBezTo>
                <a:cubicBezTo>
                  <a:pt x="1082777" y="34430"/>
                  <a:pt x="1081761" y="39180"/>
                  <a:pt x="1079602" y="43256"/>
                </a:cubicBezTo>
                <a:cubicBezTo>
                  <a:pt x="1077443" y="47334"/>
                  <a:pt x="1074395" y="50483"/>
                  <a:pt x="1070458" y="52693"/>
                </a:cubicBezTo>
                <a:cubicBezTo>
                  <a:pt x="1066648" y="54902"/>
                  <a:pt x="1062203" y="56007"/>
                  <a:pt x="1057250" y="56007"/>
                </a:cubicBezTo>
                <a:close/>
                <a:moveTo>
                  <a:pt x="1038835" y="29032"/>
                </a:moveTo>
                <a:cubicBezTo>
                  <a:pt x="1038835" y="33198"/>
                  <a:pt x="1039597" y="36818"/>
                  <a:pt x="1040994" y="39891"/>
                </a:cubicBezTo>
                <a:cubicBezTo>
                  <a:pt x="1042518" y="42964"/>
                  <a:pt x="1044677" y="45327"/>
                  <a:pt x="1047471" y="46978"/>
                </a:cubicBezTo>
                <a:cubicBezTo>
                  <a:pt x="1050138" y="48629"/>
                  <a:pt x="1053440" y="49454"/>
                  <a:pt x="1057250" y="49454"/>
                </a:cubicBezTo>
                <a:cubicBezTo>
                  <a:pt x="1060933" y="49454"/>
                  <a:pt x="1064235" y="48629"/>
                  <a:pt x="1066902" y="46978"/>
                </a:cubicBezTo>
                <a:cubicBezTo>
                  <a:pt x="1069696" y="45327"/>
                  <a:pt x="1071855" y="42964"/>
                  <a:pt x="1073379" y="39891"/>
                </a:cubicBezTo>
                <a:cubicBezTo>
                  <a:pt x="1074776" y="36818"/>
                  <a:pt x="1075538" y="33198"/>
                  <a:pt x="1075538" y="29032"/>
                </a:cubicBezTo>
                <a:cubicBezTo>
                  <a:pt x="1075538" y="24854"/>
                  <a:pt x="1074776" y="21248"/>
                  <a:pt x="1073379" y="18174"/>
                </a:cubicBezTo>
                <a:cubicBezTo>
                  <a:pt x="1071855" y="15113"/>
                  <a:pt x="1069696" y="12764"/>
                  <a:pt x="1066902" y="11112"/>
                </a:cubicBezTo>
                <a:cubicBezTo>
                  <a:pt x="1064235" y="9461"/>
                  <a:pt x="1060933" y="8636"/>
                  <a:pt x="1057250" y="8636"/>
                </a:cubicBezTo>
                <a:cubicBezTo>
                  <a:pt x="1053440" y="8636"/>
                  <a:pt x="1050138" y="9461"/>
                  <a:pt x="1047471" y="11112"/>
                </a:cubicBezTo>
                <a:cubicBezTo>
                  <a:pt x="1044677" y="12764"/>
                  <a:pt x="1042518" y="15113"/>
                  <a:pt x="1040994" y="18174"/>
                </a:cubicBezTo>
                <a:cubicBezTo>
                  <a:pt x="1039597" y="21248"/>
                  <a:pt x="1038835" y="24854"/>
                  <a:pt x="1038835" y="29032"/>
                </a:cubicBezTo>
                <a:close/>
                <a:moveTo>
                  <a:pt x="1091667" y="15037"/>
                </a:moveTo>
                <a:lnTo>
                  <a:pt x="1098017" y="15037"/>
                </a:lnTo>
                <a:lnTo>
                  <a:pt x="1098017" y="23406"/>
                </a:lnTo>
                <a:lnTo>
                  <a:pt x="1098144" y="23406"/>
                </a:lnTo>
                <a:cubicBezTo>
                  <a:pt x="1099160" y="20803"/>
                  <a:pt x="1100684" y="18631"/>
                  <a:pt x="1102716" y="16879"/>
                </a:cubicBezTo>
                <a:cubicBezTo>
                  <a:pt x="1104748" y="15126"/>
                  <a:pt x="1107542" y="14250"/>
                  <a:pt x="1111225" y="14250"/>
                </a:cubicBezTo>
                <a:cubicBezTo>
                  <a:pt x="1114019" y="14250"/>
                  <a:pt x="1116305" y="14834"/>
                  <a:pt x="1118210" y="16002"/>
                </a:cubicBezTo>
                <a:cubicBezTo>
                  <a:pt x="1120115" y="17171"/>
                  <a:pt x="1121512" y="18821"/>
                  <a:pt x="1122401" y="20955"/>
                </a:cubicBezTo>
                <a:cubicBezTo>
                  <a:pt x="1123290" y="23089"/>
                  <a:pt x="1123798" y="25578"/>
                  <a:pt x="1123798" y="28435"/>
                </a:cubicBezTo>
                <a:lnTo>
                  <a:pt x="1123798" y="55258"/>
                </a:lnTo>
                <a:lnTo>
                  <a:pt x="1117067" y="55258"/>
                </a:lnTo>
                <a:lnTo>
                  <a:pt x="1117067" y="29731"/>
                </a:lnTo>
                <a:cubicBezTo>
                  <a:pt x="1117067" y="26632"/>
                  <a:pt x="1116432" y="24270"/>
                  <a:pt x="1115162" y="22644"/>
                </a:cubicBezTo>
                <a:cubicBezTo>
                  <a:pt x="1113892" y="21019"/>
                  <a:pt x="1111733" y="20206"/>
                  <a:pt x="1108812" y="20206"/>
                </a:cubicBezTo>
                <a:cubicBezTo>
                  <a:pt x="1106653" y="20206"/>
                  <a:pt x="1104875" y="20663"/>
                  <a:pt x="1103224" y="21590"/>
                </a:cubicBezTo>
                <a:cubicBezTo>
                  <a:pt x="1101700" y="22505"/>
                  <a:pt x="1100430" y="23838"/>
                  <a:pt x="1099668" y="25603"/>
                </a:cubicBezTo>
                <a:cubicBezTo>
                  <a:pt x="1098779" y="27369"/>
                  <a:pt x="1098271" y="29477"/>
                  <a:pt x="1098271" y="31928"/>
                </a:cubicBezTo>
                <a:lnTo>
                  <a:pt x="1098271" y="55258"/>
                </a:lnTo>
                <a:lnTo>
                  <a:pt x="1091667" y="55258"/>
                </a:lnTo>
                <a:lnTo>
                  <a:pt x="1091667" y="15037"/>
                </a:lnTo>
                <a:close/>
                <a:moveTo>
                  <a:pt x="1143229" y="55855"/>
                </a:moveTo>
                <a:cubicBezTo>
                  <a:pt x="1141070" y="55855"/>
                  <a:pt x="1139292" y="55487"/>
                  <a:pt x="1137895" y="54776"/>
                </a:cubicBezTo>
                <a:cubicBezTo>
                  <a:pt x="1136498" y="54052"/>
                  <a:pt x="1135609" y="52984"/>
                  <a:pt x="1134974" y="51550"/>
                </a:cubicBezTo>
                <a:cubicBezTo>
                  <a:pt x="1134339" y="50127"/>
                  <a:pt x="1133958" y="48311"/>
                  <a:pt x="1133958" y="46101"/>
                </a:cubicBezTo>
                <a:lnTo>
                  <a:pt x="1133958" y="0"/>
                </a:lnTo>
                <a:lnTo>
                  <a:pt x="1140689" y="0"/>
                </a:lnTo>
                <a:lnTo>
                  <a:pt x="1140689" y="45060"/>
                </a:lnTo>
                <a:cubicBezTo>
                  <a:pt x="1140689" y="46304"/>
                  <a:pt x="1140816" y="47257"/>
                  <a:pt x="1141070" y="47930"/>
                </a:cubicBezTo>
                <a:cubicBezTo>
                  <a:pt x="1141324" y="48603"/>
                  <a:pt x="1141705" y="49073"/>
                  <a:pt x="1142213" y="49365"/>
                </a:cubicBezTo>
                <a:cubicBezTo>
                  <a:pt x="1142721" y="49644"/>
                  <a:pt x="1143483" y="49785"/>
                  <a:pt x="1144499" y="49785"/>
                </a:cubicBezTo>
                <a:cubicBezTo>
                  <a:pt x="1145134" y="49785"/>
                  <a:pt x="1145769" y="49733"/>
                  <a:pt x="1146404" y="49644"/>
                </a:cubicBezTo>
                <a:cubicBezTo>
                  <a:pt x="1147039" y="49543"/>
                  <a:pt x="1147547" y="49429"/>
                  <a:pt x="1148055" y="49302"/>
                </a:cubicBezTo>
                <a:lnTo>
                  <a:pt x="1148055" y="55258"/>
                </a:lnTo>
                <a:cubicBezTo>
                  <a:pt x="1147420" y="55461"/>
                  <a:pt x="1146658" y="55601"/>
                  <a:pt x="1145896" y="55703"/>
                </a:cubicBezTo>
                <a:cubicBezTo>
                  <a:pt x="1145007" y="55804"/>
                  <a:pt x="1144118" y="55855"/>
                  <a:pt x="1143229" y="55855"/>
                </a:cubicBezTo>
                <a:close/>
                <a:moveTo>
                  <a:pt x="1155294" y="71857"/>
                </a:moveTo>
                <a:cubicBezTo>
                  <a:pt x="1153897" y="71857"/>
                  <a:pt x="1152373" y="71755"/>
                  <a:pt x="1150976" y="71552"/>
                </a:cubicBezTo>
                <a:lnTo>
                  <a:pt x="1150976" y="65786"/>
                </a:lnTo>
                <a:cubicBezTo>
                  <a:pt x="1151992" y="66078"/>
                  <a:pt x="1153135" y="66231"/>
                  <a:pt x="1154786" y="66231"/>
                </a:cubicBezTo>
                <a:cubicBezTo>
                  <a:pt x="1156310" y="66231"/>
                  <a:pt x="1157580" y="66040"/>
                  <a:pt x="1158469" y="65660"/>
                </a:cubicBezTo>
                <a:cubicBezTo>
                  <a:pt x="1159485" y="65278"/>
                  <a:pt x="1160374" y="64694"/>
                  <a:pt x="1160882" y="63932"/>
                </a:cubicBezTo>
                <a:cubicBezTo>
                  <a:pt x="1161517" y="63157"/>
                  <a:pt x="1162152" y="62129"/>
                  <a:pt x="1162660" y="60833"/>
                </a:cubicBezTo>
                <a:lnTo>
                  <a:pt x="1164819" y="55144"/>
                </a:lnTo>
                <a:lnTo>
                  <a:pt x="1148690" y="15037"/>
                </a:lnTo>
                <a:lnTo>
                  <a:pt x="1155802" y="15037"/>
                </a:lnTo>
                <a:lnTo>
                  <a:pt x="1164438" y="37288"/>
                </a:lnTo>
                <a:cubicBezTo>
                  <a:pt x="1165073" y="39142"/>
                  <a:pt x="1165835" y="41237"/>
                  <a:pt x="1166597" y="43574"/>
                </a:cubicBezTo>
                <a:cubicBezTo>
                  <a:pt x="1167359" y="45910"/>
                  <a:pt x="1167867" y="47282"/>
                  <a:pt x="1167994" y="47702"/>
                </a:cubicBezTo>
                <a:cubicBezTo>
                  <a:pt x="1168121" y="47358"/>
                  <a:pt x="1168629" y="46038"/>
                  <a:pt x="1169391" y="43765"/>
                </a:cubicBezTo>
                <a:cubicBezTo>
                  <a:pt x="1170534" y="40932"/>
                  <a:pt x="1171169" y="39002"/>
                  <a:pt x="1171550" y="37960"/>
                </a:cubicBezTo>
                <a:lnTo>
                  <a:pt x="1179424" y="15037"/>
                </a:lnTo>
                <a:lnTo>
                  <a:pt x="1186536" y="15037"/>
                </a:lnTo>
                <a:lnTo>
                  <a:pt x="1167994" y="63030"/>
                </a:lnTo>
                <a:cubicBezTo>
                  <a:pt x="1167232" y="65088"/>
                  <a:pt x="1166343" y="66752"/>
                  <a:pt x="1165327" y="67996"/>
                </a:cubicBezTo>
                <a:cubicBezTo>
                  <a:pt x="1164438" y="69253"/>
                  <a:pt x="1163041" y="70206"/>
                  <a:pt x="1161517" y="70866"/>
                </a:cubicBezTo>
                <a:cubicBezTo>
                  <a:pt x="1159866" y="71527"/>
                  <a:pt x="1157834" y="71857"/>
                  <a:pt x="1155294" y="71857"/>
                </a:cubicBezTo>
                <a:close/>
              </a:path>
            </a:pathLst>
          </a:custGeom>
          <a:solidFill>
            <a:srgbClr val="000000">
              <a:alpha val="50196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5175" cy="6858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1689100"/>
            <a:ext cx="11785600" cy="1181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200" y="1689100"/>
            <a:ext cx="11798300" cy="1181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800" y="4711700"/>
            <a:ext cx="4572000" cy="2108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800" y="4711700"/>
            <a:ext cx="4572000" cy="2108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1400" y="4711700"/>
            <a:ext cx="4572000" cy="2108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8700" y="4711700"/>
            <a:ext cx="4584700" cy="2108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5900" y="2984500"/>
            <a:ext cx="4013200" cy="14097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3200" y="2984500"/>
            <a:ext cx="4038600" cy="142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79900" y="2984500"/>
            <a:ext cx="4013200" cy="13970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67200" y="2984500"/>
            <a:ext cx="4038600" cy="1409700"/>
          </a:xfrm>
          <a:prstGeom prst="rect">
            <a:avLst/>
          </a:prstGeom>
        </p:spPr>
      </p:pic>
      <p:sp>
        <p:nvSpPr>
          <p:cNvPr id="19" name="Editable vector"/>
          <p:cNvSpPr/>
          <p:nvPr/>
        </p:nvSpPr>
        <p:spPr>
          <a:xfrm>
            <a:off x="-3925" y="-8699"/>
            <a:ext cx="12182474" cy="1218247"/>
          </a:xfrm>
          <a:custGeom>
            <a:avLst/>
            <a:gdLst/>
            <a:ahLst/>
            <a:cxnLst/>
            <a:rect l="0" t="0" r="r" b="b"/>
            <a:pathLst>
              <a:path w="12182475" h="1218247" fill="norm" stroke="1" extrusionOk="0">
                <a:moveTo>
                  <a:pt x="0" y="0"/>
                </a:moveTo>
                <a:lnTo>
                  <a:pt x="12182475" y="0"/>
                </a:lnTo>
                <a:lnTo>
                  <a:pt x="12182475" y="1218247"/>
                </a:lnTo>
                <a:lnTo>
                  <a:pt x="0" y="1218247"/>
                </a:lnTo>
                <a:close/>
              </a:path>
            </a:pathLst>
          </a:custGeom>
          <a:solidFill>
            <a:srgbClr val="5D36FF"/>
          </a:solidFill>
          <a:ln w="12700" cap="flat">
            <a:solidFill>
              <a:srgbClr val="C9BC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Editable vector"/>
          <p:cNvSpPr/>
          <p:nvPr/>
        </p:nvSpPr>
        <p:spPr>
          <a:xfrm>
            <a:off x="-3925" y="1070190"/>
            <a:ext cx="12199111" cy="379895"/>
          </a:xfrm>
          <a:custGeom>
            <a:avLst/>
            <a:gdLst/>
            <a:ahLst/>
            <a:cxnLst/>
            <a:rect l="0" t="0" r="r" b="b"/>
            <a:pathLst>
              <a:path w="12199112" h="379895" fill="norm" stroke="0" extrusionOk="0">
                <a:moveTo>
                  <a:pt x="0" y="0"/>
                </a:moveTo>
                <a:lnTo>
                  <a:pt x="12199112" y="0"/>
                </a:lnTo>
                <a:lnTo>
                  <a:pt x="12199112" y="379895"/>
                </a:lnTo>
                <a:lnTo>
                  <a:pt x="0" y="379895"/>
                </a:lnTo>
                <a:close/>
              </a:path>
            </a:pathLst>
          </a:custGeom>
          <a:solidFill>
            <a:srgbClr val="B894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Editable vector"/>
          <p:cNvSpPr/>
          <p:nvPr/>
        </p:nvSpPr>
        <p:spPr>
          <a:xfrm>
            <a:off x="8470265" y="678560"/>
            <a:ext cx="438911" cy="25908"/>
          </a:xfrm>
          <a:custGeom>
            <a:avLst/>
            <a:gdLst/>
            <a:ahLst/>
            <a:cxnLst/>
            <a:rect l="0" t="0" r="r" b="b"/>
            <a:pathLst>
              <a:path w="438912" h="25908" fill="norm" stroke="0" extrusionOk="0">
                <a:moveTo>
                  <a:pt x="0" y="0"/>
                </a:moveTo>
                <a:lnTo>
                  <a:pt x="438912" y="0"/>
                </a:lnTo>
                <a:lnTo>
                  <a:pt x="438912" y="25908"/>
                </a:lnTo>
                <a:lnTo>
                  <a:pt x="0" y="25908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29518" y="172846"/>
            <a:ext cx="1339595" cy="664463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99600" y="4686300"/>
            <a:ext cx="2463800" cy="21082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99600" y="4686300"/>
            <a:ext cx="2476500" cy="21082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31200" y="2984500"/>
            <a:ext cx="3657600" cy="13970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31200" y="2984500"/>
            <a:ext cx="3670300" cy="1409700"/>
          </a:xfrm>
          <a:prstGeom prst="rect">
            <a:avLst/>
          </a:prstGeom>
        </p:spPr>
      </p:pic>
      <p:sp>
        <p:nvSpPr>
          <p:cNvPr id="32" name="Editable vector"/>
          <p:cNvSpPr/>
          <p:nvPr/>
        </p:nvSpPr>
        <p:spPr>
          <a:xfrm>
            <a:off x="5601461" y="6195059"/>
            <a:ext cx="3105911" cy="9144"/>
          </a:xfrm>
          <a:custGeom>
            <a:avLst/>
            <a:gdLst/>
            <a:ahLst/>
            <a:cxnLst/>
            <a:rect l="0" t="0" r="r" b="b"/>
            <a:pathLst>
              <a:path w="3105912" h="9144" fill="norm" stroke="0" extrusionOk="0">
                <a:moveTo>
                  <a:pt x="0" y="0"/>
                </a:moveTo>
                <a:lnTo>
                  <a:pt x="1035304" y="0"/>
                </a:lnTo>
                <a:lnTo>
                  <a:pt x="2070608" y="0"/>
                </a:lnTo>
                <a:lnTo>
                  <a:pt x="3105912" y="0"/>
                </a:lnTo>
                <a:lnTo>
                  <a:pt x="3105912" y="9144"/>
                </a:lnTo>
                <a:lnTo>
                  <a:pt x="2070608" y="9144"/>
                </a:lnTo>
                <a:lnTo>
                  <a:pt x="1035304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Editable vector"/>
          <p:cNvSpPr/>
          <p:nvPr/>
        </p:nvSpPr>
        <p:spPr>
          <a:xfrm>
            <a:off x="5604509" y="6347459"/>
            <a:ext cx="2257044" cy="9144"/>
          </a:xfrm>
          <a:custGeom>
            <a:avLst/>
            <a:gdLst/>
            <a:ahLst/>
            <a:cxnLst/>
            <a:rect l="0" t="0" r="r" b="b"/>
            <a:pathLst>
              <a:path w="2257044" h="9144" fill="norm" stroke="0" extrusionOk="0">
                <a:moveTo>
                  <a:pt x="0" y="0"/>
                </a:moveTo>
                <a:lnTo>
                  <a:pt x="752348" y="0"/>
                </a:lnTo>
                <a:lnTo>
                  <a:pt x="1504697" y="0"/>
                </a:lnTo>
                <a:lnTo>
                  <a:pt x="2257044" y="0"/>
                </a:lnTo>
                <a:lnTo>
                  <a:pt x="2257044" y="9144"/>
                </a:lnTo>
                <a:lnTo>
                  <a:pt x="1504697" y="9144"/>
                </a:lnTo>
                <a:lnTo>
                  <a:pt x="752348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Editable vector"/>
          <p:cNvSpPr/>
          <p:nvPr/>
        </p:nvSpPr>
        <p:spPr>
          <a:xfrm>
            <a:off x="5589270" y="6499859"/>
            <a:ext cx="1769363" cy="9144"/>
          </a:xfrm>
          <a:custGeom>
            <a:avLst/>
            <a:gdLst/>
            <a:ahLst/>
            <a:cxnLst/>
            <a:rect l="0" t="0" r="r" b="b"/>
            <a:pathLst>
              <a:path w="1769364" h="9144" fill="norm" stroke="0" extrusionOk="0">
                <a:moveTo>
                  <a:pt x="0" y="0"/>
                </a:moveTo>
                <a:lnTo>
                  <a:pt x="884682" y="0"/>
                </a:lnTo>
                <a:lnTo>
                  <a:pt x="1769364" y="0"/>
                </a:lnTo>
                <a:lnTo>
                  <a:pt x="1769364" y="9144"/>
                </a:lnTo>
                <a:lnTo>
                  <a:pt x="884682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Editable vector"/>
          <p:cNvSpPr/>
          <p:nvPr/>
        </p:nvSpPr>
        <p:spPr>
          <a:xfrm>
            <a:off x="582764" y="5111115"/>
            <a:ext cx="1091222" cy="9143"/>
          </a:xfrm>
          <a:custGeom>
            <a:avLst/>
            <a:gdLst/>
            <a:ahLst/>
            <a:cxnLst/>
            <a:rect l="0" t="0" r="r" b="b"/>
            <a:pathLst>
              <a:path w="1091222" h="9144" fill="norm" stroke="0" extrusionOk="0">
                <a:moveTo>
                  <a:pt x="0" y="0"/>
                </a:moveTo>
                <a:lnTo>
                  <a:pt x="545592" y="0"/>
                </a:lnTo>
                <a:lnTo>
                  <a:pt x="1091222" y="0"/>
                </a:lnTo>
                <a:lnTo>
                  <a:pt x="1091222" y="9144"/>
                </a:lnTo>
                <a:lnTo>
                  <a:pt x="545592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Editable vector"/>
          <p:cNvSpPr/>
          <p:nvPr/>
        </p:nvSpPr>
        <p:spPr>
          <a:xfrm>
            <a:off x="582764" y="5263515"/>
            <a:ext cx="1490510" cy="9143"/>
          </a:xfrm>
          <a:custGeom>
            <a:avLst/>
            <a:gdLst/>
            <a:ahLst/>
            <a:cxnLst/>
            <a:rect l="0" t="0" r="r" b="b"/>
            <a:pathLst>
              <a:path w="1490510" h="9144" fill="norm" stroke="0" extrusionOk="0">
                <a:moveTo>
                  <a:pt x="0" y="0"/>
                </a:moveTo>
                <a:lnTo>
                  <a:pt x="496824" y="0"/>
                </a:lnTo>
                <a:lnTo>
                  <a:pt x="993686" y="0"/>
                </a:lnTo>
                <a:lnTo>
                  <a:pt x="1490510" y="0"/>
                </a:lnTo>
                <a:lnTo>
                  <a:pt x="1490510" y="9144"/>
                </a:lnTo>
                <a:lnTo>
                  <a:pt x="993686" y="9144"/>
                </a:lnTo>
                <a:lnTo>
                  <a:pt x="496824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Editable vector"/>
          <p:cNvSpPr/>
          <p:nvPr/>
        </p:nvSpPr>
        <p:spPr>
          <a:xfrm>
            <a:off x="582764" y="5415915"/>
            <a:ext cx="1222286" cy="9143"/>
          </a:xfrm>
          <a:custGeom>
            <a:avLst/>
            <a:gdLst/>
            <a:ahLst/>
            <a:cxnLst/>
            <a:rect l="0" t="0" r="r" b="b"/>
            <a:pathLst>
              <a:path w="1222286" h="9144" fill="norm" stroke="0" extrusionOk="0">
                <a:moveTo>
                  <a:pt x="0" y="0"/>
                </a:moveTo>
                <a:lnTo>
                  <a:pt x="407416" y="0"/>
                </a:lnTo>
                <a:lnTo>
                  <a:pt x="814870" y="0"/>
                </a:lnTo>
                <a:lnTo>
                  <a:pt x="1222286" y="0"/>
                </a:lnTo>
                <a:lnTo>
                  <a:pt x="1222286" y="9144"/>
                </a:lnTo>
                <a:lnTo>
                  <a:pt x="814870" y="9144"/>
                </a:lnTo>
                <a:lnTo>
                  <a:pt x="407416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Editable vector"/>
          <p:cNvSpPr/>
          <p:nvPr/>
        </p:nvSpPr>
        <p:spPr>
          <a:xfrm>
            <a:off x="5224779" y="5160517"/>
            <a:ext cx="1412748" cy="9144"/>
          </a:xfrm>
          <a:custGeom>
            <a:avLst/>
            <a:gdLst/>
            <a:ahLst/>
            <a:cxnLst/>
            <a:rect l="0" t="0" r="r" b="b"/>
            <a:pathLst>
              <a:path w="1412748" h="9144" fill="norm" stroke="0" extrusionOk="0">
                <a:moveTo>
                  <a:pt x="0" y="0"/>
                </a:moveTo>
                <a:lnTo>
                  <a:pt x="470916" y="0"/>
                </a:lnTo>
                <a:lnTo>
                  <a:pt x="941832" y="0"/>
                </a:lnTo>
                <a:lnTo>
                  <a:pt x="1412748" y="0"/>
                </a:lnTo>
                <a:lnTo>
                  <a:pt x="1412748" y="9144"/>
                </a:lnTo>
                <a:lnTo>
                  <a:pt x="941832" y="9144"/>
                </a:lnTo>
                <a:lnTo>
                  <a:pt x="470916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Editable vector"/>
          <p:cNvSpPr/>
          <p:nvPr/>
        </p:nvSpPr>
        <p:spPr>
          <a:xfrm>
            <a:off x="5224779" y="5312917"/>
            <a:ext cx="1075944" cy="9144"/>
          </a:xfrm>
          <a:custGeom>
            <a:avLst/>
            <a:gdLst/>
            <a:ahLst/>
            <a:cxnLst/>
            <a:rect l="0" t="0" r="r" b="b"/>
            <a:pathLst>
              <a:path w="1075944" h="9144" fill="norm" stroke="0" extrusionOk="0">
                <a:moveTo>
                  <a:pt x="0" y="0"/>
                </a:moveTo>
                <a:lnTo>
                  <a:pt x="537972" y="0"/>
                </a:lnTo>
                <a:lnTo>
                  <a:pt x="1075944" y="0"/>
                </a:lnTo>
                <a:lnTo>
                  <a:pt x="1075944" y="9144"/>
                </a:lnTo>
                <a:lnTo>
                  <a:pt x="537972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Editable vector"/>
          <p:cNvSpPr/>
          <p:nvPr/>
        </p:nvSpPr>
        <p:spPr>
          <a:xfrm>
            <a:off x="5224779" y="5465317"/>
            <a:ext cx="1514855" cy="9144"/>
          </a:xfrm>
          <a:custGeom>
            <a:avLst/>
            <a:gdLst/>
            <a:ahLst/>
            <a:cxnLst/>
            <a:rect l="0" t="0" r="r" b="b"/>
            <a:pathLst>
              <a:path w="1514856" h="9144" fill="norm" stroke="0" extrusionOk="0">
                <a:moveTo>
                  <a:pt x="0" y="0"/>
                </a:moveTo>
                <a:lnTo>
                  <a:pt x="504952" y="0"/>
                </a:lnTo>
                <a:lnTo>
                  <a:pt x="1009904" y="0"/>
                </a:lnTo>
                <a:lnTo>
                  <a:pt x="1514856" y="0"/>
                </a:lnTo>
                <a:lnTo>
                  <a:pt x="1514856" y="9144"/>
                </a:lnTo>
                <a:lnTo>
                  <a:pt x="1009904" y="9144"/>
                </a:lnTo>
                <a:lnTo>
                  <a:pt x="504952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Editable vector"/>
          <p:cNvSpPr/>
          <p:nvPr/>
        </p:nvSpPr>
        <p:spPr>
          <a:xfrm>
            <a:off x="5425947" y="5617743"/>
            <a:ext cx="794004" cy="9144"/>
          </a:xfrm>
          <a:custGeom>
            <a:avLst/>
            <a:gdLst/>
            <a:ahLst/>
            <a:cxnLst/>
            <a:rect l="0" t="0" r="r" b="b"/>
            <a:pathLst>
              <a:path w="794004" h="9144" fill="norm" stroke="0" extrusionOk="0">
                <a:moveTo>
                  <a:pt x="0" y="0"/>
                </a:moveTo>
                <a:lnTo>
                  <a:pt x="397002" y="0"/>
                </a:lnTo>
                <a:lnTo>
                  <a:pt x="794004" y="0"/>
                </a:lnTo>
                <a:lnTo>
                  <a:pt x="794004" y="9144"/>
                </a:lnTo>
                <a:lnTo>
                  <a:pt x="397002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Editable vector"/>
          <p:cNvSpPr/>
          <p:nvPr/>
        </p:nvSpPr>
        <p:spPr>
          <a:xfrm>
            <a:off x="5224779" y="5770143"/>
            <a:ext cx="1377696" cy="9144"/>
          </a:xfrm>
          <a:custGeom>
            <a:avLst/>
            <a:gdLst/>
            <a:ahLst/>
            <a:cxnLst/>
            <a:rect l="0" t="0" r="r" b="b"/>
            <a:pathLst>
              <a:path w="1377696" h="9144" fill="norm" stroke="0" extrusionOk="0">
                <a:moveTo>
                  <a:pt x="0" y="0"/>
                </a:moveTo>
                <a:lnTo>
                  <a:pt x="459232" y="0"/>
                </a:lnTo>
                <a:lnTo>
                  <a:pt x="918464" y="0"/>
                </a:lnTo>
                <a:lnTo>
                  <a:pt x="1377696" y="0"/>
                </a:lnTo>
                <a:lnTo>
                  <a:pt x="1377696" y="9144"/>
                </a:lnTo>
                <a:lnTo>
                  <a:pt x="918464" y="9144"/>
                </a:lnTo>
                <a:lnTo>
                  <a:pt x="459232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Editable vector"/>
          <p:cNvSpPr/>
          <p:nvPr/>
        </p:nvSpPr>
        <p:spPr>
          <a:xfrm>
            <a:off x="9774935" y="5160517"/>
            <a:ext cx="1985771" cy="9144"/>
          </a:xfrm>
          <a:custGeom>
            <a:avLst/>
            <a:gdLst/>
            <a:ahLst/>
            <a:cxnLst/>
            <a:rect l="0" t="0" r="r" b="b"/>
            <a:pathLst>
              <a:path w="1985772" h="9144" fill="norm" stroke="0" extrusionOk="0">
                <a:moveTo>
                  <a:pt x="0" y="0"/>
                </a:moveTo>
                <a:lnTo>
                  <a:pt x="496443" y="0"/>
                </a:lnTo>
                <a:lnTo>
                  <a:pt x="992886" y="0"/>
                </a:lnTo>
                <a:lnTo>
                  <a:pt x="1489329" y="0"/>
                </a:lnTo>
                <a:lnTo>
                  <a:pt x="1985772" y="0"/>
                </a:lnTo>
                <a:lnTo>
                  <a:pt x="1985772" y="9144"/>
                </a:lnTo>
                <a:lnTo>
                  <a:pt x="1489329" y="9144"/>
                </a:lnTo>
                <a:lnTo>
                  <a:pt x="992886" y="9144"/>
                </a:lnTo>
                <a:lnTo>
                  <a:pt x="496443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Editable vector"/>
          <p:cNvSpPr/>
          <p:nvPr/>
        </p:nvSpPr>
        <p:spPr>
          <a:xfrm>
            <a:off x="9774935" y="5312917"/>
            <a:ext cx="2013204" cy="9144"/>
          </a:xfrm>
          <a:custGeom>
            <a:avLst/>
            <a:gdLst/>
            <a:ahLst/>
            <a:cxnLst/>
            <a:rect l="0" t="0" r="r" b="b"/>
            <a:pathLst>
              <a:path w="2013204" h="9144" fill="norm" stroke="0" extrusionOk="0">
                <a:moveTo>
                  <a:pt x="0" y="0"/>
                </a:moveTo>
                <a:lnTo>
                  <a:pt x="503301" y="0"/>
                </a:lnTo>
                <a:lnTo>
                  <a:pt x="1006602" y="0"/>
                </a:lnTo>
                <a:lnTo>
                  <a:pt x="1509903" y="0"/>
                </a:lnTo>
                <a:lnTo>
                  <a:pt x="2013204" y="0"/>
                </a:lnTo>
                <a:lnTo>
                  <a:pt x="2013204" y="9144"/>
                </a:lnTo>
                <a:lnTo>
                  <a:pt x="1509903" y="9144"/>
                </a:lnTo>
                <a:lnTo>
                  <a:pt x="1006602" y="9144"/>
                </a:lnTo>
                <a:lnTo>
                  <a:pt x="503301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Editable vector"/>
          <p:cNvSpPr/>
          <p:nvPr/>
        </p:nvSpPr>
        <p:spPr>
          <a:xfrm>
            <a:off x="293827" y="5780176"/>
            <a:ext cx="4342688" cy="1371"/>
          </a:xfrm>
          <a:custGeom>
            <a:avLst/>
            <a:gdLst/>
            <a:ahLst/>
            <a:cxnLst/>
            <a:rect l="0" t="0" r="r" b="b"/>
            <a:pathLst>
              <a:path w="4342689" h="1371" fill="none" stroke="1" extrusionOk="0">
                <a:moveTo>
                  <a:pt x="0" y="1371"/>
                </a:moveTo>
                <a:lnTo>
                  <a:pt x="4342689" y="0"/>
                </a:lnTo>
              </a:path>
            </a:pathLst>
          </a:custGeom>
          <a:noFill/>
          <a:ln w="19050" cap="flat">
            <a:solidFill>
              <a:srgbClr val="B8E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Editable vector"/>
          <p:cNvSpPr/>
          <p:nvPr/>
        </p:nvSpPr>
        <p:spPr>
          <a:xfrm>
            <a:off x="4962652" y="5829604"/>
            <a:ext cx="4342765" cy="1130"/>
          </a:xfrm>
          <a:custGeom>
            <a:avLst/>
            <a:gdLst/>
            <a:ahLst/>
            <a:cxnLst/>
            <a:rect l="0" t="0" r="r" b="b"/>
            <a:pathLst>
              <a:path w="4342765" h="1131" fill="none" stroke="1" extrusionOk="0">
                <a:moveTo>
                  <a:pt x="0" y="1131"/>
                </a:moveTo>
                <a:lnTo>
                  <a:pt x="4342765" y="0"/>
                </a:lnTo>
              </a:path>
            </a:pathLst>
          </a:custGeom>
          <a:noFill/>
          <a:ln w="19050" cap="flat">
            <a:solidFill>
              <a:srgbClr val="B8E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Editable vector"/>
          <p:cNvSpPr/>
          <p:nvPr/>
        </p:nvSpPr>
        <p:spPr>
          <a:xfrm>
            <a:off x="9588245" y="5829604"/>
            <a:ext cx="2298572" cy="1372"/>
          </a:xfrm>
          <a:custGeom>
            <a:avLst/>
            <a:gdLst/>
            <a:ahLst/>
            <a:cxnLst/>
            <a:rect l="0" t="0" r="r" b="b"/>
            <a:pathLst>
              <a:path w="2298573" h="1372" fill="none" stroke="1" extrusionOk="0">
                <a:moveTo>
                  <a:pt x="0" y="1372"/>
                </a:moveTo>
                <a:lnTo>
                  <a:pt x="2298573" y="0"/>
                </a:lnTo>
              </a:path>
            </a:pathLst>
          </a:custGeom>
          <a:noFill/>
          <a:ln w="19050" cap="flat">
            <a:solidFill>
              <a:srgbClr val="B8E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Editable vector"/>
          <p:cNvSpPr/>
          <p:nvPr/>
        </p:nvSpPr>
        <p:spPr>
          <a:xfrm>
            <a:off x="912583" y="6152806"/>
            <a:ext cx="1863890" cy="9144"/>
          </a:xfrm>
          <a:custGeom>
            <a:avLst/>
            <a:gdLst/>
            <a:ahLst/>
            <a:cxnLst/>
            <a:rect l="0" t="0" r="r" b="b"/>
            <a:pathLst>
              <a:path w="1863890" h="9144" fill="norm" stroke="0" extrusionOk="0">
                <a:moveTo>
                  <a:pt x="0" y="0"/>
                </a:moveTo>
                <a:lnTo>
                  <a:pt x="931964" y="0"/>
                </a:lnTo>
                <a:lnTo>
                  <a:pt x="1863890" y="0"/>
                </a:lnTo>
                <a:lnTo>
                  <a:pt x="1863890" y="9144"/>
                </a:lnTo>
                <a:lnTo>
                  <a:pt x="931964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Editable vector"/>
          <p:cNvSpPr/>
          <p:nvPr/>
        </p:nvSpPr>
        <p:spPr>
          <a:xfrm>
            <a:off x="845527" y="6305206"/>
            <a:ext cx="2176310" cy="9144"/>
          </a:xfrm>
          <a:custGeom>
            <a:avLst/>
            <a:gdLst/>
            <a:ahLst/>
            <a:cxnLst/>
            <a:rect l="0" t="0" r="r" b="b"/>
            <a:pathLst>
              <a:path w="2176310" h="9144" fill="norm" stroke="0" extrusionOk="0">
                <a:moveTo>
                  <a:pt x="0" y="0"/>
                </a:moveTo>
                <a:lnTo>
                  <a:pt x="1088174" y="0"/>
                </a:lnTo>
                <a:lnTo>
                  <a:pt x="2176310" y="0"/>
                </a:lnTo>
                <a:lnTo>
                  <a:pt x="2176310" y="9144"/>
                </a:lnTo>
                <a:lnTo>
                  <a:pt x="1088174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Editable vector"/>
          <p:cNvSpPr/>
          <p:nvPr/>
        </p:nvSpPr>
        <p:spPr>
          <a:xfrm>
            <a:off x="5306440" y="2136775"/>
            <a:ext cx="2321052" cy="9144"/>
          </a:xfrm>
          <a:custGeom>
            <a:avLst/>
            <a:gdLst/>
            <a:ahLst/>
            <a:cxnLst/>
            <a:rect l="0" t="0" r="r" b="b"/>
            <a:pathLst>
              <a:path w="2321053" h="9144" fill="norm" stroke="0" extrusionOk="0">
                <a:moveTo>
                  <a:pt x="0" y="0"/>
                </a:moveTo>
                <a:lnTo>
                  <a:pt x="580263" y="0"/>
                </a:lnTo>
                <a:lnTo>
                  <a:pt x="1160526" y="0"/>
                </a:lnTo>
                <a:lnTo>
                  <a:pt x="1740789" y="0"/>
                </a:lnTo>
                <a:lnTo>
                  <a:pt x="2321053" y="0"/>
                </a:lnTo>
                <a:lnTo>
                  <a:pt x="2321053" y="9144"/>
                </a:lnTo>
                <a:lnTo>
                  <a:pt x="1740789" y="9144"/>
                </a:lnTo>
                <a:lnTo>
                  <a:pt x="1160526" y="9144"/>
                </a:lnTo>
                <a:lnTo>
                  <a:pt x="580263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1B90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Editable vector"/>
          <p:cNvSpPr/>
          <p:nvPr/>
        </p:nvSpPr>
        <p:spPr>
          <a:xfrm>
            <a:off x="5507609" y="2289175"/>
            <a:ext cx="2558796" cy="9144"/>
          </a:xfrm>
          <a:custGeom>
            <a:avLst/>
            <a:gdLst/>
            <a:ahLst/>
            <a:cxnLst/>
            <a:rect l="0" t="0" r="r" b="b"/>
            <a:pathLst>
              <a:path w="2558796" h="9144" fill="norm" stroke="0" extrusionOk="0">
                <a:moveTo>
                  <a:pt x="0" y="0"/>
                </a:moveTo>
                <a:lnTo>
                  <a:pt x="639699" y="0"/>
                </a:lnTo>
                <a:lnTo>
                  <a:pt x="1279397" y="0"/>
                </a:lnTo>
                <a:lnTo>
                  <a:pt x="1919097" y="0"/>
                </a:lnTo>
                <a:lnTo>
                  <a:pt x="2558796" y="0"/>
                </a:lnTo>
                <a:lnTo>
                  <a:pt x="2558796" y="9144"/>
                </a:lnTo>
                <a:lnTo>
                  <a:pt x="1919097" y="9144"/>
                </a:lnTo>
                <a:lnTo>
                  <a:pt x="1279397" y="9144"/>
                </a:lnTo>
                <a:lnTo>
                  <a:pt x="639699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Editable vector"/>
          <p:cNvSpPr/>
          <p:nvPr/>
        </p:nvSpPr>
        <p:spPr>
          <a:xfrm>
            <a:off x="5306440" y="2441575"/>
            <a:ext cx="1082040" cy="9144"/>
          </a:xfrm>
          <a:custGeom>
            <a:avLst/>
            <a:gdLst/>
            <a:ahLst/>
            <a:cxnLst/>
            <a:rect l="0" t="0" r="r" b="b"/>
            <a:pathLst>
              <a:path w="1082040" h="9144" fill="norm" stroke="0" extrusionOk="0">
                <a:moveTo>
                  <a:pt x="0" y="0"/>
                </a:moveTo>
                <a:lnTo>
                  <a:pt x="541020" y="0"/>
                </a:lnTo>
                <a:lnTo>
                  <a:pt x="1082040" y="0"/>
                </a:lnTo>
                <a:lnTo>
                  <a:pt x="1082040" y="9144"/>
                </a:lnTo>
                <a:lnTo>
                  <a:pt x="541020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Editable vector"/>
          <p:cNvSpPr/>
          <p:nvPr/>
        </p:nvSpPr>
        <p:spPr>
          <a:xfrm>
            <a:off x="5507609" y="2593975"/>
            <a:ext cx="1917191" cy="9144"/>
          </a:xfrm>
          <a:custGeom>
            <a:avLst/>
            <a:gdLst/>
            <a:ahLst/>
            <a:cxnLst/>
            <a:rect l="0" t="0" r="r" b="b"/>
            <a:pathLst>
              <a:path w="1917192" h="9144" fill="norm" stroke="0" extrusionOk="0">
                <a:moveTo>
                  <a:pt x="0" y="0"/>
                </a:moveTo>
                <a:lnTo>
                  <a:pt x="639064" y="0"/>
                </a:lnTo>
                <a:lnTo>
                  <a:pt x="1278128" y="0"/>
                </a:lnTo>
                <a:lnTo>
                  <a:pt x="1917192" y="0"/>
                </a:lnTo>
                <a:lnTo>
                  <a:pt x="1917192" y="9144"/>
                </a:lnTo>
                <a:lnTo>
                  <a:pt x="1278128" y="9144"/>
                </a:lnTo>
                <a:lnTo>
                  <a:pt x="639064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Editable vector"/>
          <p:cNvSpPr/>
          <p:nvPr/>
        </p:nvSpPr>
        <p:spPr>
          <a:xfrm>
            <a:off x="5507609" y="2746375"/>
            <a:ext cx="2420111" cy="9144"/>
          </a:xfrm>
          <a:custGeom>
            <a:avLst/>
            <a:gdLst/>
            <a:ahLst/>
            <a:cxnLst/>
            <a:rect l="0" t="0" r="r" b="b"/>
            <a:pathLst>
              <a:path w="2420112" h="9144" fill="norm" stroke="0" extrusionOk="0">
                <a:moveTo>
                  <a:pt x="0" y="0"/>
                </a:moveTo>
                <a:lnTo>
                  <a:pt x="605028" y="0"/>
                </a:lnTo>
                <a:lnTo>
                  <a:pt x="1210056" y="0"/>
                </a:lnTo>
                <a:lnTo>
                  <a:pt x="1815084" y="0"/>
                </a:lnTo>
                <a:lnTo>
                  <a:pt x="2420112" y="0"/>
                </a:lnTo>
                <a:lnTo>
                  <a:pt x="2420112" y="9144"/>
                </a:lnTo>
                <a:lnTo>
                  <a:pt x="1815084" y="9144"/>
                </a:lnTo>
                <a:lnTo>
                  <a:pt x="1210056" y="9144"/>
                </a:lnTo>
                <a:lnTo>
                  <a:pt x="605028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1B90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Editable vector"/>
          <p:cNvSpPr/>
          <p:nvPr/>
        </p:nvSpPr>
        <p:spPr>
          <a:xfrm>
            <a:off x="8718550" y="1975103"/>
            <a:ext cx="2869692" cy="9144"/>
          </a:xfrm>
          <a:custGeom>
            <a:avLst/>
            <a:gdLst/>
            <a:ahLst/>
            <a:cxnLst/>
            <a:rect l="0" t="0" r="r" b="b"/>
            <a:pathLst>
              <a:path w="2869692" h="9144" fill="norm" stroke="0" extrusionOk="0">
                <a:moveTo>
                  <a:pt x="0" y="0"/>
                </a:moveTo>
                <a:lnTo>
                  <a:pt x="956564" y="0"/>
                </a:lnTo>
                <a:lnTo>
                  <a:pt x="1913128" y="0"/>
                </a:lnTo>
                <a:lnTo>
                  <a:pt x="2869692" y="0"/>
                </a:lnTo>
                <a:lnTo>
                  <a:pt x="2869692" y="9144"/>
                </a:lnTo>
                <a:lnTo>
                  <a:pt x="1913128" y="9144"/>
                </a:lnTo>
                <a:lnTo>
                  <a:pt x="956564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Editable vector"/>
          <p:cNvSpPr/>
          <p:nvPr/>
        </p:nvSpPr>
        <p:spPr>
          <a:xfrm>
            <a:off x="8718550" y="2127503"/>
            <a:ext cx="1397507" cy="9144"/>
          </a:xfrm>
          <a:custGeom>
            <a:avLst/>
            <a:gdLst/>
            <a:ahLst/>
            <a:cxnLst/>
            <a:rect l="0" t="0" r="r" b="b"/>
            <a:pathLst>
              <a:path w="1397508" h="9144" fill="norm" stroke="0" extrusionOk="0">
                <a:moveTo>
                  <a:pt x="0" y="0"/>
                </a:moveTo>
                <a:lnTo>
                  <a:pt x="698754" y="0"/>
                </a:lnTo>
                <a:lnTo>
                  <a:pt x="1397508" y="0"/>
                </a:lnTo>
                <a:lnTo>
                  <a:pt x="1397508" y="9144"/>
                </a:lnTo>
                <a:lnTo>
                  <a:pt x="698754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Editable vector"/>
          <p:cNvSpPr/>
          <p:nvPr/>
        </p:nvSpPr>
        <p:spPr>
          <a:xfrm>
            <a:off x="8718550" y="2279903"/>
            <a:ext cx="2496311" cy="9144"/>
          </a:xfrm>
          <a:custGeom>
            <a:avLst/>
            <a:gdLst/>
            <a:ahLst/>
            <a:cxnLst/>
            <a:rect l="0" t="0" r="r" b="b"/>
            <a:pathLst>
              <a:path w="2496312" h="9144" fill="norm" stroke="0" extrusionOk="0">
                <a:moveTo>
                  <a:pt x="0" y="0"/>
                </a:moveTo>
                <a:lnTo>
                  <a:pt x="832104" y="0"/>
                </a:lnTo>
                <a:lnTo>
                  <a:pt x="1664208" y="0"/>
                </a:lnTo>
                <a:lnTo>
                  <a:pt x="2496312" y="0"/>
                </a:lnTo>
                <a:lnTo>
                  <a:pt x="2496312" y="9144"/>
                </a:lnTo>
                <a:lnTo>
                  <a:pt x="1664208" y="9144"/>
                </a:lnTo>
                <a:lnTo>
                  <a:pt x="832104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Editable vector"/>
          <p:cNvSpPr/>
          <p:nvPr/>
        </p:nvSpPr>
        <p:spPr>
          <a:xfrm>
            <a:off x="8651493" y="2432303"/>
            <a:ext cx="3098292" cy="9144"/>
          </a:xfrm>
          <a:custGeom>
            <a:avLst/>
            <a:gdLst/>
            <a:ahLst/>
            <a:cxnLst/>
            <a:rect l="0" t="0" r="r" b="b"/>
            <a:pathLst>
              <a:path w="3098292" h="9144" fill="norm" stroke="0" extrusionOk="0">
                <a:moveTo>
                  <a:pt x="0" y="0"/>
                </a:moveTo>
                <a:lnTo>
                  <a:pt x="774574" y="0"/>
                </a:lnTo>
                <a:lnTo>
                  <a:pt x="1549147" y="0"/>
                </a:lnTo>
                <a:lnTo>
                  <a:pt x="2323719" y="0"/>
                </a:lnTo>
                <a:lnTo>
                  <a:pt x="3098292" y="0"/>
                </a:lnTo>
                <a:lnTo>
                  <a:pt x="3098292" y="9144"/>
                </a:lnTo>
                <a:lnTo>
                  <a:pt x="2323719" y="9144"/>
                </a:lnTo>
                <a:lnTo>
                  <a:pt x="1549147" y="9144"/>
                </a:lnTo>
                <a:lnTo>
                  <a:pt x="774574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Editable vector"/>
          <p:cNvSpPr/>
          <p:nvPr/>
        </p:nvSpPr>
        <p:spPr>
          <a:xfrm>
            <a:off x="8761221" y="2584703"/>
            <a:ext cx="2019300" cy="9144"/>
          </a:xfrm>
          <a:custGeom>
            <a:avLst/>
            <a:gdLst/>
            <a:ahLst/>
            <a:cxnLst/>
            <a:rect l="0" t="0" r="r" b="b"/>
            <a:pathLst>
              <a:path w="2019300" h="9144" fill="norm" stroke="0" extrusionOk="0">
                <a:moveTo>
                  <a:pt x="0" y="0"/>
                </a:moveTo>
                <a:lnTo>
                  <a:pt x="673100" y="0"/>
                </a:lnTo>
                <a:lnTo>
                  <a:pt x="1346200" y="0"/>
                </a:lnTo>
                <a:lnTo>
                  <a:pt x="2019300" y="0"/>
                </a:lnTo>
                <a:lnTo>
                  <a:pt x="2019300" y="9144"/>
                </a:lnTo>
                <a:lnTo>
                  <a:pt x="1346200" y="9144"/>
                </a:lnTo>
                <a:lnTo>
                  <a:pt x="673100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Editable vector"/>
          <p:cNvSpPr/>
          <p:nvPr/>
        </p:nvSpPr>
        <p:spPr>
          <a:xfrm>
            <a:off x="536790" y="2074798"/>
            <a:ext cx="1324394" cy="9144"/>
          </a:xfrm>
          <a:custGeom>
            <a:avLst/>
            <a:gdLst/>
            <a:ahLst/>
            <a:cxnLst/>
            <a:rect l="0" t="0" r="r" b="b"/>
            <a:pathLst>
              <a:path w="1324394" h="9144" fill="norm" stroke="0" extrusionOk="0">
                <a:moveTo>
                  <a:pt x="0" y="0"/>
                </a:moveTo>
                <a:lnTo>
                  <a:pt x="441452" y="0"/>
                </a:lnTo>
                <a:lnTo>
                  <a:pt x="882942" y="0"/>
                </a:lnTo>
                <a:lnTo>
                  <a:pt x="1324394" y="0"/>
                </a:lnTo>
                <a:lnTo>
                  <a:pt x="1324394" y="9144"/>
                </a:lnTo>
                <a:lnTo>
                  <a:pt x="882942" y="9144"/>
                </a:lnTo>
                <a:lnTo>
                  <a:pt x="441452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Editable vector"/>
          <p:cNvSpPr/>
          <p:nvPr/>
        </p:nvSpPr>
        <p:spPr>
          <a:xfrm>
            <a:off x="536790" y="2227198"/>
            <a:ext cx="1402118" cy="9144"/>
          </a:xfrm>
          <a:custGeom>
            <a:avLst/>
            <a:gdLst/>
            <a:ahLst/>
            <a:cxnLst/>
            <a:rect l="0" t="0" r="r" b="b"/>
            <a:pathLst>
              <a:path w="1402118" h="9144" fill="norm" stroke="0" extrusionOk="0">
                <a:moveTo>
                  <a:pt x="0" y="0"/>
                </a:moveTo>
                <a:lnTo>
                  <a:pt x="467360" y="0"/>
                </a:lnTo>
                <a:lnTo>
                  <a:pt x="934758" y="0"/>
                </a:lnTo>
                <a:lnTo>
                  <a:pt x="1402118" y="0"/>
                </a:lnTo>
                <a:lnTo>
                  <a:pt x="1402118" y="9144"/>
                </a:lnTo>
                <a:lnTo>
                  <a:pt x="934758" y="9144"/>
                </a:lnTo>
                <a:lnTo>
                  <a:pt x="467360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Editable vector"/>
          <p:cNvSpPr/>
          <p:nvPr/>
        </p:nvSpPr>
        <p:spPr>
          <a:xfrm>
            <a:off x="536790" y="2379598"/>
            <a:ext cx="707136" cy="9144"/>
          </a:xfrm>
          <a:custGeom>
            <a:avLst/>
            <a:gdLst/>
            <a:ahLst/>
            <a:cxnLst/>
            <a:rect l="0" t="0" r="r" b="b"/>
            <a:pathLst>
              <a:path w="707136" h="9144" fill="norm" stroke="0" extrusionOk="0">
                <a:moveTo>
                  <a:pt x="0" y="0"/>
                </a:moveTo>
                <a:lnTo>
                  <a:pt x="353568" y="0"/>
                </a:lnTo>
                <a:lnTo>
                  <a:pt x="707136" y="0"/>
                </a:lnTo>
                <a:lnTo>
                  <a:pt x="707136" y="9144"/>
                </a:lnTo>
                <a:lnTo>
                  <a:pt x="353568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Editable vector"/>
          <p:cNvSpPr/>
          <p:nvPr/>
        </p:nvSpPr>
        <p:spPr>
          <a:xfrm>
            <a:off x="536790" y="2531998"/>
            <a:ext cx="633983" cy="9144"/>
          </a:xfrm>
          <a:custGeom>
            <a:avLst/>
            <a:gdLst/>
            <a:ahLst/>
            <a:cxnLst/>
            <a:rect l="0" t="0" r="r" b="b"/>
            <a:pathLst>
              <a:path w="633984" h="9144" fill="norm" stroke="0" extrusionOk="0">
                <a:moveTo>
                  <a:pt x="0" y="0"/>
                </a:moveTo>
                <a:lnTo>
                  <a:pt x="316992" y="0"/>
                </a:lnTo>
                <a:lnTo>
                  <a:pt x="633984" y="0"/>
                </a:lnTo>
                <a:lnTo>
                  <a:pt x="633984" y="9144"/>
                </a:lnTo>
                <a:lnTo>
                  <a:pt x="316992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Editable vector"/>
          <p:cNvSpPr/>
          <p:nvPr/>
        </p:nvSpPr>
        <p:spPr>
          <a:xfrm>
            <a:off x="2613025" y="2043429"/>
            <a:ext cx="2229611" cy="9144"/>
          </a:xfrm>
          <a:custGeom>
            <a:avLst/>
            <a:gdLst/>
            <a:ahLst/>
            <a:cxnLst/>
            <a:rect l="0" t="0" r="r" b="b"/>
            <a:pathLst>
              <a:path w="2229612" h="9144" fill="norm" stroke="0" extrusionOk="0">
                <a:moveTo>
                  <a:pt x="0" y="0"/>
                </a:moveTo>
                <a:lnTo>
                  <a:pt x="557403" y="0"/>
                </a:lnTo>
                <a:lnTo>
                  <a:pt x="1114806" y="0"/>
                </a:lnTo>
                <a:lnTo>
                  <a:pt x="1672209" y="0"/>
                </a:lnTo>
                <a:lnTo>
                  <a:pt x="2229612" y="0"/>
                </a:lnTo>
                <a:lnTo>
                  <a:pt x="2229612" y="9144"/>
                </a:lnTo>
                <a:lnTo>
                  <a:pt x="1672209" y="9144"/>
                </a:lnTo>
                <a:lnTo>
                  <a:pt x="1114806" y="9144"/>
                </a:lnTo>
                <a:lnTo>
                  <a:pt x="557403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Editable vector"/>
          <p:cNvSpPr/>
          <p:nvPr/>
        </p:nvSpPr>
        <p:spPr>
          <a:xfrm>
            <a:off x="2613025" y="2195829"/>
            <a:ext cx="2308859" cy="9144"/>
          </a:xfrm>
          <a:custGeom>
            <a:avLst/>
            <a:gdLst/>
            <a:ahLst/>
            <a:cxnLst/>
            <a:rect l="0" t="0" r="r" b="b"/>
            <a:pathLst>
              <a:path w="2308860" h="9144" fill="norm" stroke="0" extrusionOk="0">
                <a:moveTo>
                  <a:pt x="0" y="0"/>
                </a:moveTo>
                <a:lnTo>
                  <a:pt x="577215" y="0"/>
                </a:lnTo>
                <a:lnTo>
                  <a:pt x="1154430" y="0"/>
                </a:lnTo>
                <a:lnTo>
                  <a:pt x="1731645" y="0"/>
                </a:lnTo>
                <a:lnTo>
                  <a:pt x="2308860" y="0"/>
                </a:lnTo>
                <a:lnTo>
                  <a:pt x="2308860" y="9144"/>
                </a:lnTo>
                <a:lnTo>
                  <a:pt x="1731645" y="9144"/>
                </a:lnTo>
                <a:lnTo>
                  <a:pt x="1154430" y="9144"/>
                </a:lnTo>
                <a:lnTo>
                  <a:pt x="577215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Editable vector"/>
          <p:cNvSpPr/>
          <p:nvPr/>
        </p:nvSpPr>
        <p:spPr>
          <a:xfrm>
            <a:off x="2613025" y="2348229"/>
            <a:ext cx="1216152" cy="9144"/>
          </a:xfrm>
          <a:custGeom>
            <a:avLst/>
            <a:gdLst/>
            <a:ahLst/>
            <a:cxnLst/>
            <a:rect l="0" t="0" r="r" b="b"/>
            <a:pathLst>
              <a:path w="1216152" h="9144" fill="norm" stroke="0" extrusionOk="0">
                <a:moveTo>
                  <a:pt x="0" y="0"/>
                </a:moveTo>
                <a:lnTo>
                  <a:pt x="608076" y="0"/>
                </a:lnTo>
                <a:lnTo>
                  <a:pt x="1216152" y="0"/>
                </a:lnTo>
                <a:lnTo>
                  <a:pt x="1216152" y="9144"/>
                </a:lnTo>
                <a:lnTo>
                  <a:pt x="608076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Editable vector"/>
          <p:cNvSpPr/>
          <p:nvPr/>
        </p:nvSpPr>
        <p:spPr>
          <a:xfrm>
            <a:off x="2613025" y="2500629"/>
            <a:ext cx="1216152" cy="9144"/>
          </a:xfrm>
          <a:custGeom>
            <a:avLst/>
            <a:gdLst/>
            <a:ahLst/>
            <a:cxnLst/>
            <a:rect l="0" t="0" r="r" b="b"/>
            <a:pathLst>
              <a:path w="1216152" h="9144" fill="norm" stroke="0" extrusionOk="0">
                <a:moveTo>
                  <a:pt x="0" y="0"/>
                </a:moveTo>
                <a:lnTo>
                  <a:pt x="608076" y="0"/>
                </a:lnTo>
                <a:lnTo>
                  <a:pt x="1216152" y="0"/>
                </a:lnTo>
                <a:lnTo>
                  <a:pt x="1216152" y="9144"/>
                </a:lnTo>
                <a:lnTo>
                  <a:pt x="608076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Editable vector"/>
          <p:cNvSpPr/>
          <p:nvPr/>
        </p:nvSpPr>
        <p:spPr>
          <a:xfrm>
            <a:off x="2613025" y="2653029"/>
            <a:ext cx="786384" cy="9144"/>
          </a:xfrm>
          <a:custGeom>
            <a:avLst/>
            <a:gdLst/>
            <a:ahLst/>
            <a:cxnLst/>
            <a:rect l="0" t="0" r="r" b="b"/>
            <a:pathLst>
              <a:path w="786384" h="9144" fill="norm" stroke="0" extrusionOk="0">
                <a:moveTo>
                  <a:pt x="0" y="0"/>
                </a:moveTo>
                <a:lnTo>
                  <a:pt x="393192" y="0"/>
                </a:lnTo>
                <a:lnTo>
                  <a:pt x="786384" y="0"/>
                </a:lnTo>
                <a:lnTo>
                  <a:pt x="786384" y="9144"/>
                </a:lnTo>
                <a:lnTo>
                  <a:pt x="393192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Editable vector"/>
          <p:cNvSpPr/>
          <p:nvPr/>
        </p:nvSpPr>
        <p:spPr>
          <a:xfrm>
            <a:off x="2814192" y="2805429"/>
            <a:ext cx="1895855" cy="9144"/>
          </a:xfrm>
          <a:custGeom>
            <a:avLst/>
            <a:gdLst/>
            <a:ahLst/>
            <a:cxnLst/>
            <a:rect l="0" t="0" r="r" b="b"/>
            <a:pathLst>
              <a:path w="1895856" h="9144" fill="norm" stroke="0" extrusionOk="0">
                <a:moveTo>
                  <a:pt x="0" y="0"/>
                </a:moveTo>
                <a:lnTo>
                  <a:pt x="631952" y="0"/>
                </a:lnTo>
                <a:lnTo>
                  <a:pt x="1263904" y="0"/>
                </a:lnTo>
                <a:lnTo>
                  <a:pt x="1895856" y="0"/>
                </a:lnTo>
                <a:lnTo>
                  <a:pt x="1895856" y="9144"/>
                </a:lnTo>
                <a:lnTo>
                  <a:pt x="1263904" y="9144"/>
                </a:lnTo>
                <a:lnTo>
                  <a:pt x="631952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Editable vector"/>
          <p:cNvSpPr/>
          <p:nvPr/>
        </p:nvSpPr>
        <p:spPr>
          <a:xfrm>
            <a:off x="599147" y="3489578"/>
            <a:ext cx="777240" cy="9144"/>
          </a:xfrm>
          <a:custGeom>
            <a:avLst/>
            <a:gdLst/>
            <a:ahLst/>
            <a:cxnLst/>
            <a:rect l="0" t="0" r="r" b="b"/>
            <a:pathLst>
              <a:path w="777240" h="9144" fill="norm" stroke="0" extrusionOk="0">
                <a:moveTo>
                  <a:pt x="0" y="0"/>
                </a:moveTo>
                <a:lnTo>
                  <a:pt x="777240" y="0"/>
                </a:lnTo>
                <a:lnTo>
                  <a:pt x="777240" y="9144"/>
                </a:lnTo>
                <a:lnTo>
                  <a:pt x="0" y="9144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Editable vector"/>
          <p:cNvSpPr/>
          <p:nvPr/>
        </p:nvSpPr>
        <p:spPr>
          <a:xfrm>
            <a:off x="800315" y="3641979"/>
            <a:ext cx="2281466" cy="9143"/>
          </a:xfrm>
          <a:custGeom>
            <a:avLst/>
            <a:gdLst/>
            <a:ahLst/>
            <a:cxnLst/>
            <a:rect l="0" t="0" r="r" b="b"/>
            <a:pathLst>
              <a:path w="2281466" h="9144" fill="norm" stroke="0" extrusionOk="0">
                <a:moveTo>
                  <a:pt x="0" y="0"/>
                </a:moveTo>
                <a:lnTo>
                  <a:pt x="760514" y="0"/>
                </a:lnTo>
                <a:lnTo>
                  <a:pt x="1520990" y="0"/>
                </a:lnTo>
                <a:lnTo>
                  <a:pt x="2281466" y="0"/>
                </a:lnTo>
                <a:lnTo>
                  <a:pt x="2281466" y="9144"/>
                </a:lnTo>
                <a:lnTo>
                  <a:pt x="1520990" y="9144"/>
                </a:lnTo>
                <a:lnTo>
                  <a:pt x="760514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Editable vector"/>
          <p:cNvSpPr/>
          <p:nvPr/>
        </p:nvSpPr>
        <p:spPr>
          <a:xfrm>
            <a:off x="800315" y="3794379"/>
            <a:ext cx="1412786" cy="9143"/>
          </a:xfrm>
          <a:custGeom>
            <a:avLst/>
            <a:gdLst/>
            <a:ahLst/>
            <a:cxnLst/>
            <a:rect l="0" t="0" r="r" b="b"/>
            <a:pathLst>
              <a:path w="1412786" h="9144" fill="norm" stroke="0" extrusionOk="0">
                <a:moveTo>
                  <a:pt x="0" y="0"/>
                </a:moveTo>
                <a:lnTo>
                  <a:pt x="706412" y="0"/>
                </a:lnTo>
                <a:lnTo>
                  <a:pt x="1412786" y="0"/>
                </a:lnTo>
                <a:lnTo>
                  <a:pt x="1412786" y="9144"/>
                </a:lnTo>
                <a:lnTo>
                  <a:pt x="706412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Editable vector"/>
          <p:cNvSpPr/>
          <p:nvPr/>
        </p:nvSpPr>
        <p:spPr>
          <a:xfrm>
            <a:off x="599147" y="4099179"/>
            <a:ext cx="975398" cy="9143"/>
          </a:xfrm>
          <a:custGeom>
            <a:avLst/>
            <a:gdLst/>
            <a:ahLst/>
            <a:cxnLst/>
            <a:rect l="0" t="0" r="r" b="b"/>
            <a:pathLst>
              <a:path w="975398" h="9144" fill="norm" stroke="0" extrusionOk="0">
                <a:moveTo>
                  <a:pt x="0" y="0"/>
                </a:moveTo>
                <a:lnTo>
                  <a:pt x="487680" y="0"/>
                </a:lnTo>
                <a:lnTo>
                  <a:pt x="975398" y="0"/>
                </a:lnTo>
                <a:lnTo>
                  <a:pt x="975398" y="9144"/>
                </a:lnTo>
                <a:lnTo>
                  <a:pt x="487680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6DD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Editable vector"/>
          <p:cNvSpPr/>
          <p:nvPr/>
        </p:nvSpPr>
        <p:spPr>
          <a:xfrm>
            <a:off x="1746757" y="4099179"/>
            <a:ext cx="1859280" cy="9143"/>
          </a:xfrm>
          <a:custGeom>
            <a:avLst/>
            <a:gdLst/>
            <a:ahLst/>
            <a:cxnLst/>
            <a:rect l="0" t="0" r="r" b="b"/>
            <a:pathLst>
              <a:path w="1859280" h="9144" fill="norm" stroke="0" extrusionOk="0">
                <a:moveTo>
                  <a:pt x="0" y="0"/>
                </a:moveTo>
                <a:lnTo>
                  <a:pt x="619760" y="0"/>
                </a:lnTo>
                <a:lnTo>
                  <a:pt x="1239520" y="0"/>
                </a:lnTo>
                <a:lnTo>
                  <a:pt x="1859280" y="0"/>
                </a:lnTo>
                <a:lnTo>
                  <a:pt x="1859280" y="9144"/>
                </a:lnTo>
                <a:lnTo>
                  <a:pt x="1239520" y="9144"/>
                </a:lnTo>
                <a:lnTo>
                  <a:pt x="619760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6DD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Editable vector"/>
          <p:cNvSpPr/>
          <p:nvPr/>
        </p:nvSpPr>
        <p:spPr>
          <a:xfrm>
            <a:off x="599147" y="4251579"/>
            <a:ext cx="2883446" cy="9143"/>
          </a:xfrm>
          <a:custGeom>
            <a:avLst/>
            <a:gdLst/>
            <a:ahLst/>
            <a:cxnLst/>
            <a:rect l="0" t="0" r="r" b="b"/>
            <a:pathLst>
              <a:path w="2883446" h="9144" fill="norm" stroke="0" extrusionOk="0">
                <a:moveTo>
                  <a:pt x="0" y="0"/>
                </a:moveTo>
                <a:lnTo>
                  <a:pt x="720890" y="0"/>
                </a:lnTo>
                <a:lnTo>
                  <a:pt x="1441742" y="0"/>
                </a:lnTo>
                <a:lnTo>
                  <a:pt x="2162594" y="0"/>
                </a:lnTo>
                <a:lnTo>
                  <a:pt x="2883446" y="0"/>
                </a:lnTo>
                <a:lnTo>
                  <a:pt x="2883446" y="9144"/>
                </a:lnTo>
                <a:lnTo>
                  <a:pt x="2162594" y="9144"/>
                </a:lnTo>
                <a:lnTo>
                  <a:pt x="1441742" y="9144"/>
                </a:lnTo>
                <a:lnTo>
                  <a:pt x="720890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6DD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Editable vector"/>
          <p:cNvSpPr/>
          <p:nvPr/>
        </p:nvSpPr>
        <p:spPr>
          <a:xfrm>
            <a:off x="599147" y="4403979"/>
            <a:ext cx="2514638" cy="9143"/>
          </a:xfrm>
          <a:custGeom>
            <a:avLst/>
            <a:gdLst/>
            <a:ahLst/>
            <a:cxnLst/>
            <a:rect l="0" t="0" r="r" b="b"/>
            <a:pathLst>
              <a:path w="2514638" h="9144" fill="norm" stroke="0" extrusionOk="0">
                <a:moveTo>
                  <a:pt x="0" y="0"/>
                </a:moveTo>
                <a:lnTo>
                  <a:pt x="838238" y="0"/>
                </a:lnTo>
                <a:lnTo>
                  <a:pt x="1676438" y="0"/>
                </a:lnTo>
                <a:lnTo>
                  <a:pt x="2514638" y="0"/>
                </a:lnTo>
                <a:lnTo>
                  <a:pt x="2514638" y="9144"/>
                </a:lnTo>
                <a:lnTo>
                  <a:pt x="1676438" y="9144"/>
                </a:lnTo>
                <a:lnTo>
                  <a:pt x="838238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6DD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Editable vector"/>
          <p:cNvSpPr/>
          <p:nvPr/>
        </p:nvSpPr>
        <p:spPr>
          <a:xfrm>
            <a:off x="4660900" y="3489325"/>
            <a:ext cx="1289303" cy="9144"/>
          </a:xfrm>
          <a:custGeom>
            <a:avLst/>
            <a:gdLst/>
            <a:ahLst/>
            <a:cxnLst/>
            <a:rect l="0" t="0" r="r" b="b"/>
            <a:pathLst>
              <a:path w="1289304" h="9144" fill="norm" stroke="0" extrusionOk="0">
                <a:moveTo>
                  <a:pt x="0" y="0"/>
                </a:moveTo>
                <a:lnTo>
                  <a:pt x="644652" y="0"/>
                </a:lnTo>
                <a:lnTo>
                  <a:pt x="1289304" y="0"/>
                </a:lnTo>
                <a:lnTo>
                  <a:pt x="1289304" y="9144"/>
                </a:lnTo>
                <a:lnTo>
                  <a:pt x="644652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Editable vector"/>
          <p:cNvSpPr/>
          <p:nvPr/>
        </p:nvSpPr>
        <p:spPr>
          <a:xfrm>
            <a:off x="4660900" y="3794125"/>
            <a:ext cx="743711" cy="9144"/>
          </a:xfrm>
          <a:custGeom>
            <a:avLst/>
            <a:gdLst/>
            <a:ahLst/>
            <a:cxnLst/>
            <a:rect l="0" t="0" r="r" b="b"/>
            <a:pathLst>
              <a:path w="743712" h="9144" fill="norm" stroke="0" extrusionOk="0">
                <a:moveTo>
                  <a:pt x="0" y="0"/>
                </a:moveTo>
                <a:lnTo>
                  <a:pt x="743712" y="0"/>
                </a:lnTo>
                <a:lnTo>
                  <a:pt x="743712" y="9144"/>
                </a:lnTo>
                <a:lnTo>
                  <a:pt x="0" y="9144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Editable vector"/>
          <p:cNvSpPr/>
          <p:nvPr/>
        </p:nvSpPr>
        <p:spPr>
          <a:xfrm>
            <a:off x="5456428" y="3794125"/>
            <a:ext cx="275844" cy="9144"/>
          </a:xfrm>
          <a:custGeom>
            <a:avLst/>
            <a:gdLst/>
            <a:ahLst/>
            <a:cxnLst/>
            <a:rect l="0" t="0" r="r" b="b"/>
            <a:pathLst>
              <a:path w="275844" h="9144" fill="norm" stroke="0" extrusionOk="0">
                <a:moveTo>
                  <a:pt x="0" y="0"/>
                </a:moveTo>
                <a:lnTo>
                  <a:pt x="275844" y="0"/>
                </a:lnTo>
                <a:lnTo>
                  <a:pt x="275844" y="9144"/>
                </a:lnTo>
                <a:lnTo>
                  <a:pt x="0" y="9144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Editable vector"/>
          <p:cNvSpPr/>
          <p:nvPr/>
        </p:nvSpPr>
        <p:spPr>
          <a:xfrm>
            <a:off x="5784088" y="3794125"/>
            <a:ext cx="368808" cy="9144"/>
          </a:xfrm>
          <a:custGeom>
            <a:avLst/>
            <a:gdLst/>
            <a:ahLst/>
            <a:cxnLst/>
            <a:rect l="0" t="0" r="r" b="b"/>
            <a:pathLst>
              <a:path w="368808" h="9144" fill="norm" stroke="0" extrusionOk="0">
                <a:moveTo>
                  <a:pt x="0" y="0"/>
                </a:moveTo>
                <a:lnTo>
                  <a:pt x="368808" y="0"/>
                </a:lnTo>
                <a:lnTo>
                  <a:pt x="368808" y="9144"/>
                </a:lnTo>
                <a:lnTo>
                  <a:pt x="0" y="9144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Editable vector"/>
          <p:cNvSpPr/>
          <p:nvPr/>
        </p:nvSpPr>
        <p:spPr>
          <a:xfrm>
            <a:off x="6209284" y="3794125"/>
            <a:ext cx="438912" cy="9144"/>
          </a:xfrm>
          <a:custGeom>
            <a:avLst/>
            <a:gdLst/>
            <a:ahLst/>
            <a:cxnLst/>
            <a:rect l="0" t="0" r="r" b="b"/>
            <a:pathLst>
              <a:path w="438912" h="9144" fill="norm" stroke="0" extrusionOk="0">
                <a:moveTo>
                  <a:pt x="0" y="0"/>
                </a:moveTo>
                <a:lnTo>
                  <a:pt x="438912" y="0"/>
                </a:lnTo>
                <a:lnTo>
                  <a:pt x="438912" y="9144"/>
                </a:lnTo>
                <a:lnTo>
                  <a:pt x="0" y="9144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Editable vector"/>
          <p:cNvSpPr/>
          <p:nvPr/>
        </p:nvSpPr>
        <p:spPr>
          <a:xfrm>
            <a:off x="6700011" y="3794125"/>
            <a:ext cx="156971" cy="9144"/>
          </a:xfrm>
          <a:custGeom>
            <a:avLst/>
            <a:gdLst/>
            <a:ahLst/>
            <a:cxnLst/>
            <a:rect l="0" t="0" r="r" b="b"/>
            <a:pathLst>
              <a:path w="156972" h="9144" fill="norm" stroke="0" extrusionOk="0">
                <a:moveTo>
                  <a:pt x="0" y="0"/>
                </a:moveTo>
                <a:lnTo>
                  <a:pt x="156972" y="0"/>
                </a:lnTo>
                <a:lnTo>
                  <a:pt x="156972" y="9144"/>
                </a:lnTo>
                <a:lnTo>
                  <a:pt x="0" y="9144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Editable vector"/>
          <p:cNvSpPr/>
          <p:nvPr/>
        </p:nvSpPr>
        <p:spPr>
          <a:xfrm>
            <a:off x="6642100" y="4098925"/>
            <a:ext cx="368807" cy="9144"/>
          </a:xfrm>
          <a:custGeom>
            <a:avLst/>
            <a:gdLst/>
            <a:ahLst/>
            <a:cxnLst/>
            <a:rect l="0" t="0" r="r" b="b"/>
            <a:pathLst>
              <a:path w="368808" h="9144" fill="norm" stroke="0" extrusionOk="0">
                <a:moveTo>
                  <a:pt x="0" y="0"/>
                </a:moveTo>
                <a:lnTo>
                  <a:pt x="368808" y="0"/>
                </a:lnTo>
                <a:lnTo>
                  <a:pt x="368808" y="9144"/>
                </a:lnTo>
                <a:lnTo>
                  <a:pt x="0" y="9144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Editable vector"/>
          <p:cNvSpPr/>
          <p:nvPr/>
        </p:nvSpPr>
        <p:spPr>
          <a:xfrm>
            <a:off x="7065771" y="4098925"/>
            <a:ext cx="156971" cy="9144"/>
          </a:xfrm>
          <a:custGeom>
            <a:avLst/>
            <a:gdLst/>
            <a:ahLst/>
            <a:cxnLst/>
            <a:rect l="0" t="0" r="r" b="b"/>
            <a:pathLst>
              <a:path w="156972" h="9144" fill="norm" stroke="0" extrusionOk="0">
                <a:moveTo>
                  <a:pt x="0" y="0"/>
                </a:moveTo>
                <a:lnTo>
                  <a:pt x="156972" y="0"/>
                </a:lnTo>
                <a:lnTo>
                  <a:pt x="156972" y="9144"/>
                </a:lnTo>
                <a:lnTo>
                  <a:pt x="0" y="9144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Editable vector"/>
          <p:cNvSpPr/>
          <p:nvPr/>
        </p:nvSpPr>
        <p:spPr>
          <a:xfrm>
            <a:off x="7276083" y="4098925"/>
            <a:ext cx="260604" cy="9144"/>
          </a:xfrm>
          <a:custGeom>
            <a:avLst/>
            <a:gdLst/>
            <a:ahLst/>
            <a:cxnLst/>
            <a:rect l="0" t="0" r="r" b="b"/>
            <a:pathLst>
              <a:path w="260604" h="9144" fill="norm" stroke="0" extrusionOk="0">
                <a:moveTo>
                  <a:pt x="0" y="0"/>
                </a:moveTo>
                <a:lnTo>
                  <a:pt x="260604" y="0"/>
                </a:lnTo>
                <a:lnTo>
                  <a:pt x="260604" y="9144"/>
                </a:lnTo>
                <a:lnTo>
                  <a:pt x="0" y="9144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Editable vector"/>
          <p:cNvSpPr/>
          <p:nvPr/>
        </p:nvSpPr>
        <p:spPr>
          <a:xfrm>
            <a:off x="7591552" y="4098925"/>
            <a:ext cx="275843" cy="9144"/>
          </a:xfrm>
          <a:custGeom>
            <a:avLst/>
            <a:gdLst/>
            <a:ahLst/>
            <a:cxnLst/>
            <a:rect l="0" t="0" r="r" b="b"/>
            <a:pathLst>
              <a:path w="275844" h="9144" fill="norm" stroke="0" extrusionOk="0">
                <a:moveTo>
                  <a:pt x="0" y="0"/>
                </a:moveTo>
                <a:lnTo>
                  <a:pt x="275844" y="0"/>
                </a:lnTo>
                <a:lnTo>
                  <a:pt x="275844" y="9144"/>
                </a:lnTo>
                <a:lnTo>
                  <a:pt x="0" y="9144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Editable vector"/>
          <p:cNvSpPr/>
          <p:nvPr/>
        </p:nvSpPr>
        <p:spPr>
          <a:xfrm>
            <a:off x="4660900" y="4251325"/>
            <a:ext cx="313944" cy="9144"/>
          </a:xfrm>
          <a:custGeom>
            <a:avLst/>
            <a:gdLst/>
            <a:ahLst/>
            <a:cxnLst/>
            <a:rect l="0" t="0" r="r" b="b"/>
            <a:pathLst>
              <a:path w="313944" h="9144" fill="norm" stroke="0" extrusionOk="0">
                <a:moveTo>
                  <a:pt x="0" y="0"/>
                </a:moveTo>
                <a:lnTo>
                  <a:pt x="313944" y="0"/>
                </a:lnTo>
                <a:lnTo>
                  <a:pt x="313944" y="9144"/>
                </a:lnTo>
                <a:lnTo>
                  <a:pt x="0" y="9144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Editable vector"/>
          <p:cNvSpPr/>
          <p:nvPr/>
        </p:nvSpPr>
        <p:spPr>
          <a:xfrm>
            <a:off x="8722994" y="3489325"/>
            <a:ext cx="1840992" cy="9144"/>
          </a:xfrm>
          <a:custGeom>
            <a:avLst/>
            <a:gdLst/>
            <a:ahLst/>
            <a:cxnLst/>
            <a:rect l="0" t="0" r="r" b="b"/>
            <a:pathLst>
              <a:path w="1840992" h="9144" fill="norm" stroke="0" extrusionOk="0">
                <a:moveTo>
                  <a:pt x="0" y="0"/>
                </a:moveTo>
                <a:lnTo>
                  <a:pt x="613664" y="0"/>
                </a:lnTo>
                <a:lnTo>
                  <a:pt x="1227328" y="0"/>
                </a:lnTo>
                <a:lnTo>
                  <a:pt x="1840992" y="0"/>
                </a:lnTo>
                <a:lnTo>
                  <a:pt x="1840992" y="9144"/>
                </a:lnTo>
                <a:lnTo>
                  <a:pt x="1227328" y="9144"/>
                </a:lnTo>
                <a:lnTo>
                  <a:pt x="613664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Editable vector"/>
          <p:cNvSpPr/>
          <p:nvPr/>
        </p:nvSpPr>
        <p:spPr>
          <a:xfrm>
            <a:off x="8722994" y="3641725"/>
            <a:ext cx="1508760" cy="9144"/>
          </a:xfrm>
          <a:custGeom>
            <a:avLst/>
            <a:gdLst/>
            <a:ahLst/>
            <a:cxnLst/>
            <a:rect l="0" t="0" r="r" b="b"/>
            <a:pathLst>
              <a:path w="1508761" h="9144" fill="norm" stroke="0" extrusionOk="0">
                <a:moveTo>
                  <a:pt x="0" y="0"/>
                </a:moveTo>
                <a:lnTo>
                  <a:pt x="754380" y="0"/>
                </a:lnTo>
                <a:lnTo>
                  <a:pt x="1508761" y="0"/>
                </a:lnTo>
                <a:lnTo>
                  <a:pt x="1508761" y="9144"/>
                </a:lnTo>
                <a:lnTo>
                  <a:pt x="754380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Editable vector"/>
          <p:cNvSpPr/>
          <p:nvPr/>
        </p:nvSpPr>
        <p:spPr>
          <a:xfrm>
            <a:off x="8722994" y="4098925"/>
            <a:ext cx="595883" cy="9144"/>
          </a:xfrm>
          <a:custGeom>
            <a:avLst/>
            <a:gdLst/>
            <a:ahLst/>
            <a:cxnLst/>
            <a:rect l="0" t="0" r="r" b="b"/>
            <a:pathLst>
              <a:path w="595884" h="9144" fill="norm" stroke="0" extrusionOk="0">
                <a:moveTo>
                  <a:pt x="0" y="0"/>
                </a:moveTo>
                <a:lnTo>
                  <a:pt x="595884" y="0"/>
                </a:lnTo>
                <a:lnTo>
                  <a:pt x="595884" y="9144"/>
                </a:lnTo>
                <a:lnTo>
                  <a:pt x="0" y="9144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Editable vector"/>
          <p:cNvSpPr/>
          <p:nvPr/>
        </p:nvSpPr>
        <p:spPr>
          <a:xfrm>
            <a:off x="2583814" y="5111115"/>
            <a:ext cx="1685544" cy="9143"/>
          </a:xfrm>
          <a:custGeom>
            <a:avLst/>
            <a:gdLst/>
            <a:ahLst/>
            <a:cxnLst/>
            <a:rect l="0" t="0" r="r" b="b"/>
            <a:pathLst>
              <a:path w="1685544" h="9144" fill="norm" stroke="0" extrusionOk="0">
                <a:moveTo>
                  <a:pt x="0" y="0"/>
                </a:moveTo>
                <a:lnTo>
                  <a:pt x="561848" y="0"/>
                </a:lnTo>
                <a:lnTo>
                  <a:pt x="1123696" y="0"/>
                </a:lnTo>
                <a:lnTo>
                  <a:pt x="1685544" y="0"/>
                </a:lnTo>
                <a:lnTo>
                  <a:pt x="1685544" y="9144"/>
                </a:lnTo>
                <a:lnTo>
                  <a:pt x="1123696" y="9144"/>
                </a:lnTo>
                <a:lnTo>
                  <a:pt x="561848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Editable vector"/>
          <p:cNvSpPr/>
          <p:nvPr/>
        </p:nvSpPr>
        <p:spPr>
          <a:xfrm>
            <a:off x="2583814" y="5263515"/>
            <a:ext cx="1830324" cy="9143"/>
          </a:xfrm>
          <a:custGeom>
            <a:avLst/>
            <a:gdLst/>
            <a:ahLst/>
            <a:cxnLst/>
            <a:rect l="0" t="0" r="r" b="b"/>
            <a:pathLst>
              <a:path w="1830324" h="9144" fill="norm" stroke="0" extrusionOk="0">
                <a:moveTo>
                  <a:pt x="0" y="0"/>
                </a:moveTo>
                <a:lnTo>
                  <a:pt x="610108" y="0"/>
                </a:lnTo>
                <a:lnTo>
                  <a:pt x="1220216" y="0"/>
                </a:lnTo>
                <a:lnTo>
                  <a:pt x="1830324" y="0"/>
                </a:lnTo>
                <a:lnTo>
                  <a:pt x="1830324" y="9144"/>
                </a:lnTo>
                <a:lnTo>
                  <a:pt x="1220216" y="9144"/>
                </a:lnTo>
                <a:lnTo>
                  <a:pt x="610108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Editable vector"/>
          <p:cNvSpPr/>
          <p:nvPr/>
        </p:nvSpPr>
        <p:spPr>
          <a:xfrm>
            <a:off x="2583814" y="5415915"/>
            <a:ext cx="2034539" cy="9143"/>
          </a:xfrm>
          <a:custGeom>
            <a:avLst/>
            <a:gdLst/>
            <a:ahLst/>
            <a:cxnLst/>
            <a:rect l="0" t="0" r="r" b="b"/>
            <a:pathLst>
              <a:path w="2034540" h="9144" fill="norm" stroke="0" extrusionOk="0">
                <a:moveTo>
                  <a:pt x="0" y="0"/>
                </a:moveTo>
                <a:lnTo>
                  <a:pt x="508635" y="0"/>
                </a:lnTo>
                <a:lnTo>
                  <a:pt x="1017270" y="0"/>
                </a:lnTo>
                <a:lnTo>
                  <a:pt x="1525905" y="0"/>
                </a:lnTo>
                <a:lnTo>
                  <a:pt x="2034540" y="0"/>
                </a:lnTo>
                <a:lnTo>
                  <a:pt x="2034540" y="9144"/>
                </a:lnTo>
                <a:lnTo>
                  <a:pt x="1525905" y="9144"/>
                </a:lnTo>
                <a:lnTo>
                  <a:pt x="1017270" y="9144"/>
                </a:lnTo>
                <a:lnTo>
                  <a:pt x="508635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6DD3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Editable vector"/>
          <p:cNvSpPr/>
          <p:nvPr/>
        </p:nvSpPr>
        <p:spPr>
          <a:xfrm>
            <a:off x="7378827" y="5160517"/>
            <a:ext cx="815340" cy="9144"/>
          </a:xfrm>
          <a:custGeom>
            <a:avLst/>
            <a:gdLst/>
            <a:ahLst/>
            <a:cxnLst/>
            <a:rect l="0" t="0" r="r" b="b"/>
            <a:pathLst>
              <a:path w="815340" h="9144" fill="norm" stroke="0" extrusionOk="0">
                <a:moveTo>
                  <a:pt x="0" y="0"/>
                </a:moveTo>
                <a:lnTo>
                  <a:pt x="407670" y="0"/>
                </a:lnTo>
                <a:lnTo>
                  <a:pt x="815340" y="0"/>
                </a:lnTo>
                <a:lnTo>
                  <a:pt x="815340" y="9144"/>
                </a:lnTo>
                <a:lnTo>
                  <a:pt x="407670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Editable vector"/>
          <p:cNvSpPr/>
          <p:nvPr/>
        </p:nvSpPr>
        <p:spPr>
          <a:xfrm>
            <a:off x="7378827" y="5312917"/>
            <a:ext cx="1853183" cy="9144"/>
          </a:xfrm>
          <a:custGeom>
            <a:avLst/>
            <a:gdLst/>
            <a:ahLst/>
            <a:cxnLst/>
            <a:rect l="0" t="0" r="r" b="b"/>
            <a:pathLst>
              <a:path w="1853184" h="9144" fill="norm" stroke="0" extrusionOk="0">
                <a:moveTo>
                  <a:pt x="0" y="0"/>
                </a:moveTo>
                <a:lnTo>
                  <a:pt x="463296" y="0"/>
                </a:lnTo>
                <a:lnTo>
                  <a:pt x="926592" y="0"/>
                </a:lnTo>
                <a:lnTo>
                  <a:pt x="1389888" y="0"/>
                </a:lnTo>
                <a:lnTo>
                  <a:pt x="1853184" y="0"/>
                </a:lnTo>
                <a:lnTo>
                  <a:pt x="1853184" y="9144"/>
                </a:lnTo>
                <a:lnTo>
                  <a:pt x="1389888" y="9144"/>
                </a:lnTo>
                <a:lnTo>
                  <a:pt x="926592" y="9144"/>
                </a:lnTo>
                <a:lnTo>
                  <a:pt x="463296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Editable vector"/>
          <p:cNvSpPr/>
          <p:nvPr/>
        </p:nvSpPr>
        <p:spPr>
          <a:xfrm>
            <a:off x="7378827" y="5465317"/>
            <a:ext cx="525780" cy="9144"/>
          </a:xfrm>
          <a:custGeom>
            <a:avLst/>
            <a:gdLst/>
            <a:ahLst/>
            <a:cxnLst/>
            <a:rect l="0" t="0" r="r" b="b"/>
            <a:pathLst>
              <a:path w="525780" h="9144" fill="norm" stroke="0" extrusionOk="0">
                <a:moveTo>
                  <a:pt x="0" y="0"/>
                </a:moveTo>
                <a:lnTo>
                  <a:pt x="525780" y="0"/>
                </a:lnTo>
                <a:lnTo>
                  <a:pt x="525780" y="9144"/>
                </a:lnTo>
                <a:lnTo>
                  <a:pt x="0" y="9144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Editable vector"/>
          <p:cNvSpPr/>
          <p:nvPr/>
        </p:nvSpPr>
        <p:spPr>
          <a:xfrm>
            <a:off x="7378827" y="5617743"/>
            <a:ext cx="1194816" cy="9144"/>
          </a:xfrm>
          <a:custGeom>
            <a:avLst/>
            <a:gdLst/>
            <a:ahLst/>
            <a:cxnLst/>
            <a:rect l="0" t="0" r="r" b="b"/>
            <a:pathLst>
              <a:path w="1194816" h="9144" fill="norm" stroke="0" extrusionOk="0">
                <a:moveTo>
                  <a:pt x="0" y="0"/>
                </a:moveTo>
                <a:lnTo>
                  <a:pt x="597408" y="0"/>
                </a:lnTo>
                <a:lnTo>
                  <a:pt x="1194816" y="0"/>
                </a:lnTo>
                <a:lnTo>
                  <a:pt x="1194816" y="9144"/>
                </a:lnTo>
                <a:lnTo>
                  <a:pt x="597408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Editable vector"/>
          <p:cNvSpPr/>
          <p:nvPr/>
        </p:nvSpPr>
        <p:spPr>
          <a:xfrm>
            <a:off x="10231755" y="6219774"/>
            <a:ext cx="1309115" cy="9144"/>
          </a:xfrm>
          <a:custGeom>
            <a:avLst/>
            <a:gdLst/>
            <a:ahLst/>
            <a:cxnLst/>
            <a:rect l="0" t="0" r="r" b="b"/>
            <a:pathLst>
              <a:path w="1309115" h="9144" fill="norm" stroke="0" extrusionOk="0">
                <a:moveTo>
                  <a:pt x="0" y="0"/>
                </a:moveTo>
                <a:lnTo>
                  <a:pt x="436372" y="0"/>
                </a:lnTo>
                <a:lnTo>
                  <a:pt x="872744" y="0"/>
                </a:lnTo>
                <a:lnTo>
                  <a:pt x="1309115" y="0"/>
                </a:lnTo>
                <a:lnTo>
                  <a:pt x="1309115" y="9144"/>
                </a:lnTo>
                <a:lnTo>
                  <a:pt x="872744" y="9144"/>
                </a:lnTo>
                <a:lnTo>
                  <a:pt x="436372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Editable vector"/>
          <p:cNvSpPr/>
          <p:nvPr/>
        </p:nvSpPr>
        <p:spPr>
          <a:xfrm>
            <a:off x="9783698" y="6372174"/>
            <a:ext cx="507492" cy="9144"/>
          </a:xfrm>
          <a:custGeom>
            <a:avLst/>
            <a:gdLst/>
            <a:ahLst/>
            <a:cxnLst/>
            <a:rect l="0" t="0" r="r" b="b"/>
            <a:pathLst>
              <a:path w="507492" h="9144" fill="norm" stroke="0" extrusionOk="0">
                <a:moveTo>
                  <a:pt x="0" y="0"/>
                </a:moveTo>
                <a:lnTo>
                  <a:pt x="507492" y="0"/>
                </a:lnTo>
                <a:lnTo>
                  <a:pt x="507492" y="9144"/>
                </a:lnTo>
                <a:lnTo>
                  <a:pt x="0" y="9144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Editable vector"/>
          <p:cNvSpPr/>
          <p:nvPr/>
        </p:nvSpPr>
        <p:spPr>
          <a:xfrm>
            <a:off x="1805939" y="2922778"/>
            <a:ext cx="659257" cy="172084"/>
          </a:xfrm>
          <a:custGeom>
            <a:avLst/>
            <a:gdLst/>
            <a:ahLst/>
            <a:cxnLst/>
            <a:rect l="0" t="0" r="r" b="b"/>
            <a:pathLst>
              <a:path w="659257" h="172085" fill="norm" stroke="0" extrusionOk="0">
                <a:moveTo>
                  <a:pt x="0" y="28702"/>
                </a:moveTo>
                <a:cubicBezTo>
                  <a:pt x="0" y="12827"/>
                  <a:pt x="12827" y="0"/>
                  <a:pt x="28702" y="0"/>
                </a:cubicBezTo>
                <a:lnTo>
                  <a:pt x="630555" y="0"/>
                </a:lnTo>
                <a:cubicBezTo>
                  <a:pt x="646430" y="0"/>
                  <a:pt x="659257" y="12827"/>
                  <a:pt x="659257" y="28702"/>
                </a:cubicBezTo>
                <a:lnTo>
                  <a:pt x="659257" y="143383"/>
                </a:lnTo>
                <a:cubicBezTo>
                  <a:pt x="659257" y="159258"/>
                  <a:pt x="646430" y="172085"/>
                  <a:pt x="630555" y="172085"/>
                </a:cubicBezTo>
                <a:lnTo>
                  <a:pt x="28702" y="172085"/>
                </a:lnTo>
                <a:cubicBezTo>
                  <a:pt x="12827" y="172085"/>
                  <a:pt x="0" y="159258"/>
                  <a:pt x="0" y="143383"/>
                </a:cubicBezTo>
                <a:lnTo>
                  <a:pt x="0" y="28702"/>
                </a:lnTo>
                <a:close/>
              </a:path>
            </a:pathLst>
          </a:custGeom>
          <a:solidFill>
            <a:srgbClr val="5D36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Editable vector"/>
          <p:cNvSpPr/>
          <p:nvPr/>
        </p:nvSpPr>
        <p:spPr>
          <a:xfrm>
            <a:off x="5369940" y="2917571"/>
            <a:ext cx="1554607" cy="172211"/>
          </a:xfrm>
          <a:custGeom>
            <a:avLst/>
            <a:gdLst/>
            <a:ahLst/>
            <a:cxnLst/>
            <a:rect l="0" t="0" r="r" b="b"/>
            <a:pathLst>
              <a:path w="1554607" h="172212" fill="norm" stroke="0" extrusionOk="0">
                <a:moveTo>
                  <a:pt x="0" y="28702"/>
                </a:moveTo>
                <a:cubicBezTo>
                  <a:pt x="0" y="12827"/>
                  <a:pt x="12827" y="0"/>
                  <a:pt x="28702" y="0"/>
                </a:cubicBezTo>
                <a:lnTo>
                  <a:pt x="1525905" y="0"/>
                </a:lnTo>
                <a:cubicBezTo>
                  <a:pt x="1541653" y="0"/>
                  <a:pt x="1554607" y="12827"/>
                  <a:pt x="1554607" y="28702"/>
                </a:cubicBezTo>
                <a:lnTo>
                  <a:pt x="1554607" y="143510"/>
                </a:lnTo>
                <a:cubicBezTo>
                  <a:pt x="1554607" y="159258"/>
                  <a:pt x="1541653" y="172212"/>
                  <a:pt x="1525905" y="172212"/>
                </a:cubicBezTo>
                <a:lnTo>
                  <a:pt x="28702" y="172212"/>
                </a:lnTo>
                <a:cubicBezTo>
                  <a:pt x="12827" y="172212"/>
                  <a:pt x="0" y="159258"/>
                  <a:pt x="0" y="143510"/>
                </a:cubicBezTo>
                <a:lnTo>
                  <a:pt x="0" y="28702"/>
                </a:lnTo>
                <a:close/>
              </a:path>
            </a:pathLst>
          </a:custGeom>
          <a:solidFill>
            <a:srgbClr val="5D36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Editable vector"/>
          <p:cNvSpPr/>
          <p:nvPr/>
        </p:nvSpPr>
        <p:spPr>
          <a:xfrm>
            <a:off x="9540113" y="2926207"/>
            <a:ext cx="1262126" cy="165227"/>
          </a:xfrm>
          <a:custGeom>
            <a:avLst/>
            <a:gdLst/>
            <a:ahLst/>
            <a:cxnLst/>
            <a:rect l="0" t="0" r="r" b="b"/>
            <a:pathLst>
              <a:path w="1262126" h="165227" fill="norm" stroke="0" extrusionOk="0">
                <a:moveTo>
                  <a:pt x="0" y="27559"/>
                </a:moveTo>
                <a:cubicBezTo>
                  <a:pt x="0" y="12319"/>
                  <a:pt x="12446" y="0"/>
                  <a:pt x="27559" y="0"/>
                </a:cubicBezTo>
                <a:lnTo>
                  <a:pt x="1234567" y="0"/>
                </a:lnTo>
                <a:cubicBezTo>
                  <a:pt x="1249807" y="0"/>
                  <a:pt x="1262126" y="12319"/>
                  <a:pt x="1262126" y="27559"/>
                </a:cubicBezTo>
                <a:lnTo>
                  <a:pt x="1262126" y="137668"/>
                </a:lnTo>
                <a:cubicBezTo>
                  <a:pt x="1262126" y="152908"/>
                  <a:pt x="1249807" y="165227"/>
                  <a:pt x="1234567" y="165227"/>
                </a:cubicBezTo>
                <a:lnTo>
                  <a:pt x="27559" y="165227"/>
                </a:lnTo>
                <a:cubicBezTo>
                  <a:pt x="12446" y="165227"/>
                  <a:pt x="0" y="152908"/>
                  <a:pt x="0" y="137668"/>
                </a:cubicBezTo>
                <a:lnTo>
                  <a:pt x="0" y="27559"/>
                </a:lnTo>
                <a:close/>
              </a:path>
            </a:pathLst>
          </a:custGeom>
          <a:solidFill>
            <a:srgbClr val="5D36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Editable vector"/>
          <p:cNvSpPr/>
          <p:nvPr/>
        </p:nvSpPr>
        <p:spPr>
          <a:xfrm>
            <a:off x="5017515" y="1582039"/>
            <a:ext cx="2109977" cy="211327"/>
          </a:xfrm>
          <a:custGeom>
            <a:avLst/>
            <a:gdLst/>
            <a:ahLst/>
            <a:cxnLst/>
            <a:rect l="0" t="0" r="r" b="b"/>
            <a:pathLst>
              <a:path w="2109978" h="211328" fill="norm" stroke="0" extrusionOk="0">
                <a:moveTo>
                  <a:pt x="0" y="35179"/>
                </a:moveTo>
                <a:cubicBezTo>
                  <a:pt x="0" y="15748"/>
                  <a:pt x="15748" y="0"/>
                  <a:pt x="35179" y="0"/>
                </a:cubicBezTo>
                <a:lnTo>
                  <a:pt x="2074799" y="0"/>
                </a:lnTo>
                <a:cubicBezTo>
                  <a:pt x="2094230" y="0"/>
                  <a:pt x="2109978" y="15748"/>
                  <a:pt x="2109978" y="35179"/>
                </a:cubicBezTo>
                <a:lnTo>
                  <a:pt x="2109978" y="176149"/>
                </a:lnTo>
                <a:cubicBezTo>
                  <a:pt x="2109978" y="195580"/>
                  <a:pt x="2094230" y="211328"/>
                  <a:pt x="2074799" y="211328"/>
                </a:cubicBezTo>
                <a:lnTo>
                  <a:pt x="35179" y="211328"/>
                </a:lnTo>
                <a:cubicBezTo>
                  <a:pt x="15748" y="211328"/>
                  <a:pt x="0" y="195580"/>
                  <a:pt x="0" y="176149"/>
                </a:cubicBezTo>
                <a:lnTo>
                  <a:pt x="0" y="35179"/>
                </a:lnTo>
                <a:close/>
              </a:path>
            </a:pathLst>
          </a:custGeom>
          <a:solidFill>
            <a:srgbClr val="5D36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Editable vector"/>
          <p:cNvSpPr/>
          <p:nvPr/>
        </p:nvSpPr>
        <p:spPr>
          <a:xfrm>
            <a:off x="1884679" y="4644263"/>
            <a:ext cx="659257" cy="163321"/>
          </a:xfrm>
          <a:custGeom>
            <a:avLst/>
            <a:gdLst/>
            <a:ahLst/>
            <a:cxnLst/>
            <a:rect l="0" t="0" r="r" b="b"/>
            <a:pathLst>
              <a:path w="659257" h="163322" fill="norm" stroke="0" extrusionOk="0">
                <a:moveTo>
                  <a:pt x="0" y="27178"/>
                </a:moveTo>
                <a:cubicBezTo>
                  <a:pt x="0" y="12192"/>
                  <a:pt x="12192" y="0"/>
                  <a:pt x="27178" y="0"/>
                </a:cubicBezTo>
                <a:lnTo>
                  <a:pt x="632079" y="0"/>
                </a:lnTo>
                <a:cubicBezTo>
                  <a:pt x="647065" y="0"/>
                  <a:pt x="659257" y="12192"/>
                  <a:pt x="659257" y="27178"/>
                </a:cubicBezTo>
                <a:lnTo>
                  <a:pt x="659257" y="136017"/>
                </a:lnTo>
                <a:cubicBezTo>
                  <a:pt x="659257" y="151130"/>
                  <a:pt x="647065" y="163322"/>
                  <a:pt x="632079" y="163322"/>
                </a:cubicBezTo>
                <a:lnTo>
                  <a:pt x="27178" y="163322"/>
                </a:lnTo>
                <a:cubicBezTo>
                  <a:pt x="12192" y="163322"/>
                  <a:pt x="0" y="151130"/>
                  <a:pt x="0" y="136017"/>
                </a:cubicBezTo>
                <a:lnTo>
                  <a:pt x="0" y="27178"/>
                </a:lnTo>
                <a:close/>
              </a:path>
            </a:pathLst>
          </a:custGeom>
          <a:solidFill>
            <a:srgbClr val="B894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Editable vector"/>
          <p:cNvSpPr/>
          <p:nvPr/>
        </p:nvSpPr>
        <p:spPr>
          <a:xfrm>
            <a:off x="5915405" y="4622038"/>
            <a:ext cx="2109977" cy="195326"/>
          </a:xfrm>
          <a:custGeom>
            <a:avLst/>
            <a:gdLst/>
            <a:ahLst/>
            <a:cxnLst/>
            <a:rect l="0" t="0" r="r" b="b"/>
            <a:pathLst>
              <a:path w="2109978" h="195326" fill="norm" stroke="0" extrusionOk="0">
                <a:moveTo>
                  <a:pt x="0" y="32639"/>
                </a:moveTo>
                <a:cubicBezTo>
                  <a:pt x="0" y="14605"/>
                  <a:pt x="14605" y="0"/>
                  <a:pt x="32512" y="0"/>
                </a:cubicBezTo>
                <a:lnTo>
                  <a:pt x="2077339" y="0"/>
                </a:lnTo>
                <a:cubicBezTo>
                  <a:pt x="2095373" y="0"/>
                  <a:pt x="2109978" y="14605"/>
                  <a:pt x="2109978" y="32639"/>
                </a:cubicBezTo>
                <a:lnTo>
                  <a:pt x="2109978" y="162814"/>
                </a:lnTo>
                <a:cubicBezTo>
                  <a:pt x="2109978" y="180848"/>
                  <a:pt x="2095373" y="195326"/>
                  <a:pt x="2077339" y="195326"/>
                </a:cubicBezTo>
                <a:lnTo>
                  <a:pt x="32512" y="195326"/>
                </a:lnTo>
                <a:cubicBezTo>
                  <a:pt x="14605" y="195326"/>
                  <a:pt x="0" y="180848"/>
                  <a:pt x="0" y="162814"/>
                </a:cubicBezTo>
                <a:lnTo>
                  <a:pt x="0" y="32639"/>
                </a:lnTo>
                <a:close/>
              </a:path>
            </a:pathLst>
          </a:custGeom>
          <a:solidFill>
            <a:srgbClr val="B894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Editable vector"/>
          <p:cNvSpPr/>
          <p:nvPr/>
        </p:nvSpPr>
        <p:spPr>
          <a:xfrm>
            <a:off x="10324338" y="4617339"/>
            <a:ext cx="776478" cy="181609"/>
          </a:xfrm>
          <a:custGeom>
            <a:avLst/>
            <a:gdLst/>
            <a:ahLst/>
            <a:cxnLst/>
            <a:rect l="0" t="0" r="r" b="b"/>
            <a:pathLst>
              <a:path w="776478" h="181610" fill="norm" stroke="0" extrusionOk="0">
                <a:moveTo>
                  <a:pt x="0" y="30353"/>
                </a:moveTo>
                <a:cubicBezTo>
                  <a:pt x="0" y="13589"/>
                  <a:pt x="13589" y="0"/>
                  <a:pt x="30353" y="0"/>
                </a:cubicBezTo>
                <a:lnTo>
                  <a:pt x="746252" y="0"/>
                </a:lnTo>
                <a:cubicBezTo>
                  <a:pt x="762889" y="0"/>
                  <a:pt x="776478" y="13589"/>
                  <a:pt x="776478" y="30353"/>
                </a:cubicBezTo>
                <a:lnTo>
                  <a:pt x="776478" y="151384"/>
                </a:lnTo>
                <a:cubicBezTo>
                  <a:pt x="776478" y="168148"/>
                  <a:pt x="762889" y="181610"/>
                  <a:pt x="746252" y="181610"/>
                </a:cubicBezTo>
                <a:lnTo>
                  <a:pt x="30353" y="181610"/>
                </a:lnTo>
                <a:cubicBezTo>
                  <a:pt x="13589" y="181610"/>
                  <a:pt x="0" y="168148"/>
                  <a:pt x="0" y="151384"/>
                </a:cubicBezTo>
                <a:lnTo>
                  <a:pt x="0" y="30353"/>
                </a:lnTo>
                <a:close/>
              </a:path>
            </a:pathLst>
          </a:custGeom>
          <a:solidFill>
            <a:srgbClr val="B894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Editable vector"/>
          <p:cNvSpPr/>
          <p:nvPr/>
        </p:nvSpPr>
        <p:spPr>
          <a:xfrm>
            <a:off x="5033645" y="4397502"/>
            <a:ext cx="2109977" cy="211327"/>
          </a:xfrm>
          <a:custGeom>
            <a:avLst/>
            <a:gdLst/>
            <a:ahLst/>
            <a:cxnLst/>
            <a:rect l="0" t="0" r="r" b="b"/>
            <a:pathLst>
              <a:path w="2109978" h="211328" fill="norm" stroke="0" extrusionOk="0">
                <a:moveTo>
                  <a:pt x="0" y="35179"/>
                </a:moveTo>
                <a:cubicBezTo>
                  <a:pt x="0" y="15748"/>
                  <a:pt x="15748" y="0"/>
                  <a:pt x="35179" y="0"/>
                </a:cubicBezTo>
                <a:lnTo>
                  <a:pt x="2074672" y="0"/>
                </a:lnTo>
                <a:cubicBezTo>
                  <a:pt x="2094230" y="0"/>
                  <a:pt x="2109978" y="15748"/>
                  <a:pt x="2109978" y="35179"/>
                </a:cubicBezTo>
                <a:lnTo>
                  <a:pt x="2109978" y="176149"/>
                </a:lnTo>
                <a:cubicBezTo>
                  <a:pt x="2109978" y="195580"/>
                  <a:pt x="2094230" y="211328"/>
                  <a:pt x="2074672" y="211328"/>
                </a:cubicBezTo>
                <a:lnTo>
                  <a:pt x="35179" y="211328"/>
                </a:lnTo>
                <a:cubicBezTo>
                  <a:pt x="15748" y="211328"/>
                  <a:pt x="0" y="195580"/>
                  <a:pt x="0" y="176149"/>
                </a:cubicBezTo>
                <a:lnTo>
                  <a:pt x="0" y="35179"/>
                </a:lnTo>
                <a:close/>
              </a:path>
            </a:pathLst>
          </a:custGeom>
          <a:solidFill>
            <a:srgbClr val="5D36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Editable vector"/>
          <p:cNvSpPr/>
          <p:nvPr/>
        </p:nvSpPr>
        <p:spPr>
          <a:xfrm>
            <a:off x="7217918" y="4473829"/>
            <a:ext cx="4745354" cy="12"/>
          </a:xfrm>
          <a:custGeom>
            <a:avLst/>
            <a:gdLst/>
            <a:ahLst/>
            <a:cxnLst/>
            <a:rect l="0" t="0" r="r" b="b"/>
            <a:pathLst>
              <a:path w="4745355" h="13" fill="none" stroke="1" extrusionOk="0">
                <a:moveTo>
                  <a:pt x="0" y="0"/>
                </a:moveTo>
                <a:lnTo>
                  <a:pt x="4745355" y="0"/>
                </a:lnTo>
              </a:path>
            </a:pathLst>
          </a:custGeom>
          <a:noFill/>
          <a:ln w="12700" cap="flat">
            <a:solidFill>
              <a:srgbClr val="0070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Editable vector"/>
          <p:cNvSpPr/>
          <p:nvPr/>
        </p:nvSpPr>
        <p:spPr>
          <a:xfrm>
            <a:off x="237363" y="4490846"/>
            <a:ext cx="4745354" cy="12"/>
          </a:xfrm>
          <a:custGeom>
            <a:avLst/>
            <a:gdLst/>
            <a:ahLst/>
            <a:cxnLst/>
            <a:rect l="0" t="0" r="r" b="b"/>
            <a:pathLst>
              <a:path w="4745355" h="13" fill="none" stroke="1" extrusionOk="0">
                <a:moveTo>
                  <a:pt x="0" y="0"/>
                </a:moveTo>
                <a:lnTo>
                  <a:pt x="4745355" y="0"/>
                </a:lnTo>
              </a:path>
            </a:pathLst>
          </a:custGeom>
          <a:noFill/>
          <a:ln w="12700" cap="flat">
            <a:solidFill>
              <a:srgbClr val="0070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Editable text — 36"/>
          <p:cNvSpPr txBox="1"/>
          <p:nvPr/>
        </p:nvSpPr>
        <p:spPr>
          <a:xfrm>
            <a:off x="11500739" y="6546075"/>
            <a:ext cx="191058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3">
                <a:solidFill>
                  <a:srgbClr val="000000"/>
                </a:solidFill>
                <a:latin typeface="Arial"/>
              </a:rPr>
              <a:t>36</a:t>
            </a:r>
          </a:p>
        </p:txBody>
      </p:sp>
      <p:sp>
        <p:nvSpPr>
          <p:cNvPr id="4" name="Editable text — 36"/>
          <p:cNvSpPr txBox="1"/>
          <p:nvPr/>
        </p:nvSpPr>
        <p:spPr>
          <a:xfrm>
            <a:off x="11500739" y="6546075"/>
            <a:ext cx="191058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3">
                <a:solidFill>
                  <a:srgbClr val="000000"/>
                </a:solidFill>
                <a:latin typeface="Arial"/>
              </a:rPr>
              <a:t>36</a:t>
            </a:r>
          </a:p>
        </p:txBody>
      </p:sp>
      <p:sp>
        <p:nvSpPr>
          <p:cNvPr id="5" name="Editable text — PUBLIC"/>
          <p:cNvSpPr txBox="1"/>
          <p:nvPr/>
        </p:nvSpPr>
        <p:spPr>
          <a:xfrm>
            <a:off x="281940" y="6590857"/>
            <a:ext cx="381711" cy="170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6" b="0" i="0" spc="-2">
                <a:solidFill>
                  <a:srgbClr val="000000"/>
                </a:solidFill>
                <a:latin typeface="Arial"/>
              </a:rPr>
              <a:t>PUBLIC</a:t>
            </a:r>
          </a:p>
        </p:txBody>
      </p:sp>
      <p:sp>
        <p:nvSpPr>
          <p:cNvPr id="18" name="Editable text — PUBLIC"/>
          <p:cNvSpPr txBox="1"/>
          <p:nvPr/>
        </p:nvSpPr>
        <p:spPr>
          <a:xfrm>
            <a:off x="224942" y="6544223"/>
            <a:ext cx="381711" cy="170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6" b="0" i="0" spc="-2">
                <a:solidFill>
                  <a:srgbClr val="000000"/>
                </a:solidFill>
                <a:latin typeface="Arial"/>
              </a:rPr>
              <a:t>PUBLIC</a:t>
            </a:r>
          </a:p>
        </p:txBody>
      </p:sp>
      <p:sp>
        <p:nvSpPr>
          <p:cNvPr id="21" name="Editable text — Autonomous Enterprise Learning &amp; Enablement | All Partners"/>
          <p:cNvSpPr txBox="1"/>
          <p:nvPr/>
        </p:nvSpPr>
        <p:spPr>
          <a:xfrm>
            <a:off x="432816" y="319356"/>
            <a:ext cx="10009224" cy="57073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795" b="1" i="0" spc="-63">
                <a:solidFill>
                  <a:srgbClr val="FFFFFF"/>
                </a:solidFill>
                <a:latin typeface="Arial"/>
              </a:rPr>
              <a:t>Autonomous Enterprise Learning &amp; Enablement | All Partners</a:t>
            </a:r>
          </a:p>
        </p:txBody>
      </p:sp>
      <p:sp>
        <p:nvSpPr>
          <p:cNvPr id="28" name="Editable text — Comprehensive partner AI enablement plan – structured, scala"/>
          <p:cNvSpPr txBox="1"/>
          <p:nvPr/>
        </p:nvSpPr>
        <p:spPr>
          <a:xfrm>
            <a:off x="432816" y="1197785"/>
            <a:ext cx="6832113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24">
                <a:solidFill>
                  <a:srgbClr val="D1EFFF"/>
                </a:solidFill>
                <a:latin typeface="Arial"/>
              </a:rPr>
              <a:t>Comprehensive partner AI enablement plan – structured, scalable, and always live </a:t>
            </a:r>
          </a:p>
        </p:txBody>
      </p:sp>
      <p:sp>
        <p:nvSpPr>
          <p:cNvPr id="29" name="Editable text — Key Enablement Sessions"/>
          <p:cNvSpPr txBox="1"/>
          <p:nvPr/>
        </p:nvSpPr>
        <p:spPr>
          <a:xfrm>
            <a:off x="309372" y="5841621"/>
            <a:ext cx="1633139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-2">
                <a:solidFill>
                  <a:srgbClr val="000000"/>
                </a:solidFill>
                <a:latin typeface="Arial"/>
              </a:rPr>
              <a:t>Key Enablement Sessions</a:t>
            </a:r>
          </a:p>
        </p:txBody>
      </p:sp>
      <p:sp>
        <p:nvSpPr>
          <p:cNvPr id="30" name="Editable text — •"/>
          <p:cNvSpPr txBox="1"/>
          <p:nvPr/>
        </p:nvSpPr>
        <p:spPr>
          <a:xfrm>
            <a:off x="4983479" y="6068392"/>
            <a:ext cx="107772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31" name="Editable text — Replay: Deep Dive Live Session on CONTEXTUALIZE &amp; REASON"/>
          <p:cNvSpPr txBox="1"/>
          <p:nvPr/>
        </p:nvSpPr>
        <p:spPr>
          <a:xfrm>
            <a:off x="5154167" y="6068392"/>
            <a:ext cx="3616428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20">
                <a:solidFill>
                  <a:srgbClr val="000000"/>
                </a:solidFill>
                <a:latin typeface="Arial"/>
              </a:rPr>
              <a:t>Replay: </a:t>
            </a:r>
            <a:r>
              <a:rPr sz="996" b="0" i="0" spc="-31">
                <a:solidFill>
                  <a:srgbClr val="0070F2"/>
                </a:solidFill>
                <a:latin typeface="Arial"/>
                <a:hlinkClick r:id="rId17"/>
              </a:rPr>
              <a:t>Deep Dive Live Session on CONTEXTUALIZE &amp; REASON</a:t>
            </a:r>
          </a:p>
        </p:txBody>
      </p:sp>
      <p:sp>
        <p:nvSpPr>
          <p:cNvPr id="33" name="Editable text — •"/>
          <p:cNvSpPr txBox="1"/>
          <p:nvPr/>
        </p:nvSpPr>
        <p:spPr>
          <a:xfrm>
            <a:off x="4983479" y="6220792"/>
            <a:ext cx="107772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34" name="Editable text — July 15: BDC &amp; AI: tell the story to drive adoption"/>
          <p:cNvSpPr txBox="1"/>
          <p:nvPr/>
        </p:nvSpPr>
        <p:spPr>
          <a:xfrm>
            <a:off x="5154167" y="6220792"/>
            <a:ext cx="2770714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18">
                <a:solidFill>
                  <a:srgbClr val="000000"/>
                </a:solidFill>
                <a:latin typeface="Arial"/>
              </a:rPr>
              <a:t>July 15: </a:t>
            </a:r>
            <a:r>
              <a:rPr sz="996" b="0" i="0" spc="-1">
                <a:solidFill>
                  <a:srgbClr val="0070F2"/>
                </a:solidFill>
                <a:latin typeface="Arial"/>
                <a:hlinkClick r:id="rId18"/>
              </a:rPr>
              <a:t>BDC &amp; AI: tell the story to drive adoption</a:t>
            </a:r>
          </a:p>
        </p:txBody>
      </p:sp>
      <p:sp>
        <p:nvSpPr>
          <p:cNvPr id="36" name="Editable text — •"/>
          <p:cNvSpPr txBox="1"/>
          <p:nvPr/>
        </p:nvSpPr>
        <p:spPr>
          <a:xfrm>
            <a:off x="4983479" y="6373192"/>
            <a:ext cx="107772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37" name="Editable text — Aug 18: Leveraging Data Product Studio "/>
          <p:cNvSpPr txBox="1"/>
          <p:nvPr/>
        </p:nvSpPr>
        <p:spPr>
          <a:xfrm>
            <a:off x="5154167" y="6373192"/>
            <a:ext cx="2296815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38">
                <a:solidFill>
                  <a:srgbClr val="000000"/>
                </a:solidFill>
                <a:latin typeface="Arial"/>
              </a:rPr>
              <a:t>Aug 18: </a:t>
            </a:r>
            <a:r>
              <a:rPr sz="996" b="0" i="0" spc="-8">
                <a:solidFill>
                  <a:srgbClr val="0070F2"/>
                </a:solidFill>
                <a:latin typeface="Arial"/>
                <a:hlinkClick r:id="rId19"/>
              </a:rPr>
              <a:t>Leveraging Data Product Studio </a:t>
            </a:r>
          </a:p>
        </p:txBody>
      </p:sp>
      <p:sp>
        <p:nvSpPr>
          <p:cNvPr id="39" name="Editable text — •"/>
          <p:cNvSpPr txBox="1"/>
          <p:nvPr/>
        </p:nvSpPr>
        <p:spPr>
          <a:xfrm>
            <a:off x="4983479" y="6525593"/>
            <a:ext cx="107772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>
                <a:solidFill>
                  <a:srgbClr val="212121"/>
                </a:solidFill>
                <a:latin typeface="Arial"/>
              </a:rPr>
              <a:t>•</a:t>
            </a:r>
          </a:p>
        </p:txBody>
      </p:sp>
      <p:sp>
        <p:nvSpPr>
          <p:cNvPr id="40" name="Editable text — Aug 25: SAP Knowledge Graph deep dive"/>
          <p:cNvSpPr txBox="1"/>
          <p:nvPr/>
        </p:nvSpPr>
        <p:spPr>
          <a:xfrm>
            <a:off x="5154167" y="6525593"/>
            <a:ext cx="2367395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11">
                <a:solidFill>
                  <a:srgbClr val="212121"/>
                </a:solidFill>
                <a:latin typeface="Arial"/>
              </a:rPr>
              <a:t>Aug 25: SAP Knowledge Graph deep dive</a:t>
            </a:r>
          </a:p>
        </p:txBody>
      </p:sp>
      <p:sp>
        <p:nvSpPr>
          <p:cNvPr id="41" name="Editable text — •"/>
          <p:cNvSpPr txBox="1"/>
          <p:nvPr/>
        </p:nvSpPr>
        <p:spPr>
          <a:xfrm>
            <a:off x="4983479" y="6677993"/>
            <a:ext cx="107772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>
                <a:solidFill>
                  <a:srgbClr val="212121"/>
                </a:solidFill>
                <a:latin typeface="Arial"/>
              </a:rPr>
              <a:t>•</a:t>
            </a:r>
          </a:p>
        </p:txBody>
      </p:sp>
      <p:sp>
        <p:nvSpPr>
          <p:cNvPr id="42" name="Editable text — Sep 15: RPT-1.5 &amp; predictive scenarios in the Autonomous Sui"/>
          <p:cNvSpPr txBox="1"/>
          <p:nvPr/>
        </p:nvSpPr>
        <p:spPr>
          <a:xfrm>
            <a:off x="5155691" y="6677993"/>
            <a:ext cx="3634548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7">
                <a:solidFill>
                  <a:srgbClr val="212121"/>
                </a:solidFill>
                <a:latin typeface="Arial"/>
              </a:rPr>
              <a:t>Sep 15: RPT-1.5 &amp; predictive scenarios in the Autonomous Suite</a:t>
            </a:r>
          </a:p>
        </p:txBody>
      </p:sp>
      <p:sp>
        <p:nvSpPr>
          <p:cNvPr id="43" name="Editable text — Key Enablement Sessions"/>
          <p:cNvSpPr txBox="1"/>
          <p:nvPr/>
        </p:nvSpPr>
        <p:spPr>
          <a:xfrm>
            <a:off x="9567926" y="5890999"/>
            <a:ext cx="1637189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0">
                <a:solidFill>
                  <a:srgbClr val="000000"/>
                </a:solidFill>
                <a:latin typeface="Arial"/>
              </a:rPr>
              <a:t>Key Enablement Sessions</a:t>
            </a:r>
          </a:p>
        </p:txBody>
      </p:sp>
      <p:sp>
        <p:nvSpPr>
          <p:cNvPr id="44" name="Editable text — Certifications"/>
          <p:cNvSpPr txBox="1"/>
          <p:nvPr/>
        </p:nvSpPr>
        <p:spPr>
          <a:xfrm>
            <a:off x="319125" y="4831264"/>
            <a:ext cx="887172" cy="2282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8" b="1" i="0" spc="8">
                <a:solidFill>
                  <a:srgbClr val="000000"/>
                </a:solidFill>
                <a:latin typeface="Arial"/>
              </a:rPr>
              <a:t>Certifications</a:t>
            </a:r>
          </a:p>
        </p:txBody>
      </p:sp>
      <p:sp>
        <p:nvSpPr>
          <p:cNvPr id="45" name="Editable text — •"/>
          <p:cNvSpPr txBox="1"/>
          <p:nvPr/>
        </p:nvSpPr>
        <p:spPr>
          <a:xfrm>
            <a:off x="410565" y="5006261"/>
            <a:ext cx="99237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>
                <a:solidFill>
                  <a:srgbClr val="000000"/>
                </a:solidFill>
                <a:latin typeface="Arial"/>
                <a:hlinkClick r:id="rId20"/>
              </a:rPr>
              <a:t>•</a:t>
            </a:r>
          </a:p>
        </p:txBody>
      </p:sp>
      <p:sp>
        <p:nvSpPr>
          <p:cNvPr id="46" name="Editable text — Build for Developer "/>
          <p:cNvSpPr txBox="1"/>
          <p:nvPr/>
        </p:nvSpPr>
        <p:spPr>
          <a:xfrm>
            <a:off x="582777" y="4984193"/>
            <a:ext cx="1183713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4">
                <a:solidFill>
                  <a:srgbClr val="0070F2"/>
                </a:solidFill>
                <a:latin typeface="Arial"/>
                <a:hlinkClick r:id="rId20"/>
              </a:rPr>
              <a:t>Build for Developer </a:t>
            </a:r>
          </a:p>
        </p:txBody>
      </p:sp>
      <p:sp>
        <p:nvSpPr>
          <p:cNvPr id="48" name="Editable text — •"/>
          <p:cNvSpPr txBox="1"/>
          <p:nvPr/>
        </p:nvSpPr>
        <p:spPr>
          <a:xfrm>
            <a:off x="410565" y="5158661"/>
            <a:ext cx="99237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>
                <a:solidFill>
                  <a:srgbClr val="000000"/>
                </a:solidFill>
                <a:latin typeface="Arial"/>
                <a:hlinkClick r:id="rId21"/>
              </a:rPr>
              <a:t>•</a:t>
            </a:r>
          </a:p>
        </p:txBody>
      </p:sp>
      <p:sp>
        <p:nvSpPr>
          <p:cNvPr id="50" name="Editable text — Backend Developer – CAP"/>
          <p:cNvSpPr txBox="1"/>
          <p:nvPr/>
        </p:nvSpPr>
        <p:spPr>
          <a:xfrm>
            <a:off x="582777" y="5136593"/>
            <a:ext cx="1554312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5">
                <a:solidFill>
                  <a:srgbClr val="0070F2"/>
                </a:solidFill>
                <a:latin typeface="Arial"/>
                <a:hlinkClick r:id="rId21"/>
              </a:rPr>
              <a:t>Backend Developer – CAP</a:t>
            </a:r>
          </a:p>
        </p:txBody>
      </p:sp>
      <p:sp>
        <p:nvSpPr>
          <p:cNvPr id="51" name="Editable text — •"/>
          <p:cNvSpPr txBox="1"/>
          <p:nvPr/>
        </p:nvSpPr>
        <p:spPr>
          <a:xfrm>
            <a:off x="410565" y="5311061"/>
            <a:ext cx="99237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>
                <a:solidFill>
                  <a:srgbClr val="000000"/>
                </a:solidFill>
                <a:latin typeface="Arial"/>
                <a:hlinkClick r:id="rId22"/>
              </a:rPr>
              <a:t>•</a:t>
            </a:r>
          </a:p>
        </p:txBody>
      </p:sp>
      <p:sp>
        <p:nvSpPr>
          <p:cNvPr id="52" name="Editable text — Integration Developer"/>
          <p:cNvSpPr txBox="1"/>
          <p:nvPr/>
        </p:nvSpPr>
        <p:spPr>
          <a:xfrm>
            <a:off x="582777" y="5288993"/>
            <a:ext cx="1285792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5">
                <a:solidFill>
                  <a:srgbClr val="0070F2"/>
                </a:solidFill>
                <a:latin typeface="Arial"/>
                <a:hlinkClick r:id="rId22"/>
              </a:rPr>
              <a:t>Integration Developer</a:t>
            </a:r>
          </a:p>
        </p:txBody>
      </p:sp>
      <p:sp>
        <p:nvSpPr>
          <p:cNvPr id="54" name="Editable text — Certifications"/>
          <p:cNvSpPr txBox="1"/>
          <p:nvPr/>
        </p:nvSpPr>
        <p:spPr>
          <a:xfrm>
            <a:off x="4963414" y="4881196"/>
            <a:ext cx="887089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9">
                <a:solidFill>
                  <a:srgbClr val="000000"/>
                </a:solidFill>
                <a:latin typeface="Arial"/>
              </a:rPr>
              <a:t>Certifications</a:t>
            </a:r>
          </a:p>
        </p:txBody>
      </p:sp>
      <p:sp>
        <p:nvSpPr>
          <p:cNvPr id="55" name="Editable text — •"/>
          <p:cNvSpPr txBox="1"/>
          <p:nvPr/>
        </p:nvSpPr>
        <p:spPr>
          <a:xfrm>
            <a:off x="5054853" y="5055664"/>
            <a:ext cx="99237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>
                <a:solidFill>
                  <a:srgbClr val="000000"/>
                </a:solidFill>
                <a:latin typeface="Arial"/>
                <a:hlinkClick r:id="rId23"/>
              </a:rPr>
              <a:t>•</a:t>
            </a:r>
          </a:p>
        </p:txBody>
      </p:sp>
      <p:sp>
        <p:nvSpPr>
          <p:cNvPr id="56" name="Editable text — SAP Business Data Cloud"/>
          <p:cNvSpPr txBox="1"/>
          <p:nvPr/>
        </p:nvSpPr>
        <p:spPr>
          <a:xfrm>
            <a:off x="5225541" y="5033596"/>
            <a:ext cx="1475656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21">
                <a:solidFill>
                  <a:srgbClr val="0070F2"/>
                </a:solidFill>
                <a:latin typeface="Arial"/>
                <a:hlinkClick r:id="rId23"/>
              </a:rPr>
              <a:t>SAP Business Data Cloud</a:t>
            </a:r>
          </a:p>
        </p:txBody>
      </p:sp>
      <p:sp>
        <p:nvSpPr>
          <p:cNvPr id="58" name="Editable text — •"/>
          <p:cNvSpPr txBox="1"/>
          <p:nvPr/>
        </p:nvSpPr>
        <p:spPr>
          <a:xfrm>
            <a:off x="5054853" y="5208064"/>
            <a:ext cx="99237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>
                <a:solidFill>
                  <a:srgbClr val="000000"/>
                </a:solidFill>
                <a:latin typeface="Arial"/>
                <a:hlinkClick r:id="rId24"/>
              </a:rPr>
              <a:t>•</a:t>
            </a:r>
          </a:p>
        </p:txBody>
      </p:sp>
      <p:sp>
        <p:nvSpPr>
          <p:cNvPr id="60" name="Editable text — Data Analyst – SAC"/>
          <p:cNvSpPr txBox="1"/>
          <p:nvPr/>
        </p:nvSpPr>
        <p:spPr>
          <a:xfrm>
            <a:off x="5225541" y="5185996"/>
            <a:ext cx="1140149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19">
                <a:solidFill>
                  <a:srgbClr val="0070F2"/>
                </a:solidFill>
                <a:latin typeface="Arial"/>
                <a:hlinkClick r:id="rId24"/>
              </a:rPr>
              <a:t>Data Analyst – SAC</a:t>
            </a:r>
          </a:p>
        </p:txBody>
      </p:sp>
      <p:sp>
        <p:nvSpPr>
          <p:cNvPr id="61" name="Editable text — •"/>
          <p:cNvSpPr txBox="1"/>
          <p:nvPr/>
        </p:nvSpPr>
        <p:spPr>
          <a:xfrm>
            <a:off x="5054853" y="5360464"/>
            <a:ext cx="99237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>
                <a:solidFill>
                  <a:srgbClr val="000000"/>
                </a:solidFill>
                <a:latin typeface="Arial"/>
                <a:hlinkClick r:id="rId25"/>
              </a:rPr>
              <a:t>•</a:t>
            </a:r>
          </a:p>
        </p:txBody>
      </p:sp>
      <p:sp>
        <p:nvSpPr>
          <p:cNvPr id="63" name="Editable text — Data Engineer – SAP HANA"/>
          <p:cNvSpPr txBox="1"/>
          <p:nvPr/>
        </p:nvSpPr>
        <p:spPr>
          <a:xfrm>
            <a:off x="5225541" y="5338396"/>
            <a:ext cx="1579521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25">
                <a:solidFill>
                  <a:srgbClr val="0070F2"/>
                </a:solidFill>
                <a:latin typeface="Arial"/>
                <a:hlinkClick r:id="rId25"/>
              </a:rPr>
              <a:t>Data Engineer – SAP HANA</a:t>
            </a:r>
          </a:p>
        </p:txBody>
      </p:sp>
      <p:sp>
        <p:nvSpPr>
          <p:cNvPr id="64" name="Editable text — •"/>
          <p:cNvSpPr txBox="1"/>
          <p:nvPr/>
        </p:nvSpPr>
        <p:spPr>
          <a:xfrm>
            <a:off x="5054853" y="5512864"/>
            <a:ext cx="99237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65" name="Editable text — NEW Data Architect"/>
          <p:cNvSpPr txBox="1"/>
          <p:nvPr/>
        </p:nvSpPr>
        <p:spPr>
          <a:xfrm>
            <a:off x="5225541" y="5490796"/>
            <a:ext cx="1058152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71" b="0" i="0" spc="-54" baseline="44643">
                <a:solidFill>
                  <a:srgbClr val="7858FF"/>
                </a:solidFill>
                <a:latin typeface="Arial"/>
              </a:rPr>
              <a:t>NEW </a:t>
            </a:r>
            <a:r>
              <a:rPr sz="996" b="0" i="0" spc="-1">
                <a:solidFill>
                  <a:srgbClr val="0070F2"/>
                </a:solidFill>
                <a:latin typeface="Arial"/>
                <a:hlinkClick r:id="rId26"/>
              </a:rPr>
              <a:t>Data Architect</a:t>
            </a:r>
          </a:p>
        </p:txBody>
      </p:sp>
      <p:sp>
        <p:nvSpPr>
          <p:cNvPr id="67" name="Editable text — •"/>
          <p:cNvSpPr txBox="1"/>
          <p:nvPr/>
        </p:nvSpPr>
        <p:spPr>
          <a:xfrm>
            <a:off x="5054853" y="5665264"/>
            <a:ext cx="99237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>
                <a:solidFill>
                  <a:srgbClr val="000000"/>
                </a:solidFill>
                <a:latin typeface="Arial"/>
                <a:hlinkClick r:id="rId27"/>
              </a:rPr>
              <a:t>•</a:t>
            </a:r>
          </a:p>
        </p:txBody>
      </p:sp>
      <p:sp>
        <p:nvSpPr>
          <p:cNvPr id="68" name="Editable text — Generative AI Developer "/>
          <p:cNvSpPr txBox="1"/>
          <p:nvPr/>
        </p:nvSpPr>
        <p:spPr>
          <a:xfrm>
            <a:off x="5225541" y="5643196"/>
            <a:ext cx="1470091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5">
                <a:solidFill>
                  <a:srgbClr val="0070F2"/>
                </a:solidFill>
                <a:latin typeface="Arial"/>
                <a:hlinkClick r:id="rId27"/>
              </a:rPr>
              <a:t>Generative AI Developer </a:t>
            </a:r>
          </a:p>
        </p:txBody>
      </p:sp>
      <p:sp>
        <p:nvSpPr>
          <p:cNvPr id="70" name="Editable text — Certifications"/>
          <p:cNvSpPr txBox="1"/>
          <p:nvPr/>
        </p:nvSpPr>
        <p:spPr>
          <a:xfrm>
            <a:off x="9603993" y="4881196"/>
            <a:ext cx="888482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10">
                <a:solidFill>
                  <a:srgbClr val="000000"/>
                </a:solidFill>
                <a:latin typeface="Arial"/>
              </a:rPr>
              <a:t>Certifications</a:t>
            </a:r>
          </a:p>
        </p:txBody>
      </p:sp>
      <p:sp>
        <p:nvSpPr>
          <p:cNvPr id="71" name="Editable text — •"/>
          <p:cNvSpPr txBox="1"/>
          <p:nvPr/>
        </p:nvSpPr>
        <p:spPr>
          <a:xfrm>
            <a:off x="9603993" y="5055664"/>
            <a:ext cx="99238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>
                <a:solidFill>
                  <a:srgbClr val="000000"/>
                </a:solidFill>
                <a:latin typeface="Arial"/>
                <a:hlinkClick r:id="rId28"/>
              </a:rPr>
              <a:t>•</a:t>
            </a:r>
          </a:p>
        </p:txBody>
      </p:sp>
      <p:sp>
        <p:nvSpPr>
          <p:cNvPr id="72" name="Editable text — Solution Transformation Consultant"/>
          <p:cNvSpPr txBox="1"/>
          <p:nvPr/>
        </p:nvSpPr>
        <p:spPr>
          <a:xfrm>
            <a:off x="9776459" y="5033596"/>
            <a:ext cx="2048031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0">
                <a:solidFill>
                  <a:srgbClr val="0070F2"/>
                </a:solidFill>
                <a:latin typeface="Arial"/>
                <a:hlinkClick r:id="rId28"/>
              </a:rPr>
              <a:t>Solution Transformation Consultant</a:t>
            </a:r>
          </a:p>
        </p:txBody>
      </p:sp>
      <p:sp>
        <p:nvSpPr>
          <p:cNvPr id="74" name="Editable text — •"/>
          <p:cNvSpPr txBox="1"/>
          <p:nvPr/>
        </p:nvSpPr>
        <p:spPr>
          <a:xfrm>
            <a:off x="9603993" y="5208064"/>
            <a:ext cx="99238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>
                <a:solidFill>
                  <a:srgbClr val="000000"/>
                </a:solidFill>
                <a:latin typeface="Arial"/>
                <a:hlinkClick r:id="rId29"/>
              </a:rPr>
              <a:t>•</a:t>
            </a:r>
          </a:p>
        </p:txBody>
      </p:sp>
      <p:sp>
        <p:nvSpPr>
          <p:cNvPr id="76" name="Editable text — Business Transformation Consultant"/>
          <p:cNvSpPr txBox="1"/>
          <p:nvPr/>
        </p:nvSpPr>
        <p:spPr>
          <a:xfrm>
            <a:off x="9776459" y="5185996"/>
            <a:ext cx="2075807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6">
                <a:solidFill>
                  <a:srgbClr val="0070F2"/>
                </a:solidFill>
                <a:latin typeface="Arial"/>
                <a:hlinkClick r:id="rId29"/>
              </a:rPr>
              <a:t>Business Transformation Consultant</a:t>
            </a:r>
          </a:p>
        </p:txBody>
      </p:sp>
      <p:sp>
        <p:nvSpPr>
          <p:cNvPr id="80" name="Editable text — •"/>
          <p:cNvSpPr txBox="1"/>
          <p:nvPr/>
        </p:nvSpPr>
        <p:spPr>
          <a:xfrm>
            <a:off x="293827" y="6026025"/>
            <a:ext cx="107772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81" name="Editable text — Replay: Deep Dive Live Session on BUILD"/>
          <p:cNvSpPr txBox="1"/>
          <p:nvPr/>
        </p:nvSpPr>
        <p:spPr>
          <a:xfrm>
            <a:off x="464515" y="6026025"/>
            <a:ext cx="2378071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20">
                <a:solidFill>
                  <a:srgbClr val="000000"/>
                </a:solidFill>
                <a:latin typeface="Arial"/>
              </a:rPr>
              <a:t>Replay: </a:t>
            </a:r>
            <a:r>
              <a:rPr sz="996" b="0" i="0" spc="-16">
                <a:solidFill>
                  <a:srgbClr val="0070F2"/>
                </a:solidFill>
                <a:latin typeface="Arial"/>
                <a:hlinkClick r:id="rId30"/>
              </a:rPr>
              <a:t>Deep Dive Live Session on BUILD</a:t>
            </a:r>
          </a:p>
        </p:txBody>
      </p:sp>
      <p:sp>
        <p:nvSpPr>
          <p:cNvPr id="83" name="Editable text — •"/>
          <p:cNvSpPr txBox="1"/>
          <p:nvPr/>
        </p:nvSpPr>
        <p:spPr>
          <a:xfrm>
            <a:off x="293827" y="6178425"/>
            <a:ext cx="107772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84" name="Editable text — July 9: Govern AI Agents with Integration Suite"/>
          <p:cNvSpPr txBox="1"/>
          <p:nvPr/>
        </p:nvSpPr>
        <p:spPr>
          <a:xfrm>
            <a:off x="464515" y="6178425"/>
            <a:ext cx="2619909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21">
                <a:solidFill>
                  <a:srgbClr val="000000"/>
                </a:solidFill>
                <a:latin typeface="Arial"/>
              </a:rPr>
              <a:t>July 9: </a:t>
            </a:r>
            <a:r>
              <a:rPr sz="996" b="0" i="0" spc="-8">
                <a:solidFill>
                  <a:srgbClr val="0070F2"/>
                </a:solidFill>
                <a:latin typeface="Arial"/>
                <a:hlinkClick r:id="rId31"/>
              </a:rPr>
              <a:t>Govern AI Agents with Integration Suite</a:t>
            </a:r>
          </a:p>
        </p:txBody>
      </p:sp>
      <p:sp>
        <p:nvSpPr>
          <p:cNvPr id="86" name="Editable text — •"/>
          <p:cNvSpPr txBox="1"/>
          <p:nvPr/>
        </p:nvSpPr>
        <p:spPr>
          <a:xfrm>
            <a:off x="293827" y="6330825"/>
            <a:ext cx="107772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87" name="Editable text — Aug 4:  Extending Joule Studio with n8n"/>
          <p:cNvSpPr txBox="1"/>
          <p:nvPr/>
        </p:nvSpPr>
        <p:spPr>
          <a:xfrm>
            <a:off x="466039" y="6330825"/>
            <a:ext cx="2253962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9">
                <a:solidFill>
                  <a:srgbClr val="000000"/>
                </a:solidFill>
                <a:latin typeface="Arial"/>
              </a:rPr>
              <a:t>Aug 4:  Extending Joule Studio with n8n</a:t>
            </a:r>
          </a:p>
        </p:txBody>
      </p:sp>
      <p:sp>
        <p:nvSpPr>
          <p:cNvPr id="88" name="Editable text — •"/>
          <p:cNvSpPr txBox="1"/>
          <p:nvPr/>
        </p:nvSpPr>
        <p:spPr>
          <a:xfrm>
            <a:off x="293827" y="6483225"/>
            <a:ext cx="107772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89" name="Editable text — Aug 11:  Extending Joule Studio with Vercel"/>
          <p:cNvSpPr txBox="1"/>
          <p:nvPr/>
        </p:nvSpPr>
        <p:spPr>
          <a:xfrm>
            <a:off x="466039" y="6483225"/>
            <a:ext cx="2472413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8">
                <a:solidFill>
                  <a:srgbClr val="000000"/>
                </a:solidFill>
                <a:latin typeface="Arial"/>
              </a:rPr>
              <a:t>Aug 11:  Extending Joule Studio with Vercel</a:t>
            </a:r>
          </a:p>
        </p:txBody>
      </p:sp>
      <p:sp>
        <p:nvSpPr>
          <p:cNvPr id="90" name="Editable text — •"/>
          <p:cNvSpPr txBox="1"/>
          <p:nvPr/>
        </p:nvSpPr>
        <p:spPr>
          <a:xfrm>
            <a:off x="293827" y="6635350"/>
            <a:ext cx="107878" cy="2282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8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91" name="Editable text — Sept 16: How Build and Joule Studio co-exist"/>
          <p:cNvSpPr txBox="1"/>
          <p:nvPr/>
        </p:nvSpPr>
        <p:spPr>
          <a:xfrm>
            <a:off x="466039" y="6635350"/>
            <a:ext cx="2571635" cy="2282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8" b="0" i="0" spc="-4">
                <a:solidFill>
                  <a:srgbClr val="000000"/>
                </a:solidFill>
                <a:latin typeface="Arial"/>
              </a:rPr>
              <a:t>Sept 16: How Build and Joule Studio co-exist</a:t>
            </a:r>
          </a:p>
        </p:txBody>
      </p:sp>
      <p:sp>
        <p:nvSpPr>
          <p:cNvPr id="92" name="Editable text — Learning Journeys and Certifications"/>
          <p:cNvSpPr txBox="1"/>
          <p:nvPr/>
        </p:nvSpPr>
        <p:spPr>
          <a:xfrm>
            <a:off x="5134990" y="1856691"/>
            <a:ext cx="2309618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2">
                <a:solidFill>
                  <a:srgbClr val="000000"/>
                </a:solidFill>
                <a:latin typeface="Arial"/>
              </a:rPr>
              <a:t>Learning Journeys and Certifications</a:t>
            </a:r>
          </a:p>
        </p:txBody>
      </p:sp>
      <p:sp>
        <p:nvSpPr>
          <p:cNvPr id="93" name="Editable text — •"/>
          <p:cNvSpPr txBox="1"/>
          <p:nvPr/>
        </p:nvSpPr>
        <p:spPr>
          <a:xfrm>
            <a:off x="5134990" y="2031159"/>
            <a:ext cx="99237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>
                <a:solidFill>
                  <a:srgbClr val="000000"/>
                </a:solidFill>
                <a:latin typeface="Arial"/>
                <a:hlinkClick r:id="rId32"/>
              </a:rPr>
              <a:t>•</a:t>
            </a:r>
          </a:p>
        </p:txBody>
      </p:sp>
      <p:sp>
        <p:nvSpPr>
          <p:cNvPr id="94" name="Editable text — Applying SAP’s 2026 Strategy for Partners"/>
          <p:cNvSpPr txBox="1"/>
          <p:nvPr/>
        </p:nvSpPr>
        <p:spPr>
          <a:xfrm>
            <a:off x="5307203" y="2009091"/>
            <a:ext cx="2383363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13">
                <a:solidFill>
                  <a:srgbClr val="1B90FF"/>
                </a:solidFill>
                <a:latin typeface="Arial"/>
                <a:hlinkClick r:id="rId32"/>
              </a:rPr>
              <a:t>Applying SAP’s 2026 Strategy for Partners</a:t>
            </a:r>
          </a:p>
        </p:txBody>
      </p:sp>
      <p:sp>
        <p:nvSpPr>
          <p:cNvPr id="96" name="Editable text — •"/>
          <p:cNvSpPr txBox="1"/>
          <p:nvPr/>
        </p:nvSpPr>
        <p:spPr>
          <a:xfrm>
            <a:off x="5134990" y="2183559"/>
            <a:ext cx="99237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97" name="Editable text — NEW Positioning the Autonomous Enterprise (leads "/>
          <p:cNvSpPr txBox="1"/>
          <p:nvPr/>
        </p:nvSpPr>
        <p:spPr>
          <a:xfrm>
            <a:off x="5307203" y="2161491"/>
            <a:ext cx="2850796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71" b="0" i="0" spc="-54" baseline="44643">
                <a:solidFill>
                  <a:srgbClr val="7858FF"/>
                </a:solidFill>
                <a:latin typeface="Arial"/>
              </a:rPr>
              <a:t>NEW </a:t>
            </a:r>
            <a:r>
              <a:rPr sz="996" b="0" i="0" spc="-3">
                <a:solidFill>
                  <a:srgbClr val="0070F2"/>
                </a:solidFill>
                <a:latin typeface="Arial"/>
                <a:hlinkClick r:id="rId33"/>
              </a:rPr>
              <a:t>Positioning the Autonomous Enterprise (leads </a:t>
            </a:r>
          </a:p>
        </p:txBody>
      </p:sp>
      <p:sp>
        <p:nvSpPr>
          <p:cNvPr id="99" name="Editable text — to SAP Certification)"/>
          <p:cNvSpPr txBox="1"/>
          <p:nvPr/>
        </p:nvSpPr>
        <p:spPr>
          <a:xfrm>
            <a:off x="5307203" y="2313615"/>
            <a:ext cx="1186748" cy="2282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8" b="0" i="0" spc="-7">
                <a:solidFill>
                  <a:srgbClr val="0070F2"/>
                </a:solidFill>
                <a:latin typeface="Arial"/>
                <a:hlinkClick r:id="rId33"/>
              </a:rPr>
              <a:t>to SAP Certification</a:t>
            </a:r>
            <a:r>
              <a:rPr sz="998" b="0" i="0">
                <a:solidFill>
                  <a:srgbClr val="1B90FF"/>
                </a:solidFill>
                <a:latin typeface="Arial"/>
              </a:rPr>
              <a:t>)</a:t>
            </a:r>
          </a:p>
        </p:txBody>
      </p:sp>
      <p:sp>
        <p:nvSpPr>
          <p:cNvPr id="101" name="Editable text — •"/>
          <p:cNvSpPr txBox="1"/>
          <p:nvPr/>
        </p:nvSpPr>
        <p:spPr>
          <a:xfrm>
            <a:off x="5134990" y="2488613"/>
            <a:ext cx="99237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02" name="Editable text — NEW Building Confidence in AI with SAP "/>
          <p:cNvSpPr txBox="1"/>
          <p:nvPr/>
        </p:nvSpPr>
        <p:spPr>
          <a:xfrm>
            <a:off x="5307203" y="2466545"/>
            <a:ext cx="2209479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71" b="0" i="0" spc="-54" baseline="44643">
                <a:solidFill>
                  <a:srgbClr val="7858FF"/>
                </a:solidFill>
                <a:latin typeface="Arial"/>
              </a:rPr>
              <a:t>NEW </a:t>
            </a:r>
            <a:r>
              <a:rPr sz="996" b="0" i="0" spc="-12">
                <a:solidFill>
                  <a:srgbClr val="0070F2"/>
                </a:solidFill>
                <a:latin typeface="Arial"/>
                <a:hlinkClick r:id="rId34"/>
              </a:rPr>
              <a:t>Building Confidence in AI with SAP </a:t>
            </a:r>
          </a:p>
        </p:txBody>
      </p:sp>
      <p:sp>
        <p:nvSpPr>
          <p:cNvPr id="104" name="Editable text — •"/>
          <p:cNvSpPr txBox="1"/>
          <p:nvPr/>
        </p:nvSpPr>
        <p:spPr>
          <a:xfrm>
            <a:off x="5134990" y="2618945"/>
            <a:ext cx="107772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>
                <a:solidFill>
                  <a:srgbClr val="7858FF"/>
                </a:solidFill>
                <a:latin typeface="Arial"/>
              </a:rPr>
              <a:t>•</a:t>
            </a:r>
          </a:p>
        </p:txBody>
      </p:sp>
      <p:sp>
        <p:nvSpPr>
          <p:cNvPr id="105" name="Editable text — NEW Discovering SAP’s Commercial Model for AI"/>
          <p:cNvSpPr txBox="1"/>
          <p:nvPr/>
        </p:nvSpPr>
        <p:spPr>
          <a:xfrm>
            <a:off x="5307203" y="2618945"/>
            <a:ext cx="2683952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71" b="0" i="0" spc="-54" baseline="44643">
                <a:solidFill>
                  <a:srgbClr val="7858FF"/>
                </a:solidFill>
                <a:latin typeface="Arial"/>
              </a:rPr>
              <a:t>NEW </a:t>
            </a:r>
            <a:r>
              <a:rPr sz="996" b="0" i="0" spc="-9">
                <a:solidFill>
                  <a:srgbClr val="1B90FF"/>
                </a:solidFill>
                <a:latin typeface="Arial"/>
                <a:hlinkClick r:id="rId35"/>
              </a:rPr>
              <a:t>Discovering SAP’s Commercial Model for AI</a:t>
            </a:r>
          </a:p>
        </p:txBody>
      </p:sp>
      <p:sp>
        <p:nvSpPr>
          <p:cNvPr id="107" name="Editable text — Key Partner Enablement Sessions"/>
          <p:cNvSpPr txBox="1"/>
          <p:nvPr/>
        </p:nvSpPr>
        <p:spPr>
          <a:xfrm>
            <a:off x="8099425" y="1694766"/>
            <a:ext cx="2127128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3">
                <a:solidFill>
                  <a:srgbClr val="000000"/>
                </a:solidFill>
                <a:latin typeface="Arial"/>
              </a:rPr>
              <a:t>Key Partner Enablement Sessions</a:t>
            </a:r>
          </a:p>
        </p:txBody>
      </p:sp>
      <p:sp>
        <p:nvSpPr>
          <p:cNvPr id="108" name="Editable text — •"/>
          <p:cNvSpPr txBox="1"/>
          <p:nvPr/>
        </p:nvSpPr>
        <p:spPr>
          <a:xfrm>
            <a:off x="8099425" y="1869234"/>
            <a:ext cx="99238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09" name="Editable text — Replay: Autonomous Enterprise &amp; SAP Business AI Platform"/>
          <p:cNvSpPr txBox="1"/>
          <p:nvPr/>
        </p:nvSpPr>
        <p:spPr>
          <a:xfrm>
            <a:off x="8271636" y="1847166"/>
            <a:ext cx="3379509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20">
                <a:solidFill>
                  <a:srgbClr val="000000"/>
                </a:solidFill>
                <a:latin typeface="Arial"/>
              </a:rPr>
              <a:t>Replay: </a:t>
            </a:r>
            <a:r>
              <a:rPr sz="996" b="0" i="0" spc="-12">
                <a:solidFill>
                  <a:srgbClr val="0070F2"/>
                </a:solidFill>
                <a:latin typeface="Arial"/>
                <a:hlinkClick r:id="rId36"/>
              </a:rPr>
              <a:t>Autonomous Enterprise &amp; SAP Business AI Platform</a:t>
            </a:r>
          </a:p>
        </p:txBody>
      </p:sp>
      <p:sp>
        <p:nvSpPr>
          <p:cNvPr id="111" name="Editable text — •"/>
          <p:cNvSpPr txBox="1"/>
          <p:nvPr/>
        </p:nvSpPr>
        <p:spPr>
          <a:xfrm>
            <a:off x="8099425" y="2021358"/>
            <a:ext cx="99344" cy="1917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6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12" name="Editable text — Replay: Business AI Commercials"/>
          <p:cNvSpPr txBox="1"/>
          <p:nvPr/>
        </p:nvSpPr>
        <p:spPr>
          <a:xfrm>
            <a:off x="8271636" y="1999290"/>
            <a:ext cx="1908094" cy="2282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8" b="0" i="0" spc="-21">
                <a:solidFill>
                  <a:srgbClr val="000000"/>
                </a:solidFill>
                <a:latin typeface="Arial"/>
              </a:rPr>
              <a:t>Replay: </a:t>
            </a:r>
            <a:r>
              <a:rPr sz="998" b="0" i="0" spc="-17">
                <a:solidFill>
                  <a:srgbClr val="0070F2"/>
                </a:solidFill>
                <a:latin typeface="Arial"/>
                <a:hlinkClick r:id="rId37"/>
              </a:rPr>
              <a:t>Business AI Commercials</a:t>
            </a:r>
          </a:p>
        </p:txBody>
      </p:sp>
      <p:sp>
        <p:nvSpPr>
          <p:cNvPr id="114" name="Editable text — •"/>
          <p:cNvSpPr txBox="1"/>
          <p:nvPr/>
        </p:nvSpPr>
        <p:spPr>
          <a:xfrm>
            <a:off x="8099425" y="2174415"/>
            <a:ext cx="99238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15" name="Editable text — Replay: Business AI Platform – AI adoption incentive"/>
          <p:cNvSpPr txBox="1"/>
          <p:nvPr/>
        </p:nvSpPr>
        <p:spPr>
          <a:xfrm>
            <a:off x="8271636" y="2152347"/>
            <a:ext cx="3010080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20">
                <a:solidFill>
                  <a:srgbClr val="000000"/>
                </a:solidFill>
                <a:latin typeface="Arial"/>
              </a:rPr>
              <a:t>Replay: </a:t>
            </a:r>
            <a:r>
              <a:rPr sz="996" b="0" i="0" spc="2">
                <a:solidFill>
                  <a:srgbClr val="0070F2"/>
                </a:solidFill>
                <a:latin typeface="Arial"/>
                <a:hlinkClick r:id="rId38"/>
              </a:rPr>
              <a:t>Business AI Platform – AI adoption incentive</a:t>
            </a:r>
          </a:p>
        </p:txBody>
      </p:sp>
      <p:sp>
        <p:nvSpPr>
          <p:cNvPr id="117" name="Editable text — •"/>
          <p:cNvSpPr txBox="1"/>
          <p:nvPr/>
        </p:nvSpPr>
        <p:spPr>
          <a:xfrm>
            <a:off x="8099425" y="2326815"/>
            <a:ext cx="99238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18" name="Editable text — July 1: Get Certified on Positioning the Autonomous Enterpri"/>
          <p:cNvSpPr txBox="1"/>
          <p:nvPr/>
        </p:nvSpPr>
        <p:spPr>
          <a:xfrm>
            <a:off x="8271636" y="2304747"/>
            <a:ext cx="3569861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21">
                <a:solidFill>
                  <a:srgbClr val="000000"/>
                </a:solidFill>
                <a:latin typeface="Arial"/>
              </a:rPr>
              <a:t>July 1: </a:t>
            </a:r>
            <a:r>
              <a:rPr sz="996" b="0" i="0" spc="-3">
                <a:solidFill>
                  <a:srgbClr val="0070F2"/>
                </a:solidFill>
                <a:latin typeface="Arial"/>
                <a:hlinkClick r:id="rId39"/>
              </a:rPr>
              <a:t>Get Certified on Positioning the Autonomous Enterprise </a:t>
            </a:r>
          </a:p>
        </p:txBody>
      </p:sp>
      <p:sp>
        <p:nvSpPr>
          <p:cNvPr id="120" name="Editable text — •"/>
          <p:cNvSpPr txBox="1"/>
          <p:nvPr/>
        </p:nvSpPr>
        <p:spPr>
          <a:xfrm>
            <a:off x="8099425" y="2479215"/>
            <a:ext cx="99238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21" name="Editable text — July 6-9: SAP AI Adoption and Learning Week"/>
          <p:cNvSpPr txBox="1"/>
          <p:nvPr/>
        </p:nvSpPr>
        <p:spPr>
          <a:xfrm>
            <a:off x="8271636" y="2457147"/>
            <a:ext cx="2572404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18">
                <a:solidFill>
                  <a:srgbClr val="000000"/>
                </a:solidFill>
                <a:latin typeface="Arial"/>
              </a:rPr>
              <a:t>July 6-9: </a:t>
            </a:r>
            <a:r>
              <a:rPr sz="996" b="0" i="0" spc="-14">
                <a:solidFill>
                  <a:srgbClr val="0070F2"/>
                </a:solidFill>
                <a:latin typeface="Arial"/>
                <a:hlinkClick r:id="rId40"/>
              </a:rPr>
              <a:t>SAP AI Adoption and Learning Week</a:t>
            </a:r>
          </a:p>
        </p:txBody>
      </p:sp>
      <p:sp>
        <p:nvSpPr>
          <p:cNvPr id="123" name="Editable text — •"/>
          <p:cNvSpPr txBox="1"/>
          <p:nvPr/>
        </p:nvSpPr>
        <p:spPr>
          <a:xfrm>
            <a:off x="8099425" y="2631615"/>
            <a:ext cx="99238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24" name="Editable text — Jul 21: Autonomous Enterprise and SAP Business AI Platform"/>
          <p:cNvSpPr txBox="1"/>
          <p:nvPr/>
        </p:nvSpPr>
        <p:spPr>
          <a:xfrm>
            <a:off x="8271636" y="2609547"/>
            <a:ext cx="3449978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12">
                <a:solidFill>
                  <a:srgbClr val="212121"/>
                </a:solidFill>
                <a:latin typeface="Arial"/>
              </a:rPr>
              <a:t>Jul 21: Autonomous Enterprise and SAP Business AI Platform</a:t>
            </a:r>
          </a:p>
        </p:txBody>
      </p:sp>
      <p:sp>
        <p:nvSpPr>
          <p:cNvPr id="125" name="Editable text — •"/>
          <p:cNvSpPr txBox="1"/>
          <p:nvPr/>
        </p:nvSpPr>
        <p:spPr>
          <a:xfrm>
            <a:off x="8099425" y="2784015"/>
            <a:ext cx="99238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26" name="Editable text — Jul 30: SAP Business AI Platform End-to-End"/>
          <p:cNvSpPr txBox="1"/>
          <p:nvPr/>
        </p:nvSpPr>
        <p:spPr>
          <a:xfrm>
            <a:off x="8271636" y="2761947"/>
            <a:ext cx="2523871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16">
                <a:solidFill>
                  <a:srgbClr val="212121"/>
                </a:solidFill>
                <a:latin typeface="Arial"/>
              </a:rPr>
              <a:t>Jul 30: SAP Business AI Platform End-to-End</a:t>
            </a:r>
          </a:p>
        </p:txBody>
      </p:sp>
      <p:sp>
        <p:nvSpPr>
          <p:cNvPr id="127" name="Editable text — Get Started @Partner Portal"/>
          <p:cNvSpPr txBox="1"/>
          <p:nvPr/>
        </p:nvSpPr>
        <p:spPr>
          <a:xfrm>
            <a:off x="364540" y="1794185"/>
            <a:ext cx="1789585" cy="2282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8" b="1" i="0" spc="14">
                <a:solidFill>
                  <a:srgbClr val="000000"/>
                </a:solidFill>
                <a:latin typeface="Arial"/>
              </a:rPr>
              <a:t>Get Started @Partner Portal</a:t>
            </a:r>
          </a:p>
        </p:txBody>
      </p:sp>
      <p:sp>
        <p:nvSpPr>
          <p:cNvPr id="128" name="Editable text — •"/>
          <p:cNvSpPr txBox="1"/>
          <p:nvPr/>
        </p:nvSpPr>
        <p:spPr>
          <a:xfrm>
            <a:off x="364540" y="1968653"/>
            <a:ext cx="99344" cy="1917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6" b="0" i="0">
                <a:solidFill>
                  <a:srgbClr val="000000"/>
                </a:solidFill>
                <a:latin typeface="Arial"/>
                <a:hlinkClick r:id="rId41"/>
              </a:rPr>
              <a:t>•</a:t>
            </a:r>
          </a:p>
        </p:txBody>
      </p:sp>
      <p:sp>
        <p:nvSpPr>
          <p:cNvPr id="129" name="Editable text — Autonomous Enterprise"/>
          <p:cNvSpPr txBox="1"/>
          <p:nvPr/>
        </p:nvSpPr>
        <p:spPr>
          <a:xfrm>
            <a:off x="536752" y="1946585"/>
            <a:ext cx="1388146" cy="2282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8" b="0" i="0" spc="0">
                <a:solidFill>
                  <a:srgbClr val="0070F2"/>
                </a:solidFill>
                <a:latin typeface="Arial"/>
                <a:hlinkClick r:id="rId41"/>
              </a:rPr>
              <a:t>Autonomous Enterprise</a:t>
            </a:r>
          </a:p>
        </p:txBody>
      </p:sp>
      <p:sp>
        <p:nvSpPr>
          <p:cNvPr id="131" name="Editable text — •"/>
          <p:cNvSpPr txBox="1"/>
          <p:nvPr/>
        </p:nvSpPr>
        <p:spPr>
          <a:xfrm>
            <a:off x="364540" y="2121710"/>
            <a:ext cx="99237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>
                <a:solidFill>
                  <a:srgbClr val="000000"/>
                </a:solidFill>
                <a:latin typeface="Arial"/>
                <a:hlinkClick r:id="rId42"/>
              </a:rPr>
              <a:t>•</a:t>
            </a:r>
          </a:p>
        </p:txBody>
      </p:sp>
      <p:sp>
        <p:nvSpPr>
          <p:cNvPr id="132" name="Editable text — SAP Business AI Platform"/>
          <p:cNvSpPr txBox="1"/>
          <p:nvPr/>
        </p:nvSpPr>
        <p:spPr>
          <a:xfrm>
            <a:off x="536752" y="2099642"/>
            <a:ext cx="1464904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21">
                <a:solidFill>
                  <a:srgbClr val="0070F2"/>
                </a:solidFill>
                <a:latin typeface="Arial"/>
                <a:hlinkClick r:id="rId42"/>
              </a:rPr>
              <a:t>SAP Business AI Platform</a:t>
            </a:r>
          </a:p>
        </p:txBody>
      </p:sp>
      <p:sp>
        <p:nvSpPr>
          <p:cNvPr id="134" name="Editable text — •"/>
          <p:cNvSpPr txBox="1"/>
          <p:nvPr/>
        </p:nvSpPr>
        <p:spPr>
          <a:xfrm>
            <a:off x="364540" y="2274110"/>
            <a:ext cx="99237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>
                <a:solidFill>
                  <a:srgbClr val="212121"/>
                </a:solidFill>
                <a:latin typeface="Arial"/>
                <a:hlinkClick r:id="rId43"/>
              </a:rPr>
              <a:t>•</a:t>
            </a:r>
          </a:p>
        </p:txBody>
      </p:sp>
      <p:sp>
        <p:nvSpPr>
          <p:cNvPr id="135" name="Editable text — Joule Studio"/>
          <p:cNvSpPr txBox="1"/>
          <p:nvPr/>
        </p:nvSpPr>
        <p:spPr>
          <a:xfrm>
            <a:off x="536752" y="2252042"/>
            <a:ext cx="770337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8">
                <a:solidFill>
                  <a:srgbClr val="0070F2"/>
                </a:solidFill>
                <a:latin typeface="Arial"/>
                <a:hlinkClick r:id="rId43"/>
              </a:rPr>
              <a:t>Joule Studio</a:t>
            </a:r>
          </a:p>
        </p:txBody>
      </p:sp>
      <p:sp>
        <p:nvSpPr>
          <p:cNvPr id="137" name="Editable text — •"/>
          <p:cNvSpPr txBox="1"/>
          <p:nvPr/>
        </p:nvSpPr>
        <p:spPr>
          <a:xfrm>
            <a:off x="364540" y="2426510"/>
            <a:ext cx="99237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>
                <a:solidFill>
                  <a:srgbClr val="212121"/>
                </a:solidFill>
                <a:latin typeface="Arial"/>
                <a:hlinkClick r:id="rId44"/>
              </a:rPr>
              <a:t>•</a:t>
            </a:r>
          </a:p>
        </p:txBody>
      </p:sp>
      <p:sp>
        <p:nvSpPr>
          <p:cNvPr id="138" name="Editable text — Joule Work"/>
          <p:cNvSpPr txBox="1"/>
          <p:nvPr/>
        </p:nvSpPr>
        <p:spPr>
          <a:xfrm>
            <a:off x="536752" y="2404442"/>
            <a:ext cx="697098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1">
                <a:solidFill>
                  <a:srgbClr val="0070F2"/>
                </a:solidFill>
                <a:latin typeface="Arial"/>
                <a:hlinkClick r:id="rId44"/>
              </a:rPr>
              <a:t>Joule Work</a:t>
            </a:r>
          </a:p>
        </p:txBody>
      </p:sp>
      <p:sp>
        <p:nvSpPr>
          <p:cNvPr id="140" name="Editable text — Key Assets"/>
          <p:cNvSpPr txBox="1"/>
          <p:nvPr/>
        </p:nvSpPr>
        <p:spPr>
          <a:xfrm>
            <a:off x="2441194" y="1763346"/>
            <a:ext cx="722649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-20">
                <a:solidFill>
                  <a:srgbClr val="000000"/>
                </a:solidFill>
                <a:latin typeface="Arial"/>
              </a:rPr>
              <a:t>Key Assets</a:t>
            </a:r>
          </a:p>
        </p:txBody>
      </p:sp>
      <p:sp>
        <p:nvSpPr>
          <p:cNvPr id="141" name="Editable text — •"/>
          <p:cNvSpPr txBox="1"/>
          <p:nvPr/>
        </p:nvSpPr>
        <p:spPr>
          <a:xfrm>
            <a:off x="2441194" y="1937814"/>
            <a:ext cx="99237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>
                <a:solidFill>
                  <a:srgbClr val="000000"/>
                </a:solidFill>
                <a:latin typeface="Arial"/>
                <a:hlinkClick r:id="rId45"/>
              </a:rPr>
              <a:t>•</a:t>
            </a:r>
          </a:p>
        </p:txBody>
      </p:sp>
      <p:sp>
        <p:nvSpPr>
          <p:cNvPr id="142" name="Editable text — Autonomous Enterprise L0 Presentation"/>
          <p:cNvSpPr txBox="1"/>
          <p:nvPr/>
        </p:nvSpPr>
        <p:spPr>
          <a:xfrm>
            <a:off x="2613405" y="1915746"/>
            <a:ext cx="2291911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3">
                <a:solidFill>
                  <a:srgbClr val="0070F2"/>
                </a:solidFill>
                <a:latin typeface="Arial"/>
                <a:hlinkClick r:id="rId45"/>
              </a:rPr>
              <a:t>Autonomous Enterprise L0 Presentation</a:t>
            </a:r>
          </a:p>
        </p:txBody>
      </p:sp>
      <p:sp>
        <p:nvSpPr>
          <p:cNvPr id="144" name="Editable text — •"/>
          <p:cNvSpPr txBox="1"/>
          <p:nvPr/>
        </p:nvSpPr>
        <p:spPr>
          <a:xfrm>
            <a:off x="2441194" y="2090214"/>
            <a:ext cx="99237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>
                <a:solidFill>
                  <a:srgbClr val="000000"/>
                </a:solidFill>
                <a:latin typeface="Arial"/>
                <a:hlinkClick r:id="rId46"/>
              </a:rPr>
              <a:t>•</a:t>
            </a:r>
          </a:p>
        </p:txBody>
      </p:sp>
      <p:sp>
        <p:nvSpPr>
          <p:cNvPr id="145" name="Editable text — SAP Business AI Platform L1 Presentation"/>
          <p:cNvSpPr txBox="1"/>
          <p:nvPr/>
        </p:nvSpPr>
        <p:spPr>
          <a:xfrm>
            <a:off x="2613405" y="2068146"/>
            <a:ext cx="2370714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15">
                <a:solidFill>
                  <a:srgbClr val="0070F2"/>
                </a:solidFill>
                <a:latin typeface="Arial"/>
                <a:hlinkClick r:id="rId46"/>
              </a:rPr>
              <a:t>SAP Business AI Platform L1 Presentation</a:t>
            </a:r>
          </a:p>
        </p:txBody>
      </p:sp>
      <p:sp>
        <p:nvSpPr>
          <p:cNvPr id="147" name="Editable text — •"/>
          <p:cNvSpPr txBox="1"/>
          <p:nvPr/>
        </p:nvSpPr>
        <p:spPr>
          <a:xfrm>
            <a:off x="2441194" y="2242614"/>
            <a:ext cx="99237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48" name="Editable text — Joule L1 Presentation"/>
          <p:cNvSpPr txBox="1"/>
          <p:nvPr/>
        </p:nvSpPr>
        <p:spPr>
          <a:xfrm>
            <a:off x="2613405" y="2220546"/>
            <a:ext cx="1279088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3">
                <a:solidFill>
                  <a:srgbClr val="0070F2"/>
                </a:solidFill>
                <a:latin typeface="Arial"/>
              </a:rPr>
              <a:t>Joule L1 Presentation</a:t>
            </a:r>
          </a:p>
        </p:txBody>
      </p:sp>
      <p:sp>
        <p:nvSpPr>
          <p:cNvPr id="150" name="Editable text — •"/>
          <p:cNvSpPr txBox="1"/>
          <p:nvPr/>
        </p:nvSpPr>
        <p:spPr>
          <a:xfrm>
            <a:off x="2441194" y="2395014"/>
            <a:ext cx="99237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>
                <a:solidFill>
                  <a:srgbClr val="000000"/>
                </a:solidFill>
                <a:latin typeface="Arial"/>
                <a:hlinkClick r:id="rId47"/>
              </a:rPr>
              <a:t>•</a:t>
            </a:r>
          </a:p>
        </p:txBody>
      </p:sp>
      <p:sp>
        <p:nvSpPr>
          <p:cNvPr id="151" name="Editable text — Joule L2 Presentation"/>
          <p:cNvSpPr txBox="1"/>
          <p:nvPr/>
        </p:nvSpPr>
        <p:spPr>
          <a:xfrm>
            <a:off x="2613405" y="2372946"/>
            <a:ext cx="1279088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3">
                <a:solidFill>
                  <a:srgbClr val="0070F2"/>
                </a:solidFill>
                <a:latin typeface="Arial"/>
                <a:hlinkClick r:id="rId47"/>
              </a:rPr>
              <a:t>Joule L2 Presentation</a:t>
            </a:r>
          </a:p>
        </p:txBody>
      </p:sp>
      <p:sp>
        <p:nvSpPr>
          <p:cNvPr id="153" name="Editable text — •"/>
          <p:cNvSpPr txBox="1"/>
          <p:nvPr/>
        </p:nvSpPr>
        <p:spPr>
          <a:xfrm>
            <a:off x="2441194" y="2547414"/>
            <a:ext cx="99237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>
                <a:solidFill>
                  <a:srgbClr val="000000"/>
                </a:solidFill>
                <a:latin typeface="Arial"/>
                <a:hlinkClick r:id="rId48"/>
              </a:rPr>
              <a:t>•</a:t>
            </a:r>
          </a:p>
        </p:txBody>
      </p:sp>
      <p:sp>
        <p:nvSpPr>
          <p:cNvPr id="154" name="Editable text — Joule Toolkits "/>
          <p:cNvSpPr txBox="1"/>
          <p:nvPr/>
        </p:nvSpPr>
        <p:spPr>
          <a:xfrm>
            <a:off x="2613405" y="2525346"/>
            <a:ext cx="878487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4">
                <a:solidFill>
                  <a:srgbClr val="0070F2"/>
                </a:solidFill>
                <a:latin typeface="Arial"/>
                <a:hlinkClick r:id="rId48"/>
              </a:rPr>
              <a:t>Joule Toolkits </a:t>
            </a:r>
          </a:p>
        </p:txBody>
      </p:sp>
      <p:sp>
        <p:nvSpPr>
          <p:cNvPr id="156" name="Editable text — •"/>
          <p:cNvSpPr txBox="1"/>
          <p:nvPr/>
        </p:nvSpPr>
        <p:spPr>
          <a:xfrm>
            <a:off x="2441194" y="2699814"/>
            <a:ext cx="99237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57" name="Editable text — NEW AI Commercial Model for Partners"/>
          <p:cNvSpPr txBox="1"/>
          <p:nvPr/>
        </p:nvSpPr>
        <p:spPr>
          <a:xfrm>
            <a:off x="2613405" y="2677746"/>
            <a:ext cx="2159646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71" b="0" i="0" spc="-54" baseline="44643">
                <a:solidFill>
                  <a:srgbClr val="7858FF"/>
                </a:solidFill>
                <a:latin typeface="Arial"/>
                <a:hlinkClick r:id="rId49"/>
              </a:rPr>
              <a:t>NEW </a:t>
            </a:r>
            <a:r>
              <a:rPr sz="996" b="0" i="0" spc="-3">
                <a:solidFill>
                  <a:srgbClr val="0070F2"/>
                </a:solidFill>
                <a:latin typeface="Arial"/>
                <a:hlinkClick r:id="rId49"/>
              </a:rPr>
              <a:t>AI Commercial Model for Partners</a:t>
            </a:r>
          </a:p>
        </p:txBody>
      </p:sp>
      <p:sp>
        <p:nvSpPr>
          <p:cNvPr id="159" name="Editable text — Get Started"/>
          <p:cNvSpPr txBox="1"/>
          <p:nvPr/>
        </p:nvSpPr>
        <p:spPr>
          <a:xfrm>
            <a:off x="427024" y="3209622"/>
            <a:ext cx="766036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16">
                <a:solidFill>
                  <a:srgbClr val="000000"/>
                </a:solidFill>
                <a:latin typeface="Arial"/>
              </a:rPr>
              <a:t>Get Started</a:t>
            </a:r>
          </a:p>
        </p:txBody>
      </p:sp>
      <p:sp>
        <p:nvSpPr>
          <p:cNvPr id="160" name="Editable text — •"/>
          <p:cNvSpPr txBox="1"/>
          <p:nvPr/>
        </p:nvSpPr>
        <p:spPr>
          <a:xfrm>
            <a:off x="427024" y="3384090"/>
            <a:ext cx="99237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>
                <a:solidFill>
                  <a:srgbClr val="000000"/>
                </a:solidFill>
                <a:latin typeface="Arial"/>
                <a:hlinkClick r:id="rId50"/>
              </a:rPr>
              <a:t>•</a:t>
            </a:r>
          </a:p>
        </p:txBody>
      </p:sp>
      <p:sp>
        <p:nvSpPr>
          <p:cNvPr id="161" name="Editable text — Explore Joule"/>
          <p:cNvSpPr txBox="1"/>
          <p:nvPr/>
        </p:nvSpPr>
        <p:spPr>
          <a:xfrm>
            <a:off x="599236" y="3362022"/>
            <a:ext cx="841046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7">
                <a:solidFill>
                  <a:srgbClr val="0070F2"/>
                </a:solidFill>
                <a:latin typeface="Arial"/>
                <a:hlinkClick r:id="rId50"/>
              </a:rPr>
              <a:t>Explore Joule</a:t>
            </a:r>
          </a:p>
        </p:txBody>
      </p:sp>
      <p:sp>
        <p:nvSpPr>
          <p:cNvPr id="163" name="Editable text — •"/>
          <p:cNvSpPr txBox="1"/>
          <p:nvPr/>
        </p:nvSpPr>
        <p:spPr>
          <a:xfrm>
            <a:off x="427024" y="3536214"/>
            <a:ext cx="99344" cy="1917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6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64" name="Editable text — NEW Joule Assistants Inventory and Roadmap"/>
          <p:cNvSpPr txBox="1"/>
          <p:nvPr/>
        </p:nvSpPr>
        <p:spPr>
          <a:xfrm>
            <a:off x="599236" y="3514146"/>
            <a:ext cx="2546123" cy="2282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71" b="0" i="0" spc="-54" baseline="44643">
                <a:solidFill>
                  <a:srgbClr val="7858FF"/>
                </a:solidFill>
                <a:latin typeface="Arial"/>
                <a:hlinkClick r:id="rId51"/>
              </a:rPr>
              <a:t>NEW </a:t>
            </a:r>
            <a:r>
              <a:rPr sz="998" b="0" i="0" spc="-5">
                <a:solidFill>
                  <a:srgbClr val="0070F2"/>
                </a:solidFill>
                <a:latin typeface="Arial"/>
                <a:hlinkClick r:id="rId51"/>
              </a:rPr>
              <a:t>Joule Assistants Inventory and Roadmap</a:t>
            </a:r>
          </a:p>
        </p:txBody>
      </p:sp>
      <p:sp>
        <p:nvSpPr>
          <p:cNvPr id="166" name="Editable text — •"/>
          <p:cNvSpPr txBox="1"/>
          <p:nvPr/>
        </p:nvSpPr>
        <p:spPr>
          <a:xfrm>
            <a:off x="427024" y="3689271"/>
            <a:ext cx="99237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67" name="Editable text — NEW Joule Studio Launch FAQ"/>
          <p:cNvSpPr txBox="1"/>
          <p:nvPr/>
        </p:nvSpPr>
        <p:spPr>
          <a:xfrm>
            <a:off x="599236" y="3667203"/>
            <a:ext cx="1677204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71" b="0" i="0" spc="-54" baseline="44643">
                <a:solidFill>
                  <a:srgbClr val="7858FF"/>
                </a:solidFill>
                <a:latin typeface="Arial"/>
                <a:hlinkClick r:id="rId52"/>
              </a:rPr>
              <a:t>NEW </a:t>
            </a:r>
            <a:r>
              <a:rPr sz="996" b="0" i="0" spc="-10">
                <a:solidFill>
                  <a:srgbClr val="0070F2"/>
                </a:solidFill>
                <a:latin typeface="Arial"/>
                <a:hlinkClick r:id="rId52"/>
              </a:rPr>
              <a:t>Joule Studio Launch FAQ</a:t>
            </a:r>
          </a:p>
        </p:txBody>
      </p:sp>
      <p:sp>
        <p:nvSpPr>
          <p:cNvPr id="169" name="Editable text — Learning Journeys"/>
          <p:cNvSpPr txBox="1"/>
          <p:nvPr/>
        </p:nvSpPr>
        <p:spPr>
          <a:xfrm>
            <a:off x="427024" y="3819603"/>
            <a:ext cx="1194844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0">
                <a:solidFill>
                  <a:srgbClr val="000000"/>
                </a:solidFill>
                <a:latin typeface="Arial"/>
              </a:rPr>
              <a:t>Learning Journeys</a:t>
            </a:r>
          </a:p>
        </p:txBody>
      </p:sp>
      <p:sp>
        <p:nvSpPr>
          <p:cNvPr id="170" name="Editable text — •"/>
          <p:cNvSpPr txBox="1"/>
          <p:nvPr/>
        </p:nvSpPr>
        <p:spPr>
          <a:xfrm>
            <a:off x="427024" y="3994071"/>
            <a:ext cx="99237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>
                <a:solidFill>
                  <a:srgbClr val="000000"/>
                </a:solidFill>
                <a:latin typeface="Arial"/>
                <a:hlinkClick r:id="rId53"/>
              </a:rPr>
              <a:t>•</a:t>
            </a:r>
          </a:p>
        </p:txBody>
      </p:sp>
      <p:sp>
        <p:nvSpPr>
          <p:cNvPr id="171" name="Editable text — Introducing Joule &amp; Introducing Joule for Consultants"/>
          <p:cNvSpPr txBox="1"/>
          <p:nvPr/>
        </p:nvSpPr>
        <p:spPr>
          <a:xfrm>
            <a:off x="599236" y="3972003"/>
            <a:ext cx="3072982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6">
                <a:solidFill>
                  <a:srgbClr val="006DD3"/>
                </a:solidFill>
                <a:latin typeface="Arial"/>
                <a:hlinkClick r:id="rId53"/>
              </a:rPr>
              <a:t>Introducing Joule &amp; Introducing Joule for Consultants</a:t>
            </a:r>
          </a:p>
        </p:txBody>
      </p:sp>
      <p:sp>
        <p:nvSpPr>
          <p:cNvPr id="174" name="Editable text — •"/>
          <p:cNvSpPr txBox="1"/>
          <p:nvPr/>
        </p:nvSpPr>
        <p:spPr>
          <a:xfrm>
            <a:off x="427024" y="4146471"/>
            <a:ext cx="99237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>
                <a:solidFill>
                  <a:srgbClr val="000000"/>
                </a:solidFill>
                <a:latin typeface="Arial"/>
                <a:hlinkClick r:id="rId54"/>
              </a:rPr>
              <a:t>•</a:t>
            </a:r>
          </a:p>
        </p:txBody>
      </p:sp>
      <p:sp>
        <p:nvSpPr>
          <p:cNvPr id="175" name="Editable text — Setting Up Joule Across Organizational Landscapes"/>
          <p:cNvSpPr txBox="1"/>
          <p:nvPr/>
        </p:nvSpPr>
        <p:spPr>
          <a:xfrm>
            <a:off x="599236" y="4124403"/>
            <a:ext cx="2944734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6">
                <a:solidFill>
                  <a:srgbClr val="006DD3"/>
                </a:solidFill>
                <a:latin typeface="Arial"/>
                <a:hlinkClick r:id="rId54"/>
              </a:rPr>
              <a:t>Setting Up Joule Across Organizational Landscapes</a:t>
            </a:r>
          </a:p>
        </p:txBody>
      </p:sp>
      <p:sp>
        <p:nvSpPr>
          <p:cNvPr id="177" name="Editable text — •"/>
          <p:cNvSpPr txBox="1"/>
          <p:nvPr/>
        </p:nvSpPr>
        <p:spPr>
          <a:xfrm>
            <a:off x="427024" y="4298871"/>
            <a:ext cx="99237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>
                <a:solidFill>
                  <a:srgbClr val="000000"/>
                </a:solidFill>
                <a:latin typeface="Arial"/>
                <a:hlinkClick r:id="rId55"/>
              </a:rPr>
              <a:t>•</a:t>
            </a:r>
          </a:p>
        </p:txBody>
      </p:sp>
      <p:sp>
        <p:nvSpPr>
          <p:cNvPr id="178" name="Editable text — Getting Started with Joule for Business Users"/>
          <p:cNvSpPr txBox="1"/>
          <p:nvPr/>
        </p:nvSpPr>
        <p:spPr>
          <a:xfrm>
            <a:off x="599236" y="4276803"/>
            <a:ext cx="2575883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6">
                <a:solidFill>
                  <a:srgbClr val="006DD3"/>
                </a:solidFill>
                <a:latin typeface="Arial"/>
                <a:hlinkClick r:id="rId55"/>
              </a:rPr>
              <a:t>Getting Started with Joule for Business Users</a:t>
            </a:r>
          </a:p>
        </p:txBody>
      </p:sp>
      <p:sp>
        <p:nvSpPr>
          <p:cNvPr id="180" name="Editable text — Get Started"/>
          <p:cNvSpPr txBox="1"/>
          <p:nvPr/>
        </p:nvSpPr>
        <p:spPr>
          <a:xfrm>
            <a:off x="4489450" y="3209092"/>
            <a:ext cx="766334" cy="2282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8" b="1" i="0" spc="15">
                <a:solidFill>
                  <a:srgbClr val="000000"/>
                </a:solidFill>
                <a:latin typeface="Arial"/>
              </a:rPr>
              <a:t>Get Started</a:t>
            </a:r>
          </a:p>
        </p:txBody>
      </p:sp>
      <p:sp>
        <p:nvSpPr>
          <p:cNvPr id="181" name="Editable text — •"/>
          <p:cNvSpPr txBox="1"/>
          <p:nvPr/>
        </p:nvSpPr>
        <p:spPr>
          <a:xfrm>
            <a:off x="4489450" y="3384090"/>
            <a:ext cx="99237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>
                <a:solidFill>
                  <a:srgbClr val="000000"/>
                </a:solidFill>
                <a:latin typeface="Arial"/>
                <a:hlinkClick r:id="rId56"/>
              </a:rPr>
              <a:t>•</a:t>
            </a:r>
          </a:p>
        </p:txBody>
      </p:sp>
      <p:sp>
        <p:nvSpPr>
          <p:cNvPr id="182" name="Editable text — SAP Autonomous Suite "/>
          <p:cNvSpPr txBox="1"/>
          <p:nvPr/>
        </p:nvSpPr>
        <p:spPr>
          <a:xfrm>
            <a:off x="4661661" y="3362022"/>
            <a:ext cx="1381546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15">
                <a:solidFill>
                  <a:srgbClr val="0070F2"/>
                </a:solidFill>
                <a:latin typeface="Arial"/>
                <a:hlinkClick r:id="rId56"/>
              </a:rPr>
              <a:t>SAP Autonomous Suite </a:t>
            </a:r>
          </a:p>
        </p:txBody>
      </p:sp>
      <p:sp>
        <p:nvSpPr>
          <p:cNvPr id="184" name="Editable text — •"/>
          <p:cNvSpPr txBox="1"/>
          <p:nvPr/>
        </p:nvSpPr>
        <p:spPr>
          <a:xfrm>
            <a:off x="4489450" y="3536490"/>
            <a:ext cx="99237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85" name="Editable text — Autonomous Domain L1 Decks "/>
          <p:cNvSpPr txBox="1"/>
          <p:nvPr/>
        </p:nvSpPr>
        <p:spPr>
          <a:xfrm>
            <a:off x="4661661" y="3514422"/>
            <a:ext cx="1955692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-4">
                <a:solidFill>
                  <a:srgbClr val="000000"/>
                </a:solidFill>
                <a:latin typeface="Arial"/>
              </a:rPr>
              <a:t>Autonomous Domain L1 Decks </a:t>
            </a:r>
          </a:p>
        </p:txBody>
      </p:sp>
      <p:sp>
        <p:nvSpPr>
          <p:cNvPr id="186" name="Editable text — Supply Chain, HCM, Spend, Finance, CX"/>
          <p:cNvSpPr txBox="1"/>
          <p:nvPr/>
        </p:nvSpPr>
        <p:spPr>
          <a:xfrm>
            <a:off x="4661661" y="3666822"/>
            <a:ext cx="2259666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6">
                <a:solidFill>
                  <a:srgbClr val="0070F2"/>
                </a:solidFill>
                <a:latin typeface="Arial"/>
                <a:hlinkClick r:id="rId57"/>
              </a:rPr>
              <a:t>Supply Chain</a:t>
            </a:r>
            <a:r>
              <a:rPr sz="996" b="0" i="0" spc="-144">
                <a:solidFill>
                  <a:srgbClr val="000000"/>
                </a:solidFill>
                <a:latin typeface="Arial"/>
              </a:rPr>
              <a:t>, </a:t>
            </a:r>
            <a:r>
              <a:rPr sz="996" b="0" i="0" spc="-47">
                <a:solidFill>
                  <a:srgbClr val="0070F2"/>
                </a:solidFill>
                <a:latin typeface="Arial"/>
                <a:hlinkClick r:id="rId58"/>
              </a:rPr>
              <a:t>HCM</a:t>
            </a:r>
            <a:r>
              <a:rPr sz="996" b="0" i="0" spc="-144">
                <a:solidFill>
                  <a:srgbClr val="000000"/>
                </a:solidFill>
                <a:latin typeface="Arial"/>
              </a:rPr>
              <a:t>, </a:t>
            </a:r>
            <a:r>
              <a:rPr sz="996" b="0" i="0" spc="7">
                <a:solidFill>
                  <a:srgbClr val="0070F2"/>
                </a:solidFill>
                <a:latin typeface="Arial"/>
                <a:hlinkClick r:id="rId59"/>
              </a:rPr>
              <a:t>Spend</a:t>
            </a:r>
            <a:r>
              <a:rPr sz="996" b="0" i="0" spc="-144">
                <a:solidFill>
                  <a:srgbClr val="000000"/>
                </a:solidFill>
                <a:latin typeface="Arial"/>
              </a:rPr>
              <a:t>, </a:t>
            </a:r>
            <a:r>
              <a:rPr sz="996" b="0" i="0" spc="-15">
                <a:solidFill>
                  <a:srgbClr val="0070F2"/>
                </a:solidFill>
                <a:latin typeface="Arial"/>
                <a:hlinkClick r:id="rId60"/>
              </a:rPr>
              <a:t>Finance</a:t>
            </a:r>
            <a:r>
              <a:rPr sz="996" b="0" i="0" spc="-144">
                <a:solidFill>
                  <a:srgbClr val="000000"/>
                </a:solidFill>
                <a:latin typeface="Arial"/>
              </a:rPr>
              <a:t>, </a:t>
            </a:r>
            <a:r>
              <a:rPr sz="996" b="0" i="0" spc="-149">
                <a:solidFill>
                  <a:srgbClr val="0070F2"/>
                </a:solidFill>
                <a:latin typeface="Arial"/>
                <a:hlinkClick r:id="rId61"/>
              </a:rPr>
              <a:t>CX</a:t>
            </a:r>
          </a:p>
        </p:txBody>
      </p:sp>
      <p:sp>
        <p:nvSpPr>
          <p:cNvPr id="192" name="Editable text — Learning Journeys"/>
          <p:cNvSpPr txBox="1"/>
          <p:nvPr/>
        </p:nvSpPr>
        <p:spPr>
          <a:xfrm>
            <a:off x="4489450" y="3819222"/>
            <a:ext cx="1194843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0">
                <a:solidFill>
                  <a:srgbClr val="000000"/>
                </a:solidFill>
                <a:latin typeface="Arial"/>
              </a:rPr>
              <a:t>Learning Journeys</a:t>
            </a:r>
          </a:p>
        </p:txBody>
      </p:sp>
      <p:sp>
        <p:nvSpPr>
          <p:cNvPr id="193" name="Editable text — •"/>
          <p:cNvSpPr txBox="1"/>
          <p:nvPr/>
        </p:nvSpPr>
        <p:spPr>
          <a:xfrm>
            <a:off x="4489450" y="3993690"/>
            <a:ext cx="99237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94" name="Editable text — Soon Updated Introducing Autonomous Spend, CX, SCM, HCM, "/>
          <p:cNvSpPr txBox="1"/>
          <p:nvPr/>
        </p:nvSpPr>
        <p:spPr>
          <a:xfrm>
            <a:off x="4661661" y="3971622"/>
            <a:ext cx="3322203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71" b="0" i="0" spc="2" baseline="44643">
                <a:solidFill>
                  <a:srgbClr val="7858FF"/>
                </a:solidFill>
                <a:latin typeface="Arial"/>
              </a:rPr>
              <a:t>Soon Updated </a:t>
            </a:r>
            <a:r>
              <a:rPr sz="996" b="0" i="0" spc="2">
                <a:solidFill>
                  <a:srgbClr val="000000"/>
                </a:solidFill>
                <a:latin typeface="Arial"/>
              </a:rPr>
              <a:t>Introducing Autonomous </a:t>
            </a:r>
            <a:r>
              <a:rPr sz="996" b="0" i="0" spc="7">
                <a:solidFill>
                  <a:srgbClr val="0070F2"/>
                </a:solidFill>
                <a:latin typeface="Arial"/>
                <a:hlinkClick r:id="rId62"/>
              </a:rPr>
              <a:t>Spend</a:t>
            </a:r>
            <a:r>
              <a:rPr sz="996" b="0" i="0" spc="-144">
                <a:solidFill>
                  <a:srgbClr val="000000"/>
                </a:solidFill>
                <a:latin typeface="Arial"/>
              </a:rPr>
              <a:t>, </a:t>
            </a:r>
            <a:r>
              <a:rPr sz="996" b="0" i="0" spc="-149">
                <a:solidFill>
                  <a:srgbClr val="0070F2"/>
                </a:solidFill>
                <a:latin typeface="Arial"/>
                <a:hlinkClick r:id="rId63"/>
              </a:rPr>
              <a:t>CX</a:t>
            </a:r>
            <a:r>
              <a:rPr sz="996" b="0" i="0" spc="-144">
                <a:solidFill>
                  <a:srgbClr val="000000"/>
                </a:solidFill>
                <a:latin typeface="Arial"/>
                <a:hlinkClick r:id="rId63"/>
              </a:rPr>
              <a:t>, </a:t>
            </a:r>
            <a:r>
              <a:rPr sz="996" b="0" i="0" spc="-79">
                <a:solidFill>
                  <a:srgbClr val="0070F2"/>
                </a:solidFill>
                <a:latin typeface="Arial"/>
                <a:hlinkClick r:id="rId64"/>
              </a:rPr>
              <a:t>SCM</a:t>
            </a:r>
            <a:r>
              <a:rPr sz="996" b="0" i="0" spc="-144">
                <a:solidFill>
                  <a:srgbClr val="000000"/>
                </a:solidFill>
                <a:latin typeface="Arial"/>
              </a:rPr>
              <a:t>, </a:t>
            </a:r>
            <a:r>
              <a:rPr sz="996" b="0" i="0" spc="-47">
                <a:solidFill>
                  <a:srgbClr val="0070F2"/>
                </a:solidFill>
                <a:latin typeface="Arial"/>
                <a:hlinkClick r:id="rId65"/>
              </a:rPr>
              <a:t>HCM</a:t>
            </a:r>
            <a:r>
              <a:rPr sz="996" b="0" i="0" spc="-144">
                <a:solidFill>
                  <a:srgbClr val="000000"/>
                </a:solidFill>
                <a:latin typeface="Arial"/>
              </a:rPr>
              <a:t>, </a:t>
            </a:r>
          </a:p>
        </p:txBody>
      </p:sp>
      <p:sp>
        <p:nvSpPr>
          <p:cNvPr id="199" name="Editable text — S4HC"/>
          <p:cNvSpPr txBox="1"/>
          <p:nvPr/>
        </p:nvSpPr>
        <p:spPr>
          <a:xfrm>
            <a:off x="4661661" y="4124022"/>
            <a:ext cx="377453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62">
                <a:solidFill>
                  <a:srgbClr val="0070F2"/>
                </a:solidFill>
                <a:latin typeface="Arial"/>
                <a:hlinkClick r:id="rId66"/>
              </a:rPr>
              <a:t>S4HC</a:t>
            </a:r>
          </a:p>
        </p:txBody>
      </p:sp>
      <p:sp>
        <p:nvSpPr>
          <p:cNvPr id="201" name="Editable text — Get Started "/>
          <p:cNvSpPr txBox="1"/>
          <p:nvPr/>
        </p:nvSpPr>
        <p:spPr>
          <a:xfrm>
            <a:off x="8552053" y="3209092"/>
            <a:ext cx="794736" cy="2282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8" b="1" i="0" spc="9">
                <a:solidFill>
                  <a:srgbClr val="000000"/>
                </a:solidFill>
                <a:latin typeface="Arial"/>
              </a:rPr>
              <a:t>Get Started </a:t>
            </a:r>
          </a:p>
        </p:txBody>
      </p:sp>
      <p:sp>
        <p:nvSpPr>
          <p:cNvPr id="202" name="Editable text — •"/>
          <p:cNvSpPr txBox="1"/>
          <p:nvPr/>
        </p:nvSpPr>
        <p:spPr>
          <a:xfrm>
            <a:off x="8552053" y="3362022"/>
            <a:ext cx="107772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>
                <a:solidFill>
                  <a:srgbClr val="000000"/>
                </a:solidFill>
                <a:latin typeface="Arial"/>
                <a:hlinkClick r:id="rId67"/>
              </a:rPr>
              <a:t>•</a:t>
            </a:r>
          </a:p>
        </p:txBody>
      </p:sp>
      <p:sp>
        <p:nvSpPr>
          <p:cNvPr id="203" name="Editable text — SAP Business AI for your Industry"/>
          <p:cNvSpPr txBox="1"/>
          <p:nvPr/>
        </p:nvSpPr>
        <p:spPr>
          <a:xfrm>
            <a:off x="8724265" y="3362022"/>
            <a:ext cx="1903577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16">
                <a:solidFill>
                  <a:srgbClr val="0070F2"/>
                </a:solidFill>
                <a:latin typeface="Arial"/>
                <a:hlinkClick r:id="rId67"/>
              </a:rPr>
              <a:t>SAP Business AI for your Industry</a:t>
            </a:r>
          </a:p>
        </p:txBody>
      </p:sp>
      <p:sp>
        <p:nvSpPr>
          <p:cNvPr id="205" name="Editable text — •"/>
          <p:cNvSpPr txBox="1"/>
          <p:nvPr/>
        </p:nvSpPr>
        <p:spPr>
          <a:xfrm>
            <a:off x="8552053" y="3514422"/>
            <a:ext cx="107772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>
                <a:solidFill>
                  <a:srgbClr val="000000"/>
                </a:solidFill>
                <a:latin typeface="Arial"/>
                <a:hlinkClick r:id="rId68"/>
              </a:rPr>
              <a:t>•</a:t>
            </a:r>
          </a:p>
        </p:txBody>
      </p:sp>
      <p:sp>
        <p:nvSpPr>
          <p:cNvPr id="206" name="Editable text — Industry AI Overview Video"/>
          <p:cNvSpPr txBox="1"/>
          <p:nvPr/>
        </p:nvSpPr>
        <p:spPr>
          <a:xfrm>
            <a:off x="8724265" y="3514422"/>
            <a:ext cx="1571532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6">
                <a:solidFill>
                  <a:srgbClr val="000000"/>
                </a:solidFill>
                <a:latin typeface="Arial"/>
                <a:hlinkClick r:id="rId68"/>
              </a:rPr>
              <a:t>Industry AI Overview Video</a:t>
            </a:r>
          </a:p>
        </p:txBody>
      </p:sp>
      <p:sp>
        <p:nvSpPr>
          <p:cNvPr id="208" name="Editable text — Partner Enablement Sessions "/>
          <p:cNvSpPr txBox="1"/>
          <p:nvPr/>
        </p:nvSpPr>
        <p:spPr>
          <a:xfrm>
            <a:off x="8552053" y="3819222"/>
            <a:ext cx="1893334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3">
                <a:solidFill>
                  <a:srgbClr val="000000"/>
                </a:solidFill>
                <a:latin typeface="Arial"/>
              </a:rPr>
              <a:t>Partner Enablement Sessions </a:t>
            </a:r>
          </a:p>
        </p:txBody>
      </p:sp>
      <p:sp>
        <p:nvSpPr>
          <p:cNvPr id="209" name="Editable text — •"/>
          <p:cNvSpPr txBox="1"/>
          <p:nvPr/>
        </p:nvSpPr>
        <p:spPr>
          <a:xfrm>
            <a:off x="8552053" y="3993690"/>
            <a:ext cx="99238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>
                <a:solidFill>
                  <a:srgbClr val="000000"/>
                </a:solidFill>
                <a:latin typeface="Arial"/>
                <a:hlinkClick r:id="rId69"/>
              </a:rPr>
              <a:t>•</a:t>
            </a:r>
          </a:p>
        </p:txBody>
      </p:sp>
      <p:sp>
        <p:nvSpPr>
          <p:cNvPr id="210" name="Editable text — Industry AI"/>
          <p:cNvSpPr txBox="1"/>
          <p:nvPr/>
        </p:nvSpPr>
        <p:spPr>
          <a:xfrm>
            <a:off x="8724265" y="3971622"/>
            <a:ext cx="659528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7">
                <a:solidFill>
                  <a:srgbClr val="0070F2"/>
                </a:solidFill>
                <a:latin typeface="Arial"/>
                <a:hlinkClick r:id="rId69"/>
              </a:rPr>
              <a:t>Industry AI</a:t>
            </a:r>
          </a:p>
        </p:txBody>
      </p:sp>
      <p:sp>
        <p:nvSpPr>
          <p:cNvPr id="212" name="Editable text — Key Enablement Sessions"/>
          <p:cNvSpPr txBox="1"/>
          <p:nvPr/>
        </p:nvSpPr>
        <p:spPr>
          <a:xfrm>
            <a:off x="4983479" y="5890999"/>
            <a:ext cx="1633137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-2">
                <a:solidFill>
                  <a:srgbClr val="000000"/>
                </a:solidFill>
                <a:latin typeface="Arial"/>
              </a:rPr>
              <a:t>Key Enablement Sessions</a:t>
            </a:r>
          </a:p>
        </p:txBody>
      </p:sp>
      <p:sp>
        <p:nvSpPr>
          <p:cNvPr id="213" name="Editable text — Demos &amp; Partner Academies  "/>
          <p:cNvSpPr txBox="1"/>
          <p:nvPr/>
        </p:nvSpPr>
        <p:spPr>
          <a:xfrm>
            <a:off x="2175636" y="4831264"/>
            <a:ext cx="1854505" cy="2282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8" b="1" i="0" spc="-4">
                <a:solidFill>
                  <a:srgbClr val="000000"/>
                </a:solidFill>
                <a:latin typeface="Arial"/>
              </a:rPr>
              <a:t>Demos &amp; Partner Academies  </a:t>
            </a:r>
          </a:p>
        </p:txBody>
      </p:sp>
      <p:sp>
        <p:nvSpPr>
          <p:cNvPr id="214" name="Editable text — •"/>
          <p:cNvSpPr txBox="1"/>
          <p:nvPr/>
        </p:nvSpPr>
        <p:spPr>
          <a:xfrm>
            <a:off x="2355469" y="5006261"/>
            <a:ext cx="99237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>
                <a:solidFill>
                  <a:srgbClr val="000000"/>
                </a:solidFill>
                <a:latin typeface="Arial"/>
                <a:hlinkClick r:id="rId70"/>
              </a:rPr>
              <a:t>•</a:t>
            </a:r>
          </a:p>
        </p:txBody>
      </p:sp>
      <p:sp>
        <p:nvSpPr>
          <p:cNvPr id="216" name="Editable text — Joule Studio End-2-End Video"/>
          <p:cNvSpPr txBox="1"/>
          <p:nvPr/>
        </p:nvSpPr>
        <p:spPr>
          <a:xfrm>
            <a:off x="2584069" y="4984193"/>
            <a:ext cx="1749006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3">
                <a:solidFill>
                  <a:srgbClr val="0070F2"/>
                </a:solidFill>
                <a:latin typeface="Arial"/>
                <a:hlinkClick r:id="rId70"/>
              </a:rPr>
              <a:t>Joule Studio End-2-End Video</a:t>
            </a:r>
          </a:p>
        </p:txBody>
      </p:sp>
      <p:sp>
        <p:nvSpPr>
          <p:cNvPr id="217" name="Editable text — •"/>
          <p:cNvSpPr txBox="1"/>
          <p:nvPr/>
        </p:nvSpPr>
        <p:spPr>
          <a:xfrm>
            <a:off x="2355469" y="5158661"/>
            <a:ext cx="99237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>
                <a:solidFill>
                  <a:srgbClr val="000000"/>
                </a:solidFill>
                <a:latin typeface="Arial"/>
                <a:hlinkClick r:id="rId71"/>
              </a:rPr>
              <a:t>•</a:t>
            </a:r>
          </a:p>
        </p:txBody>
      </p:sp>
      <p:sp>
        <p:nvSpPr>
          <p:cNvPr id="219" name="Editable text — Agent Lifecycle End-2-End Video"/>
          <p:cNvSpPr txBox="1"/>
          <p:nvPr/>
        </p:nvSpPr>
        <p:spPr>
          <a:xfrm>
            <a:off x="2584069" y="5136593"/>
            <a:ext cx="1893792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7">
                <a:solidFill>
                  <a:srgbClr val="0070F2"/>
                </a:solidFill>
                <a:latin typeface="Arial"/>
                <a:hlinkClick r:id="rId71"/>
              </a:rPr>
              <a:t>Agent Lifecycle End-2-End Video</a:t>
            </a:r>
          </a:p>
        </p:txBody>
      </p:sp>
      <p:sp>
        <p:nvSpPr>
          <p:cNvPr id="220" name="Editable text — •"/>
          <p:cNvSpPr txBox="1"/>
          <p:nvPr/>
        </p:nvSpPr>
        <p:spPr>
          <a:xfrm>
            <a:off x="2355469" y="5311061"/>
            <a:ext cx="99237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>
                <a:solidFill>
                  <a:srgbClr val="000000"/>
                </a:solidFill>
                <a:latin typeface="Arial"/>
                <a:hlinkClick r:id="rId72"/>
              </a:rPr>
              <a:t>•</a:t>
            </a:r>
          </a:p>
        </p:txBody>
      </p:sp>
      <p:sp>
        <p:nvSpPr>
          <p:cNvPr id="221" name="Editable text — Create an AI Agent with Joule Studio"/>
          <p:cNvSpPr txBox="1"/>
          <p:nvPr/>
        </p:nvSpPr>
        <p:spPr>
          <a:xfrm>
            <a:off x="2584069" y="5288993"/>
            <a:ext cx="2096733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8">
                <a:solidFill>
                  <a:srgbClr val="006DD3"/>
                </a:solidFill>
                <a:latin typeface="Arial"/>
                <a:hlinkClick r:id="rId72"/>
              </a:rPr>
              <a:t>Create an AI Agent with Joule Studio</a:t>
            </a:r>
          </a:p>
        </p:txBody>
      </p:sp>
      <p:sp>
        <p:nvSpPr>
          <p:cNvPr id="223" name="Editable text — Demos &amp; Partner Academies  "/>
          <p:cNvSpPr txBox="1"/>
          <p:nvPr/>
        </p:nvSpPr>
        <p:spPr>
          <a:xfrm>
            <a:off x="6971410" y="4881196"/>
            <a:ext cx="1853994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-3">
                <a:solidFill>
                  <a:srgbClr val="000000"/>
                </a:solidFill>
                <a:latin typeface="Arial"/>
              </a:rPr>
              <a:t>Demos &amp; Partner Academies  </a:t>
            </a:r>
          </a:p>
        </p:txBody>
      </p:sp>
      <p:sp>
        <p:nvSpPr>
          <p:cNvPr id="224" name="Editable text — •"/>
          <p:cNvSpPr txBox="1"/>
          <p:nvPr/>
        </p:nvSpPr>
        <p:spPr>
          <a:xfrm>
            <a:off x="7151243" y="5055664"/>
            <a:ext cx="99238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>
                <a:solidFill>
                  <a:srgbClr val="000000"/>
                </a:solidFill>
                <a:latin typeface="Arial"/>
                <a:hlinkClick r:id="rId73"/>
              </a:rPr>
              <a:t>•</a:t>
            </a:r>
          </a:p>
        </p:txBody>
      </p:sp>
      <p:sp>
        <p:nvSpPr>
          <p:cNvPr id="225" name="Editable text — SDE Scenarios"/>
          <p:cNvSpPr txBox="1"/>
          <p:nvPr/>
        </p:nvSpPr>
        <p:spPr>
          <a:xfrm>
            <a:off x="7379843" y="5033596"/>
            <a:ext cx="877854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28">
                <a:solidFill>
                  <a:srgbClr val="0070F2"/>
                </a:solidFill>
                <a:latin typeface="Arial"/>
                <a:hlinkClick r:id="rId73"/>
              </a:rPr>
              <a:t>SDE Scenarios</a:t>
            </a:r>
          </a:p>
        </p:txBody>
      </p:sp>
      <p:sp>
        <p:nvSpPr>
          <p:cNvPr id="227" name="Editable text — •"/>
          <p:cNvSpPr txBox="1"/>
          <p:nvPr/>
        </p:nvSpPr>
        <p:spPr>
          <a:xfrm>
            <a:off x="7151243" y="5208064"/>
            <a:ext cx="99238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>
                <a:solidFill>
                  <a:srgbClr val="000000"/>
                </a:solidFill>
                <a:latin typeface="Arial"/>
                <a:hlinkClick r:id="rId73"/>
              </a:rPr>
              <a:t>•</a:t>
            </a:r>
          </a:p>
        </p:txBody>
      </p:sp>
      <p:sp>
        <p:nvSpPr>
          <p:cNvPr id="229" name="Editable text — SAP Business Data Cloud Partner "/>
          <p:cNvSpPr txBox="1"/>
          <p:nvPr/>
        </p:nvSpPr>
        <p:spPr>
          <a:xfrm>
            <a:off x="7379843" y="5185996"/>
            <a:ext cx="1945068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19">
                <a:solidFill>
                  <a:srgbClr val="0070F2"/>
                </a:solidFill>
                <a:latin typeface="Arial"/>
                <a:hlinkClick r:id="rId73"/>
              </a:rPr>
              <a:t>SAP Business Data Cloud Partner </a:t>
            </a:r>
          </a:p>
        </p:txBody>
      </p:sp>
      <p:sp>
        <p:nvSpPr>
          <p:cNvPr id="230" name="Editable text — Academy"/>
          <p:cNvSpPr txBox="1"/>
          <p:nvPr/>
        </p:nvSpPr>
        <p:spPr>
          <a:xfrm>
            <a:off x="7379843" y="5338396"/>
            <a:ext cx="589073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2">
                <a:solidFill>
                  <a:srgbClr val="0070F2"/>
                </a:solidFill>
                <a:latin typeface="Arial"/>
                <a:hlinkClick r:id="rId73"/>
              </a:rPr>
              <a:t>Academy</a:t>
            </a:r>
          </a:p>
        </p:txBody>
      </p:sp>
      <p:sp>
        <p:nvSpPr>
          <p:cNvPr id="232" name="Editable text — •"/>
          <p:cNvSpPr txBox="1"/>
          <p:nvPr/>
        </p:nvSpPr>
        <p:spPr>
          <a:xfrm>
            <a:off x="7151243" y="5512864"/>
            <a:ext cx="99238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>
                <a:solidFill>
                  <a:srgbClr val="000000"/>
                </a:solidFill>
                <a:latin typeface="Arial"/>
                <a:hlinkClick r:id="rId74"/>
              </a:rPr>
              <a:t>•</a:t>
            </a:r>
          </a:p>
        </p:txBody>
      </p:sp>
      <p:sp>
        <p:nvSpPr>
          <p:cNvPr id="233" name="Editable text — Gen AI Hub Academy"/>
          <p:cNvSpPr txBox="1"/>
          <p:nvPr/>
        </p:nvSpPr>
        <p:spPr>
          <a:xfrm>
            <a:off x="7379843" y="5490796"/>
            <a:ext cx="1257707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13">
                <a:solidFill>
                  <a:srgbClr val="0070F2"/>
                </a:solidFill>
                <a:latin typeface="Arial"/>
                <a:hlinkClick r:id="rId74"/>
              </a:rPr>
              <a:t>Gen AI Hub Academy</a:t>
            </a:r>
          </a:p>
        </p:txBody>
      </p:sp>
      <p:sp>
        <p:nvSpPr>
          <p:cNvPr id="235" name="Editable text — •"/>
          <p:cNvSpPr txBox="1"/>
          <p:nvPr/>
        </p:nvSpPr>
        <p:spPr>
          <a:xfrm>
            <a:off x="9614281" y="6093081"/>
            <a:ext cx="107772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236" name="Editable text — Replay: Deep Dive Live Session "/>
          <p:cNvSpPr txBox="1"/>
          <p:nvPr/>
        </p:nvSpPr>
        <p:spPr>
          <a:xfrm>
            <a:off x="9784968" y="6093081"/>
            <a:ext cx="1848956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20">
                <a:solidFill>
                  <a:srgbClr val="000000"/>
                </a:solidFill>
                <a:latin typeface="Arial"/>
              </a:rPr>
              <a:t>Replay: </a:t>
            </a:r>
            <a:r>
              <a:rPr sz="996" b="0" i="0" spc="-15">
                <a:solidFill>
                  <a:srgbClr val="0070F2"/>
                </a:solidFill>
                <a:latin typeface="Arial"/>
                <a:hlinkClick r:id="rId75"/>
              </a:rPr>
              <a:t>Deep Dive Live Session </a:t>
            </a:r>
          </a:p>
        </p:txBody>
      </p:sp>
      <p:sp>
        <p:nvSpPr>
          <p:cNvPr id="238" name="Editable text — GOVERN"/>
          <p:cNvSpPr txBox="1"/>
          <p:nvPr/>
        </p:nvSpPr>
        <p:spPr>
          <a:xfrm>
            <a:off x="9784968" y="6245481"/>
            <a:ext cx="570859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64">
                <a:solidFill>
                  <a:srgbClr val="0070F2"/>
                </a:solidFill>
                <a:latin typeface="Arial"/>
                <a:hlinkClick r:id="rId75"/>
              </a:rPr>
              <a:t>GOVERN</a:t>
            </a:r>
          </a:p>
        </p:txBody>
      </p:sp>
      <p:sp>
        <p:nvSpPr>
          <p:cNvPr id="240" name="Editable text — •"/>
          <p:cNvSpPr txBox="1"/>
          <p:nvPr/>
        </p:nvSpPr>
        <p:spPr>
          <a:xfrm>
            <a:off x="9614281" y="6397881"/>
            <a:ext cx="107772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241" name="Editable text — Sept 1: Agent Lifecycle - from idea to "/>
          <p:cNvSpPr txBox="1"/>
          <p:nvPr/>
        </p:nvSpPr>
        <p:spPr>
          <a:xfrm>
            <a:off x="9786493" y="6397881"/>
            <a:ext cx="2140533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7">
                <a:solidFill>
                  <a:srgbClr val="000000"/>
                </a:solidFill>
                <a:latin typeface="Arial"/>
              </a:rPr>
              <a:t>Sept 1: Agent Lifecycle - from idea to </a:t>
            </a:r>
          </a:p>
        </p:txBody>
      </p:sp>
      <p:sp>
        <p:nvSpPr>
          <p:cNvPr id="242" name="Editable text — value"/>
          <p:cNvSpPr txBox="1"/>
          <p:nvPr/>
        </p:nvSpPr>
        <p:spPr>
          <a:xfrm>
            <a:off x="9786493" y="6550281"/>
            <a:ext cx="365942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0">
                <a:solidFill>
                  <a:srgbClr val="000000"/>
                </a:solidFill>
                <a:latin typeface="Arial"/>
              </a:rPr>
              <a:t>value</a:t>
            </a:r>
          </a:p>
        </p:txBody>
      </p:sp>
      <p:sp>
        <p:nvSpPr>
          <p:cNvPr id="244" name="Editable text — Joule"/>
          <p:cNvSpPr txBox="1"/>
          <p:nvPr/>
        </p:nvSpPr>
        <p:spPr>
          <a:xfrm>
            <a:off x="1981200" y="2948876"/>
            <a:ext cx="37291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1" i="0" spc="21">
                <a:solidFill>
                  <a:srgbClr val="FFFFFF"/>
                </a:solidFill>
                <a:latin typeface="Arial"/>
              </a:rPr>
              <a:t>Joule</a:t>
            </a:r>
          </a:p>
        </p:txBody>
      </p:sp>
      <p:sp>
        <p:nvSpPr>
          <p:cNvPr id="246" name="Editable text — Autonomous Suite"/>
          <p:cNvSpPr txBox="1"/>
          <p:nvPr/>
        </p:nvSpPr>
        <p:spPr>
          <a:xfrm>
            <a:off x="5637021" y="2943669"/>
            <a:ext cx="1085684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1" i="0" spc="3">
                <a:solidFill>
                  <a:srgbClr val="FFFFFF"/>
                </a:solidFill>
                <a:latin typeface="Arial"/>
              </a:rPr>
              <a:t>Autonomous Suite</a:t>
            </a:r>
          </a:p>
        </p:txBody>
      </p:sp>
      <p:sp>
        <p:nvSpPr>
          <p:cNvPr id="248" name="Editable text — Industry AI"/>
          <p:cNvSpPr txBox="1"/>
          <p:nvPr/>
        </p:nvSpPr>
        <p:spPr>
          <a:xfrm>
            <a:off x="9871582" y="2948876"/>
            <a:ext cx="663118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1" i="0" spc="2">
                <a:solidFill>
                  <a:srgbClr val="FFFFFF"/>
                </a:solidFill>
                <a:latin typeface="Arial"/>
              </a:rPr>
              <a:t>Industry AI</a:t>
            </a:r>
          </a:p>
        </p:txBody>
      </p:sp>
      <p:sp>
        <p:nvSpPr>
          <p:cNvPr id="250" name="Editable text — Autonomous Enterprise"/>
          <p:cNvSpPr txBox="1"/>
          <p:nvPr/>
        </p:nvSpPr>
        <p:spPr>
          <a:xfrm>
            <a:off x="5416296" y="1626911"/>
            <a:ext cx="1377099" cy="21000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2" b="1" i="0" spc="3">
                <a:solidFill>
                  <a:srgbClr val="FFFFFF"/>
                </a:solidFill>
                <a:latin typeface="Arial"/>
              </a:rPr>
              <a:t>Autonomous Enterprise</a:t>
            </a:r>
          </a:p>
        </p:txBody>
      </p:sp>
      <p:sp>
        <p:nvSpPr>
          <p:cNvPr id="252" name="Editable text — Build"/>
          <p:cNvSpPr txBox="1"/>
          <p:nvPr/>
        </p:nvSpPr>
        <p:spPr>
          <a:xfrm>
            <a:off x="2068957" y="4666424"/>
            <a:ext cx="354278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1" i="0" spc="10">
                <a:solidFill>
                  <a:srgbClr val="FFFFFF"/>
                </a:solidFill>
                <a:latin typeface="Arial"/>
              </a:rPr>
              <a:t>Build</a:t>
            </a:r>
          </a:p>
        </p:txBody>
      </p:sp>
      <p:sp>
        <p:nvSpPr>
          <p:cNvPr id="254" name="Editable text — Contextualize &amp; Reason"/>
          <p:cNvSpPr txBox="1"/>
          <p:nvPr/>
        </p:nvSpPr>
        <p:spPr>
          <a:xfrm>
            <a:off x="6315202" y="4659947"/>
            <a:ext cx="1372807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1" i="0" spc="3">
                <a:solidFill>
                  <a:srgbClr val="FFFFFF"/>
                </a:solidFill>
                <a:latin typeface="Arial"/>
              </a:rPr>
              <a:t>Contextualize &amp; Reason</a:t>
            </a:r>
          </a:p>
        </p:txBody>
      </p:sp>
      <p:sp>
        <p:nvSpPr>
          <p:cNvPr id="256" name="Editable text — Govern"/>
          <p:cNvSpPr txBox="1"/>
          <p:nvPr/>
        </p:nvSpPr>
        <p:spPr>
          <a:xfrm>
            <a:off x="10508868" y="4648390"/>
            <a:ext cx="47166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1" i="0" spc="13">
                <a:solidFill>
                  <a:srgbClr val="FFFFFF"/>
                </a:solidFill>
                <a:latin typeface="Arial"/>
              </a:rPr>
              <a:t>Govern</a:t>
            </a:r>
          </a:p>
        </p:txBody>
      </p:sp>
      <p:sp>
        <p:nvSpPr>
          <p:cNvPr id="258" name="Editable text — SAP Business AI Platform"/>
          <p:cNvSpPr txBox="1"/>
          <p:nvPr/>
        </p:nvSpPr>
        <p:spPr>
          <a:xfrm>
            <a:off x="5395848" y="4443539"/>
            <a:ext cx="1448473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1" i="0" spc="-11">
                <a:solidFill>
                  <a:srgbClr val="FFFFFF"/>
                </a:solidFill>
                <a:latin typeface="Arial"/>
              </a:rPr>
              <a:t>SAP Business AI Platform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"/>
          <p:cNvSpPr/>
          <p:nvPr/>
        </p:nvSpPr>
        <p:spPr>
          <a:xfrm>
            <a:off x="0" y="0"/>
            <a:ext cx="12195175" cy="6858000"/>
          </a:xfrm>
          <a:custGeom>
            <a:avLst/>
            <a:gdLst/>
            <a:ahLst/>
            <a:cxnLst/>
            <a:rect l="0" t="0" r="r" b="b"/>
            <a:pathLst>
              <a:path w="12195175" h="6858000" fill="norm" stroke="0" extrusionOk="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BF9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Editable vector"/>
          <p:cNvSpPr/>
          <p:nvPr/>
        </p:nvSpPr>
        <p:spPr>
          <a:xfrm>
            <a:off x="506628" y="6582778"/>
            <a:ext cx="1186535" cy="71856"/>
          </a:xfrm>
          <a:custGeom>
            <a:avLst/>
            <a:gdLst/>
            <a:ahLst/>
            <a:cxnLst/>
            <a:rect l="0" t="0" r="r" b="b"/>
            <a:pathLst>
              <a:path w="1186536" h="71857" fill="norm" stroke="0" extrusionOk="0">
                <a:moveTo>
                  <a:pt x="0" y="2832"/>
                </a:moveTo>
                <a:lnTo>
                  <a:pt x="0" y="55258"/>
                </a:lnTo>
                <a:lnTo>
                  <a:pt x="7074" y="55258"/>
                </a:lnTo>
                <a:lnTo>
                  <a:pt x="7074" y="2832"/>
                </a:lnTo>
                <a:close/>
                <a:moveTo>
                  <a:pt x="19812" y="2832"/>
                </a:moveTo>
                <a:lnTo>
                  <a:pt x="28181" y="2832"/>
                </a:lnTo>
                <a:lnTo>
                  <a:pt x="54712" y="47410"/>
                </a:lnTo>
                <a:cubicBezTo>
                  <a:pt x="54661" y="46266"/>
                  <a:pt x="54610" y="44717"/>
                  <a:pt x="54572" y="42761"/>
                </a:cubicBezTo>
                <a:cubicBezTo>
                  <a:pt x="54521" y="40793"/>
                  <a:pt x="54496" y="38862"/>
                  <a:pt x="54496" y="36957"/>
                </a:cubicBezTo>
                <a:lnTo>
                  <a:pt x="54496" y="2832"/>
                </a:lnTo>
                <a:lnTo>
                  <a:pt x="60820" y="2832"/>
                </a:lnTo>
                <a:lnTo>
                  <a:pt x="60820" y="55258"/>
                </a:lnTo>
                <a:lnTo>
                  <a:pt x="52108" y="55258"/>
                </a:lnTo>
                <a:lnTo>
                  <a:pt x="25921" y="11202"/>
                </a:lnTo>
                <a:cubicBezTo>
                  <a:pt x="25972" y="12345"/>
                  <a:pt x="26010" y="13894"/>
                  <a:pt x="26060" y="15837"/>
                </a:cubicBezTo>
                <a:cubicBezTo>
                  <a:pt x="26111" y="17780"/>
                  <a:pt x="26137" y="19724"/>
                  <a:pt x="26137" y="21654"/>
                </a:cubicBezTo>
                <a:lnTo>
                  <a:pt x="26137" y="55258"/>
                </a:lnTo>
                <a:lnTo>
                  <a:pt x="19812" y="55258"/>
                </a:lnTo>
                <a:lnTo>
                  <a:pt x="19812" y="2832"/>
                </a:lnTo>
                <a:close/>
                <a:moveTo>
                  <a:pt x="84125" y="9385"/>
                </a:moveTo>
                <a:lnTo>
                  <a:pt x="67653" y="9385"/>
                </a:lnTo>
                <a:lnTo>
                  <a:pt x="67653" y="2832"/>
                </a:lnTo>
                <a:lnTo>
                  <a:pt x="107683" y="2832"/>
                </a:lnTo>
                <a:lnTo>
                  <a:pt x="107683" y="9385"/>
                </a:lnTo>
                <a:lnTo>
                  <a:pt x="91199" y="9385"/>
                </a:lnTo>
                <a:lnTo>
                  <a:pt x="91199" y="55258"/>
                </a:lnTo>
                <a:lnTo>
                  <a:pt x="84125" y="55258"/>
                </a:lnTo>
                <a:lnTo>
                  <a:pt x="84125" y="9385"/>
                </a:lnTo>
                <a:close/>
                <a:moveTo>
                  <a:pt x="114300" y="2832"/>
                </a:moveTo>
                <a:lnTo>
                  <a:pt x="147980" y="2832"/>
                </a:lnTo>
                <a:lnTo>
                  <a:pt x="147980" y="9385"/>
                </a:lnTo>
                <a:lnTo>
                  <a:pt x="121374" y="9385"/>
                </a:lnTo>
                <a:lnTo>
                  <a:pt x="121374" y="25083"/>
                </a:lnTo>
                <a:lnTo>
                  <a:pt x="145783" y="25083"/>
                </a:lnTo>
                <a:lnTo>
                  <a:pt x="145783" y="31483"/>
                </a:lnTo>
                <a:lnTo>
                  <a:pt x="121374" y="31483"/>
                </a:lnTo>
                <a:lnTo>
                  <a:pt x="121374" y="48705"/>
                </a:lnTo>
                <a:lnTo>
                  <a:pt x="149504" y="48705"/>
                </a:lnTo>
                <a:lnTo>
                  <a:pt x="149504" y="55258"/>
                </a:lnTo>
                <a:lnTo>
                  <a:pt x="114300" y="55258"/>
                </a:lnTo>
                <a:lnTo>
                  <a:pt x="114300" y="2832"/>
                </a:lnTo>
                <a:close/>
                <a:moveTo>
                  <a:pt x="158496" y="2832"/>
                </a:moveTo>
                <a:lnTo>
                  <a:pt x="178626" y="2832"/>
                </a:lnTo>
                <a:cubicBezTo>
                  <a:pt x="182550" y="2832"/>
                  <a:pt x="185877" y="3442"/>
                  <a:pt x="188633" y="4674"/>
                </a:cubicBezTo>
                <a:cubicBezTo>
                  <a:pt x="191389" y="5906"/>
                  <a:pt x="193485" y="7671"/>
                  <a:pt x="194907" y="9996"/>
                </a:cubicBezTo>
                <a:cubicBezTo>
                  <a:pt x="196329" y="12319"/>
                  <a:pt x="197041" y="15088"/>
                  <a:pt x="197041" y="18314"/>
                </a:cubicBezTo>
                <a:cubicBezTo>
                  <a:pt x="197041" y="20613"/>
                  <a:pt x="196596" y="22797"/>
                  <a:pt x="195707" y="24854"/>
                </a:cubicBezTo>
                <a:cubicBezTo>
                  <a:pt x="194818" y="26912"/>
                  <a:pt x="193408" y="28702"/>
                  <a:pt x="191478" y="30214"/>
                </a:cubicBezTo>
                <a:cubicBezTo>
                  <a:pt x="189560" y="31725"/>
                  <a:pt x="187122" y="32766"/>
                  <a:pt x="184175" y="33338"/>
                </a:cubicBezTo>
                <a:lnTo>
                  <a:pt x="199200" y="55258"/>
                </a:lnTo>
                <a:lnTo>
                  <a:pt x="190944" y="55258"/>
                </a:lnTo>
                <a:lnTo>
                  <a:pt x="177254" y="34240"/>
                </a:lnTo>
                <a:lnTo>
                  <a:pt x="165570" y="34240"/>
                </a:lnTo>
                <a:lnTo>
                  <a:pt x="165570" y="55258"/>
                </a:lnTo>
                <a:lnTo>
                  <a:pt x="158496" y="55258"/>
                </a:lnTo>
                <a:lnTo>
                  <a:pt x="158496" y="2832"/>
                </a:lnTo>
                <a:close/>
                <a:moveTo>
                  <a:pt x="178143" y="27915"/>
                </a:moveTo>
                <a:cubicBezTo>
                  <a:pt x="180797" y="27915"/>
                  <a:pt x="183007" y="27496"/>
                  <a:pt x="184785" y="26657"/>
                </a:cubicBezTo>
                <a:cubicBezTo>
                  <a:pt x="186563" y="25832"/>
                  <a:pt x="187871" y="24702"/>
                  <a:pt x="188709" y="23279"/>
                </a:cubicBezTo>
                <a:cubicBezTo>
                  <a:pt x="189548" y="21857"/>
                  <a:pt x="189979" y="20219"/>
                  <a:pt x="189979" y="18390"/>
                </a:cubicBezTo>
                <a:cubicBezTo>
                  <a:pt x="189979" y="15380"/>
                  <a:pt x="188925" y="13119"/>
                  <a:pt x="186817" y="11595"/>
                </a:cubicBezTo>
                <a:cubicBezTo>
                  <a:pt x="184709" y="10071"/>
                  <a:pt x="181712" y="9310"/>
                  <a:pt x="177851" y="9310"/>
                </a:cubicBezTo>
                <a:lnTo>
                  <a:pt x="165570" y="9310"/>
                </a:lnTo>
                <a:lnTo>
                  <a:pt x="165570" y="27915"/>
                </a:lnTo>
                <a:lnTo>
                  <a:pt x="178143" y="27915"/>
                </a:lnTo>
                <a:close/>
                <a:moveTo>
                  <a:pt x="207264" y="2832"/>
                </a:moveTo>
                <a:lnTo>
                  <a:pt x="215633" y="2832"/>
                </a:lnTo>
                <a:lnTo>
                  <a:pt x="242164" y="47410"/>
                </a:lnTo>
                <a:cubicBezTo>
                  <a:pt x="242113" y="46266"/>
                  <a:pt x="242062" y="44717"/>
                  <a:pt x="242024" y="42761"/>
                </a:cubicBezTo>
                <a:cubicBezTo>
                  <a:pt x="241973" y="40793"/>
                  <a:pt x="241948" y="38862"/>
                  <a:pt x="241948" y="36957"/>
                </a:cubicBezTo>
                <a:lnTo>
                  <a:pt x="241948" y="2832"/>
                </a:lnTo>
                <a:lnTo>
                  <a:pt x="248272" y="2832"/>
                </a:lnTo>
                <a:lnTo>
                  <a:pt x="248272" y="55258"/>
                </a:lnTo>
                <a:lnTo>
                  <a:pt x="239560" y="55258"/>
                </a:lnTo>
                <a:lnTo>
                  <a:pt x="213373" y="11202"/>
                </a:lnTo>
                <a:cubicBezTo>
                  <a:pt x="213424" y="12345"/>
                  <a:pt x="213462" y="13894"/>
                  <a:pt x="213512" y="15837"/>
                </a:cubicBezTo>
                <a:cubicBezTo>
                  <a:pt x="213563" y="17780"/>
                  <a:pt x="213589" y="19724"/>
                  <a:pt x="213589" y="21654"/>
                </a:cubicBezTo>
                <a:lnTo>
                  <a:pt x="213589" y="55258"/>
                </a:lnTo>
                <a:lnTo>
                  <a:pt x="207264" y="55258"/>
                </a:lnTo>
                <a:lnTo>
                  <a:pt x="207264" y="2832"/>
                </a:lnTo>
                <a:close/>
                <a:moveTo>
                  <a:pt x="274079" y="2832"/>
                </a:moveTo>
                <a:lnTo>
                  <a:pt x="282181" y="2832"/>
                </a:lnTo>
                <a:lnTo>
                  <a:pt x="301904" y="55258"/>
                </a:lnTo>
                <a:lnTo>
                  <a:pt x="294500" y="55258"/>
                </a:lnTo>
                <a:lnTo>
                  <a:pt x="289547" y="41085"/>
                </a:lnTo>
                <a:lnTo>
                  <a:pt x="266560" y="41085"/>
                </a:lnTo>
                <a:lnTo>
                  <a:pt x="261607" y="55258"/>
                </a:lnTo>
                <a:lnTo>
                  <a:pt x="254356" y="55258"/>
                </a:lnTo>
                <a:lnTo>
                  <a:pt x="274079" y="2832"/>
                </a:lnTo>
                <a:close/>
                <a:moveTo>
                  <a:pt x="287401" y="34900"/>
                </a:moveTo>
                <a:lnTo>
                  <a:pt x="281178" y="17158"/>
                </a:lnTo>
                <a:cubicBezTo>
                  <a:pt x="280607" y="15545"/>
                  <a:pt x="280048" y="13932"/>
                  <a:pt x="279489" y="12319"/>
                </a:cubicBezTo>
                <a:cubicBezTo>
                  <a:pt x="278930" y="10706"/>
                  <a:pt x="278448" y="9322"/>
                  <a:pt x="278054" y="8154"/>
                </a:cubicBezTo>
                <a:cubicBezTo>
                  <a:pt x="277660" y="9322"/>
                  <a:pt x="277178" y="10706"/>
                  <a:pt x="276619" y="12319"/>
                </a:cubicBezTo>
                <a:cubicBezTo>
                  <a:pt x="276060" y="13932"/>
                  <a:pt x="275501" y="15545"/>
                  <a:pt x="274930" y="17158"/>
                </a:cubicBezTo>
                <a:lnTo>
                  <a:pt x="268719" y="34900"/>
                </a:lnTo>
                <a:lnTo>
                  <a:pt x="287401" y="34900"/>
                </a:lnTo>
                <a:close/>
                <a:moveTo>
                  <a:pt x="307848" y="2832"/>
                </a:moveTo>
                <a:lnTo>
                  <a:pt x="314922" y="2832"/>
                </a:lnTo>
                <a:lnTo>
                  <a:pt x="314922" y="48705"/>
                </a:lnTo>
                <a:lnTo>
                  <a:pt x="339179" y="48705"/>
                </a:lnTo>
                <a:lnTo>
                  <a:pt x="339179" y="55258"/>
                </a:lnTo>
                <a:lnTo>
                  <a:pt x="307848" y="55258"/>
                </a:lnTo>
                <a:lnTo>
                  <a:pt x="307848" y="2832"/>
                </a:lnTo>
                <a:close/>
                <a:moveTo>
                  <a:pt x="362268" y="32410"/>
                </a:moveTo>
                <a:lnTo>
                  <a:pt x="362268" y="37580"/>
                </a:lnTo>
                <a:lnTo>
                  <a:pt x="404609" y="37580"/>
                </a:lnTo>
                <a:lnTo>
                  <a:pt x="404609" y="32410"/>
                </a:lnTo>
                <a:close/>
                <a:moveTo>
                  <a:pt x="446773" y="56007"/>
                </a:moveTo>
                <a:cubicBezTo>
                  <a:pt x="442481" y="56007"/>
                  <a:pt x="438696" y="55309"/>
                  <a:pt x="435407" y="53911"/>
                </a:cubicBezTo>
                <a:cubicBezTo>
                  <a:pt x="432118" y="52528"/>
                  <a:pt x="429387" y="50432"/>
                  <a:pt x="427203" y="47625"/>
                </a:cubicBezTo>
                <a:lnTo>
                  <a:pt x="432041" y="42787"/>
                </a:lnTo>
                <a:cubicBezTo>
                  <a:pt x="433210" y="44260"/>
                  <a:pt x="434429" y="45492"/>
                  <a:pt x="435724" y="46495"/>
                </a:cubicBezTo>
                <a:cubicBezTo>
                  <a:pt x="437007" y="47498"/>
                  <a:pt x="438556" y="48299"/>
                  <a:pt x="440373" y="48895"/>
                </a:cubicBezTo>
                <a:cubicBezTo>
                  <a:pt x="442189" y="49492"/>
                  <a:pt x="444322" y="49785"/>
                  <a:pt x="446773" y="49785"/>
                </a:cubicBezTo>
                <a:cubicBezTo>
                  <a:pt x="449199" y="49785"/>
                  <a:pt x="451371" y="49479"/>
                  <a:pt x="453288" y="48870"/>
                </a:cubicBezTo>
                <a:cubicBezTo>
                  <a:pt x="455193" y="48273"/>
                  <a:pt x="456705" y="47320"/>
                  <a:pt x="457822" y="46025"/>
                </a:cubicBezTo>
                <a:cubicBezTo>
                  <a:pt x="458940" y="44742"/>
                  <a:pt x="459499" y="43117"/>
                  <a:pt x="459499" y="41161"/>
                </a:cubicBezTo>
                <a:cubicBezTo>
                  <a:pt x="459499" y="39192"/>
                  <a:pt x="458915" y="37605"/>
                  <a:pt x="457746" y="36399"/>
                </a:cubicBezTo>
                <a:cubicBezTo>
                  <a:pt x="456578" y="35179"/>
                  <a:pt x="455104" y="34227"/>
                  <a:pt x="453326" y="33541"/>
                </a:cubicBezTo>
                <a:cubicBezTo>
                  <a:pt x="451536" y="32868"/>
                  <a:pt x="449161" y="32157"/>
                  <a:pt x="446215" y="31407"/>
                </a:cubicBezTo>
                <a:cubicBezTo>
                  <a:pt x="442646" y="30518"/>
                  <a:pt x="439712" y="29579"/>
                  <a:pt x="437439" y="28601"/>
                </a:cubicBezTo>
                <a:cubicBezTo>
                  <a:pt x="435153" y="27623"/>
                  <a:pt x="433222" y="26124"/>
                  <a:pt x="431635" y="24118"/>
                </a:cubicBezTo>
                <a:cubicBezTo>
                  <a:pt x="430047" y="22111"/>
                  <a:pt x="429247" y="19431"/>
                  <a:pt x="429247" y="16078"/>
                </a:cubicBezTo>
                <a:cubicBezTo>
                  <a:pt x="429247" y="12878"/>
                  <a:pt x="430060" y="10237"/>
                  <a:pt x="431660" y="8128"/>
                </a:cubicBezTo>
                <a:cubicBezTo>
                  <a:pt x="433273" y="6033"/>
                  <a:pt x="435458" y="4496"/>
                  <a:pt x="438201" y="3518"/>
                </a:cubicBezTo>
                <a:cubicBezTo>
                  <a:pt x="440931" y="2540"/>
                  <a:pt x="444017" y="2045"/>
                  <a:pt x="447446" y="2045"/>
                </a:cubicBezTo>
                <a:cubicBezTo>
                  <a:pt x="451561" y="2045"/>
                  <a:pt x="455054" y="2718"/>
                  <a:pt x="457937" y="4039"/>
                </a:cubicBezTo>
                <a:cubicBezTo>
                  <a:pt x="460807" y="5373"/>
                  <a:pt x="463220" y="7201"/>
                  <a:pt x="465150" y="9525"/>
                </a:cubicBezTo>
                <a:lnTo>
                  <a:pt x="460426" y="14212"/>
                </a:lnTo>
                <a:cubicBezTo>
                  <a:pt x="458762" y="12306"/>
                  <a:pt x="456870" y="10833"/>
                  <a:pt x="454736" y="9792"/>
                </a:cubicBezTo>
                <a:cubicBezTo>
                  <a:pt x="452603" y="8751"/>
                  <a:pt x="450050" y="8230"/>
                  <a:pt x="447065" y="8230"/>
                </a:cubicBezTo>
                <a:cubicBezTo>
                  <a:pt x="444665" y="8230"/>
                  <a:pt x="442646" y="8560"/>
                  <a:pt x="441007" y="9208"/>
                </a:cubicBezTo>
                <a:cubicBezTo>
                  <a:pt x="439369" y="9868"/>
                  <a:pt x="438150" y="10770"/>
                  <a:pt x="437363" y="11913"/>
                </a:cubicBezTo>
                <a:cubicBezTo>
                  <a:pt x="436562" y="13056"/>
                  <a:pt x="436169" y="14364"/>
                  <a:pt x="436169" y="15850"/>
                </a:cubicBezTo>
                <a:cubicBezTo>
                  <a:pt x="436169" y="17666"/>
                  <a:pt x="436715" y="19139"/>
                  <a:pt x="437820" y="20269"/>
                </a:cubicBezTo>
                <a:cubicBezTo>
                  <a:pt x="438925" y="21387"/>
                  <a:pt x="440309" y="22276"/>
                  <a:pt x="441960" y="22911"/>
                </a:cubicBezTo>
                <a:cubicBezTo>
                  <a:pt x="443598" y="23533"/>
                  <a:pt x="445872" y="24244"/>
                  <a:pt x="448742" y="25006"/>
                </a:cubicBezTo>
                <a:cubicBezTo>
                  <a:pt x="452514" y="25946"/>
                  <a:pt x="455587" y="26912"/>
                  <a:pt x="457949" y="27915"/>
                </a:cubicBezTo>
                <a:cubicBezTo>
                  <a:pt x="460324" y="28905"/>
                  <a:pt x="462343" y="30429"/>
                  <a:pt x="463995" y="32487"/>
                </a:cubicBezTo>
                <a:cubicBezTo>
                  <a:pt x="465658" y="34544"/>
                  <a:pt x="466496" y="37313"/>
                  <a:pt x="466496" y="40780"/>
                </a:cubicBezTo>
                <a:cubicBezTo>
                  <a:pt x="466496" y="43765"/>
                  <a:pt x="465734" y="46393"/>
                  <a:pt x="464223" y="48692"/>
                </a:cubicBezTo>
                <a:cubicBezTo>
                  <a:pt x="462712" y="50991"/>
                  <a:pt x="460477" y="52781"/>
                  <a:pt x="457505" y="54064"/>
                </a:cubicBezTo>
                <a:cubicBezTo>
                  <a:pt x="454546" y="55359"/>
                  <a:pt x="450964" y="56007"/>
                  <a:pt x="446773" y="56007"/>
                </a:cubicBezTo>
                <a:close/>
                <a:moveTo>
                  <a:pt x="488963" y="2832"/>
                </a:moveTo>
                <a:lnTo>
                  <a:pt x="497065" y="2832"/>
                </a:lnTo>
                <a:lnTo>
                  <a:pt x="516788" y="55258"/>
                </a:lnTo>
                <a:lnTo>
                  <a:pt x="509384" y="55258"/>
                </a:lnTo>
                <a:lnTo>
                  <a:pt x="504431" y="41085"/>
                </a:lnTo>
                <a:lnTo>
                  <a:pt x="481444" y="41085"/>
                </a:lnTo>
                <a:lnTo>
                  <a:pt x="476491" y="55258"/>
                </a:lnTo>
                <a:lnTo>
                  <a:pt x="469240" y="55258"/>
                </a:lnTo>
                <a:lnTo>
                  <a:pt x="488963" y="2832"/>
                </a:lnTo>
                <a:close/>
                <a:moveTo>
                  <a:pt x="502285" y="34900"/>
                </a:moveTo>
                <a:lnTo>
                  <a:pt x="496062" y="17158"/>
                </a:lnTo>
                <a:cubicBezTo>
                  <a:pt x="495490" y="15545"/>
                  <a:pt x="494932" y="13932"/>
                  <a:pt x="494373" y="12319"/>
                </a:cubicBezTo>
                <a:cubicBezTo>
                  <a:pt x="493814" y="10706"/>
                  <a:pt x="493332" y="9322"/>
                  <a:pt x="492938" y="8154"/>
                </a:cubicBezTo>
                <a:cubicBezTo>
                  <a:pt x="492544" y="9322"/>
                  <a:pt x="492062" y="10706"/>
                  <a:pt x="491503" y="12319"/>
                </a:cubicBezTo>
                <a:cubicBezTo>
                  <a:pt x="490944" y="13932"/>
                  <a:pt x="490385" y="15545"/>
                  <a:pt x="489814" y="17158"/>
                </a:cubicBezTo>
                <a:lnTo>
                  <a:pt x="483603" y="34900"/>
                </a:lnTo>
                <a:lnTo>
                  <a:pt x="502285" y="34900"/>
                </a:lnTo>
                <a:close/>
                <a:moveTo>
                  <a:pt x="522732" y="2832"/>
                </a:moveTo>
                <a:lnTo>
                  <a:pt x="542531" y="2832"/>
                </a:lnTo>
                <a:cubicBezTo>
                  <a:pt x="546570" y="2832"/>
                  <a:pt x="549974" y="3493"/>
                  <a:pt x="552729" y="4801"/>
                </a:cubicBezTo>
                <a:cubicBezTo>
                  <a:pt x="555473" y="6121"/>
                  <a:pt x="557543" y="7963"/>
                  <a:pt x="558914" y="10351"/>
                </a:cubicBezTo>
                <a:cubicBezTo>
                  <a:pt x="560299" y="12726"/>
                  <a:pt x="560984" y="15532"/>
                  <a:pt x="560984" y="18759"/>
                </a:cubicBezTo>
                <a:cubicBezTo>
                  <a:pt x="560984" y="21908"/>
                  <a:pt x="560299" y="24727"/>
                  <a:pt x="558940" y="27204"/>
                </a:cubicBezTo>
                <a:cubicBezTo>
                  <a:pt x="557568" y="29680"/>
                  <a:pt x="555536" y="31636"/>
                  <a:pt x="552831" y="33058"/>
                </a:cubicBezTo>
                <a:cubicBezTo>
                  <a:pt x="550126" y="34493"/>
                  <a:pt x="546837" y="35205"/>
                  <a:pt x="542938" y="35205"/>
                </a:cubicBezTo>
                <a:lnTo>
                  <a:pt x="529806" y="35205"/>
                </a:lnTo>
                <a:lnTo>
                  <a:pt x="529806" y="55258"/>
                </a:lnTo>
                <a:lnTo>
                  <a:pt x="522732" y="55258"/>
                </a:lnTo>
                <a:lnTo>
                  <a:pt x="522732" y="2832"/>
                </a:lnTo>
                <a:close/>
                <a:moveTo>
                  <a:pt x="541934" y="28804"/>
                </a:moveTo>
                <a:cubicBezTo>
                  <a:pt x="545948" y="28804"/>
                  <a:pt x="548957" y="27953"/>
                  <a:pt x="550939" y="26251"/>
                </a:cubicBezTo>
                <a:cubicBezTo>
                  <a:pt x="552920" y="24550"/>
                  <a:pt x="553911" y="22085"/>
                  <a:pt x="553911" y="18835"/>
                </a:cubicBezTo>
                <a:cubicBezTo>
                  <a:pt x="553911" y="15710"/>
                  <a:pt x="552882" y="13336"/>
                  <a:pt x="550812" y="11723"/>
                </a:cubicBezTo>
                <a:cubicBezTo>
                  <a:pt x="548742" y="10109"/>
                  <a:pt x="545681" y="9310"/>
                  <a:pt x="541630" y="9310"/>
                </a:cubicBezTo>
                <a:lnTo>
                  <a:pt x="529806" y="9310"/>
                </a:lnTo>
                <a:lnTo>
                  <a:pt x="529806" y="28804"/>
                </a:lnTo>
                <a:lnTo>
                  <a:pt x="541934" y="28804"/>
                </a:lnTo>
                <a:close/>
                <a:moveTo>
                  <a:pt x="595973" y="56007"/>
                </a:moveTo>
                <a:cubicBezTo>
                  <a:pt x="593585" y="56007"/>
                  <a:pt x="591464" y="55538"/>
                  <a:pt x="589610" y="54623"/>
                </a:cubicBezTo>
                <a:cubicBezTo>
                  <a:pt x="587743" y="53708"/>
                  <a:pt x="586296" y="52363"/>
                  <a:pt x="585254" y="50610"/>
                </a:cubicBezTo>
                <a:cubicBezTo>
                  <a:pt x="584213" y="48844"/>
                  <a:pt x="583692" y="46736"/>
                  <a:pt x="583692" y="44285"/>
                </a:cubicBezTo>
                <a:cubicBezTo>
                  <a:pt x="583692" y="41275"/>
                  <a:pt x="584479" y="38812"/>
                  <a:pt x="586054" y="36881"/>
                </a:cubicBezTo>
                <a:cubicBezTo>
                  <a:pt x="587629" y="34938"/>
                  <a:pt x="589775" y="33528"/>
                  <a:pt x="592506" y="32652"/>
                </a:cubicBezTo>
                <a:cubicBezTo>
                  <a:pt x="595236" y="31776"/>
                  <a:pt x="598399" y="31331"/>
                  <a:pt x="601993" y="31331"/>
                </a:cubicBezTo>
                <a:lnTo>
                  <a:pt x="609143" y="31331"/>
                </a:lnTo>
                <a:lnTo>
                  <a:pt x="609143" y="28575"/>
                </a:lnTo>
                <a:cubicBezTo>
                  <a:pt x="609143" y="25756"/>
                  <a:pt x="608470" y="23597"/>
                  <a:pt x="607111" y="22123"/>
                </a:cubicBezTo>
                <a:cubicBezTo>
                  <a:pt x="605765" y="20651"/>
                  <a:pt x="603720" y="19914"/>
                  <a:pt x="600989" y="19914"/>
                </a:cubicBezTo>
                <a:cubicBezTo>
                  <a:pt x="598513" y="19914"/>
                  <a:pt x="596354" y="20409"/>
                  <a:pt x="594500" y="21413"/>
                </a:cubicBezTo>
                <a:cubicBezTo>
                  <a:pt x="592658" y="22416"/>
                  <a:pt x="591020" y="23876"/>
                  <a:pt x="589610" y="25794"/>
                </a:cubicBezTo>
                <a:lnTo>
                  <a:pt x="585292" y="21476"/>
                </a:lnTo>
                <a:cubicBezTo>
                  <a:pt x="589305" y="16663"/>
                  <a:pt x="594690" y="14250"/>
                  <a:pt x="601434" y="14250"/>
                </a:cubicBezTo>
                <a:cubicBezTo>
                  <a:pt x="604545" y="14250"/>
                  <a:pt x="607174" y="14846"/>
                  <a:pt x="609333" y="16040"/>
                </a:cubicBezTo>
                <a:cubicBezTo>
                  <a:pt x="611480" y="17234"/>
                  <a:pt x="613105" y="18898"/>
                  <a:pt x="614197" y="21044"/>
                </a:cubicBezTo>
                <a:cubicBezTo>
                  <a:pt x="615290" y="23191"/>
                  <a:pt x="615836" y="25705"/>
                  <a:pt x="615836" y="28575"/>
                </a:cubicBezTo>
                <a:lnTo>
                  <a:pt x="615836" y="55258"/>
                </a:lnTo>
                <a:lnTo>
                  <a:pt x="609435" y="55258"/>
                </a:lnTo>
                <a:lnTo>
                  <a:pt x="609435" y="47778"/>
                </a:lnTo>
                <a:lnTo>
                  <a:pt x="609295" y="47778"/>
                </a:lnTo>
                <a:cubicBezTo>
                  <a:pt x="607949" y="50635"/>
                  <a:pt x="606209" y="52718"/>
                  <a:pt x="604076" y="54026"/>
                </a:cubicBezTo>
                <a:cubicBezTo>
                  <a:pt x="601942" y="55347"/>
                  <a:pt x="599250" y="56007"/>
                  <a:pt x="595973" y="56007"/>
                </a:cubicBezTo>
                <a:close/>
                <a:moveTo>
                  <a:pt x="590614" y="44133"/>
                </a:moveTo>
                <a:cubicBezTo>
                  <a:pt x="590614" y="45403"/>
                  <a:pt x="590893" y="46495"/>
                  <a:pt x="591464" y="47447"/>
                </a:cubicBezTo>
                <a:cubicBezTo>
                  <a:pt x="592036" y="48387"/>
                  <a:pt x="592861" y="49111"/>
                  <a:pt x="593941" y="49619"/>
                </a:cubicBezTo>
                <a:cubicBezTo>
                  <a:pt x="595020" y="50127"/>
                  <a:pt x="596303" y="50381"/>
                  <a:pt x="597789" y="50381"/>
                </a:cubicBezTo>
                <a:cubicBezTo>
                  <a:pt x="600151" y="50381"/>
                  <a:pt x="602183" y="49911"/>
                  <a:pt x="603898" y="48946"/>
                </a:cubicBezTo>
                <a:cubicBezTo>
                  <a:pt x="605612" y="47993"/>
                  <a:pt x="606908" y="46749"/>
                  <a:pt x="607797" y="45187"/>
                </a:cubicBezTo>
                <a:cubicBezTo>
                  <a:pt x="608698" y="43638"/>
                  <a:pt x="609143" y="41999"/>
                  <a:pt x="609143" y="40260"/>
                </a:cubicBezTo>
                <a:lnTo>
                  <a:pt x="609143" y="36361"/>
                </a:lnTo>
                <a:lnTo>
                  <a:pt x="602894" y="36361"/>
                </a:lnTo>
                <a:cubicBezTo>
                  <a:pt x="599199" y="36361"/>
                  <a:pt x="596227" y="36919"/>
                  <a:pt x="593979" y="38050"/>
                </a:cubicBezTo>
                <a:cubicBezTo>
                  <a:pt x="591731" y="39180"/>
                  <a:pt x="590614" y="41199"/>
                  <a:pt x="590614" y="44133"/>
                </a:cubicBezTo>
                <a:close/>
                <a:moveTo>
                  <a:pt x="625285" y="15037"/>
                </a:moveTo>
                <a:lnTo>
                  <a:pt x="631685" y="15037"/>
                </a:lnTo>
                <a:lnTo>
                  <a:pt x="631685" y="23406"/>
                </a:lnTo>
                <a:lnTo>
                  <a:pt x="631838" y="23406"/>
                </a:lnTo>
                <a:cubicBezTo>
                  <a:pt x="632828" y="20803"/>
                  <a:pt x="634340" y="18631"/>
                  <a:pt x="636372" y="16879"/>
                </a:cubicBezTo>
                <a:cubicBezTo>
                  <a:pt x="638404" y="15126"/>
                  <a:pt x="641248" y="14250"/>
                  <a:pt x="644893" y="14250"/>
                </a:cubicBezTo>
                <a:cubicBezTo>
                  <a:pt x="647675" y="14250"/>
                  <a:pt x="649999" y="14834"/>
                  <a:pt x="651866" y="16002"/>
                </a:cubicBezTo>
                <a:cubicBezTo>
                  <a:pt x="653745" y="17171"/>
                  <a:pt x="655142" y="18821"/>
                  <a:pt x="656082" y="20955"/>
                </a:cubicBezTo>
                <a:cubicBezTo>
                  <a:pt x="657009" y="23089"/>
                  <a:pt x="657466" y="25578"/>
                  <a:pt x="657466" y="28435"/>
                </a:cubicBezTo>
                <a:lnTo>
                  <a:pt x="657466" y="55258"/>
                </a:lnTo>
                <a:lnTo>
                  <a:pt x="650735" y="55258"/>
                </a:lnTo>
                <a:lnTo>
                  <a:pt x="650735" y="29731"/>
                </a:lnTo>
                <a:cubicBezTo>
                  <a:pt x="650735" y="26632"/>
                  <a:pt x="650088" y="24270"/>
                  <a:pt x="648805" y="22644"/>
                </a:cubicBezTo>
                <a:cubicBezTo>
                  <a:pt x="647510" y="21019"/>
                  <a:pt x="645389" y="20206"/>
                  <a:pt x="642442" y="20206"/>
                </a:cubicBezTo>
                <a:cubicBezTo>
                  <a:pt x="640334" y="20206"/>
                  <a:pt x="638493" y="20663"/>
                  <a:pt x="636918" y="21590"/>
                </a:cubicBezTo>
                <a:cubicBezTo>
                  <a:pt x="635343" y="22505"/>
                  <a:pt x="634124" y="23838"/>
                  <a:pt x="633273" y="25603"/>
                </a:cubicBezTo>
                <a:cubicBezTo>
                  <a:pt x="632409" y="27369"/>
                  <a:pt x="631990" y="29477"/>
                  <a:pt x="631990" y="31928"/>
                </a:cubicBezTo>
                <a:lnTo>
                  <a:pt x="631990" y="55258"/>
                </a:lnTo>
                <a:lnTo>
                  <a:pt x="625285" y="55258"/>
                </a:lnTo>
                <a:lnTo>
                  <a:pt x="625285" y="15037"/>
                </a:lnTo>
                <a:close/>
                <a:moveTo>
                  <a:pt x="683209" y="56007"/>
                </a:moveTo>
                <a:cubicBezTo>
                  <a:pt x="679691" y="56007"/>
                  <a:pt x="676593" y="55118"/>
                  <a:pt x="673926" y="53366"/>
                </a:cubicBezTo>
                <a:cubicBezTo>
                  <a:pt x="671259" y="51601"/>
                  <a:pt x="669201" y="49137"/>
                  <a:pt x="667741" y="45987"/>
                </a:cubicBezTo>
                <a:cubicBezTo>
                  <a:pt x="666267" y="42838"/>
                  <a:pt x="665543" y="39218"/>
                  <a:pt x="665543" y="35128"/>
                </a:cubicBezTo>
                <a:cubicBezTo>
                  <a:pt x="665543" y="31039"/>
                  <a:pt x="666255" y="27419"/>
                  <a:pt x="667677" y="24270"/>
                </a:cubicBezTo>
                <a:cubicBezTo>
                  <a:pt x="669112" y="21108"/>
                  <a:pt x="671144" y="18656"/>
                  <a:pt x="673786" y="16891"/>
                </a:cubicBezTo>
                <a:cubicBezTo>
                  <a:pt x="676427" y="15139"/>
                  <a:pt x="679488" y="14250"/>
                  <a:pt x="682993" y="14250"/>
                </a:cubicBezTo>
                <a:cubicBezTo>
                  <a:pt x="685571" y="14250"/>
                  <a:pt x="687857" y="14656"/>
                  <a:pt x="689839" y="15443"/>
                </a:cubicBezTo>
                <a:cubicBezTo>
                  <a:pt x="691820" y="16243"/>
                  <a:pt x="693471" y="17297"/>
                  <a:pt x="694792" y="18631"/>
                </a:cubicBezTo>
                <a:cubicBezTo>
                  <a:pt x="696100" y="19952"/>
                  <a:pt x="697116" y="21451"/>
                  <a:pt x="697840" y="23114"/>
                </a:cubicBezTo>
                <a:lnTo>
                  <a:pt x="697979" y="23114"/>
                </a:lnTo>
                <a:lnTo>
                  <a:pt x="697979" y="0"/>
                </a:lnTo>
                <a:lnTo>
                  <a:pt x="704685" y="0"/>
                </a:lnTo>
                <a:lnTo>
                  <a:pt x="704685" y="55258"/>
                </a:lnTo>
                <a:lnTo>
                  <a:pt x="698284" y="55258"/>
                </a:lnTo>
                <a:lnTo>
                  <a:pt x="698284" y="46736"/>
                </a:lnTo>
                <a:lnTo>
                  <a:pt x="698208" y="46736"/>
                </a:lnTo>
                <a:cubicBezTo>
                  <a:pt x="697090" y="49492"/>
                  <a:pt x="695363" y="51727"/>
                  <a:pt x="693014" y="53429"/>
                </a:cubicBezTo>
                <a:cubicBezTo>
                  <a:pt x="690677" y="55144"/>
                  <a:pt x="687400" y="56007"/>
                  <a:pt x="683209" y="56007"/>
                </a:cubicBezTo>
                <a:close/>
                <a:moveTo>
                  <a:pt x="672541" y="35128"/>
                </a:moveTo>
                <a:cubicBezTo>
                  <a:pt x="672541" y="38380"/>
                  <a:pt x="673087" y="41148"/>
                  <a:pt x="674192" y="43421"/>
                </a:cubicBezTo>
                <a:cubicBezTo>
                  <a:pt x="675297" y="45707"/>
                  <a:pt x="676808" y="47422"/>
                  <a:pt x="678726" y="48578"/>
                </a:cubicBezTo>
                <a:cubicBezTo>
                  <a:pt x="680657" y="49733"/>
                  <a:pt x="682828" y="50305"/>
                  <a:pt x="685267" y="50305"/>
                </a:cubicBezTo>
                <a:cubicBezTo>
                  <a:pt x="687692" y="50305"/>
                  <a:pt x="689864" y="49733"/>
                  <a:pt x="691794" y="48578"/>
                </a:cubicBezTo>
                <a:cubicBezTo>
                  <a:pt x="693712" y="47422"/>
                  <a:pt x="695223" y="45707"/>
                  <a:pt x="696328" y="43447"/>
                </a:cubicBezTo>
                <a:cubicBezTo>
                  <a:pt x="697433" y="41173"/>
                  <a:pt x="697979" y="38405"/>
                  <a:pt x="697979" y="35128"/>
                </a:cubicBezTo>
                <a:cubicBezTo>
                  <a:pt x="697979" y="31877"/>
                  <a:pt x="697433" y="29121"/>
                  <a:pt x="696328" y="26848"/>
                </a:cubicBezTo>
                <a:cubicBezTo>
                  <a:pt x="695223" y="24574"/>
                  <a:pt x="693712" y="22873"/>
                  <a:pt x="691794" y="21717"/>
                </a:cubicBezTo>
                <a:cubicBezTo>
                  <a:pt x="689864" y="20562"/>
                  <a:pt x="687692" y="19990"/>
                  <a:pt x="685267" y="19990"/>
                </a:cubicBezTo>
                <a:cubicBezTo>
                  <a:pt x="682828" y="19990"/>
                  <a:pt x="680657" y="20562"/>
                  <a:pt x="678726" y="21717"/>
                </a:cubicBezTo>
                <a:cubicBezTo>
                  <a:pt x="676808" y="22873"/>
                  <a:pt x="675297" y="24574"/>
                  <a:pt x="674192" y="26848"/>
                </a:cubicBezTo>
                <a:cubicBezTo>
                  <a:pt x="673087" y="29121"/>
                  <a:pt x="672541" y="31877"/>
                  <a:pt x="672541" y="35128"/>
                </a:cubicBezTo>
                <a:close/>
                <a:moveTo>
                  <a:pt x="734568" y="2832"/>
                </a:moveTo>
                <a:lnTo>
                  <a:pt x="754367" y="2832"/>
                </a:lnTo>
                <a:cubicBezTo>
                  <a:pt x="758406" y="2832"/>
                  <a:pt x="761810" y="3493"/>
                  <a:pt x="764515" y="4801"/>
                </a:cubicBezTo>
                <a:cubicBezTo>
                  <a:pt x="767309" y="6121"/>
                  <a:pt x="769341" y="7963"/>
                  <a:pt x="770738" y="10351"/>
                </a:cubicBezTo>
                <a:cubicBezTo>
                  <a:pt x="772135" y="12726"/>
                  <a:pt x="772770" y="15532"/>
                  <a:pt x="772770" y="18759"/>
                </a:cubicBezTo>
                <a:cubicBezTo>
                  <a:pt x="772770" y="21908"/>
                  <a:pt x="772135" y="24727"/>
                  <a:pt x="770738" y="27204"/>
                </a:cubicBezTo>
                <a:cubicBezTo>
                  <a:pt x="769468" y="29680"/>
                  <a:pt x="767436" y="31636"/>
                  <a:pt x="764642" y="33058"/>
                </a:cubicBezTo>
                <a:cubicBezTo>
                  <a:pt x="761962" y="34493"/>
                  <a:pt x="758673" y="35205"/>
                  <a:pt x="754774" y="35205"/>
                </a:cubicBezTo>
                <a:lnTo>
                  <a:pt x="741642" y="35205"/>
                </a:lnTo>
                <a:lnTo>
                  <a:pt x="741642" y="55258"/>
                </a:lnTo>
                <a:lnTo>
                  <a:pt x="734568" y="55258"/>
                </a:lnTo>
                <a:lnTo>
                  <a:pt x="734568" y="2832"/>
                </a:lnTo>
                <a:close/>
                <a:moveTo>
                  <a:pt x="753770" y="28804"/>
                </a:moveTo>
                <a:cubicBezTo>
                  <a:pt x="757784" y="28804"/>
                  <a:pt x="760793" y="27953"/>
                  <a:pt x="762775" y="26251"/>
                </a:cubicBezTo>
                <a:cubicBezTo>
                  <a:pt x="764769" y="24550"/>
                  <a:pt x="765785" y="22085"/>
                  <a:pt x="765785" y="18835"/>
                </a:cubicBezTo>
                <a:cubicBezTo>
                  <a:pt x="765785" y="15710"/>
                  <a:pt x="764769" y="13336"/>
                  <a:pt x="762648" y="11723"/>
                </a:cubicBezTo>
                <a:cubicBezTo>
                  <a:pt x="760578" y="10109"/>
                  <a:pt x="757517" y="9310"/>
                  <a:pt x="753466" y="9310"/>
                </a:cubicBezTo>
                <a:lnTo>
                  <a:pt x="741642" y="9310"/>
                </a:lnTo>
                <a:lnTo>
                  <a:pt x="741642" y="28804"/>
                </a:lnTo>
                <a:lnTo>
                  <a:pt x="753770" y="28804"/>
                </a:lnTo>
                <a:close/>
                <a:moveTo>
                  <a:pt x="789534" y="56007"/>
                </a:moveTo>
                <a:cubicBezTo>
                  <a:pt x="787121" y="56007"/>
                  <a:pt x="784962" y="55538"/>
                  <a:pt x="783184" y="54623"/>
                </a:cubicBezTo>
                <a:cubicBezTo>
                  <a:pt x="781279" y="53708"/>
                  <a:pt x="779882" y="52363"/>
                  <a:pt x="778739" y="50610"/>
                </a:cubicBezTo>
                <a:cubicBezTo>
                  <a:pt x="777723" y="48844"/>
                  <a:pt x="777215" y="46736"/>
                  <a:pt x="777215" y="44285"/>
                </a:cubicBezTo>
                <a:cubicBezTo>
                  <a:pt x="777215" y="41275"/>
                  <a:pt x="777977" y="38812"/>
                  <a:pt x="779628" y="36881"/>
                </a:cubicBezTo>
                <a:cubicBezTo>
                  <a:pt x="781152" y="34938"/>
                  <a:pt x="783311" y="33528"/>
                  <a:pt x="786105" y="32652"/>
                </a:cubicBezTo>
                <a:cubicBezTo>
                  <a:pt x="788772" y="31776"/>
                  <a:pt x="791947" y="31331"/>
                  <a:pt x="795503" y="31331"/>
                </a:cubicBezTo>
                <a:lnTo>
                  <a:pt x="802742" y="31331"/>
                </a:lnTo>
                <a:lnTo>
                  <a:pt x="802742" y="28575"/>
                </a:lnTo>
                <a:cubicBezTo>
                  <a:pt x="802742" y="25756"/>
                  <a:pt x="801980" y="23597"/>
                  <a:pt x="800710" y="22123"/>
                </a:cubicBezTo>
                <a:cubicBezTo>
                  <a:pt x="799313" y="20651"/>
                  <a:pt x="797281" y="19914"/>
                  <a:pt x="794487" y="19914"/>
                </a:cubicBezTo>
                <a:cubicBezTo>
                  <a:pt x="792074" y="19914"/>
                  <a:pt x="789915" y="20409"/>
                  <a:pt x="788010" y="21413"/>
                </a:cubicBezTo>
                <a:cubicBezTo>
                  <a:pt x="786232" y="22416"/>
                  <a:pt x="784581" y="23876"/>
                  <a:pt x="783184" y="25794"/>
                </a:cubicBezTo>
                <a:lnTo>
                  <a:pt x="778866" y="21476"/>
                </a:lnTo>
                <a:cubicBezTo>
                  <a:pt x="782803" y="16663"/>
                  <a:pt x="788264" y="14250"/>
                  <a:pt x="794995" y="14250"/>
                </a:cubicBezTo>
                <a:cubicBezTo>
                  <a:pt x="798043" y="14250"/>
                  <a:pt x="800710" y="14846"/>
                  <a:pt x="802869" y="16040"/>
                </a:cubicBezTo>
                <a:cubicBezTo>
                  <a:pt x="805028" y="17234"/>
                  <a:pt x="806679" y="18898"/>
                  <a:pt x="807695" y="21044"/>
                </a:cubicBezTo>
                <a:cubicBezTo>
                  <a:pt x="808838" y="23191"/>
                  <a:pt x="809346" y="25705"/>
                  <a:pt x="809346" y="28575"/>
                </a:cubicBezTo>
                <a:lnTo>
                  <a:pt x="809346" y="55258"/>
                </a:lnTo>
                <a:lnTo>
                  <a:pt x="802996" y="55258"/>
                </a:lnTo>
                <a:lnTo>
                  <a:pt x="802996" y="47778"/>
                </a:lnTo>
                <a:lnTo>
                  <a:pt x="802869" y="47778"/>
                </a:lnTo>
                <a:cubicBezTo>
                  <a:pt x="801472" y="50635"/>
                  <a:pt x="799821" y="52718"/>
                  <a:pt x="797662" y="54026"/>
                </a:cubicBezTo>
                <a:cubicBezTo>
                  <a:pt x="795503" y="55347"/>
                  <a:pt x="792836" y="56007"/>
                  <a:pt x="789534" y="56007"/>
                </a:cubicBezTo>
                <a:close/>
                <a:moveTo>
                  <a:pt x="784200" y="44133"/>
                </a:moveTo>
                <a:cubicBezTo>
                  <a:pt x="784200" y="45403"/>
                  <a:pt x="784454" y="46495"/>
                  <a:pt x="784962" y="47447"/>
                </a:cubicBezTo>
                <a:cubicBezTo>
                  <a:pt x="785597" y="48387"/>
                  <a:pt x="786359" y="49111"/>
                  <a:pt x="787502" y="49619"/>
                </a:cubicBezTo>
                <a:cubicBezTo>
                  <a:pt x="788518" y="50127"/>
                  <a:pt x="789915" y="50381"/>
                  <a:pt x="791312" y="50381"/>
                </a:cubicBezTo>
                <a:cubicBezTo>
                  <a:pt x="793725" y="50381"/>
                  <a:pt x="795757" y="49911"/>
                  <a:pt x="797408" y="48946"/>
                </a:cubicBezTo>
                <a:cubicBezTo>
                  <a:pt x="799186" y="47993"/>
                  <a:pt x="800456" y="46749"/>
                  <a:pt x="801345" y="45187"/>
                </a:cubicBezTo>
                <a:cubicBezTo>
                  <a:pt x="802234" y="43638"/>
                  <a:pt x="802742" y="41999"/>
                  <a:pt x="802742" y="40260"/>
                </a:cubicBezTo>
                <a:lnTo>
                  <a:pt x="802742" y="36361"/>
                </a:lnTo>
                <a:lnTo>
                  <a:pt x="796392" y="36361"/>
                </a:lnTo>
                <a:cubicBezTo>
                  <a:pt x="792709" y="36361"/>
                  <a:pt x="789788" y="36919"/>
                  <a:pt x="787502" y="38050"/>
                </a:cubicBezTo>
                <a:cubicBezTo>
                  <a:pt x="785343" y="39180"/>
                  <a:pt x="784200" y="41199"/>
                  <a:pt x="784200" y="44133"/>
                </a:cubicBezTo>
                <a:close/>
                <a:moveTo>
                  <a:pt x="818871" y="15037"/>
                </a:moveTo>
                <a:lnTo>
                  <a:pt x="825221" y="15037"/>
                </a:lnTo>
                <a:lnTo>
                  <a:pt x="825221" y="23635"/>
                </a:lnTo>
                <a:lnTo>
                  <a:pt x="825348" y="23635"/>
                </a:lnTo>
                <a:cubicBezTo>
                  <a:pt x="826110" y="20333"/>
                  <a:pt x="827253" y="17945"/>
                  <a:pt x="828904" y="16472"/>
                </a:cubicBezTo>
                <a:cubicBezTo>
                  <a:pt x="830428" y="14999"/>
                  <a:pt x="832460" y="14250"/>
                  <a:pt x="834873" y="14250"/>
                </a:cubicBezTo>
                <a:cubicBezTo>
                  <a:pt x="835508" y="14250"/>
                  <a:pt x="836016" y="14288"/>
                  <a:pt x="836651" y="14364"/>
                </a:cubicBezTo>
                <a:cubicBezTo>
                  <a:pt x="837159" y="14440"/>
                  <a:pt x="837667" y="14529"/>
                  <a:pt x="838048" y="14631"/>
                </a:cubicBezTo>
                <a:lnTo>
                  <a:pt x="838048" y="21210"/>
                </a:lnTo>
                <a:cubicBezTo>
                  <a:pt x="837667" y="21095"/>
                  <a:pt x="837159" y="20993"/>
                  <a:pt x="836524" y="20917"/>
                </a:cubicBezTo>
                <a:cubicBezTo>
                  <a:pt x="835889" y="20841"/>
                  <a:pt x="835254" y="20803"/>
                  <a:pt x="834746" y="20803"/>
                </a:cubicBezTo>
                <a:cubicBezTo>
                  <a:pt x="831444" y="20803"/>
                  <a:pt x="829031" y="21946"/>
                  <a:pt x="827634" y="24244"/>
                </a:cubicBezTo>
                <a:cubicBezTo>
                  <a:pt x="826237" y="26543"/>
                  <a:pt x="825475" y="29896"/>
                  <a:pt x="825475" y="34316"/>
                </a:cubicBezTo>
                <a:lnTo>
                  <a:pt x="825475" y="55258"/>
                </a:lnTo>
                <a:lnTo>
                  <a:pt x="818871" y="55258"/>
                </a:lnTo>
                <a:lnTo>
                  <a:pt x="818871" y="15037"/>
                </a:lnTo>
                <a:close/>
                <a:moveTo>
                  <a:pt x="855701" y="55855"/>
                </a:moveTo>
                <a:cubicBezTo>
                  <a:pt x="853288" y="55855"/>
                  <a:pt x="851383" y="55525"/>
                  <a:pt x="849859" y="54890"/>
                </a:cubicBezTo>
                <a:cubicBezTo>
                  <a:pt x="848462" y="54242"/>
                  <a:pt x="847319" y="53239"/>
                  <a:pt x="846557" y="51867"/>
                </a:cubicBezTo>
                <a:cubicBezTo>
                  <a:pt x="845922" y="50509"/>
                  <a:pt x="845541" y="48743"/>
                  <a:pt x="845541" y="46584"/>
                </a:cubicBezTo>
                <a:lnTo>
                  <a:pt x="845541" y="20651"/>
                </a:lnTo>
                <a:lnTo>
                  <a:pt x="839572" y="20651"/>
                </a:lnTo>
                <a:lnTo>
                  <a:pt x="839572" y="17158"/>
                </a:lnTo>
                <a:lnTo>
                  <a:pt x="851383" y="5283"/>
                </a:lnTo>
                <a:lnTo>
                  <a:pt x="852272" y="5283"/>
                </a:lnTo>
                <a:lnTo>
                  <a:pt x="852272" y="15037"/>
                </a:lnTo>
                <a:lnTo>
                  <a:pt x="861289" y="15037"/>
                </a:lnTo>
                <a:lnTo>
                  <a:pt x="861289" y="20651"/>
                </a:lnTo>
                <a:lnTo>
                  <a:pt x="852272" y="20651"/>
                </a:lnTo>
                <a:lnTo>
                  <a:pt x="852272" y="45212"/>
                </a:lnTo>
                <a:cubicBezTo>
                  <a:pt x="852272" y="46406"/>
                  <a:pt x="852399" y="47320"/>
                  <a:pt x="852653" y="47981"/>
                </a:cubicBezTo>
                <a:cubicBezTo>
                  <a:pt x="852907" y="48641"/>
                  <a:pt x="853415" y="49111"/>
                  <a:pt x="854050" y="49378"/>
                </a:cubicBezTo>
                <a:cubicBezTo>
                  <a:pt x="854685" y="49657"/>
                  <a:pt x="855574" y="49785"/>
                  <a:pt x="856590" y="49785"/>
                </a:cubicBezTo>
                <a:cubicBezTo>
                  <a:pt x="858114" y="49785"/>
                  <a:pt x="859638" y="49581"/>
                  <a:pt x="861289" y="49149"/>
                </a:cubicBezTo>
                <a:lnTo>
                  <a:pt x="861289" y="55258"/>
                </a:lnTo>
                <a:cubicBezTo>
                  <a:pt x="860527" y="55435"/>
                  <a:pt x="859638" y="55576"/>
                  <a:pt x="858622" y="55690"/>
                </a:cubicBezTo>
                <a:cubicBezTo>
                  <a:pt x="857606" y="55791"/>
                  <a:pt x="856590" y="55855"/>
                  <a:pt x="855701" y="55855"/>
                </a:cubicBezTo>
                <a:close/>
                <a:moveTo>
                  <a:pt x="869163" y="15037"/>
                </a:moveTo>
                <a:lnTo>
                  <a:pt x="875513" y="15037"/>
                </a:lnTo>
                <a:lnTo>
                  <a:pt x="875513" y="23406"/>
                </a:lnTo>
                <a:lnTo>
                  <a:pt x="875640" y="23406"/>
                </a:lnTo>
                <a:cubicBezTo>
                  <a:pt x="876656" y="20803"/>
                  <a:pt x="878180" y="18631"/>
                  <a:pt x="880212" y="16879"/>
                </a:cubicBezTo>
                <a:cubicBezTo>
                  <a:pt x="882244" y="15126"/>
                  <a:pt x="885038" y="14250"/>
                  <a:pt x="888721" y="14250"/>
                </a:cubicBezTo>
                <a:cubicBezTo>
                  <a:pt x="891515" y="14250"/>
                  <a:pt x="893801" y="14834"/>
                  <a:pt x="895706" y="16002"/>
                </a:cubicBezTo>
                <a:cubicBezTo>
                  <a:pt x="897611" y="17171"/>
                  <a:pt x="899008" y="18821"/>
                  <a:pt x="899897" y="20955"/>
                </a:cubicBezTo>
                <a:cubicBezTo>
                  <a:pt x="900786" y="23089"/>
                  <a:pt x="901294" y="25578"/>
                  <a:pt x="901294" y="28435"/>
                </a:cubicBezTo>
                <a:lnTo>
                  <a:pt x="901294" y="55258"/>
                </a:lnTo>
                <a:lnTo>
                  <a:pt x="894563" y="55258"/>
                </a:lnTo>
                <a:lnTo>
                  <a:pt x="894563" y="29731"/>
                </a:lnTo>
                <a:cubicBezTo>
                  <a:pt x="894563" y="26632"/>
                  <a:pt x="893928" y="24270"/>
                  <a:pt x="892658" y="22644"/>
                </a:cubicBezTo>
                <a:cubicBezTo>
                  <a:pt x="891388" y="21019"/>
                  <a:pt x="889229" y="20206"/>
                  <a:pt x="886308" y="20206"/>
                </a:cubicBezTo>
                <a:cubicBezTo>
                  <a:pt x="884149" y="20206"/>
                  <a:pt x="882371" y="20663"/>
                  <a:pt x="880720" y="21590"/>
                </a:cubicBezTo>
                <a:cubicBezTo>
                  <a:pt x="879196" y="22505"/>
                  <a:pt x="877926" y="23838"/>
                  <a:pt x="877164" y="25603"/>
                </a:cubicBezTo>
                <a:cubicBezTo>
                  <a:pt x="876275" y="27369"/>
                  <a:pt x="875767" y="29477"/>
                  <a:pt x="875767" y="31928"/>
                </a:cubicBezTo>
                <a:lnTo>
                  <a:pt x="875767" y="55258"/>
                </a:lnTo>
                <a:lnTo>
                  <a:pt x="869163" y="55258"/>
                </a:lnTo>
                <a:lnTo>
                  <a:pt x="869163" y="15037"/>
                </a:lnTo>
                <a:close/>
                <a:moveTo>
                  <a:pt x="929615" y="56007"/>
                </a:moveTo>
                <a:cubicBezTo>
                  <a:pt x="925551" y="56007"/>
                  <a:pt x="921995" y="55207"/>
                  <a:pt x="918947" y="53607"/>
                </a:cubicBezTo>
                <a:cubicBezTo>
                  <a:pt x="915899" y="52007"/>
                  <a:pt x="913486" y="49632"/>
                  <a:pt x="911835" y="46495"/>
                </a:cubicBezTo>
                <a:cubicBezTo>
                  <a:pt x="910184" y="43358"/>
                  <a:pt x="909422" y="39574"/>
                  <a:pt x="909422" y="35128"/>
                </a:cubicBezTo>
                <a:cubicBezTo>
                  <a:pt x="909422" y="30633"/>
                  <a:pt x="910311" y="26822"/>
                  <a:pt x="911962" y="23685"/>
                </a:cubicBezTo>
                <a:cubicBezTo>
                  <a:pt x="913740" y="20549"/>
                  <a:pt x="916153" y="18186"/>
                  <a:pt x="919074" y="16612"/>
                </a:cubicBezTo>
                <a:cubicBezTo>
                  <a:pt x="921995" y="15037"/>
                  <a:pt x="925297" y="14250"/>
                  <a:pt x="928853" y="14250"/>
                </a:cubicBezTo>
                <a:cubicBezTo>
                  <a:pt x="932917" y="14250"/>
                  <a:pt x="936346" y="15202"/>
                  <a:pt x="938886" y="17107"/>
                </a:cubicBezTo>
                <a:cubicBezTo>
                  <a:pt x="941553" y="19000"/>
                  <a:pt x="943458" y="21425"/>
                  <a:pt x="944601" y="24371"/>
                </a:cubicBezTo>
                <a:cubicBezTo>
                  <a:pt x="945871" y="27331"/>
                  <a:pt x="946379" y="30429"/>
                  <a:pt x="946379" y="33681"/>
                </a:cubicBezTo>
                <a:cubicBezTo>
                  <a:pt x="946379" y="34798"/>
                  <a:pt x="946379" y="35840"/>
                  <a:pt x="946252" y="36805"/>
                </a:cubicBezTo>
                <a:lnTo>
                  <a:pt x="916407" y="36805"/>
                </a:lnTo>
                <a:cubicBezTo>
                  <a:pt x="916661" y="41199"/>
                  <a:pt x="917931" y="44539"/>
                  <a:pt x="920090" y="46851"/>
                </a:cubicBezTo>
                <a:cubicBezTo>
                  <a:pt x="922376" y="49149"/>
                  <a:pt x="925551" y="50305"/>
                  <a:pt x="929615" y="50305"/>
                </a:cubicBezTo>
                <a:cubicBezTo>
                  <a:pt x="932155" y="50305"/>
                  <a:pt x="934187" y="49936"/>
                  <a:pt x="935965" y="49188"/>
                </a:cubicBezTo>
                <a:cubicBezTo>
                  <a:pt x="937743" y="48451"/>
                  <a:pt x="939394" y="47219"/>
                  <a:pt x="940791" y="45504"/>
                </a:cubicBezTo>
                <a:lnTo>
                  <a:pt x="944982" y="49670"/>
                </a:lnTo>
                <a:cubicBezTo>
                  <a:pt x="943712" y="51168"/>
                  <a:pt x="942315" y="52375"/>
                  <a:pt x="940791" y="53302"/>
                </a:cubicBezTo>
                <a:cubicBezTo>
                  <a:pt x="939267" y="54229"/>
                  <a:pt x="937743" y="54915"/>
                  <a:pt x="935838" y="55347"/>
                </a:cubicBezTo>
                <a:cubicBezTo>
                  <a:pt x="934060" y="55779"/>
                  <a:pt x="932028" y="56007"/>
                  <a:pt x="929615" y="56007"/>
                </a:cubicBezTo>
                <a:close/>
                <a:moveTo>
                  <a:pt x="939648" y="31636"/>
                </a:moveTo>
                <a:cubicBezTo>
                  <a:pt x="939267" y="27763"/>
                  <a:pt x="938124" y="24854"/>
                  <a:pt x="936219" y="22911"/>
                </a:cubicBezTo>
                <a:cubicBezTo>
                  <a:pt x="934314" y="20955"/>
                  <a:pt x="931774" y="19990"/>
                  <a:pt x="928599" y="19990"/>
                </a:cubicBezTo>
                <a:cubicBezTo>
                  <a:pt x="926440" y="19990"/>
                  <a:pt x="924662" y="20422"/>
                  <a:pt x="922884" y="21286"/>
                </a:cubicBezTo>
                <a:cubicBezTo>
                  <a:pt x="921233" y="22149"/>
                  <a:pt x="919836" y="23457"/>
                  <a:pt x="918820" y="25197"/>
                </a:cubicBezTo>
                <a:cubicBezTo>
                  <a:pt x="917677" y="26924"/>
                  <a:pt x="916915" y="29070"/>
                  <a:pt x="916661" y="31636"/>
                </a:cubicBezTo>
                <a:lnTo>
                  <a:pt x="939648" y="31636"/>
                </a:lnTo>
                <a:close/>
                <a:moveTo>
                  <a:pt x="954507" y="15037"/>
                </a:moveTo>
                <a:lnTo>
                  <a:pt x="960857" y="15037"/>
                </a:lnTo>
                <a:lnTo>
                  <a:pt x="960857" y="23635"/>
                </a:lnTo>
                <a:lnTo>
                  <a:pt x="960984" y="23635"/>
                </a:lnTo>
                <a:cubicBezTo>
                  <a:pt x="961746" y="20333"/>
                  <a:pt x="962889" y="17945"/>
                  <a:pt x="964540" y="16472"/>
                </a:cubicBezTo>
                <a:cubicBezTo>
                  <a:pt x="966064" y="14999"/>
                  <a:pt x="968096" y="14250"/>
                  <a:pt x="970509" y="14250"/>
                </a:cubicBezTo>
                <a:cubicBezTo>
                  <a:pt x="971144" y="14250"/>
                  <a:pt x="971652" y="14288"/>
                  <a:pt x="972287" y="14364"/>
                </a:cubicBezTo>
                <a:cubicBezTo>
                  <a:pt x="972795" y="14440"/>
                  <a:pt x="973303" y="14529"/>
                  <a:pt x="973684" y="14631"/>
                </a:cubicBezTo>
                <a:lnTo>
                  <a:pt x="973684" y="21210"/>
                </a:lnTo>
                <a:cubicBezTo>
                  <a:pt x="973303" y="21095"/>
                  <a:pt x="972795" y="20993"/>
                  <a:pt x="972160" y="20917"/>
                </a:cubicBezTo>
                <a:cubicBezTo>
                  <a:pt x="971525" y="20841"/>
                  <a:pt x="970890" y="20803"/>
                  <a:pt x="970382" y="20803"/>
                </a:cubicBezTo>
                <a:cubicBezTo>
                  <a:pt x="967080" y="20803"/>
                  <a:pt x="964667" y="21946"/>
                  <a:pt x="963270" y="24244"/>
                </a:cubicBezTo>
                <a:cubicBezTo>
                  <a:pt x="961873" y="26543"/>
                  <a:pt x="961111" y="29896"/>
                  <a:pt x="961111" y="34316"/>
                </a:cubicBezTo>
                <a:lnTo>
                  <a:pt x="961111" y="55258"/>
                </a:lnTo>
                <a:lnTo>
                  <a:pt x="954507" y="55258"/>
                </a:lnTo>
                <a:lnTo>
                  <a:pt x="954507" y="15037"/>
                </a:lnTo>
                <a:close/>
                <a:moveTo>
                  <a:pt x="992988" y="56007"/>
                </a:moveTo>
                <a:cubicBezTo>
                  <a:pt x="986130" y="56007"/>
                  <a:pt x="980669" y="53899"/>
                  <a:pt x="976859" y="49670"/>
                </a:cubicBezTo>
                <a:lnTo>
                  <a:pt x="981177" y="45403"/>
                </a:lnTo>
                <a:cubicBezTo>
                  <a:pt x="982955" y="47257"/>
                  <a:pt x="984733" y="48565"/>
                  <a:pt x="986638" y="49327"/>
                </a:cubicBezTo>
                <a:cubicBezTo>
                  <a:pt x="988416" y="50076"/>
                  <a:pt x="990575" y="50457"/>
                  <a:pt x="992988" y="50457"/>
                </a:cubicBezTo>
                <a:cubicBezTo>
                  <a:pt x="995401" y="50457"/>
                  <a:pt x="997433" y="50000"/>
                  <a:pt x="999084" y="49099"/>
                </a:cubicBezTo>
                <a:cubicBezTo>
                  <a:pt x="1000735" y="48197"/>
                  <a:pt x="1001624" y="46711"/>
                  <a:pt x="1001624" y="44653"/>
                </a:cubicBezTo>
                <a:cubicBezTo>
                  <a:pt x="1001624" y="43193"/>
                  <a:pt x="1001243" y="41999"/>
                  <a:pt x="1000354" y="41097"/>
                </a:cubicBezTo>
                <a:cubicBezTo>
                  <a:pt x="999592" y="40196"/>
                  <a:pt x="998449" y="39484"/>
                  <a:pt x="997179" y="38964"/>
                </a:cubicBezTo>
                <a:cubicBezTo>
                  <a:pt x="995909" y="38443"/>
                  <a:pt x="993877" y="37833"/>
                  <a:pt x="991464" y="37135"/>
                </a:cubicBezTo>
                <a:cubicBezTo>
                  <a:pt x="988924" y="36424"/>
                  <a:pt x="986765" y="35649"/>
                  <a:pt x="984987" y="34837"/>
                </a:cubicBezTo>
                <a:cubicBezTo>
                  <a:pt x="983209" y="34011"/>
                  <a:pt x="981685" y="32842"/>
                  <a:pt x="980542" y="31318"/>
                </a:cubicBezTo>
                <a:cubicBezTo>
                  <a:pt x="979272" y="29794"/>
                  <a:pt x="978764" y="27839"/>
                  <a:pt x="978764" y="25451"/>
                </a:cubicBezTo>
                <a:cubicBezTo>
                  <a:pt x="978764" y="23076"/>
                  <a:pt x="979272" y="21044"/>
                  <a:pt x="980415" y="19355"/>
                </a:cubicBezTo>
                <a:cubicBezTo>
                  <a:pt x="981685" y="17666"/>
                  <a:pt x="983336" y="16396"/>
                  <a:pt x="985495" y="15532"/>
                </a:cubicBezTo>
                <a:cubicBezTo>
                  <a:pt x="987527" y="14681"/>
                  <a:pt x="990067" y="14250"/>
                  <a:pt x="992861" y="14250"/>
                </a:cubicBezTo>
                <a:cubicBezTo>
                  <a:pt x="995655" y="14250"/>
                  <a:pt x="998195" y="14707"/>
                  <a:pt x="1000735" y="15608"/>
                </a:cubicBezTo>
                <a:cubicBezTo>
                  <a:pt x="1003275" y="16523"/>
                  <a:pt x="1005307" y="17844"/>
                  <a:pt x="1006958" y="19571"/>
                </a:cubicBezTo>
                <a:lnTo>
                  <a:pt x="1002767" y="23851"/>
                </a:lnTo>
                <a:cubicBezTo>
                  <a:pt x="1000100" y="21222"/>
                  <a:pt x="996798" y="19914"/>
                  <a:pt x="992861" y="19914"/>
                </a:cubicBezTo>
                <a:cubicBezTo>
                  <a:pt x="990448" y="19914"/>
                  <a:pt x="988670" y="20346"/>
                  <a:pt x="987273" y="21210"/>
                </a:cubicBezTo>
                <a:cubicBezTo>
                  <a:pt x="985876" y="22085"/>
                  <a:pt x="985241" y="23394"/>
                  <a:pt x="985241" y="25159"/>
                </a:cubicBezTo>
                <a:cubicBezTo>
                  <a:pt x="985241" y="26327"/>
                  <a:pt x="985622" y="27293"/>
                  <a:pt x="986384" y="28055"/>
                </a:cubicBezTo>
                <a:cubicBezTo>
                  <a:pt x="987273" y="28829"/>
                  <a:pt x="988289" y="29464"/>
                  <a:pt x="989686" y="29973"/>
                </a:cubicBezTo>
                <a:cubicBezTo>
                  <a:pt x="990956" y="30480"/>
                  <a:pt x="992861" y="31090"/>
                  <a:pt x="995401" y="31776"/>
                </a:cubicBezTo>
                <a:cubicBezTo>
                  <a:pt x="997941" y="32500"/>
                  <a:pt x="1000100" y="33262"/>
                  <a:pt x="1001878" y="34049"/>
                </a:cubicBezTo>
                <a:cubicBezTo>
                  <a:pt x="1003529" y="34849"/>
                  <a:pt x="1005053" y="36055"/>
                  <a:pt x="1006323" y="37681"/>
                </a:cubicBezTo>
                <a:cubicBezTo>
                  <a:pt x="1007466" y="39307"/>
                  <a:pt x="1008101" y="41453"/>
                  <a:pt x="1008101" y="44133"/>
                </a:cubicBezTo>
                <a:cubicBezTo>
                  <a:pt x="1008101" y="46610"/>
                  <a:pt x="1007466" y="48743"/>
                  <a:pt x="1006196" y="50533"/>
                </a:cubicBezTo>
                <a:cubicBezTo>
                  <a:pt x="1004926" y="52312"/>
                  <a:pt x="1003148" y="53670"/>
                  <a:pt x="1000862" y="54611"/>
                </a:cubicBezTo>
                <a:cubicBezTo>
                  <a:pt x="998576" y="55538"/>
                  <a:pt x="995909" y="56007"/>
                  <a:pt x="992988" y="56007"/>
                </a:cubicBezTo>
                <a:close/>
                <a:moveTo>
                  <a:pt x="1057250" y="56007"/>
                </a:moveTo>
                <a:cubicBezTo>
                  <a:pt x="1052170" y="56007"/>
                  <a:pt x="1047725" y="54902"/>
                  <a:pt x="1043915" y="52693"/>
                </a:cubicBezTo>
                <a:cubicBezTo>
                  <a:pt x="1039978" y="50483"/>
                  <a:pt x="1037057" y="47334"/>
                  <a:pt x="1034898" y="43256"/>
                </a:cubicBezTo>
                <a:cubicBezTo>
                  <a:pt x="1032739" y="39180"/>
                  <a:pt x="1031596" y="34430"/>
                  <a:pt x="1031596" y="29032"/>
                </a:cubicBezTo>
                <a:cubicBezTo>
                  <a:pt x="1031596" y="23623"/>
                  <a:pt x="1032739" y="18885"/>
                  <a:pt x="1034898" y="14808"/>
                </a:cubicBezTo>
                <a:cubicBezTo>
                  <a:pt x="1037057" y="10744"/>
                  <a:pt x="1039978" y="7595"/>
                  <a:pt x="1043915" y="5385"/>
                </a:cubicBezTo>
                <a:cubicBezTo>
                  <a:pt x="1047725" y="3163"/>
                  <a:pt x="1052170" y="2045"/>
                  <a:pt x="1057250" y="2045"/>
                </a:cubicBezTo>
                <a:cubicBezTo>
                  <a:pt x="1062203" y="2045"/>
                  <a:pt x="1066648" y="3163"/>
                  <a:pt x="1070458" y="5385"/>
                </a:cubicBezTo>
                <a:cubicBezTo>
                  <a:pt x="1074395" y="7595"/>
                  <a:pt x="1077443" y="10744"/>
                  <a:pt x="1079602" y="14808"/>
                </a:cubicBezTo>
                <a:cubicBezTo>
                  <a:pt x="1081761" y="18885"/>
                  <a:pt x="1082777" y="23623"/>
                  <a:pt x="1082777" y="29032"/>
                </a:cubicBezTo>
                <a:cubicBezTo>
                  <a:pt x="1082777" y="34430"/>
                  <a:pt x="1081761" y="39180"/>
                  <a:pt x="1079602" y="43256"/>
                </a:cubicBezTo>
                <a:cubicBezTo>
                  <a:pt x="1077443" y="47334"/>
                  <a:pt x="1074395" y="50483"/>
                  <a:pt x="1070458" y="52693"/>
                </a:cubicBezTo>
                <a:cubicBezTo>
                  <a:pt x="1066648" y="54902"/>
                  <a:pt x="1062203" y="56007"/>
                  <a:pt x="1057250" y="56007"/>
                </a:cubicBezTo>
                <a:close/>
                <a:moveTo>
                  <a:pt x="1038835" y="29032"/>
                </a:moveTo>
                <a:cubicBezTo>
                  <a:pt x="1038835" y="33198"/>
                  <a:pt x="1039597" y="36818"/>
                  <a:pt x="1040994" y="39891"/>
                </a:cubicBezTo>
                <a:cubicBezTo>
                  <a:pt x="1042518" y="42964"/>
                  <a:pt x="1044677" y="45327"/>
                  <a:pt x="1047471" y="46978"/>
                </a:cubicBezTo>
                <a:cubicBezTo>
                  <a:pt x="1050138" y="48629"/>
                  <a:pt x="1053440" y="49454"/>
                  <a:pt x="1057250" y="49454"/>
                </a:cubicBezTo>
                <a:cubicBezTo>
                  <a:pt x="1060933" y="49454"/>
                  <a:pt x="1064235" y="48629"/>
                  <a:pt x="1066902" y="46978"/>
                </a:cubicBezTo>
                <a:cubicBezTo>
                  <a:pt x="1069696" y="45327"/>
                  <a:pt x="1071855" y="42964"/>
                  <a:pt x="1073379" y="39891"/>
                </a:cubicBezTo>
                <a:cubicBezTo>
                  <a:pt x="1074776" y="36818"/>
                  <a:pt x="1075538" y="33198"/>
                  <a:pt x="1075538" y="29032"/>
                </a:cubicBezTo>
                <a:cubicBezTo>
                  <a:pt x="1075538" y="24854"/>
                  <a:pt x="1074776" y="21248"/>
                  <a:pt x="1073379" y="18174"/>
                </a:cubicBezTo>
                <a:cubicBezTo>
                  <a:pt x="1071855" y="15113"/>
                  <a:pt x="1069696" y="12764"/>
                  <a:pt x="1066902" y="11112"/>
                </a:cubicBezTo>
                <a:cubicBezTo>
                  <a:pt x="1064235" y="9461"/>
                  <a:pt x="1060933" y="8636"/>
                  <a:pt x="1057250" y="8636"/>
                </a:cubicBezTo>
                <a:cubicBezTo>
                  <a:pt x="1053440" y="8636"/>
                  <a:pt x="1050138" y="9461"/>
                  <a:pt x="1047471" y="11112"/>
                </a:cubicBezTo>
                <a:cubicBezTo>
                  <a:pt x="1044677" y="12764"/>
                  <a:pt x="1042518" y="15113"/>
                  <a:pt x="1040994" y="18174"/>
                </a:cubicBezTo>
                <a:cubicBezTo>
                  <a:pt x="1039597" y="21248"/>
                  <a:pt x="1038835" y="24854"/>
                  <a:pt x="1038835" y="29032"/>
                </a:cubicBezTo>
                <a:close/>
                <a:moveTo>
                  <a:pt x="1091667" y="15037"/>
                </a:moveTo>
                <a:lnTo>
                  <a:pt x="1098017" y="15037"/>
                </a:lnTo>
                <a:lnTo>
                  <a:pt x="1098017" y="23406"/>
                </a:lnTo>
                <a:lnTo>
                  <a:pt x="1098144" y="23406"/>
                </a:lnTo>
                <a:cubicBezTo>
                  <a:pt x="1099160" y="20803"/>
                  <a:pt x="1100684" y="18631"/>
                  <a:pt x="1102716" y="16879"/>
                </a:cubicBezTo>
                <a:cubicBezTo>
                  <a:pt x="1104748" y="15126"/>
                  <a:pt x="1107542" y="14250"/>
                  <a:pt x="1111225" y="14250"/>
                </a:cubicBezTo>
                <a:cubicBezTo>
                  <a:pt x="1114019" y="14250"/>
                  <a:pt x="1116305" y="14834"/>
                  <a:pt x="1118210" y="16002"/>
                </a:cubicBezTo>
                <a:cubicBezTo>
                  <a:pt x="1120115" y="17171"/>
                  <a:pt x="1121512" y="18821"/>
                  <a:pt x="1122401" y="20955"/>
                </a:cubicBezTo>
                <a:cubicBezTo>
                  <a:pt x="1123290" y="23089"/>
                  <a:pt x="1123798" y="25578"/>
                  <a:pt x="1123798" y="28435"/>
                </a:cubicBezTo>
                <a:lnTo>
                  <a:pt x="1123798" y="55258"/>
                </a:lnTo>
                <a:lnTo>
                  <a:pt x="1117067" y="55258"/>
                </a:lnTo>
                <a:lnTo>
                  <a:pt x="1117067" y="29731"/>
                </a:lnTo>
                <a:cubicBezTo>
                  <a:pt x="1117067" y="26632"/>
                  <a:pt x="1116432" y="24270"/>
                  <a:pt x="1115162" y="22644"/>
                </a:cubicBezTo>
                <a:cubicBezTo>
                  <a:pt x="1113892" y="21019"/>
                  <a:pt x="1111733" y="20206"/>
                  <a:pt x="1108812" y="20206"/>
                </a:cubicBezTo>
                <a:cubicBezTo>
                  <a:pt x="1106653" y="20206"/>
                  <a:pt x="1104875" y="20663"/>
                  <a:pt x="1103224" y="21590"/>
                </a:cubicBezTo>
                <a:cubicBezTo>
                  <a:pt x="1101700" y="22505"/>
                  <a:pt x="1100430" y="23838"/>
                  <a:pt x="1099668" y="25603"/>
                </a:cubicBezTo>
                <a:cubicBezTo>
                  <a:pt x="1098779" y="27369"/>
                  <a:pt x="1098271" y="29477"/>
                  <a:pt x="1098271" y="31928"/>
                </a:cubicBezTo>
                <a:lnTo>
                  <a:pt x="1098271" y="55258"/>
                </a:lnTo>
                <a:lnTo>
                  <a:pt x="1091667" y="55258"/>
                </a:lnTo>
                <a:lnTo>
                  <a:pt x="1091667" y="15037"/>
                </a:lnTo>
                <a:close/>
                <a:moveTo>
                  <a:pt x="1143229" y="55855"/>
                </a:moveTo>
                <a:cubicBezTo>
                  <a:pt x="1141070" y="55855"/>
                  <a:pt x="1139292" y="55487"/>
                  <a:pt x="1137895" y="54776"/>
                </a:cubicBezTo>
                <a:cubicBezTo>
                  <a:pt x="1136498" y="54052"/>
                  <a:pt x="1135609" y="52984"/>
                  <a:pt x="1134974" y="51550"/>
                </a:cubicBezTo>
                <a:cubicBezTo>
                  <a:pt x="1134339" y="50127"/>
                  <a:pt x="1133958" y="48311"/>
                  <a:pt x="1133958" y="46101"/>
                </a:cubicBezTo>
                <a:lnTo>
                  <a:pt x="1133958" y="0"/>
                </a:lnTo>
                <a:lnTo>
                  <a:pt x="1140689" y="0"/>
                </a:lnTo>
                <a:lnTo>
                  <a:pt x="1140689" y="45060"/>
                </a:lnTo>
                <a:cubicBezTo>
                  <a:pt x="1140689" y="46304"/>
                  <a:pt x="1140816" y="47257"/>
                  <a:pt x="1141070" y="47930"/>
                </a:cubicBezTo>
                <a:cubicBezTo>
                  <a:pt x="1141324" y="48603"/>
                  <a:pt x="1141705" y="49073"/>
                  <a:pt x="1142213" y="49365"/>
                </a:cubicBezTo>
                <a:cubicBezTo>
                  <a:pt x="1142721" y="49644"/>
                  <a:pt x="1143483" y="49785"/>
                  <a:pt x="1144499" y="49785"/>
                </a:cubicBezTo>
                <a:cubicBezTo>
                  <a:pt x="1145134" y="49785"/>
                  <a:pt x="1145769" y="49733"/>
                  <a:pt x="1146404" y="49644"/>
                </a:cubicBezTo>
                <a:cubicBezTo>
                  <a:pt x="1147039" y="49543"/>
                  <a:pt x="1147547" y="49429"/>
                  <a:pt x="1148055" y="49302"/>
                </a:cubicBezTo>
                <a:lnTo>
                  <a:pt x="1148055" y="55258"/>
                </a:lnTo>
                <a:cubicBezTo>
                  <a:pt x="1147420" y="55461"/>
                  <a:pt x="1146658" y="55601"/>
                  <a:pt x="1145896" y="55703"/>
                </a:cubicBezTo>
                <a:cubicBezTo>
                  <a:pt x="1145007" y="55804"/>
                  <a:pt x="1144118" y="55855"/>
                  <a:pt x="1143229" y="55855"/>
                </a:cubicBezTo>
                <a:close/>
                <a:moveTo>
                  <a:pt x="1155294" y="71857"/>
                </a:moveTo>
                <a:cubicBezTo>
                  <a:pt x="1153897" y="71857"/>
                  <a:pt x="1152373" y="71755"/>
                  <a:pt x="1150976" y="71552"/>
                </a:cubicBezTo>
                <a:lnTo>
                  <a:pt x="1150976" y="65786"/>
                </a:lnTo>
                <a:cubicBezTo>
                  <a:pt x="1151992" y="66078"/>
                  <a:pt x="1153135" y="66231"/>
                  <a:pt x="1154786" y="66231"/>
                </a:cubicBezTo>
                <a:cubicBezTo>
                  <a:pt x="1156310" y="66231"/>
                  <a:pt x="1157580" y="66040"/>
                  <a:pt x="1158469" y="65660"/>
                </a:cubicBezTo>
                <a:cubicBezTo>
                  <a:pt x="1159485" y="65278"/>
                  <a:pt x="1160374" y="64694"/>
                  <a:pt x="1160882" y="63932"/>
                </a:cubicBezTo>
                <a:cubicBezTo>
                  <a:pt x="1161517" y="63157"/>
                  <a:pt x="1162152" y="62129"/>
                  <a:pt x="1162660" y="60833"/>
                </a:cubicBezTo>
                <a:lnTo>
                  <a:pt x="1164819" y="55144"/>
                </a:lnTo>
                <a:lnTo>
                  <a:pt x="1148690" y="15037"/>
                </a:lnTo>
                <a:lnTo>
                  <a:pt x="1155802" y="15037"/>
                </a:lnTo>
                <a:lnTo>
                  <a:pt x="1164438" y="37288"/>
                </a:lnTo>
                <a:cubicBezTo>
                  <a:pt x="1165073" y="39142"/>
                  <a:pt x="1165835" y="41237"/>
                  <a:pt x="1166597" y="43574"/>
                </a:cubicBezTo>
                <a:cubicBezTo>
                  <a:pt x="1167359" y="45910"/>
                  <a:pt x="1167867" y="47282"/>
                  <a:pt x="1167994" y="47702"/>
                </a:cubicBezTo>
                <a:cubicBezTo>
                  <a:pt x="1168121" y="47358"/>
                  <a:pt x="1168629" y="46038"/>
                  <a:pt x="1169391" y="43765"/>
                </a:cubicBezTo>
                <a:cubicBezTo>
                  <a:pt x="1170534" y="40932"/>
                  <a:pt x="1171169" y="39002"/>
                  <a:pt x="1171550" y="37960"/>
                </a:cubicBezTo>
                <a:lnTo>
                  <a:pt x="1179424" y="15037"/>
                </a:lnTo>
                <a:lnTo>
                  <a:pt x="1186536" y="15037"/>
                </a:lnTo>
                <a:lnTo>
                  <a:pt x="1167994" y="63030"/>
                </a:lnTo>
                <a:cubicBezTo>
                  <a:pt x="1167232" y="65088"/>
                  <a:pt x="1166343" y="66752"/>
                  <a:pt x="1165327" y="67996"/>
                </a:cubicBezTo>
                <a:cubicBezTo>
                  <a:pt x="1164438" y="69253"/>
                  <a:pt x="1163041" y="70206"/>
                  <a:pt x="1161517" y="70866"/>
                </a:cubicBezTo>
                <a:cubicBezTo>
                  <a:pt x="1159866" y="71527"/>
                  <a:pt x="1157834" y="71857"/>
                  <a:pt x="1155294" y="71857"/>
                </a:cubicBezTo>
                <a:close/>
              </a:path>
            </a:pathLst>
          </a:custGeom>
          <a:solidFill>
            <a:srgbClr val="000000">
              <a:alpha val="50196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5175" cy="6858000"/>
          </a:xfrm>
          <a:prstGeom prst="rect">
            <a:avLst/>
          </a:prstGeom>
        </p:spPr>
      </p:pic>
      <p:sp>
        <p:nvSpPr>
          <p:cNvPr id="9" name="Editable vector"/>
          <p:cNvSpPr/>
          <p:nvPr/>
        </p:nvSpPr>
        <p:spPr>
          <a:xfrm>
            <a:off x="4761" y="-9525"/>
            <a:ext cx="12185649" cy="1218565"/>
          </a:xfrm>
          <a:custGeom>
            <a:avLst/>
            <a:gdLst/>
            <a:ahLst/>
            <a:cxnLst/>
            <a:rect l="0" t="0" r="r" b="b"/>
            <a:pathLst>
              <a:path w="12185650" h="1218565" fill="norm" stroke="1" extrusionOk="0">
                <a:moveTo>
                  <a:pt x="0" y="0"/>
                </a:moveTo>
                <a:lnTo>
                  <a:pt x="12185650" y="0"/>
                </a:lnTo>
                <a:lnTo>
                  <a:pt x="12185650" y="1218565"/>
                </a:lnTo>
                <a:lnTo>
                  <a:pt x="0" y="1218565"/>
                </a:lnTo>
                <a:close/>
              </a:path>
            </a:pathLst>
          </a:custGeom>
          <a:solidFill>
            <a:srgbClr val="5D36FF"/>
          </a:solidFill>
          <a:ln w="12700" cap="flat">
            <a:solidFill>
              <a:srgbClr val="C9BC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0661" y="176402"/>
            <a:ext cx="1341119" cy="664463"/>
          </a:xfrm>
          <a:prstGeom prst="rect">
            <a:avLst/>
          </a:prstGeom>
        </p:spPr>
      </p:pic>
      <p:sp>
        <p:nvSpPr>
          <p:cNvPr id="12" name="Editable vector"/>
          <p:cNvSpPr/>
          <p:nvPr/>
        </p:nvSpPr>
        <p:spPr>
          <a:xfrm>
            <a:off x="9427336" y="1699259"/>
            <a:ext cx="2330450" cy="292354"/>
          </a:xfrm>
          <a:custGeom>
            <a:avLst/>
            <a:gdLst/>
            <a:ahLst/>
            <a:cxnLst/>
            <a:rect l="0" t="0" r="r" b="b"/>
            <a:pathLst>
              <a:path w="2330450" h="292354" fill="norm" stroke="1" extrusionOk="0">
                <a:moveTo>
                  <a:pt x="0" y="91313"/>
                </a:moveTo>
                <a:cubicBezTo>
                  <a:pt x="0" y="40894"/>
                  <a:pt x="40894" y="0"/>
                  <a:pt x="91313" y="0"/>
                </a:cubicBezTo>
                <a:lnTo>
                  <a:pt x="2239137" y="0"/>
                </a:lnTo>
                <a:cubicBezTo>
                  <a:pt x="2289556" y="0"/>
                  <a:pt x="2330450" y="40894"/>
                  <a:pt x="2330450" y="91313"/>
                </a:cubicBezTo>
                <a:lnTo>
                  <a:pt x="2330450" y="201041"/>
                </a:lnTo>
                <a:cubicBezTo>
                  <a:pt x="2330450" y="251460"/>
                  <a:pt x="2289556" y="292354"/>
                  <a:pt x="2239137" y="292354"/>
                </a:cubicBezTo>
                <a:lnTo>
                  <a:pt x="91313" y="292354"/>
                </a:lnTo>
                <a:cubicBezTo>
                  <a:pt x="40894" y="292354"/>
                  <a:pt x="0" y="251460"/>
                  <a:pt x="0" y="201041"/>
                </a:cubicBezTo>
                <a:lnTo>
                  <a:pt x="0" y="91313"/>
                </a:lnTo>
                <a:close/>
              </a:path>
            </a:pathLst>
          </a:custGeom>
          <a:solidFill>
            <a:srgbClr val="003087"/>
          </a:solidFill>
          <a:ln w="12700" cap="flat">
            <a:solidFill>
              <a:srgbClr val="4CB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Editable vector"/>
          <p:cNvSpPr/>
          <p:nvPr/>
        </p:nvSpPr>
        <p:spPr>
          <a:xfrm>
            <a:off x="2673476" y="2044065"/>
            <a:ext cx="9120886" cy="9144"/>
          </a:xfrm>
          <a:custGeom>
            <a:avLst/>
            <a:gdLst/>
            <a:ahLst/>
            <a:cxnLst/>
            <a:rect l="0" t="0" r="r" b="b"/>
            <a:pathLst>
              <a:path w="9120886" h="9144" fill="none" stroke="1" extrusionOk="0">
                <a:moveTo>
                  <a:pt x="0" y="9144"/>
                </a:moveTo>
                <a:lnTo>
                  <a:pt x="9120886" y="0"/>
                </a:lnTo>
              </a:path>
            </a:pathLst>
          </a:custGeom>
          <a:noFill/>
          <a:ln w="9525" cap="flat">
            <a:solidFill>
              <a:srgbClr val="00308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Editable vector"/>
          <p:cNvSpPr/>
          <p:nvPr/>
        </p:nvSpPr>
        <p:spPr>
          <a:xfrm>
            <a:off x="205828" y="2186813"/>
            <a:ext cx="2211743" cy="3236214"/>
          </a:xfrm>
          <a:custGeom>
            <a:avLst/>
            <a:gdLst/>
            <a:ahLst/>
            <a:cxnLst/>
            <a:rect l="0" t="0" r="r" b="b"/>
            <a:pathLst>
              <a:path w="2211743" h="3236214" fill="norm" stroke="1" extrusionOk="0">
                <a:moveTo>
                  <a:pt x="0" y="73152"/>
                </a:moveTo>
                <a:cubicBezTo>
                  <a:pt x="0" y="32766"/>
                  <a:pt x="32728" y="0"/>
                  <a:pt x="73114" y="0"/>
                </a:cubicBezTo>
                <a:lnTo>
                  <a:pt x="2138591" y="0"/>
                </a:lnTo>
                <a:cubicBezTo>
                  <a:pt x="2178977" y="0"/>
                  <a:pt x="2211743" y="32766"/>
                  <a:pt x="2211743" y="73152"/>
                </a:cubicBezTo>
                <a:lnTo>
                  <a:pt x="2211743" y="3163062"/>
                </a:lnTo>
                <a:cubicBezTo>
                  <a:pt x="2211743" y="3203448"/>
                  <a:pt x="2178977" y="3236214"/>
                  <a:pt x="2138591" y="3236214"/>
                </a:cubicBezTo>
                <a:lnTo>
                  <a:pt x="73114" y="3236214"/>
                </a:lnTo>
                <a:cubicBezTo>
                  <a:pt x="32728" y="3236214"/>
                  <a:pt x="0" y="3203448"/>
                  <a:pt x="0" y="3163062"/>
                </a:cubicBezTo>
                <a:lnTo>
                  <a:pt x="0" y="73152"/>
                </a:lnTo>
                <a:close/>
              </a:path>
            </a:pathLst>
          </a:custGeom>
          <a:solidFill>
            <a:srgbClr val="E2F4FF"/>
          </a:solidFill>
          <a:ln w="9525" cap="flat">
            <a:solidFill>
              <a:srgbClr val="00308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Editable vector"/>
          <p:cNvSpPr/>
          <p:nvPr/>
        </p:nvSpPr>
        <p:spPr>
          <a:xfrm>
            <a:off x="205828" y="2186888"/>
            <a:ext cx="2211704" cy="868222"/>
          </a:xfrm>
          <a:custGeom>
            <a:avLst/>
            <a:gdLst/>
            <a:ahLst/>
            <a:cxnLst/>
            <a:rect l="0" t="0" r="r" b="b"/>
            <a:pathLst>
              <a:path w="2211705" h="868223" fill="norm" stroke="1" extrusionOk="0">
                <a:moveTo>
                  <a:pt x="0" y="0"/>
                </a:moveTo>
                <a:lnTo>
                  <a:pt x="2211705" y="0"/>
                </a:lnTo>
                <a:lnTo>
                  <a:pt x="2211705" y="868223"/>
                </a:lnTo>
                <a:lnTo>
                  <a:pt x="0" y="868223"/>
                </a:lnTo>
                <a:close/>
              </a:path>
            </a:pathLst>
          </a:custGeom>
          <a:solidFill>
            <a:srgbClr val="001535"/>
          </a:solidFill>
          <a:ln w="12700" cap="flat">
            <a:solidFill>
              <a:srgbClr val="0015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Editable vector"/>
          <p:cNvSpPr/>
          <p:nvPr/>
        </p:nvSpPr>
        <p:spPr>
          <a:xfrm>
            <a:off x="205828" y="2186813"/>
            <a:ext cx="2211743" cy="868298"/>
          </a:xfrm>
          <a:custGeom>
            <a:avLst/>
            <a:gdLst/>
            <a:ahLst/>
            <a:cxnLst/>
            <a:rect l="0" t="0" r="r" b="b"/>
            <a:pathLst>
              <a:path w="2211743" h="868299" fill="norm" stroke="1" extrusionOk="0">
                <a:moveTo>
                  <a:pt x="0" y="73152"/>
                </a:moveTo>
                <a:cubicBezTo>
                  <a:pt x="0" y="32766"/>
                  <a:pt x="32728" y="0"/>
                  <a:pt x="73114" y="0"/>
                </a:cubicBezTo>
                <a:lnTo>
                  <a:pt x="2138591" y="0"/>
                </a:lnTo>
                <a:cubicBezTo>
                  <a:pt x="2178977" y="0"/>
                  <a:pt x="2211743" y="32766"/>
                  <a:pt x="2211743" y="73152"/>
                </a:cubicBezTo>
                <a:lnTo>
                  <a:pt x="2211743" y="795147"/>
                </a:lnTo>
                <a:cubicBezTo>
                  <a:pt x="2211743" y="835533"/>
                  <a:pt x="2178977" y="868299"/>
                  <a:pt x="2138591" y="868299"/>
                </a:cubicBezTo>
                <a:lnTo>
                  <a:pt x="73114" y="868299"/>
                </a:lnTo>
                <a:cubicBezTo>
                  <a:pt x="32728" y="868299"/>
                  <a:pt x="0" y="835533"/>
                  <a:pt x="0" y="795147"/>
                </a:cubicBezTo>
                <a:lnTo>
                  <a:pt x="0" y="73152"/>
                </a:lnTo>
                <a:close/>
              </a:path>
            </a:pathLst>
          </a:custGeom>
          <a:solidFill>
            <a:srgbClr val="5D36FF"/>
          </a:solidFill>
          <a:ln w="12700" cap="flat">
            <a:solidFill>
              <a:srgbClr val="0015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Editable vector"/>
          <p:cNvSpPr/>
          <p:nvPr/>
        </p:nvSpPr>
        <p:spPr>
          <a:xfrm>
            <a:off x="297218" y="2278253"/>
            <a:ext cx="914400" cy="228600"/>
          </a:xfrm>
          <a:custGeom>
            <a:avLst/>
            <a:gdLst/>
            <a:ahLst/>
            <a:cxnLst/>
            <a:rect l="0" t="0" r="r" b="b"/>
            <a:pathLst>
              <a:path w="914400" h="228600" fill="norm" stroke="1" extrusionOk="0">
                <a:moveTo>
                  <a:pt x="0" y="54864"/>
                </a:moveTo>
                <a:cubicBezTo>
                  <a:pt x="0" y="24511"/>
                  <a:pt x="24562" y="0"/>
                  <a:pt x="54864" y="0"/>
                </a:cubicBezTo>
                <a:lnTo>
                  <a:pt x="859536" y="0"/>
                </a:lnTo>
                <a:cubicBezTo>
                  <a:pt x="889838" y="0"/>
                  <a:pt x="914400" y="24511"/>
                  <a:pt x="914400" y="54864"/>
                </a:cubicBezTo>
                <a:lnTo>
                  <a:pt x="914400" y="173736"/>
                </a:lnTo>
                <a:cubicBezTo>
                  <a:pt x="914400" y="203962"/>
                  <a:pt x="889838" y="228600"/>
                  <a:pt x="859536" y="228600"/>
                </a:cubicBezTo>
                <a:lnTo>
                  <a:pt x="54864" y="228600"/>
                </a:lnTo>
                <a:cubicBezTo>
                  <a:pt x="24562" y="228600"/>
                  <a:pt x="0" y="203962"/>
                  <a:pt x="0" y="173736"/>
                </a:cubicBezTo>
                <a:lnTo>
                  <a:pt x="0" y="54864"/>
                </a:lnTo>
                <a:close/>
              </a:path>
            </a:pathLst>
          </a:custGeom>
          <a:solidFill>
            <a:srgbClr val="B894FF"/>
          </a:solidFill>
          <a:ln w="12700" cap="flat">
            <a:solidFill>
              <a:srgbClr val="B894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Editable vector"/>
          <p:cNvSpPr/>
          <p:nvPr/>
        </p:nvSpPr>
        <p:spPr>
          <a:xfrm>
            <a:off x="297218" y="2762630"/>
            <a:ext cx="548347" cy="201040"/>
          </a:xfrm>
          <a:custGeom>
            <a:avLst/>
            <a:gdLst/>
            <a:ahLst/>
            <a:cxnLst/>
            <a:rect l="0" t="0" r="r" b="b"/>
            <a:pathLst>
              <a:path w="548348" h="201041" fill="norm" stroke="1" extrusionOk="0">
                <a:moveTo>
                  <a:pt x="0" y="36576"/>
                </a:moveTo>
                <a:cubicBezTo>
                  <a:pt x="0" y="16383"/>
                  <a:pt x="16370" y="0"/>
                  <a:pt x="36563" y="0"/>
                </a:cubicBezTo>
                <a:lnTo>
                  <a:pt x="511797" y="0"/>
                </a:lnTo>
                <a:cubicBezTo>
                  <a:pt x="531990" y="0"/>
                  <a:pt x="548348" y="16383"/>
                  <a:pt x="548348" y="36576"/>
                </a:cubicBezTo>
                <a:lnTo>
                  <a:pt x="548348" y="164465"/>
                </a:lnTo>
                <a:cubicBezTo>
                  <a:pt x="548348" y="184658"/>
                  <a:pt x="531990" y="201041"/>
                  <a:pt x="511797" y="201041"/>
                </a:cubicBezTo>
                <a:lnTo>
                  <a:pt x="36563" y="201041"/>
                </a:lnTo>
                <a:cubicBezTo>
                  <a:pt x="16370" y="201041"/>
                  <a:pt x="0" y="184658"/>
                  <a:pt x="0" y="164465"/>
                </a:cubicBezTo>
                <a:lnTo>
                  <a:pt x="0" y="36576"/>
                </a:lnTo>
                <a:close/>
              </a:path>
            </a:pathLst>
          </a:custGeom>
          <a:solidFill>
            <a:srgbClr val="223366"/>
          </a:solidFill>
          <a:ln w="12700" cap="flat">
            <a:solidFill>
              <a:srgbClr val="33447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Editable vector"/>
          <p:cNvSpPr/>
          <p:nvPr/>
        </p:nvSpPr>
        <p:spPr>
          <a:xfrm>
            <a:off x="297218" y="4466335"/>
            <a:ext cx="2028913" cy="12"/>
          </a:xfrm>
          <a:custGeom>
            <a:avLst/>
            <a:gdLst/>
            <a:ahLst/>
            <a:cxnLst/>
            <a:rect l="0" t="0" r="r" b="b"/>
            <a:pathLst>
              <a:path w="2028914" h="13" fill="none" stroke="1" extrusionOk="0">
                <a:moveTo>
                  <a:pt x="0" y="0"/>
                </a:moveTo>
                <a:lnTo>
                  <a:pt x="2028914" y="0"/>
                </a:lnTo>
              </a:path>
            </a:pathLst>
          </a:custGeom>
          <a:noFill/>
          <a:ln w="6350" cap="flat">
            <a:solidFill>
              <a:srgbClr val="EAEC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Editable vector"/>
          <p:cNvSpPr/>
          <p:nvPr/>
        </p:nvSpPr>
        <p:spPr>
          <a:xfrm>
            <a:off x="1403222" y="4909946"/>
            <a:ext cx="841247" cy="9144"/>
          </a:xfrm>
          <a:custGeom>
            <a:avLst/>
            <a:gdLst/>
            <a:ahLst/>
            <a:cxnLst/>
            <a:rect l="0" t="0" r="r" b="b"/>
            <a:pathLst>
              <a:path w="841248" h="9144" fill="norm" stroke="0" extrusionOk="0">
                <a:moveTo>
                  <a:pt x="0" y="0"/>
                </a:moveTo>
                <a:lnTo>
                  <a:pt x="280416" y="0"/>
                </a:lnTo>
                <a:lnTo>
                  <a:pt x="560832" y="0"/>
                </a:lnTo>
                <a:lnTo>
                  <a:pt x="841248" y="0"/>
                </a:lnTo>
                <a:lnTo>
                  <a:pt x="841248" y="9144"/>
                </a:lnTo>
                <a:lnTo>
                  <a:pt x="560832" y="9144"/>
                </a:lnTo>
                <a:lnTo>
                  <a:pt x="280416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Editable vector"/>
          <p:cNvSpPr/>
          <p:nvPr/>
        </p:nvSpPr>
        <p:spPr>
          <a:xfrm>
            <a:off x="2572892" y="2186813"/>
            <a:ext cx="2211704" cy="3236214"/>
          </a:xfrm>
          <a:custGeom>
            <a:avLst/>
            <a:gdLst/>
            <a:ahLst/>
            <a:cxnLst/>
            <a:rect l="0" t="0" r="r" b="b"/>
            <a:pathLst>
              <a:path w="2211705" h="3236214" fill="norm" stroke="1" extrusionOk="0">
                <a:moveTo>
                  <a:pt x="0" y="73152"/>
                </a:moveTo>
                <a:cubicBezTo>
                  <a:pt x="0" y="32766"/>
                  <a:pt x="32766" y="0"/>
                  <a:pt x="73152" y="0"/>
                </a:cubicBezTo>
                <a:lnTo>
                  <a:pt x="2138553" y="0"/>
                </a:lnTo>
                <a:cubicBezTo>
                  <a:pt x="2178939" y="0"/>
                  <a:pt x="2211705" y="32766"/>
                  <a:pt x="2211705" y="73152"/>
                </a:cubicBezTo>
                <a:lnTo>
                  <a:pt x="2211705" y="3163062"/>
                </a:lnTo>
                <a:cubicBezTo>
                  <a:pt x="2211705" y="3203448"/>
                  <a:pt x="2178939" y="3236214"/>
                  <a:pt x="2138553" y="3236214"/>
                </a:cubicBezTo>
                <a:lnTo>
                  <a:pt x="73152" y="3236214"/>
                </a:lnTo>
                <a:cubicBezTo>
                  <a:pt x="32766" y="3236214"/>
                  <a:pt x="0" y="3203448"/>
                  <a:pt x="0" y="3163062"/>
                </a:cubicBezTo>
                <a:lnTo>
                  <a:pt x="0" y="73152"/>
                </a:lnTo>
                <a:close/>
              </a:path>
            </a:pathLst>
          </a:custGeom>
          <a:solidFill>
            <a:srgbClr val="E2F4FF"/>
          </a:solidFill>
          <a:ln w="9525" cap="flat">
            <a:solidFill>
              <a:srgbClr val="00308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Editable vector"/>
          <p:cNvSpPr/>
          <p:nvPr/>
        </p:nvSpPr>
        <p:spPr>
          <a:xfrm>
            <a:off x="2572892" y="2186888"/>
            <a:ext cx="2211704" cy="868222"/>
          </a:xfrm>
          <a:custGeom>
            <a:avLst/>
            <a:gdLst/>
            <a:ahLst/>
            <a:cxnLst/>
            <a:rect l="0" t="0" r="r" b="b"/>
            <a:pathLst>
              <a:path w="2211705" h="868223" fill="norm" stroke="1" extrusionOk="0">
                <a:moveTo>
                  <a:pt x="0" y="0"/>
                </a:moveTo>
                <a:lnTo>
                  <a:pt x="2211705" y="0"/>
                </a:lnTo>
                <a:lnTo>
                  <a:pt x="2211705" y="868223"/>
                </a:lnTo>
                <a:lnTo>
                  <a:pt x="0" y="868223"/>
                </a:lnTo>
                <a:close/>
              </a:path>
            </a:pathLst>
          </a:custGeom>
          <a:solidFill>
            <a:srgbClr val="001535"/>
          </a:solidFill>
          <a:ln w="12700" cap="flat">
            <a:solidFill>
              <a:srgbClr val="0015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Editable vector"/>
          <p:cNvSpPr/>
          <p:nvPr/>
        </p:nvSpPr>
        <p:spPr>
          <a:xfrm>
            <a:off x="2572892" y="2186813"/>
            <a:ext cx="2211704" cy="868298"/>
          </a:xfrm>
          <a:custGeom>
            <a:avLst/>
            <a:gdLst/>
            <a:ahLst/>
            <a:cxnLst/>
            <a:rect l="0" t="0" r="r" b="b"/>
            <a:pathLst>
              <a:path w="2211705" h="868299" fill="norm" stroke="1" extrusionOk="0">
                <a:moveTo>
                  <a:pt x="0" y="73152"/>
                </a:moveTo>
                <a:cubicBezTo>
                  <a:pt x="0" y="32766"/>
                  <a:pt x="32766" y="0"/>
                  <a:pt x="73152" y="0"/>
                </a:cubicBezTo>
                <a:lnTo>
                  <a:pt x="2138553" y="0"/>
                </a:lnTo>
                <a:cubicBezTo>
                  <a:pt x="2178939" y="0"/>
                  <a:pt x="2211705" y="32766"/>
                  <a:pt x="2211705" y="73152"/>
                </a:cubicBezTo>
                <a:lnTo>
                  <a:pt x="2211705" y="795147"/>
                </a:lnTo>
                <a:cubicBezTo>
                  <a:pt x="2211705" y="835533"/>
                  <a:pt x="2178939" y="868299"/>
                  <a:pt x="2138553" y="868299"/>
                </a:cubicBezTo>
                <a:lnTo>
                  <a:pt x="73152" y="868299"/>
                </a:lnTo>
                <a:cubicBezTo>
                  <a:pt x="32766" y="868299"/>
                  <a:pt x="0" y="835533"/>
                  <a:pt x="0" y="795147"/>
                </a:cubicBezTo>
                <a:lnTo>
                  <a:pt x="0" y="73152"/>
                </a:lnTo>
                <a:close/>
              </a:path>
            </a:pathLst>
          </a:custGeom>
          <a:solidFill>
            <a:srgbClr val="5D36FF"/>
          </a:solidFill>
          <a:ln w="12700" cap="flat">
            <a:solidFill>
              <a:srgbClr val="0015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Editable vector"/>
          <p:cNvSpPr/>
          <p:nvPr/>
        </p:nvSpPr>
        <p:spPr>
          <a:xfrm>
            <a:off x="2664332" y="2278253"/>
            <a:ext cx="914400" cy="228600"/>
          </a:xfrm>
          <a:custGeom>
            <a:avLst/>
            <a:gdLst/>
            <a:ahLst/>
            <a:cxnLst/>
            <a:rect l="0" t="0" r="r" b="b"/>
            <a:pathLst>
              <a:path w="914400" h="228600" fill="norm" stroke="1" extrusionOk="0">
                <a:moveTo>
                  <a:pt x="0" y="54864"/>
                </a:moveTo>
                <a:cubicBezTo>
                  <a:pt x="0" y="24511"/>
                  <a:pt x="24511" y="0"/>
                  <a:pt x="54864" y="0"/>
                </a:cubicBezTo>
                <a:lnTo>
                  <a:pt x="859536" y="0"/>
                </a:lnTo>
                <a:cubicBezTo>
                  <a:pt x="889762" y="0"/>
                  <a:pt x="914400" y="24511"/>
                  <a:pt x="914400" y="54864"/>
                </a:cubicBezTo>
                <a:lnTo>
                  <a:pt x="914400" y="173736"/>
                </a:lnTo>
                <a:cubicBezTo>
                  <a:pt x="914400" y="203962"/>
                  <a:pt x="889762" y="228600"/>
                  <a:pt x="859536" y="228600"/>
                </a:cubicBezTo>
                <a:lnTo>
                  <a:pt x="54864" y="228600"/>
                </a:lnTo>
                <a:cubicBezTo>
                  <a:pt x="24511" y="228600"/>
                  <a:pt x="0" y="203962"/>
                  <a:pt x="0" y="173736"/>
                </a:cubicBezTo>
                <a:lnTo>
                  <a:pt x="0" y="54864"/>
                </a:lnTo>
                <a:close/>
              </a:path>
            </a:pathLst>
          </a:custGeom>
          <a:solidFill>
            <a:srgbClr val="B894FF"/>
          </a:solidFill>
          <a:ln w="12700" cap="flat">
            <a:solidFill>
              <a:srgbClr val="B894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Editable vector"/>
          <p:cNvSpPr/>
          <p:nvPr/>
        </p:nvSpPr>
        <p:spPr>
          <a:xfrm>
            <a:off x="2664332" y="2762630"/>
            <a:ext cx="548259" cy="201040"/>
          </a:xfrm>
          <a:custGeom>
            <a:avLst/>
            <a:gdLst/>
            <a:ahLst/>
            <a:cxnLst/>
            <a:rect l="0" t="0" r="r" b="b"/>
            <a:pathLst>
              <a:path w="548259" h="201041" fill="norm" stroke="1" extrusionOk="0">
                <a:moveTo>
                  <a:pt x="0" y="36576"/>
                </a:moveTo>
                <a:cubicBezTo>
                  <a:pt x="0" y="16383"/>
                  <a:pt x="16256" y="0"/>
                  <a:pt x="36449" y="0"/>
                </a:cubicBezTo>
                <a:lnTo>
                  <a:pt x="511683" y="0"/>
                </a:lnTo>
                <a:cubicBezTo>
                  <a:pt x="531876" y="0"/>
                  <a:pt x="548259" y="16383"/>
                  <a:pt x="548259" y="36576"/>
                </a:cubicBezTo>
                <a:lnTo>
                  <a:pt x="548259" y="164465"/>
                </a:lnTo>
                <a:cubicBezTo>
                  <a:pt x="548259" y="184658"/>
                  <a:pt x="531876" y="201041"/>
                  <a:pt x="511683" y="201041"/>
                </a:cubicBezTo>
                <a:lnTo>
                  <a:pt x="36449" y="201041"/>
                </a:lnTo>
                <a:cubicBezTo>
                  <a:pt x="16256" y="201041"/>
                  <a:pt x="0" y="184658"/>
                  <a:pt x="0" y="164465"/>
                </a:cubicBezTo>
                <a:lnTo>
                  <a:pt x="0" y="36576"/>
                </a:lnTo>
                <a:close/>
              </a:path>
            </a:pathLst>
          </a:custGeom>
          <a:solidFill>
            <a:srgbClr val="223366"/>
          </a:solidFill>
          <a:ln w="12700" cap="flat">
            <a:solidFill>
              <a:srgbClr val="33447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Editable vector"/>
          <p:cNvSpPr/>
          <p:nvPr/>
        </p:nvSpPr>
        <p:spPr>
          <a:xfrm>
            <a:off x="2664332" y="4466335"/>
            <a:ext cx="2028825" cy="12"/>
          </a:xfrm>
          <a:custGeom>
            <a:avLst/>
            <a:gdLst/>
            <a:ahLst/>
            <a:cxnLst/>
            <a:rect l="0" t="0" r="r" b="b"/>
            <a:pathLst>
              <a:path w="2028825" h="13" fill="none" stroke="1" extrusionOk="0">
                <a:moveTo>
                  <a:pt x="0" y="0"/>
                </a:moveTo>
                <a:lnTo>
                  <a:pt x="2028825" y="0"/>
                </a:lnTo>
              </a:path>
            </a:pathLst>
          </a:custGeom>
          <a:noFill/>
          <a:ln w="6350" cap="flat">
            <a:solidFill>
              <a:srgbClr val="EAEC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Editable vector"/>
          <p:cNvSpPr/>
          <p:nvPr/>
        </p:nvSpPr>
        <p:spPr>
          <a:xfrm>
            <a:off x="3770121" y="4906009"/>
            <a:ext cx="841248" cy="9144"/>
          </a:xfrm>
          <a:custGeom>
            <a:avLst/>
            <a:gdLst/>
            <a:ahLst/>
            <a:cxnLst/>
            <a:rect l="0" t="0" r="r" b="b"/>
            <a:pathLst>
              <a:path w="841248" h="9144" fill="norm" stroke="0" extrusionOk="0">
                <a:moveTo>
                  <a:pt x="0" y="0"/>
                </a:moveTo>
                <a:lnTo>
                  <a:pt x="210312" y="0"/>
                </a:lnTo>
                <a:lnTo>
                  <a:pt x="420624" y="0"/>
                </a:lnTo>
                <a:lnTo>
                  <a:pt x="630936" y="0"/>
                </a:lnTo>
                <a:lnTo>
                  <a:pt x="841248" y="0"/>
                </a:lnTo>
                <a:lnTo>
                  <a:pt x="841248" y="9144"/>
                </a:lnTo>
                <a:lnTo>
                  <a:pt x="630936" y="9144"/>
                </a:lnTo>
                <a:lnTo>
                  <a:pt x="420624" y="9144"/>
                </a:lnTo>
                <a:lnTo>
                  <a:pt x="210312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Editable vector"/>
          <p:cNvSpPr/>
          <p:nvPr/>
        </p:nvSpPr>
        <p:spPr>
          <a:xfrm>
            <a:off x="4939919" y="2186813"/>
            <a:ext cx="2211704" cy="3236214"/>
          </a:xfrm>
          <a:custGeom>
            <a:avLst/>
            <a:gdLst/>
            <a:ahLst/>
            <a:cxnLst/>
            <a:rect l="0" t="0" r="r" b="b"/>
            <a:pathLst>
              <a:path w="2211705" h="3236214" fill="norm" stroke="1" extrusionOk="0">
                <a:moveTo>
                  <a:pt x="0" y="73152"/>
                </a:moveTo>
                <a:cubicBezTo>
                  <a:pt x="0" y="32766"/>
                  <a:pt x="32766" y="0"/>
                  <a:pt x="73152" y="0"/>
                </a:cubicBezTo>
                <a:lnTo>
                  <a:pt x="2138553" y="0"/>
                </a:lnTo>
                <a:cubicBezTo>
                  <a:pt x="2178939" y="0"/>
                  <a:pt x="2211705" y="32766"/>
                  <a:pt x="2211705" y="73152"/>
                </a:cubicBezTo>
                <a:lnTo>
                  <a:pt x="2211705" y="3163062"/>
                </a:lnTo>
                <a:cubicBezTo>
                  <a:pt x="2211705" y="3203448"/>
                  <a:pt x="2178939" y="3236214"/>
                  <a:pt x="2138553" y="3236214"/>
                </a:cubicBezTo>
                <a:lnTo>
                  <a:pt x="73152" y="3236214"/>
                </a:lnTo>
                <a:cubicBezTo>
                  <a:pt x="32766" y="3236214"/>
                  <a:pt x="0" y="3203448"/>
                  <a:pt x="0" y="3163062"/>
                </a:cubicBezTo>
                <a:lnTo>
                  <a:pt x="0" y="73152"/>
                </a:lnTo>
                <a:close/>
              </a:path>
            </a:pathLst>
          </a:custGeom>
          <a:solidFill>
            <a:srgbClr val="E2F4FF"/>
          </a:solidFill>
          <a:ln w="9525" cap="flat">
            <a:solidFill>
              <a:srgbClr val="00308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Editable vector"/>
          <p:cNvSpPr/>
          <p:nvPr/>
        </p:nvSpPr>
        <p:spPr>
          <a:xfrm>
            <a:off x="4939919" y="2186888"/>
            <a:ext cx="2211704" cy="868222"/>
          </a:xfrm>
          <a:custGeom>
            <a:avLst/>
            <a:gdLst/>
            <a:ahLst/>
            <a:cxnLst/>
            <a:rect l="0" t="0" r="r" b="b"/>
            <a:pathLst>
              <a:path w="2211705" h="868223" fill="norm" stroke="1" extrusionOk="0">
                <a:moveTo>
                  <a:pt x="0" y="0"/>
                </a:moveTo>
                <a:lnTo>
                  <a:pt x="2211705" y="0"/>
                </a:lnTo>
                <a:lnTo>
                  <a:pt x="2211705" y="868223"/>
                </a:lnTo>
                <a:lnTo>
                  <a:pt x="0" y="868223"/>
                </a:lnTo>
                <a:close/>
              </a:path>
            </a:pathLst>
          </a:custGeom>
          <a:solidFill>
            <a:srgbClr val="001535"/>
          </a:solidFill>
          <a:ln w="12700" cap="flat">
            <a:solidFill>
              <a:srgbClr val="0015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Editable vector"/>
          <p:cNvSpPr/>
          <p:nvPr/>
        </p:nvSpPr>
        <p:spPr>
          <a:xfrm>
            <a:off x="4939919" y="2186813"/>
            <a:ext cx="2211704" cy="868298"/>
          </a:xfrm>
          <a:custGeom>
            <a:avLst/>
            <a:gdLst/>
            <a:ahLst/>
            <a:cxnLst/>
            <a:rect l="0" t="0" r="r" b="b"/>
            <a:pathLst>
              <a:path w="2211705" h="868299" fill="norm" stroke="1" extrusionOk="0">
                <a:moveTo>
                  <a:pt x="0" y="73152"/>
                </a:moveTo>
                <a:cubicBezTo>
                  <a:pt x="0" y="32766"/>
                  <a:pt x="32766" y="0"/>
                  <a:pt x="73152" y="0"/>
                </a:cubicBezTo>
                <a:lnTo>
                  <a:pt x="2138553" y="0"/>
                </a:lnTo>
                <a:cubicBezTo>
                  <a:pt x="2178939" y="0"/>
                  <a:pt x="2211705" y="32766"/>
                  <a:pt x="2211705" y="73152"/>
                </a:cubicBezTo>
                <a:lnTo>
                  <a:pt x="2211705" y="795147"/>
                </a:lnTo>
                <a:cubicBezTo>
                  <a:pt x="2211705" y="835533"/>
                  <a:pt x="2178939" y="868299"/>
                  <a:pt x="2138553" y="868299"/>
                </a:cubicBezTo>
                <a:lnTo>
                  <a:pt x="73152" y="868299"/>
                </a:lnTo>
                <a:cubicBezTo>
                  <a:pt x="32766" y="868299"/>
                  <a:pt x="0" y="835533"/>
                  <a:pt x="0" y="795147"/>
                </a:cubicBezTo>
                <a:lnTo>
                  <a:pt x="0" y="73152"/>
                </a:lnTo>
                <a:close/>
              </a:path>
            </a:pathLst>
          </a:custGeom>
          <a:solidFill>
            <a:srgbClr val="5D36FF"/>
          </a:solidFill>
          <a:ln w="12700" cap="flat">
            <a:solidFill>
              <a:srgbClr val="0015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Editable vector"/>
          <p:cNvSpPr/>
          <p:nvPr/>
        </p:nvSpPr>
        <p:spPr>
          <a:xfrm>
            <a:off x="5031359" y="2762630"/>
            <a:ext cx="548385" cy="201040"/>
          </a:xfrm>
          <a:custGeom>
            <a:avLst/>
            <a:gdLst/>
            <a:ahLst/>
            <a:cxnLst/>
            <a:rect l="0" t="0" r="r" b="b"/>
            <a:pathLst>
              <a:path w="548386" h="201041" fill="norm" stroke="1" extrusionOk="0">
                <a:moveTo>
                  <a:pt x="0" y="36576"/>
                </a:moveTo>
                <a:cubicBezTo>
                  <a:pt x="0" y="16383"/>
                  <a:pt x="16383" y="0"/>
                  <a:pt x="36576" y="0"/>
                </a:cubicBezTo>
                <a:lnTo>
                  <a:pt x="511810" y="0"/>
                </a:lnTo>
                <a:cubicBezTo>
                  <a:pt x="532003" y="0"/>
                  <a:pt x="548386" y="16383"/>
                  <a:pt x="548386" y="36576"/>
                </a:cubicBezTo>
                <a:lnTo>
                  <a:pt x="548386" y="164465"/>
                </a:lnTo>
                <a:cubicBezTo>
                  <a:pt x="548386" y="184658"/>
                  <a:pt x="532003" y="201041"/>
                  <a:pt x="511810" y="201041"/>
                </a:cubicBezTo>
                <a:lnTo>
                  <a:pt x="36576" y="201041"/>
                </a:lnTo>
                <a:cubicBezTo>
                  <a:pt x="16383" y="201041"/>
                  <a:pt x="0" y="184658"/>
                  <a:pt x="0" y="164465"/>
                </a:cubicBezTo>
                <a:lnTo>
                  <a:pt x="0" y="36576"/>
                </a:lnTo>
                <a:close/>
              </a:path>
            </a:pathLst>
          </a:custGeom>
          <a:solidFill>
            <a:srgbClr val="223366"/>
          </a:solidFill>
          <a:ln w="12700" cap="flat">
            <a:solidFill>
              <a:srgbClr val="33447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Editable vector"/>
          <p:cNvSpPr/>
          <p:nvPr/>
        </p:nvSpPr>
        <p:spPr>
          <a:xfrm>
            <a:off x="5031359" y="4466335"/>
            <a:ext cx="2028951" cy="12"/>
          </a:xfrm>
          <a:custGeom>
            <a:avLst/>
            <a:gdLst/>
            <a:ahLst/>
            <a:cxnLst/>
            <a:rect l="0" t="0" r="r" b="b"/>
            <a:pathLst>
              <a:path w="2028952" h="13" fill="none" stroke="1" extrusionOk="0">
                <a:moveTo>
                  <a:pt x="0" y="0"/>
                </a:moveTo>
                <a:lnTo>
                  <a:pt x="2028952" y="0"/>
                </a:lnTo>
              </a:path>
            </a:pathLst>
          </a:custGeom>
          <a:noFill/>
          <a:ln w="6350" cap="flat">
            <a:solidFill>
              <a:srgbClr val="EAEC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Editable vector"/>
          <p:cNvSpPr/>
          <p:nvPr/>
        </p:nvSpPr>
        <p:spPr>
          <a:xfrm>
            <a:off x="6137275" y="4906009"/>
            <a:ext cx="841247" cy="9144"/>
          </a:xfrm>
          <a:custGeom>
            <a:avLst/>
            <a:gdLst/>
            <a:ahLst/>
            <a:cxnLst/>
            <a:rect l="0" t="0" r="r" b="b"/>
            <a:pathLst>
              <a:path w="841248" h="9144" fill="norm" stroke="0" extrusionOk="0">
                <a:moveTo>
                  <a:pt x="0" y="0"/>
                </a:moveTo>
                <a:lnTo>
                  <a:pt x="210312" y="0"/>
                </a:lnTo>
                <a:lnTo>
                  <a:pt x="420624" y="0"/>
                </a:lnTo>
                <a:lnTo>
                  <a:pt x="630936" y="0"/>
                </a:lnTo>
                <a:lnTo>
                  <a:pt x="841248" y="0"/>
                </a:lnTo>
                <a:lnTo>
                  <a:pt x="841248" y="9144"/>
                </a:lnTo>
                <a:lnTo>
                  <a:pt x="630936" y="9144"/>
                </a:lnTo>
                <a:lnTo>
                  <a:pt x="420624" y="9144"/>
                </a:lnTo>
                <a:lnTo>
                  <a:pt x="210312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Editable vector"/>
          <p:cNvSpPr/>
          <p:nvPr/>
        </p:nvSpPr>
        <p:spPr>
          <a:xfrm>
            <a:off x="7307071" y="2186813"/>
            <a:ext cx="2211578" cy="3236214"/>
          </a:xfrm>
          <a:custGeom>
            <a:avLst/>
            <a:gdLst/>
            <a:ahLst/>
            <a:cxnLst/>
            <a:rect l="0" t="0" r="r" b="b"/>
            <a:pathLst>
              <a:path w="2211578" h="3236214" fill="norm" stroke="1" extrusionOk="0">
                <a:moveTo>
                  <a:pt x="0" y="73152"/>
                </a:moveTo>
                <a:cubicBezTo>
                  <a:pt x="0" y="32766"/>
                  <a:pt x="32639" y="0"/>
                  <a:pt x="73025" y="0"/>
                </a:cubicBezTo>
                <a:lnTo>
                  <a:pt x="2138553" y="0"/>
                </a:lnTo>
                <a:cubicBezTo>
                  <a:pt x="2178939" y="0"/>
                  <a:pt x="2211578" y="32766"/>
                  <a:pt x="2211578" y="73152"/>
                </a:cubicBezTo>
                <a:lnTo>
                  <a:pt x="2211578" y="3163062"/>
                </a:lnTo>
                <a:cubicBezTo>
                  <a:pt x="2211578" y="3203448"/>
                  <a:pt x="2178939" y="3236214"/>
                  <a:pt x="2138553" y="3236214"/>
                </a:cubicBezTo>
                <a:lnTo>
                  <a:pt x="73025" y="3236214"/>
                </a:lnTo>
                <a:cubicBezTo>
                  <a:pt x="32639" y="3236214"/>
                  <a:pt x="0" y="3203448"/>
                  <a:pt x="0" y="3163062"/>
                </a:cubicBezTo>
                <a:lnTo>
                  <a:pt x="0" y="73152"/>
                </a:lnTo>
                <a:close/>
              </a:path>
            </a:pathLst>
          </a:custGeom>
          <a:solidFill>
            <a:srgbClr val="E2F4FF"/>
          </a:solidFill>
          <a:ln w="9525" cap="flat">
            <a:solidFill>
              <a:srgbClr val="00308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Editable vector"/>
          <p:cNvSpPr/>
          <p:nvPr/>
        </p:nvSpPr>
        <p:spPr>
          <a:xfrm>
            <a:off x="7307071" y="2186888"/>
            <a:ext cx="2211705" cy="868222"/>
          </a:xfrm>
          <a:custGeom>
            <a:avLst/>
            <a:gdLst/>
            <a:ahLst/>
            <a:cxnLst/>
            <a:rect l="0" t="0" r="r" b="b"/>
            <a:pathLst>
              <a:path w="2211705" h="868223" fill="norm" stroke="1" extrusionOk="0">
                <a:moveTo>
                  <a:pt x="0" y="0"/>
                </a:moveTo>
                <a:lnTo>
                  <a:pt x="2211705" y="0"/>
                </a:lnTo>
                <a:lnTo>
                  <a:pt x="2211705" y="868223"/>
                </a:lnTo>
                <a:lnTo>
                  <a:pt x="0" y="868223"/>
                </a:lnTo>
                <a:close/>
              </a:path>
            </a:pathLst>
          </a:custGeom>
          <a:solidFill>
            <a:srgbClr val="001535"/>
          </a:solidFill>
          <a:ln w="12700" cap="flat">
            <a:solidFill>
              <a:srgbClr val="0015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Editable vector"/>
          <p:cNvSpPr/>
          <p:nvPr/>
        </p:nvSpPr>
        <p:spPr>
          <a:xfrm>
            <a:off x="7307071" y="2186813"/>
            <a:ext cx="2211578" cy="868298"/>
          </a:xfrm>
          <a:custGeom>
            <a:avLst/>
            <a:gdLst/>
            <a:ahLst/>
            <a:cxnLst/>
            <a:rect l="0" t="0" r="r" b="b"/>
            <a:pathLst>
              <a:path w="2211578" h="868299" fill="norm" stroke="1" extrusionOk="0">
                <a:moveTo>
                  <a:pt x="0" y="73152"/>
                </a:moveTo>
                <a:cubicBezTo>
                  <a:pt x="0" y="32766"/>
                  <a:pt x="32639" y="0"/>
                  <a:pt x="73025" y="0"/>
                </a:cubicBezTo>
                <a:lnTo>
                  <a:pt x="2138553" y="0"/>
                </a:lnTo>
                <a:cubicBezTo>
                  <a:pt x="2178939" y="0"/>
                  <a:pt x="2211578" y="32766"/>
                  <a:pt x="2211578" y="73152"/>
                </a:cubicBezTo>
                <a:lnTo>
                  <a:pt x="2211578" y="795147"/>
                </a:lnTo>
                <a:cubicBezTo>
                  <a:pt x="2211578" y="835533"/>
                  <a:pt x="2178939" y="868299"/>
                  <a:pt x="2138553" y="868299"/>
                </a:cubicBezTo>
                <a:lnTo>
                  <a:pt x="73025" y="868299"/>
                </a:lnTo>
                <a:cubicBezTo>
                  <a:pt x="32639" y="868299"/>
                  <a:pt x="0" y="835533"/>
                  <a:pt x="0" y="795147"/>
                </a:cubicBezTo>
                <a:lnTo>
                  <a:pt x="0" y="73152"/>
                </a:lnTo>
                <a:close/>
              </a:path>
            </a:pathLst>
          </a:custGeom>
          <a:solidFill>
            <a:srgbClr val="5D36FF"/>
          </a:solidFill>
          <a:ln w="12700" cap="flat">
            <a:solidFill>
              <a:srgbClr val="0015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Editable vector"/>
          <p:cNvSpPr/>
          <p:nvPr/>
        </p:nvSpPr>
        <p:spPr>
          <a:xfrm>
            <a:off x="7398384" y="2278253"/>
            <a:ext cx="914400" cy="228600"/>
          </a:xfrm>
          <a:custGeom>
            <a:avLst/>
            <a:gdLst/>
            <a:ahLst/>
            <a:cxnLst/>
            <a:rect l="0" t="0" r="r" b="b"/>
            <a:pathLst>
              <a:path w="914400" h="228600" fill="norm" stroke="1" extrusionOk="0">
                <a:moveTo>
                  <a:pt x="0" y="54864"/>
                </a:moveTo>
                <a:cubicBezTo>
                  <a:pt x="0" y="24511"/>
                  <a:pt x="24638" y="0"/>
                  <a:pt x="54864" y="0"/>
                </a:cubicBezTo>
                <a:lnTo>
                  <a:pt x="859536" y="0"/>
                </a:lnTo>
                <a:cubicBezTo>
                  <a:pt x="889889" y="0"/>
                  <a:pt x="914400" y="24511"/>
                  <a:pt x="914400" y="54864"/>
                </a:cubicBezTo>
                <a:lnTo>
                  <a:pt x="914400" y="173736"/>
                </a:lnTo>
                <a:cubicBezTo>
                  <a:pt x="914400" y="203962"/>
                  <a:pt x="889889" y="228600"/>
                  <a:pt x="859536" y="228600"/>
                </a:cubicBezTo>
                <a:lnTo>
                  <a:pt x="54864" y="228600"/>
                </a:lnTo>
                <a:cubicBezTo>
                  <a:pt x="24638" y="228600"/>
                  <a:pt x="0" y="203962"/>
                  <a:pt x="0" y="173736"/>
                </a:cubicBezTo>
                <a:lnTo>
                  <a:pt x="0" y="54864"/>
                </a:lnTo>
                <a:close/>
              </a:path>
            </a:pathLst>
          </a:custGeom>
          <a:solidFill>
            <a:srgbClr val="B894FF"/>
          </a:solidFill>
          <a:ln w="12700" cap="flat">
            <a:solidFill>
              <a:srgbClr val="B894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Editable vector"/>
          <p:cNvSpPr/>
          <p:nvPr/>
        </p:nvSpPr>
        <p:spPr>
          <a:xfrm>
            <a:off x="7398384" y="2762630"/>
            <a:ext cx="548385" cy="201040"/>
          </a:xfrm>
          <a:custGeom>
            <a:avLst/>
            <a:gdLst/>
            <a:ahLst/>
            <a:cxnLst/>
            <a:rect l="0" t="0" r="r" b="b"/>
            <a:pathLst>
              <a:path w="548386" h="201041" fill="norm" stroke="1" extrusionOk="0">
                <a:moveTo>
                  <a:pt x="0" y="36576"/>
                </a:moveTo>
                <a:cubicBezTo>
                  <a:pt x="0" y="16383"/>
                  <a:pt x="16383" y="0"/>
                  <a:pt x="36576" y="0"/>
                </a:cubicBezTo>
                <a:lnTo>
                  <a:pt x="511810" y="0"/>
                </a:lnTo>
                <a:cubicBezTo>
                  <a:pt x="532003" y="0"/>
                  <a:pt x="548386" y="16383"/>
                  <a:pt x="548386" y="36576"/>
                </a:cubicBezTo>
                <a:lnTo>
                  <a:pt x="548386" y="164465"/>
                </a:lnTo>
                <a:cubicBezTo>
                  <a:pt x="548386" y="184658"/>
                  <a:pt x="532003" y="201041"/>
                  <a:pt x="511810" y="201041"/>
                </a:cubicBezTo>
                <a:lnTo>
                  <a:pt x="36576" y="201041"/>
                </a:lnTo>
                <a:cubicBezTo>
                  <a:pt x="16383" y="201041"/>
                  <a:pt x="0" y="184658"/>
                  <a:pt x="0" y="164465"/>
                </a:cubicBezTo>
                <a:lnTo>
                  <a:pt x="0" y="36576"/>
                </a:lnTo>
                <a:close/>
              </a:path>
            </a:pathLst>
          </a:custGeom>
          <a:solidFill>
            <a:srgbClr val="223366"/>
          </a:solidFill>
          <a:ln w="12700" cap="flat">
            <a:solidFill>
              <a:srgbClr val="33447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Editable vector"/>
          <p:cNvSpPr/>
          <p:nvPr/>
        </p:nvSpPr>
        <p:spPr>
          <a:xfrm>
            <a:off x="7398384" y="4466335"/>
            <a:ext cx="2028952" cy="12"/>
          </a:xfrm>
          <a:custGeom>
            <a:avLst/>
            <a:gdLst/>
            <a:ahLst/>
            <a:cxnLst/>
            <a:rect l="0" t="0" r="r" b="b"/>
            <a:pathLst>
              <a:path w="2028952" h="13" fill="none" stroke="1" extrusionOk="0">
                <a:moveTo>
                  <a:pt x="0" y="0"/>
                </a:moveTo>
                <a:lnTo>
                  <a:pt x="2028952" y="0"/>
                </a:lnTo>
              </a:path>
            </a:pathLst>
          </a:custGeom>
          <a:noFill/>
          <a:ln w="6350" cap="flat">
            <a:solidFill>
              <a:srgbClr val="EAEC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Editable vector"/>
          <p:cNvSpPr/>
          <p:nvPr/>
        </p:nvSpPr>
        <p:spPr>
          <a:xfrm>
            <a:off x="8504428" y="4892294"/>
            <a:ext cx="841247" cy="9144"/>
          </a:xfrm>
          <a:custGeom>
            <a:avLst/>
            <a:gdLst/>
            <a:ahLst/>
            <a:cxnLst/>
            <a:rect l="0" t="0" r="r" b="b"/>
            <a:pathLst>
              <a:path w="841248" h="9144" fill="norm" stroke="0" extrusionOk="0">
                <a:moveTo>
                  <a:pt x="0" y="0"/>
                </a:moveTo>
                <a:lnTo>
                  <a:pt x="280415" y="0"/>
                </a:lnTo>
                <a:lnTo>
                  <a:pt x="560832" y="0"/>
                </a:lnTo>
                <a:lnTo>
                  <a:pt x="841248" y="0"/>
                </a:lnTo>
                <a:lnTo>
                  <a:pt x="841248" y="9144"/>
                </a:lnTo>
                <a:lnTo>
                  <a:pt x="560832" y="9144"/>
                </a:lnTo>
                <a:lnTo>
                  <a:pt x="280415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Editable vector"/>
          <p:cNvSpPr/>
          <p:nvPr/>
        </p:nvSpPr>
        <p:spPr>
          <a:xfrm>
            <a:off x="9674097" y="2186813"/>
            <a:ext cx="2211705" cy="3236214"/>
          </a:xfrm>
          <a:custGeom>
            <a:avLst/>
            <a:gdLst/>
            <a:ahLst/>
            <a:cxnLst/>
            <a:rect l="0" t="0" r="r" b="b"/>
            <a:pathLst>
              <a:path w="2211705" h="3236214" fill="norm" stroke="1" extrusionOk="0">
                <a:moveTo>
                  <a:pt x="0" y="73152"/>
                </a:moveTo>
                <a:cubicBezTo>
                  <a:pt x="0" y="32766"/>
                  <a:pt x="32766" y="0"/>
                  <a:pt x="73152" y="0"/>
                </a:cubicBezTo>
                <a:lnTo>
                  <a:pt x="2138553" y="0"/>
                </a:lnTo>
                <a:cubicBezTo>
                  <a:pt x="2178939" y="0"/>
                  <a:pt x="2211705" y="32766"/>
                  <a:pt x="2211705" y="73152"/>
                </a:cubicBezTo>
                <a:lnTo>
                  <a:pt x="2211705" y="3163062"/>
                </a:lnTo>
                <a:cubicBezTo>
                  <a:pt x="2211705" y="3203448"/>
                  <a:pt x="2178939" y="3236214"/>
                  <a:pt x="2138553" y="3236214"/>
                </a:cubicBezTo>
                <a:lnTo>
                  <a:pt x="73152" y="3236214"/>
                </a:lnTo>
                <a:cubicBezTo>
                  <a:pt x="32766" y="3236214"/>
                  <a:pt x="0" y="3203448"/>
                  <a:pt x="0" y="3163062"/>
                </a:cubicBezTo>
                <a:lnTo>
                  <a:pt x="0" y="73152"/>
                </a:lnTo>
                <a:close/>
              </a:path>
            </a:pathLst>
          </a:custGeom>
          <a:solidFill>
            <a:srgbClr val="E2F4FF"/>
          </a:solidFill>
          <a:ln w="9525" cap="flat">
            <a:solidFill>
              <a:srgbClr val="00308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Editable vector"/>
          <p:cNvSpPr/>
          <p:nvPr/>
        </p:nvSpPr>
        <p:spPr>
          <a:xfrm>
            <a:off x="9674097" y="2186888"/>
            <a:ext cx="2211705" cy="868222"/>
          </a:xfrm>
          <a:custGeom>
            <a:avLst/>
            <a:gdLst/>
            <a:ahLst/>
            <a:cxnLst/>
            <a:rect l="0" t="0" r="r" b="b"/>
            <a:pathLst>
              <a:path w="2211705" h="868223" fill="norm" stroke="1" extrusionOk="0">
                <a:moveTo>
                  <a:pt x="0" y="0"/>
                </a:moveTo>
                <a:lnTo>
                  <a:pt x="2211705" y="0"/>
                </a:lnTo>
                <a:lnTo>
                  <a:pt x="2211705" y="868223"/>
                </a:lnTo>
                <a:lnTo>
                  <a:pt x="0" y="868223"/>
                </a:lnTo>
                <a:close/>
              </a:path>
            </a:pathLst>
          </a:custGeom>
          <a:solidFill>
            <a:srgbClr val="001535"/>
          </a:solidFill>
          <a:ln w="12700" cap="flat">
            <a:solidFill>
              <a:srgbClr val="0015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Editable vector"/>
          <p:cNvSpPr/>
          <p:nvPr/>
        </p:nvSpPr>
        <p:spPr>
          <a:xfrm>
            <a:off x="9674097" y="2186813"/>
            <a:ext cx="2211705" cy="868298"/>
          </a:xfrm>
          <a:custGeom>
            <a:avLst/>
            <a:gdLst/>
            <a:ahLst/>
            <a:cxnLst/>
            <a:rect l="0" t="0" r="r" b="b"/>
            <a:pathLst>
              <a:path w="2211705" h="868299" fill="norm" stroke="1" extrusionOk="0">
                <a:moveTo>
                  <a:pt x="0" y="73152"/>
                </a:moveTo>
                <a:cubicBezTo>
                  <a:pt x="0" y="32766"/>
                  <a:pt x="32766" y="0"/>
                  <a:pt x="73152" y="0"/>
                </a:cubicBezTo>
                <a:lnTo>
                  <a:pt x="2138553" y="0"/>
                </a:lnTo>
                <a:cubicBezTo>
                  <a:pt x="2178939" y="0"/>
                  <a:pt x="2211705" y="32766"/>
                  <a:pt x="2211705" y="73152"/>
                </a:cubicBezTo>
                <a:lnTo>
                  <a:pt x="2211705" y="795147"/>
                </a:lnTo>
                <a:cubicBezTo>
                  <a:pt x="2211705" y="835533"/>
                  <a:pt x="2178939" y="868299"/>
                  <a:pt x="2138553" y="868299"/>
                </a:cubicBezTo>
                <a:lnTo>
                  <a:pt x="73152" y="868299"/>
                </a:lnTo>
                <a:cubicBezTo>
                  <a:pt x="32766" y="868299"/>
                  <a:pt x="0" y="835533"/>
                  <a:pt x="0" y="795147"/>
                </a:cubicBezTo>
                <a:lnTo>
                  <a:pt x="0" y="73152"/>
                </a:lnTo>
                <a:close/>
              </a:path>
            </a:pathLst>
          </a:custGeom>
          <a:solidFill>
            <a:srgbClr val="5D36FF"/>
          </a:solidFill>
          <a:ln w="12700" cap="flat">
            <a:solidFill>
              <a:srgbClr val="0015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Editable vector"/>
          <p:cNvSpPr/>
          <p:nvPr/>
        </p:nvSpPr>
        <p:spPr>
          <a:xfrm>
            <a:off x="9765410" y="2278253"/>
            <a:ext cx="914400" cy="228600"/>
          </a:xfrm>
          <a:custGeom>
            <a:avLst/>
            <a:gdLst/>
            <a:ahLst/>
            <a:cxnLst/>
            <a:rect l="0" t="0" r="r" b="b"/>
            <a:pathLst>
              <a:path w="914400" h="228600" fill="norm" stroke="1" extrusionOk="0">
                <a:moveTo>
                  <a:pt x="0" y="54864"/>
                </a:moveTo>
                <a:cubicBezTo>
                  <a:pt x="0" y="24511"/>
                  <a:pt x="24638" y="0"/>
                  <a:pt x="54864" y="0"/>
                </a:cubicBezTo>
                <a:lnTo>
                  <a:pt x="859536" y="0"/>
                </a:lnTo>
                <a:cubicBezTo>
                  <a:pt x="889889" y="0"/>
                  <a:pt x="914400" y="24511"/>
                  <a:pt x="914400" y="54864"/>
                </a:cubicBezTo>
                <a:lnTo>
                  <a:pt x="914400" y="173736"/>
                </a:lnTo>
                <a:cubicBezTo>
                  <a:pt x="914400" y="203962"/>
                  <a:pt x="889889" y="228600"/>
                  <a:pt x="859536" y="228600"/>
                </a:cubicBezTo>
                <a:lnTo>
                  <a:pt x="54864" y="228600"/>
                </a:lnTo>
                <a:cubicBezTo>
                  <a:pt x="24638" y="228600"/>
                  <a:pt x="0" y="203962"/>
                  <a:pt x="0" y="173736"/>
                </a:cubicBezTo>
                <a:lnTo>
                  <a:pt x="0" y="54864"/>
                </a:lnTo>
                <a:close/>
              </a:path>
            </a:pathLst>
          </a:custGeom>
          <a:solidFill>
            <a:srgbClr val="B894FF"/>
          </a:solidFill>
          <a:ln w="12700" cap="flat">
            <a:solidFill>
              <a:srgbClr val="B894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Editable vector"/>
          <p:cNvSpPr/>
          <p:nvPr/>
        </p:nvSpPr>
        <p:spPr>
          <a:xfrm>
            <a:off x="9765410" y="2762630"/>
            <a:ext cx="548385" cy="201040"/>
          </a:xfrm>
          <a:custGeom>
            <a:avLst/>
            <a:gdLst/>
            <a:ahLst/>
            <a:cxnLst/>
            <a:rect l="0" t="0" r="r" b="b"/>
            <a:pathLst>
              <a:path w="548386" h="201041" fill="norm" stroke="1" extrusionOk="0">
                <a:moveTo>
                  <a:pt x="0" y="36576"/>
                </a:moveTo>
                <a:cubicBezTo>
                  <a:pt x="0" y="16383"/>
                  <a:pt x="16383" y="0"/>
                  <a:pt x="36576" y="0"/>
                </a:cubicBezTo>
                <a:lnTo>
                  <a:pt x="511810" y="0"/>
                </a:lnTo>
                <a:cubicBezTo>
                  <a:pt x="532003" y="0"/>
                  <a:pt x="548386" y="16383"/>
                  <a:pt x="548386" y="36576"/>
                </a:cubicBezTo>
                <a:lnTo>
                  <a:pt x="548386" y="164465"/>
                </a:lnTo>
                <a:cubicBezTo>
                  <a:pt x="548386" y="184658"/>
                  <a:pt x="532003" y="201041"/>
                  <a:pt x="511810" y="201041"/>
                </a:cubicBezTo>
                <a:lnTo>
                  <a:pt x="36576" y="201041"/>
                </a:lnTo>
                <a:cubicBezTo>
                  <a:pt x="16383" y="201041"/>
                  <a:pt x="0" y="184658"/>
                  <a:pt x="0" y="164465"/>
                </a:cubicBezTo>
                <a:lnTo>
                  <a:pt x="0" y="36576"/>
                </a:lnTo>
                <a:close/>
              </a:path>
            </a:pathLst>
          </a:custGeom>
          <a:solidFill>
            <a:srgbClr val="223366"/>
          </a:solidFill>
          <a:ln w="12700" cap="flat">
            <a:solidFill>
              <a:srgbClr val="33447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Editable vector"/>
          <p:cNvSpPr/>
          <p:nvPr/>
        </p:nvSpPr>
        <p:spPr>
          <a:xfrm>
            <a:off x="9765410" y="4466335"/>
            <a:ext cx="2028952" cy="12"/>
          </a:xfrm>
          <a:custGeom>
            <a:avLst/>
            <a:gdLst/>
            <a:ahLst/>
            <a:cxnLst/>
            <a:rect l="0" t="0" r="r" b="b"/>
            <a:pathLst>
              <a:path w="2028952" h="13" fill="none" stroke="1" extrusionOk="0">
                <a:moveTo>
                  <a:pt x="0" y="0"/>
                </a:moveTo>
                <a:lnTo>
                  <a:pt x="2028952" y="0"/>
                </a:lnTo>
              </a:path>
            </a:pathLst>
          </a:custGeom>
          <a:noFill/>
          <a:ln w="6350" cap="flat">
            <a:solidFill>
              <a:srgbClr val="EAEC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Editable vector"/>
          <p:cNvSpPr/>
          <p:nvPr/>
        </p:nvSpPr>
        <p:spPr>
          <a:xfrm>
            <a:off x="10870183" y="4892294"/>
            <a:ext cx="841247" cy="9144"/>
          </a:xfrm>
          <a:custGeom>
            <a:avLst/>
            <a:gdLst/>
            <a:ahLst/>
            <a:cxnLst/>
            <a:rect l="0" t="0" r="r" b="b"/>
            <a:pathLst>
              <a:path w="841248" h="9144" fill="norm" stroke="0" extrusionOk="0">
                <a:moveTo>
                  <a:pt x="0" y="0"/>
                </a:moveTo>
                <a:lnTo>
                  <a:pt x="210312" y="0"/>
                </a:lnTo>
                <a:lnTo>
                  <a:pt x="420624" y="0"/>
                </a:lnTo>
                <a:lnTo>
                  <a:pt x="630936" y="0"/>
                </a:lnTo>
                <a:lnTo>
                  <a:pt x="841248" y="0"/>
                </a:lnTo>
                <a:lnTo>
                  <a:pt x="841248" y="9144"/>
                </a:lnTo>
                <a:lnTo>
                  <a:pt x="630936" y="9144"/>
                </a:lnTo>
                <a:lnTo>
                  <a:pt x="420624" y="9144"/>
                </a:lnTo>
                <a:lnTo>
                  <a:pt x="210312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Editable vector"/>
          <p:cNvSpPr/>
          <p:nvPr/>
        </p:nvSpPr>
        <p:spPr>
          <a:xfrm>
            <a:off x="238467" y="5506973"/>
            <a:ext cx="11647335" cy="548297"/>
          </a:xfrm>
          <a:custGeom>
            <a:avLst/>
            <a:gdLst/>
            <a:ahLst/>
            <a:cxnLst/>
            <a:rect l="0" t="0" r="r" b="b"/>
            <a:pathLst>
              <a:path w="11647335" h="548297" fill="norm" stroke="1" extrusionOk="0">
                <a:moveTo>
                  <a:pt x="0" y="63881"/>
                </a:moveTo>
                <a:cubicBezTo>
                  <a:pt x="0" y="28575"/>
                  <a:pt x="28638" y="0"/>
                  <a:pt x="63983" y="0"/>
                </a:cubicBezTo>
                <a:lnTo>
                  <a:pt x="11583327" y="0"/>
                </a:lnTo>
                <a:cubicBezTo>
                  <a:pt x="11618633" y="0"/>
                  <a:pt x="11647335" y="28575"/>
                  <a:pt x="11647335" y="63881"/>
                </a:cubicBezTo>
                <a:lnTo>
                  <a:pt x="11647335" y="484315"/>
                </a:lnTo>
                <a:cubicBezTo>
                  <a:pt x="11647335" y="519659"/>
                  <a:pt x="11618633" y="548297"/>
                  <a:pt x="11583327" y="548297"/>
                </a:cubicBezTo>
                <a:lnTo>
                  <a:pt x="63983" y="548297"/>
                </a:lnTo>
                <a:cubicBezTo>
                  <a:pt x="28638" y="548297"/>
                  <a:pt x="0" y="519659"/>
                  <a:pt x="0" y="484315"/>
                </a:cubicBezTo>
                <a:lnTo>
                  <a:pt x="0" y="63881"/>
                </a:lnTo>
                <a:close/>
              </a:path>
            </a:pathLst>
          </a:custGeom>
          <a:solidFill>
            <a:srgbClr val="E2D8FF"/>
          </a:solidFill>
          <a:ln w="12700" cap="flat">
            <a:solidFill>
              <a:srgbClr val="0070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Editable vector"/>
          <p:cNvSpPr/>
          <p:nvPr/>
        </p:nvSpPr>
        <p:spPr>
          <a:xfrm>
            <a:off x="8114792" y="5561710"/>
            <a:ext cx="3506342" cy="438721"/>
          </a:xfrm>
          <a:custGeom>
            <a:avLst/>
            <a:gdLst/>
            <a:ahLst/>
            <a:cxnLst/>
            <a:rect l="0" t="0" r="r" b="b"/>
            <a:pathLst>
              <a:path w="3506343" h="438722" fill="norm" stroke="1" extrusionOk="0">
                <a:moveTo>
                  <a:pt x="0" y="54877"/>
                </a:moveTo>
                <a:cubicBezTo>
                  <a:pt x="0" y="24638"/>
                  <a:pt x="24511" y="0"/>
                  <a:pt x="54864" y="0"/>
                </a:cubicBezTo>
                <a:lnTo>
                  <a:pt x="3451478" y="0"/>
                </a:lnTo>
                <a:cubicBezTo>
                  <a:pt x="3481705" y="0"/>
                  <a:pt x="3506343" y="24638"/>
                  <a:pt x="3506343" y="54877"/>
                </a:cubicBezTo>
                <a:lnTo>
                  <a:pt x="3506343" y="383896"/>
                </a:lnTo>
                <a:cubicBezTo>
                  <a:pt x="3506343" y="414172"/>
                  <a:pt x="3481705" y="438722"/>
                  <a:pt x="3451478" y="438722"/>
                </a:cubicBezTo>
                <a:lnTo>
                  <a:pt x="54864" y="438722"/>
                </a:lnTo>
                <a:cubicBezTo>
                  <a:pt x="24511" y="438722"/>
                  <a:pt x="0" y="414172"/>
                  <a:pt x="0" y="383896"/>
                </a:cubicBezTo>
                <a:lnTo>
                  <a:pt x="0" y="54877"/>
                </a:lnTo>
                <a:close/>
              </a:path>
            </a:pathLst>
          </a:custGeom>
          <a:solidFill>
            <a:srgbClr val="5D36FF"/>
          </a:solidFill>
          <a:ln w="12700" cap="flat">
            <a:solidFill>
              <a:srgbClr val="4CB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Editable vector"/>
          <p:cNvSpPr/>
          <p:nvPr/>
        </p:nvSpPr>
        <p:spPr>
          <a:xfrm>
            <a:off x="5049646" y="2279015"/>
            <a:ext cx="914400" cy="228600"/>
          </a:xfrm>
          <a:custGeom>
            <a:avLst/>
            <a:gdLst/>
            <a:ahLst/>
            <a:cxnLst/>
            <a:rect l="0" t="0" r="r" b="b"/>
            <a:pathLst>
              <a:path w="914400" h="228600" fill="norm" stroke="1" extrusionOk="0">
                <a:moveTo>
                  <a:pt x="0" y="54864"/>
                </a:moveTo>
                <a:cubicBezTo>
                  <a:pt x="0" y="24511"/>
                  <a:pt x="24511" y="0"/>
                  <a:pt x="54864" y="0"/>
                </a:cubicBezTo>
                <a:lnTo>
                  <a:pt x="859536" y="0"/>
                </a:lnTo>
                <a:cubicBezTo>
                  <a:pt x="889762" y="0"/>
                  <a:pt x="914400" y="24511"/>
                  <a:pt x="914400" y="54864"/>
                </a:cubicBezTo>
                <a:lnTo>
                  <a:pt x="914400" y="173736"/>
                </a:lnTo>
                <a:cubicBezTo>
                  <a:pt x="914400" y="203962"/>
                  <a:pt x="889762" y="228600"/>
                  <a:pt x="859536" y="228600"/>
                </a:cubicBezTo>
                <a:lnTo>
                  <a:pt x="54864" y="228600"/>
                </a:lnTo>
                <a:cubicBezTo>
                  <a:pt x="24511" y="228600"/>
                  <a:pt x="0" y="203962"/>
                  <a:pt x="0" y="173736"/>
                </a:cubicBezTo>
                <a:lnTo>
                  <a:pt x="0" y="54864"/>
                </a:lnTo>
                <a:close/>
              </a:path>
            </a:pathLst>
          </a:custGeom>
          <a:solidFill>
            <a:srgbClr val="B894FF"/>
          </a:solidFill>
          <a:ln w="12700" cap="flat">
            <a:solidFill>
              <a:srgbClr val="B894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Editable vector"/>
          <p:cNvSpPr/>
          <p:nvPr/>
        </p:nvSpPr>
        <p:spPr>
          <a:xfrm>
            <a:off x="-3925" y="1070190"/>
            <a:ext cx="12199111" cy="379895"/>
          </a:xfrm>
          <a:custGeom>
            <a:avLst/>
            <a:gdLst/>
            <a:ahLst/>
            <a:cxnLst/>
            <a:rect l="0" t="0" r="r" b="b"/>
            <a:pathLst>
              <a:path w="12199112" h="379895" fill="norm" stroke="0" extrusionOk="0">
                <a:moveTo>
                  <a:pt x="0" y="0"/>
                </a:moveTo>
                <a:lnTo>
                  <a:pt x="12199112" y="0"/>
                </a:lnTo>
                <a:lnTo>
                  <a:pt x="12199112" y="379895"/>
                </a:lnTo>
                <a:lnTo>
                  <a:pt x="0" y="379895"/>
                </a:lnTo>
                <a:close/>
              </a:path>
            </a:pathLst>
          </a:custGeom>
          <a:solidFill>
            <a:srgbClr val="B894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Editable text — 37"/>
          <p:cNvSpPr txBox="1"/>
          <p:nvPr/>
        </p:nvSpPr>
        <p:spPr>
          <a:xfrm>
            <a:off x="11500739" y="6546075"/>
            <a:ext cx="191058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3">
                <a:solidFill>
                  <a:srgbClr val="000000"/>
                </a:solidFill>
                <a:latin typeface="Arial"/>
              </a:rPr>
              <a:t>37</a:t>
            </a:r>
          </a:p>
        </p:txBody>
      </p:sp>
      <p:sp>
        <p:nvSpPr>
          <p:cNvPr id="4" name="Editable text — 37"/>
          <p:cNvSpPr txBox="1"/>
          <p:nvPr/>
        </p:nvSpPr>
        <p:spPr>
          <a:xfrm>
            <a:off x="11500739" y="6546075"/>
            <a:ext cx="191058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3">
                <a:solidFill>
                  <a:srgbClr val="000000"/>
                </a:solidFill>
                <a:latin typeface="Arial"/>
              </a:rPr>
              <a:t>37</a:t>
            </a:r>
          </a:p>
        </p:txBody>
      </p:sp>
      <p:sp>
        <p:nvSpPr>
          <p:cNvPr id="5" name="Editable text — PUBLIC"/>
          <p:cNvSpPr txBox="1"/>
          <p:nvPr/>
        </p:nvSpPr>
        <p:spPr>
          <a:xfrm>
            <a:off x="281940" y="6590857"/>
            <a:ext cx="381711" cy="170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6" b="0" i="0" spc="-2">
                <a:solidFill>
                  <a:srgbClr val="000000"/>
                </a:solidFill>
                <a:latin typeface="Arial"/>
              </a:rPr>
              <a:t>PUBLIC</a:t>
            </a:r>
          </a:p>
        </p:txBody>
      </p:sp>
      <p:sp>
        <p:nvSpPr>
          <p:cNvPr id="8" name="Editable text — PUBLIC"/>
          <p:cNvSpPr txBox="1"/>
          <p:nvPr/>
        </p:nvSpPr>
        <p:spPr>
          <a:xfrm>
            <a:off x="224942" y="6544223"/>
            <a:ext cx="381711" cy="170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6" b="0" i="0" spc="-2">
                <a:solidFill>
                  <a:srgbClr val="000000"/>
                </a:solidFill>
                <a:latin typeface="Arial"/>
              </a:rPr>
              <a:t>PUBLIC</a:t>
            </a:r>
          </a:p>
        </p:txBody>
      </p:sp>
      <p:sp>
        <p:nvSpPr>
          <p:cNvPr id="10" name="Editable text — Autonomous Enterprise &amp; SAP Business AI Platform"/>
          <p:cNvSpPr txBox="1"/>
          <p:nvPr/>
        </p:nvSpPr>
        <p:spPr>
          <a:xfrm>
            <a:off x="431291" y="316875"/>
            <a:ext cx="8034509" cy="54559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663" b="1" i="0" spc="-85">
                <a:solidFill>
                  <a:srgbClr val="FFFFFF"/>
                </a:solidFill>
                <a:latin typeface="Arial"/>
              </a:rPr>
              <a:t>Autonomous Enterprise &amp; SAP Business AI Platform</a:t>
            </a:r>
          </a:p>
        </p:txBody>
      </p:sp>
      <p:sp>
        <p:nvSpPr>
          <p:cNvPr id="13" name="Editable text — P A R T N E R  W E B I N A R  S E R I E S"/>
          <p:cNvSpPr txBox="1"/>
          <p:nvPr/>
        </p:nvSpPr>
        <p:spPr>
          <a:xfrm>
            <a:off x="9756393" y="1791510"/>
            <a:ext cx="1716731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 spc="-55">
                <a:solidFill>
                  <a:srgbClr val="FFFFFF"/>
                </a:solidFill>
                <a:latin typeface="Arial"/>
              </a:rPr>
              <a:t>P A R T N E R  W E B I N A R  S E R I E S</a:t>
            </a:r>
          </a:p>
        </p:txBody>
      </p:sp>
      <p:sp>
        <p:nvSpPr>
          <p:cNvPr id="14" name="Editable text — Elevate your expertise. One webinar at a time. Earn your edg"/>
          <p:cNvSpPr txBox="1"/>
          <p:nvPr/>
        </p:nvSpPr>
        <p:spPr>
          <a:xfrm>
            <a:off x="205740" y="1710055"/>
            <a:ext cx="420237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0" i="0" spc="-15">
                <a:solidFill>
                  <a:srgbClr val="003087"/>
                </a:solidFill>
                <a:latin typeface="Arial"/>
              </a:rPr>
              <a:t>Elevate your expertise. One webinar at a time. Earn your edge.</a:t>
            </a:r>
          </a:p>
        </p:txBody>
      </p:sp>
      <p:sp>
        <p:nvSpPr>
          <p:cNvPr id="15" name="Editable text — A  5 - P A R T  L E A R N I N G  P A T H"/>
          <p:cNvSpPr txBox="1"/>
          <p:nvPr/>
        </p:nvSpPr>
        <p:spPr>
          <a:xfrm>
            <a:off x="205740" y="2007250"/>
            <a:ext cx="1980167" cy="170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6" b="0" i="0" spc="69">
                <a:solidFill>
                  <a:srgbClr val="003087"/>
                </a:solidFill>
                <a:latin typeface="Arial"/>
              </a:rPr>
              <a:t>A  5 - P A R T  L E A R N I N G  P A T H</a:t>
            </a:r>
          </a:p>
        </p:txBody>
      </p:sp>
      <p:sp>
        <p:nvSpPr>
          <p:cNvPr id="21" name="Editable text — June 8"/>
          <p:cNvSpPr txBox="1"/>
          <p:nvPr/>
        </p:nvSpPr>
        <p:spPr>
          <a:xfrm>
            <a:off x="550773" y="2325702"/>
            <a:ext cx="468021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6">
                <a:solidFill>
                  <a:srgbClr val="FFFFFF"/>
                </a:solidFill>
                <a:latin typeface="Arial"/>
              </a:rPr>
              <a:t>June 8</a:t>
            </a:r>
          </a:p>
        </p:txBody>
      </p:sp>
      <p:sp>
        <p:nvSpPr>
          <p:cNvPr id="22" name="Editable text — 01"/>
          <p:cNvSpPr txBox="1"/>
          <p:nvPr/>
        </p:nvSpPr>
        <p:spPr>
          <a:xfrm>
            <a:off x="1910842" y="2313099"/>
            <a:ext cx="523526" cy="6484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3204" b="1" i="0" spc="58">
                <a:solidFill>
                  <a:srgbClr val="4CB1FF"/>
                </a:solidFill>
                <a:latin typeface="Arial"/>
              </a:rPr>
              <a:t>01</a:t>
            </a:r>
          </a:p>
        </p:txBody>
      </p:sp>
      <p:sp>
        <p:nvSpPr>
          <p:cNvPr id="24" name="Editable text — 60 min"/>
          <p:cNvSpPr txBox="1"/>
          <p:nvPr/>
        </p:nvSpPr>
        <p:spPr>
          <a:xfrm>
            <a:off x="419404" y="2809542"/>
            <a:ext cx="366760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 spc="-5">
                <a:solidFill>
                  <a:srgbClr val="FFFFFF"/>
                </a:solidFill>
                <a:latin typeface="Arial"/>
              </a:rPr>
              <a:t>60 min</a:t>
            </a:r>
          </a:p>
        </p:txBody>
      </p:sp>
      <p:sp>
        <p:nvSpPr>
          <p:cNvPr id="25" name="Editable text — Autonomous Enterprise and SAP "/>
          <p:cNvSpPr txBox="1"/>
          <p:nvPr/>
        </p:nvSpPr>
        <p:spPr>
          <a:xfrm>
            <a:off x="297179" y="3174349"/>
            <a:ext cx="2111238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-13">
                <a:solidFill>
                  <a:srgbClr val="012986"/>
                </a:solidFill>
                <a:latin typeface="Arial"/>
              </a:rPr>
              <a:t>Autonomous Enterprise and SAP </a:t>
            </a:r>
          </a:p>
        </p:txBody>
      </p:sp>
      <p:sp>
        <p:nvSpPr>
          <p:cNvPr id="26" name="Editable text — Business AI Platform"/>
          <p:cNvSpPr txBox="1"/>
          <p:nvPr/>
        </p:nvSpPr>
        <p:spPr>
          <a:xfrm>
            <a:off x="297179" y="3341989"/>
            <a:ext cx="1328737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-15">
                <a:solidFill>
                  <a:srgbClr val="012986"/>
                </a:solidFill>
                <a:latin typeface="Arial"/>
              </a:rPr>
              <a:t>Business AI Platform</a:t>
            </a:r>
          </a:p>
        </p:txBody>
      </p:sp>
      <p:sp>
        <p:nvSpPr>
          <p:cNvPr id="27" name="Editable text — Explain SAP's Autonomous "/>
          <p:cNvSpPr txBox="1"/>
          <p:nvPr/>
        </p:nvSpPr>
        <p:spPr>
          <a:xfrm>
            <a:off x="297179" y="3887548"/>
            <a:ext cx="1591396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14">
                <a:solidFill>
                  <a:srgbClr val="000000"/>
                </a:solidFill>
                <a:latin typeface="Arial"/>
              </a:rPr>
              <a:t>Explain SAP's Autonomous </a:t>
            </a:r>
          </a:p>
        </p:txBody>
      </p:sp>
      <p:sp>
        <p:nvSpPr>
          <p:cNvPr id="28" name="Editable text — Enterprise vision and the newly "/>
          <p:cNvSpPr txBox="1"/>
          <p:nvPr/>
        </p:nvSpPr>
        <p:spPr>
          <a:xfrm>
            <a:off x="297179" y="4039948"/>
            <a:ext cx="1830340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5">
                <a:solidFill>
                  <a:srgbClr val="000000"/>
                </a:solidFill>
                <a:latin typeface="Arial"/>
              </a:rPr>
              <a:t>Enterprise vision and the newly </a:t>
            </a:r>
          </a:p>
        </p:txBody>
      </p:sp>
      <p:sp>
        <p:nvSpPr>
          <p:cNvPr id="29" name="Editable text — launched SAP Business AI Platform "/>
          <p:cNvSpPr txBox="1"/>
          <p:nvPr/>
        </p:nvSpPr>
        <p:spPr>
          <a:xfrm>
            <a:off x="297179" y="4192348"/>
            <a:ext cx="2046894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15">
                <a:solidFill>
                  <a:srgbClr val="000000"/>
                </a:solidFill>
                <a:latin typeface="Arial"/>
              </a:rPr>
              <a:t>launched SAP Business AI Platform </a:t>
            </a:r>
          </a:p>
        </p:txBody>
      </p:sp>
      <p:sp>
        <p:nvSpPr>
          <p:cNvPr id="30" name="Editable text — and its relevance to partner go-to-"/>
          <p:cNvSpPr txBox="1"/>
          <p:nvPr/>
        </p:nvSpPr>
        <p:spPr>
          <a:xfrm>
            <a:off x="297179" y="4344748"/>
            <a:ext cx="1967703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1">
                <a:solidFill>
                  <a:srgbClr val="000000"/>
                </a:solidFill>
                <a:latin typeface="Arial"/>
              </a:rPr>
              <a:t>and its relevance to partner go-to-</a:t>
            </a:r>
          </a:p>
        </p:txBody>
      </p:sp>
      <p:sp>
        <p:nvSpPr>
          <p:cNvPr id="31" name="Editable text — market strategies."/>
          <p:cNvSpPr txBox="1"/>
          <p:nvPr/>
        </p:nvSpPr>
        <p:spPr>
          <a:xfrm>
            <a:off x="297179" y="4497148"/>
            <a:ext cx="1051908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8">
                <a:solidFill>
                  <a:srgbClr val="000000"/>
                </a:solidFill>
                <a:latin typeface="Arial"/>
              </a:rPr>
              <a:t>market strategies.</a:t>
            </a:r>
          </a:p>
        </p:txBody>
      </p:sp>
      <p:sp>
        <p:nvSpPr>
          <p:cNvPr id="33" name="Editable text — #Foundations"/>
          <p:cNvSpPr txBox="1"/>
          <p:nvPr/>
        </p:nvSpPr>
        <p:spPr>
          <a:xfrm>
            <a:off x="424891" y="5155262"/>
            <a:ext cx="905557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9">
                <a:solidFill>
                  <a:srgbClr val="7656FF"/>
                </a:solidFill>
                <a:latin typeface="Arial"/>
              </a:rPr>
              <a:t>#Foundations</a:t>
            </a:r>
          </a:p>
        </p:txBody>
      </p:sp>
      <p:sp>
        <p:nvSpPr>
          <p:cNvPr id="34" name="Editable text — Watch Replay →"/>
          <p:cNvSpPr txBox="1"/>
          <p:nvPr/>
        </p:nvSpPr>
        <p:spPr>
          <a:xfrm>
            <a:off x="1403350" y="4782771"/>
            <a:ext cx="1031494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-18">
                <a:solidFill>
                  <a:srgbClr val="0070F2"/>
                </a:solidFill>
                <a:latin typeface="Arial"/>
                <a:hlinkClick r:id="rId4"/>
              </a:rPr>
              <a:t>Watch Replay </a:t>
            </a:r>
            <a:r>
              <a:rPr sz="996" b="0" i="0">
                <a:solidFill>
                  <a:srgbClr val="0070F2"/>
                </a:solidFill>
                <a:latin typeface="Arial"/>
              </a:rPr>
              <a:t>→</a:t>
            </a:r>
          </a:p>
        </p:txBody>
      </p:sp>
      <p:sp>
        <p:nvSpPr>
          <p:cNvPr id="40" name="Editable text — June 9"/>
          <p:cNvSpPr txBox="1"/>
          <p:nvPr/>
        </p:nvSpPr>
        <p:spPr>
          <a:xfrm>
            <a:off x="2939542" y="2332164"/>
            <a:ext cx="427659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1" i="0" spc="3">
                <a:solidFill>
                  <a:srgbClr val="FFFFFF"/>
                </a:solidFill>
                <a:latin typeface="Arial"/>
              </a:rPr>
              <a:t>June 9</a:t>
            </a:r>
          </a:p>
        </p:txBody>
      </p:sp>
      <p:sp>
        <p:nvSpPr>
          <p:cNvPr id="41" name="Editable text — 02"/>
          <p:cNvSpPr txBox="1"/>
          <p:nvPr/>
        </p:nvSpPr>
        <p:spPr>
          <a:xfrm>
            <a:off x="4278121" y="2313099"/>
            <a:ext cx="523526" cy="6484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3204" b="1" i="0" spc="58">
                <a:solidFill>
                  <a:srgbClr val="4CB1FF"/>
                </a:solidFill>
                <a:latin typeface="Arial"/>
              </a:rPr>
              <a:t>02</a:t>
            </a:r>
          </a:p>
        </p:txBody>
      </p:sp>
      <p:sp>
        <p:nvSpPr>
          <p:cNvPr id="43" name="Editable text — 60 min"/>
          <p:cNvSpPr txBox="1"/>
          <p:nvPr/>
        </p:nvSpPr>
        <p:spPr>
          <a:xfrm>
            <a:off x="2786760" y="2809542"/>
            <a:ext cx="367067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 spc="-5">
                <a:solidFill>
                  <a:srgbClr val="FFFFFF"/>
                </a:solidFill>
                <a:latin typeface="Arial"/>
              </a:rPr>
              <a:t>60 min</a:t>
            </a:r>
          </a:p>
        </p:txBody>
      </p:sp>
      <p:sp>
        <p:nvSpPr>
          <p:cNvPr id="44" name="Editable text — SAP Business AI Platform "/>
          <p:cNvSpPr txBox="1"/>
          <p:nvPr/>
        </p:nvSpPr>
        <p:spPr>
          <a:xfrm>
            <a:off x="2664586" y="3174349"/>
            <a:ext cx="1646449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-25">
                <a:solidFill>
                  <a:srgbClr val="012986"/>
                </a:solidFill>
                <a:latin typeface="Arial"/>
              </a:rPr>
              <a:t>SAP Business AI Platform </a:t>
            </a:r>
          </a:p>
        </p:txBody>
      </p:sp>
      <p:sp>
        <p:nvSpPr>
          <p:cNvPr id="45" name="Editable text — Commercials"/>
          <p:cNvSpPr txBox="1"/>
          <p:nvPr/>
        </p:nvSpPr>
        <p:spPr>
          <a:xfrm>
            <a:off x="2664586" y="3341989"/>
            <a:ext cx="877687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-3">
                <a:solidFill>
                  <a:srgbClr val="012986"/>
                </a:solidFill>
                <a:latin typeface="Arial"/>
              </a:rPr>
              <a:t>Commercials</a:t>
            </a:r>
          </a:p>
        </p:txBody>
      </p:sp>
      <p:sp>
        <p:nvSpPr>
          <p:cNvPr id="46" name="Editable text — Navigate the SAP Business AI "/>
          <p:cNvSpPr txBox="1"/>
          <p:nvPr/>
        </p:nvSpPr>
        <p:spPr>
          <a:xfrm>
            <a:off x="2664586" y="3887548"/>
            <a:ext cx="1716117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24">
                <a:solidFill>
                  <a:srgbClr val="000000"/>
                </a:solidFill>
                <a:latin typeface="Arial"/>
              </a:rPr>
              <a:t>Navigate the SAP Business AI </a:t>
            </a:r>
          </a:p>
        </p:txBody>
      </p:sp>
      <p:sp>
        <p:nvSpPr>
          <p:cNvPr id="47" name="Editable text — Platform licensing and commercial "/>
          <p:cNvSpPr txBox="1"/>
          <p:nvPr/>
        </p:nvSpPr>
        <p:spPr>
          <a:xfrm>
            <a:off x="2664586" y="4039948"/>
            <a:ext cx="2017675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2">
                <a:solidFill>
                  <a:srgbClr val="000000"/>
                </a:solidFill>
                <a:latin typeface="Arial"/>
              </a:rPr>
              <a:t>Platform licensing and commercial </a:t>
            </a:r>
          </a:p>
        </p:txBody>
      </p:sp>
      <p:sp>
        <p:nvSpPr>
          <p:cNvPr id="48" name="Editable text — models relevant to partners."/>
          <p:cNvSpPr txBox="1"/>
          <p:nvPr/>
        </p:nvSpPr>
        <p:spPr>
          <a:xfrm>
            <a:off x="2664586" y="4192348"/>
            <a:ext cx="1641994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3">
                <a:solidFill>
                  <a:srgbClr val="000000"/>
                </a:solidFill>
                <a:latin typeface="Arial"/>
              </a:rPr>
              <a:t>models relevant to partners.</a:t>
            </a:r>
          </a:p>
        </p:txBody>
      </p:sp>
      <p:sp>
        <p:nvSpPr>
          <p:cNvPr id="50" name="Editable text — #AICommercials"/>
          <p:cNvSpPr txBox="1"/>
          <p:nvPr/>
        </p:nvSpPr>
        <p:spPr>
          <a:xfrm>
            <a:off x="2792222" y="5155262"/>
            <a:ext cx="1059245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3">
                <a:solidFill>
                  <a:srgbClr val="7656FF"/>
                </a:solidFill>
                <a:latin typeface="Arial"/>
              </a:rPr>
              <a:t>#AICommercials</a:t>
            </a:r>
          </a:p>
        </p:txBody>
      </p:sp>
      <p:sp>
        <p:nvSpPr>
          <p:cNvPr id="51" name="Editable text — Watch Replay →"/>
          <p:cNvSpPr txBox="1"/>
          <p:nvPr/>
        </p:nvSpPr>
        <p:spPr>
          <a:xfrm>
            <a:off x="3770629" y="4778558"/>
            <a:ext cx="1031545" cy="2282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8" b="1" i="0" spc="-19">
                <a:solidFill>
                  <a:srgbClr val="0070F2"/>
                </a:solidFill>
                <a:latin typeface="Arial"/>
                <a:hlinkClick r:id="rId5"/>
              </a:rPr>
              <a:t>Watch Replay </a:t>
            </a:r>
            <a:r>
              <a:rPr sz="998" b="0" i="0">
                <a:solidFill>
                  <a:srgbClr val="0070F2"/>
                </a:solidFill>
                <a:latin typeface="Arial"/>
              </a:rPr>
              <a:t>→</a:t>
            </a:r>
          </a:p>
        </p:txBody>
      </p:sp>
      <p:sp>
        <p:nvSpPr>
          <p:cNvPr id="56" name="Editable text — 03"/>
          <p:cNvSpPr txBox="1"/>
          <p:nvPr/>
        </p:nvSpPr>
        <p:spPr>
          <a:xfrm>
            <a:off x="6645529" y="2313099"/>
            <a:ext cx="523526" cy="6484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3204" b="1" i="0" spc="58">
                <a:solidFill>
                  <a:srgbClr val="4CB1FF"/>
                </a:solidFill>
                <a:latin typeface="Arial"/>
              </a:rPr>
              <a:t>03</a:t>
            </a:r>
          </a:p>
        </p:txBody>
      </p:sp>
      <p:sp>
        <p:nvSpPr>
          <p:cNvPr id="58" name="Editable text — 60 min"/>
          <p:cNvSpPr txBox="1"/>
          <p:nvPr/>
        </p:nvSpPr>
        <p:spPr>
          <a:xfrm>
            <a:off x="5154167" y="2809542"/>
            <a:ext cx="367067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 spc="-5">
                <a:solidFill>
                  <a:srgbClr val="FFFFFF"/>
                </a:solidFill>
                <a:latin typeface="Arial"/>
              </a:rPr>
              <a:t>60 min</a:t>
            </a:r>
          </a:p>
        </p:txBody>
      </p:sp>
      <p:sp>
        <p:nvSpPr>
          <p:cNvPr id="59" name="Editable text — SAP Business AI Platform – Build "/>
          <p:cNvSpPr txBox="1"/>
          <p:nvPr/>
        </p:nvSpPr>
        <p:spPr>
          <a:xfrm>
            <a:off x="5031994" y="3174349"/>
            <a:ext cx="2114954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-19">
                <a:solidFill>
                  <a:srgbClr val="012986"/>
                </a:solidFill>
                <a:latin typeface="Arial"/>
              </a:rPr>
              <a:t>SAP Business AI Platform – Build </a:t>
            </a:r>
          </a:p>
        </p:txBody>
      </p:sp>
      <p:sp>
        <p:nvSpPr>
          <p:cNvPr id="60" name="Editable text — Deep Dive"/>
          <p:cNvSpPr txBox="1"/>
          <p:nvPr/>
        </p:nvSpPr>
        <p:spPr>
          <a:xfrm>
            <a:off x="5031994" y="3341989"/>
            <a:ext cx="709858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-8">
                <a:solidFill>
                  <a:srgbClr val="012986"/>
                </a:solidFill>
                <a:latin typeface="Arial"/>
              </a:rPr>
              <a:t>Deep Dive</a:t>
            </a:r>
          </a:p>
        </p:txBody>
      </p:sp>
      <p:sp>
        <p:nvSpPr>
          <p:cNvPr id="61" name="Editable text — Understand the platform vision and "/>
          <p:cNvSpPr txBox="1"/>
          <p:nvPr/>
        </p:nvSpPr>
        <p:spPr>
          <a:xfrm>
            <a:off x="5031994" y="3887548"/>
            <a:ext cx="2072825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3">
                <a:solidFill>
                  <a:srgbClr val="000000"/>
                </a:solidFill>
                <a:latin typeface="Arial"/>
              </a:rPr>
              <a:t>Understand the platform vision and </a:t>
            </a:r>
          </a:p>
        </p:txBody>
      </p:sp>
      <p:sp>
        <p:nvSpPr>
          <p:cNvPr id="62" name="Editable text — how Joule Studio and Integration "/>
          <p:cNvSpPr txBox="1"/>
          <p:nvPr/>
        </p:nvSpPr>
        <p:spPr>
          <a:xfrm>
            <a:off x="5031994" y="4039948"/>
            <a:ext cx="1940642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0">
                <a:solidFill>
                  <a:srgbClr val="000000"/>
                </a:solidFill>
                <a:latin typeface="Arial"/>
              </a:rPr>
              <a:t>how Joule Studio and Integration </a:t>
            </a:r>
          </a:p>
        </p:txBody>
      </p:sp>
      <p:sp>
        <p:nvSpPr>
          <p:cNvPr id="63" name="Editable text — Suite fit into SAP's AI-driven "/>
          <p:cNvSpPr txBox="1"/>
          <p:nvPr/>
        </p:nvSpPr>
        <p:spPr>
          <a:xfrm>
            <a:off x="5031994" y="4192348"/>
            <a:ext cx="1625853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13">
                <a:solidFill>
                  <a:srgbClr val="000000"/>
                </a:solidFill>
                <a:latin typeface="Arial"/>
              </a:rPr>
              <a:t>Suite fit into SAP's AI-driven </a:t>
            </a:r>
          </a:p>
        </p:txBody>
      </p:sp>
      <p:sp>
        <p:nvSpPr>
          <p:cNvPr id="64" name="Editable text — ecosystem."/>
          <p:cNvSpPr txBox="1"/>
          <p:nvPr/>
        </p:nvSpPr>
        <p:spPr>
          <a:xfrm>
            <a:off x="5031994" y="4344748"/>
            <a:ext cx="693050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9">
                <a:solidFill>
                  <a:srgbClr val="000000"/>
                </a:solidFill>
                <a:latin typeface="Arial"/>
              </a:rPr>
              <a:t>ecosystem.</a:t>
            </a:r>
          </a:p>
        </p:txBody>
      </p:sp>
      <p:sp>
        <p:nvSpPr>
          <p:cNvPr id="66" name="Editable text — #Build"/>
          <p:cNvSpPr txBox="1"/>
          <p:nvPr/>
        </p:nvSpPr>
        <p:spPr>
          <a:xfrm>
            <a:off x="5159628" y="5155262"/>
            <a:ext cx="458028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13">
                <a:solidFill>
                  <a:srgbClr val="7656FF"/>
                </a:solidFill>
                <a:latin typeface="Arial"/>
              </a:rPr>
              <a:t>#Build</a:t>
            </a:r>
          </a:p>
        </p:txBody>
      </p:sp>
      <p:sp>
        <p:nvSpPr>
          <p:cNvPr id="67" name="Editable text — Watch Replay →"/>
          <p:cNvSpPr txBox="1"/>
          <p:nvPr/>
        </p:nvSpPr>
        <p:spPr>
          <a:xfrm>
            <a:off x="6061836" y="4731689"/>
            <a:ext cx="164100" cy="609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" b="0" i="0" spc="-8">
                <a:solidFill>
                  <a:srgbClr val="000000">
                    <a:alpha val="0"/>
                  </a:srgbClr>
                </a:solidFill>
                <a:latin typeface="Arial"/>
                <a:hlinkClick r:id="rId6"/>
              </a:rPr>
              <a:t>Watch Replay →</a:t>
            </a:r>
          </a:p>
        </p:txBody>
      </p:sp>
      <p:sp>
        <p:nvSpPr>
          <p:cNvPr id="68" name="Editable text — Watch Replay →"/>
          <p:cNvSpPr txBox="1"/>
          <p:nvPr/>
        </p:nvSpPr>
        <p:spPr>
          <a:xfrm>
            <a:off x="6138036" y="4778558"/>
            <a:ext cx="1031544" cy="2282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8" b="1" i="0" spc="-19">
                <a:solidFill>
                  <a:srgbClr val="0070F2"/>
                </a:solidFill>
                <a:latin typeface="Arial"/>
                <a:hlinkClick r:id="rId6"/>
              </a:rPr>
              <a:t>Watch Replay </a:t>
            </a:r>
            <a:r>
              <a:rPr sz="998" b="0" i="0">
                <a:solidFill>
                  <a:srgbClr val="0070F2"/>
                </a:solidFill>
                <a:latin typeface="Arial"/>
                <a:hlinkClick r:id="rId6"/>
              </a:rPr>
              <a:t>→</a:t>
            </a:r>
          </a:p>
        </p:txBody>
      </p:sp>
      <p:sp>
        <p:nvSpPr>
          <p:cNvPr id="74" name="Editable text — June 18"/>
          <p:cNvSpPr txBox="1"/>
          <p:nvPr/>
        </p:nvSpPr>
        <p:spPr>
          <a:xfrm>
            <a:off x="7640701" y="2332164"/>
            <a:ext cx="493383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1" i="0" spc="6">
                <a:solidFill>
                  <a:srgbClr val="FFFFFF"/>
                </a:solidFill>
                <a:latin typeface="Arial"/>
              </a:rPr>
              <a:t>June 18</a:t>
            </a:r>
          </a:p>
        </p:txBody>
      </p:sp>
      <p:sp>
        <p:nvSpPr>
          <p:cNvPr id="75" name="Editable text — 04"/>
          <p:cNvSpPr txBox="1"/>
          <p:nvPr/>
        </p:nvSpPr>
        <p:spPr>
          <a:xfrm>
            <a:off x="9012935" y="2313099"/>
            <a:ext cx="523526" cy="6484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3204" b="1" i="0" spc="58">
                <a:solidFill>
                  <a:srgbClr val="4CB1FF"/>
                </a:solidFill>
                <a:latin typeface="Arial"/>
              </a:rPr>
              <a:t>04</a:t>
            </a:r>
          </a:p>
        </p:txBody>
      </p:sp>
      <p:sp>
        <p:nvSpPr>
          <p:cNvPr id="77" name="Editable text — 60 min"/>
          <p:cNvSpPr txBox="1"/>
          <p:nvPr/>
        </p:nvSpPr>
        <p:spPr>
          <a:xfrm>
            <a:off x="7521575" y="2809542"/>
            <a:ext cx="367065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 spc="-5">
                <a:solidFill>
                  <a:srgbClr val="FFFFFF"/>
                </a:solidFill>
                <a:latin typeface="Arial"/>
              </a:rPr>
              <a:t>60 min</a:t>
            </a:r>
          </a:p>
        </p:txBody>
      </p:sp>
      <p:sp>
        <p:nvSpPr>
          <p:cNvPr id="78" name="Editable text — SAP Business AI Platform –"/>
          <p:cNvSpPr txBox="1"/>
          <p:nvPr/>
        </p:nvSpPr>
        <p:spPr>
          <a:xfrm>
            <a:off x="7399273" y="3174349"/>
            <a:ext cx="1729271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-23">
                <a:solidFill>
                  <a:srgbClr val="012986"/>
                </a:solidFill>
                <a:latin typeface="Arial"/>
              </a:rPr>
              <a:t>SAP Business AI Platform –</a:t>
            </a:r>
          </a:p>
        </p:txBody>
      </p:sp>
      <p:sp>
        <p:nvSpPr>
          <p:cNvPr id="79" name="Editable text — Contextualize and Reason Deep "/>
          <p:cNvSpPr txBox="1"/>
          <p:nvPr/>
        </p:nvSpPr>
        <p:spPr>
          <a:xfrm>
            <a:off x="7399273" y="3341989"/>
            <a:ext cx="2084877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-10">
                <a:solidFill>
                  <a:srgbClr val="012986"/>
                </a:solidFill>
                <a:latin typeface="Arial"/>
              </a:rPr>
              <a:t>Contextualize and Reason Deep </a:t>
            </a:r>
          </a:p>
        </p:txBody>
      </p:sp>
      <p:sp>
        <p:nvSpPr>
          <p:cNvPr id="80" name="Editable text — Dive"/>
          <p:cNvSpPr txBox="1"/>
          <p:nvPr/>
        </p:nvSpPr>
        <p:spPr>
          <a:xfrm>
            <a:off x="7399273" y="3509629"/>
            <a:ext cx="339569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-12">
                <a:solidFill>
                  <a:srgbClr val="012986"/>
                </a:solidFill>
                <a:latin typeface="Arial"/>
              </a:rPr>
              <a:t>Dive</a:t>
            </a:r>
          </a:p>
        </p:txBody>
      </p:sp>
      <p:sp>
        <p:nvSpPr>
          <p:cNvPr id="81" name="Editable text — Learn how SAP Business Data Cloud "/>
          <p:cNvSpPr txBox="1"/>
          <p:nvPr/>
        </p:nvSpPr>
        <p:spPr>
          <a:xfrm>
            <a:off x="7399273" y="3887548"/>
            <a:ext cx="2114313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19">
                <a:solidFill>
                  <a:srgbClr val="000000"/>
                </a:solidFill>
                <a:latin typeface="Arial"/>
              </a:rPr>
              <a:t>Learn how SAP Business Data Cloud </a:t>
            </a:r>
          </a:p>
        </p:txBody>
      </p:sp>
      <p:sp>
        <p:nvSpPr>
          <p:cNvPr id="82" name="Editable text — and the Business AI Platform power "/>
          <p:cNvSpPr txBox="1"/>
          <p:nvPr/>
        </p:nvSpPr>
        <p:spPr>
          <a:xfrm>
            <a:off x="7399273" y="4039948"/>
            <a:ext cx="2077504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7">
                <a:solidFill>
                  <a:srgbClr val="000000"/>
                </a:solidFill>
                <a:latin typeface="Arial"/>
              </a:rPr>
              <a:t>and the Business AI Platform power </a:t>
            </a:r>
          </a:p>
        </p:txBody>
      </p:sp>
      <p:sp>
        <p:nvSpPr>
          <p:cNvPr id="83" name="Editable text — the Autonomous Enterprise."/>
          <p:cNvSpPr txBox="1"/>
          <p:nvPr/>
        </p:nvSpPr>
        <p:spPr>
          <a:xfrm>
            <a:off x="7399273" y="4192348"/>
            <a:ext cx="1620490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3">
                <a:solidFill>
                  <a:srgbClr val="000000"/>
                </a:solidFill>
                <a:latin typeface="Arial"/>
              </a:rPr>
              <a:t>the Autonomous Enterprise.</a:t>
            </a:r>
          </a:p>
        </p:txBody>
      </p:sp>
      <p:sp>
        <p:nvSpPr>
          <p:cNvPr id="85" name="Editable text — #Contextualize"/>
          <p:cNvSpPr txBox="1"/>
          <p:nvPr/>
        </p:nvSpPr>
        <p:spPr>
          <a:xfrm>
            <a:off x="7527035" y="5155262"/>
            <a:ext cx="992206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22">
                <a:solidFill>
                  <a:srgbClr val="7656FF"/>
                </a:solidFill>
                <a:latin typeface="Arial"/>
              </a:rPr>
              <a:t>#Contextualize</a:t>
            </a:r>
          </a:p>
        </p:txBody>
      </p:sp>
      <p:sp>
        <p:nvSpPr>
          <p:cNvPr id="86" name="Editable text — Watch Replay →"/>
          <p:cNvSpPr txBox="1"/>
          <p:nvPr/>
        </p:nvSpPr>
        <p:spPr>
          <a:xfrm>
            <a:off x="8249157" y="4717974"/>
            <a:ext cx="164099" cy="609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" b="0" i="0" spc="-8">
                <a:solidFill>
                  <a:srgbClr val="000000">
                    <a:alpha val="0"/>
                  </a:srgbClr>
                </a:solidFill>
                <a:latin typeface="Arial"/>
                <a:hlinkClick r:id="rId7"/>
              </a:rPr>
              <a:t>Watch Replay →</a:t>
            </a:r>
          </a:p>
        </p:txBody>
      </p:sp>
      <p:sp>
        <p:nvSpPr>
          <p:cNvPr id="87" name="Editable text — Watch Replay →"/>
          <p:cNvSpPr txBox="1"/>
          <p:nvPr/>
        </p:nvSpPr>
        <p:spPr>
          <a:xfrm>
            <a:off x="8505443" y="4764842"/>
            <a:ext cx="1031799" cy="2282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8" b="1" i="0" spc="-19">
                <a:solidFill>
                  <a:srgbClr val="0070F2"/>
                </a:solidFill>
                <a:latin typeface="Arial"/>
                <a:hlinkClick r:id="rId7"/>
              </a:rPr>
              <a:t>Watch Replay </a:t>
            </a:r>
            <a:r>
              <a:rPr sz="998" b="0" i="0">
                <a:solidFill>
                  <a:srgbClr val="0070F2"/>
                </a:solidFill>
                <a:latin typeface="Arial"/>
                <a:hlinkClick r:id="rId7"/>
              </a:rPr>
              <a:t>→</a:t>
            </a:r>
          </a:p>
        </p:txBody>
      </p:sp>
      <p:sp>
        <p:nvSpPr>
          <p:cNvPr id="93" name="Editable text — June 22"/>
          <p:cNvSpPr txBox="1"/>
          <p:nvPr/>
        </p:nvSpPr>
        <p:spPr>
          <a:xfrm>
            <a:off x="10008107" y="2332164"/>
            <a:ext cx="493383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1" i="0" spc="6">
                <a:solidFill>
                  <a:srgbClr val="FFFFFF"/>
                </a:solidFill>
                <a:latin typeface="Arial"/>
              </a:rPr>
              <a:t>June 22</a:t>
            </a:r>
          </a:p>
        </p:txBody>
      </p:sp>
      <p:sp>
        <p:nvSpPr>
          <p:cNvPr id="94" name="Editable text — 05"/>
          <p:cNvSpPr txBox="1"/>
          <p:nvPr/>
        </p:nvSpPr>
        <p:spPr>
          <a:xfrm>
            <a:off x="11380343" y="2313099"/>
            <a:ext cx="523526" cy="6484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3204" b="1" i="0" spc="58">
                <a:solidFill>
                  <a:srgbClr val="4CB1FF"/>
                </a:solidFill>
                <a:latin typeface="Arial"/>
              </a:rPr>
              <a:t>05</a:t>
            </a:r>
          </a:p>
        </p:txBody>
      </p:sp>
      <p:sp>
        <p:nvSpPr>
          <p:cNvPr id="96" name="Editable text — 60 min"/>
          <p:cNvSpPr txBox="1"/>
          <p:nvPr/>
        </p:nvSpPr>
        <p:spPr>
          <a:xfrm>
            <a:off x="9888981" y="2809542"/>
            <a:ext cx="367065" cy="1912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803" b="0" i="0" spc="-5">
                <a:solidFill>
                  <a:srgbClr val="FFFFFF"/>
                </a:solidFill>
                <a:latin typeface="Arial"/>
              </a:rPr>
              <a:t>60 min</a:t>
            </a:r>
          </a:p>
        </p:txBody>
      </p:sp>
      <p:sp>
        <p:nvSpPr>
          <p:cNvPr id="97" name="Editable text — SAP Business AI Platform –"/>
          <p:cNvSpPr txBox="1"/>
          <p:nvPr/>
        </p:nvSpPr>
        <p:spPr>
          <a:xfrm>
            <a:off x="9766681" y="3174349"/>
            <a:ext cx="1729271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-23">
                <a:solidFill>
                  <a:srgbClr val="012986"/>
                </a:solidFill>
                <a:latin typeface="Arial"/>
              </a:rPr>
              <a:t>SAP Business AI Platform –</a:t>
            </a:r>
          </a:p>
        </p:txBody>
      </p:sp>
      <p:sp>
        <p:nvSpPr>
          <p:cNvPr id="98" name="Editable text — Govern Deep Dive"/>
          <p:cNvSpPr txBox="1"/>
          <p:nvPr/>
        </p:nvSpPr>
        <p:spPr>
          <a:xfrm>
            <a:off x="9766681" y="3341989"/>
            <a:ext cx="1199044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0" i="0" spc="-9">
                <a:solidFill>
                  <a:srgbClr val="012986"/>
                </a:solidFill>
                <a:latin typeface="Arial"/>
              </a:rPr>
              <a:t>Govern Deep Dive</a:t>
            </a:r>
          </a:p>
        </p:txBody>
      </p:sp>
      <p:sp>
        <p:nvSpPr>
          <p:cNvPr id="99" name="Editable text — Understand how to centrally "/>
          <p:cNvSpPr txBox="1"/>
          <p:nvPr/>
        </p:nvSpPr>
        <p:spPr>
          <a:xfrm>
            <a:off x="9766681" y="3887548"/>
            <a:ext cx="1680444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4">
                <a:solidFill>
                  <a:srgbClr val="000000"/>
                </a:solidFill>
                <a:latin typeface="Arial"/>
              </a:rPr>
              <a:t>Understand how to centrally </a:t>
            </a:r>
          </a:p>
        </p:txBody>
      </p:sp>
      <p:sp>
        <p:nvSpPr>
          <p:cNvPr id="100" name="Editable text — discover, validate, and govern AI "/>
          <p:cNvSpPr txBox="1"/>
          <p:nvPr/>
        </p:nvSpPr>
        <p:spPr>
          <a:xfrm>
            <a:off x="9766681" y="4039948"/>
            <a:ext cx="1892949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10">
                <a:solidFill>
                  <a:srgbClr val="000000"/>
                </a:solidFill>
                <a:latin typeface="Arial"/>
              </a:rPr>
              <a:t>discover, validate, and govern AI </a:t>
            </a:r>
          </a:p>
        </p:txBody>
      </p:sp>
      <p:sp>
        <p:nvSpPr>
          <p:cNvPr id="101" name="Editable text — agents, LLMs, and MCP servers "/>
          <p:cNvSpPr txBox="1"/>
          <p:nvPr/>
        </p:nvSpPr>
        <p:spPr>
          <a:xfrm>
            <a:off x="9766681" y="4192348"/>
            <a:ext cx="1806431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27">
                <a:solidFill>
                  <a:srgbClr val="000000"/>
                </a:solidFill>
                <a:latin typeface="Arial"/>
              </a:rPr>
              <a:t>agents, LLMs, and MCP servers </a:t>
            </a:r>
          </a:p>
        </p:txBody>
      </p:sp>
      <p:sp>
        <p:nvSpPr>
          <p:cNvPr id="102" name="Editable text — across an organization using SAP."/>
          <p:cNvSpPr txBox="1"/>
          <p:nvPr/>
        </p:nvSpPr>
        <p:spPr>
          <a:xfrm>
            <a:off x="9766681" y="4344748"/>
            <a:ext cx="1912304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21">
                <a:solidFill>
                  <a:srgbClr val="000000"/>
                </a:solidFill>
                <a:latin typeface="Arial"/>
              </a:rPr>
              <a:t>across an organization using SAP.</a:t>
            </a:r>
          </a:p>
        </p:txBody>
      </p:sp>
      <p:sp>
        <p:nvSpPr>
          <p:cNvPr id="104" name="Editable text — #Govern"/>
          <p:cNvSpPr txBox="1"/>
          <p:nvPr/>
        </p:nvSpPr>
        <p:spPr>
          <a:xfrm>
            <a:off x="9894443" y="5155262"/>
            <a:ext cx="587303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14">
                <a:solidFill>
                  <a:srgbClr val="7656FF"/>
                </a:solidFill>
                <a:latin typeface="Arial"/>
              </a:rPr>
              <a:t>#Govern</a:t>
            </a:r>
          </a:p>
        </p:txBody>
      </p:sp>
      <p:sp>
        <p:nvSpPr>
          <p:cNvPr id="105" name="Editable text — Watch Replay →"/>
          <p:cNvSpPr txBox="1"/>
          <p:nvPr/>
        </p:nvSpPr>
        <p:spPr>
          <a:xfrm>
            <a:off x="10871581" y="4764842"/>
            <a:ext cx="1031544" cy="2282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8" b="1" i="0" spc="-19">
                <a:solidFill>
                  <a:srgbClr val="0070F2"/>
                </a:solidFill>
                <a:latin typeface="Arial"/>
                <a:hlinkClick r:id="rId8"/>
              </a:rPr>
              <a:t>Watch Replay </a:t>
            </a:r>
            <a:r>
              <a:rPr sz="998" b="0" i="0">
                <a:solidFill>
                  <a:srgbClr val="0070F2"/>
                </a:solidFill>
                <a:latin typeface="Arial"/>
              </a:rPr>
              <a:t>→</a:t>
            </a:r>
          </a:p>
        </p:txBody>
      </p:sp>
      <p:sp>
        <p:nvSpPr>
          <p:cNvPr id="108" name="Editable text — Attend all 5 webinars and earn your Record of Achievement an"/>
          <p:cNvSpPr txBox="1"/>
          <p:nvPr/>
        </p:nvSpPr>
        <p:spPr>
          <a:xfrm>
            <a:off x="466953" y="5707288"/>
            <a:ext cx="7101474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1" i="0" spc="-18">
                <a:solidFill>
                  <a:srgbClr val="002060"/>
                </a:solidFill>
                <a:latin typeface="Arial"/>
              </a:rPr>
              <a:t>Attend all 5 webinars and earn your Record of Achievement and prepare for upcoming hands-on enablement.</a:t>
            </a:r>
          </a:p>
        </p:txBody>
      </p:sp>
      <p:sp>
        <p:nvSpPr>
          <p:cNvPr id="110" name="Editable text — Autonomous Enterprise and SAP Business AI Platform Essential"/>
          <p:cNvSpPr txBox="1"/>
          <p:nvPr/>
        </p:nvSpPr>
        <p:spPr>
          <a:xfrm>
            <a:off x="8176894" y="5721591"/>
            <a:ext cx="3445747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1" i="0" spc="-26">
                <a:solidFill>
                  <a:srgbClr val="FFFFFF"/>
                </a:solidFill>
                <a:latin typeface="Arial"/>
              </a:rPr>
              <a:t>Autonomous Enterprise and SAP Business AI Platform Essentials</a:t>
            </a:r>
          </a:p>
        </p:txBody>
      </p:sp>
      <p:sp>
        <p:nvSpPr>
          <p:cNvPr id="112" name="Editable text — June 16"/>
          <p:cNvSpPr txBox="1"/>
          <p:nvPr/>
        </p:nvSpPr>
        <p:spPr>
          <a:xfrm>
            <a:off x="5291582" y="2333180"/>
            <a:ext cx="493381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1" i="0" spc="6">
                <a:solidFill>
                  <a:srgbClr val="FFFFFF"/>
                </a:solidFill>
                <a:latin typeface="Arial"/>
              </a:rPr>
              <a:t>June 16</a:t>
            </a:r>
          </a:p>
        </p:txBody>
      </p:sp>
      <p:sp>
        <p:nvSpPr>
          <p:cNvPr id="114" name="Editable text — Five live sessions building partner readiness foundation fro"/>
          <p:cNvSpPr txBox="1"/>
          <p:nvPr/>
        </p:nvSpPr>
        <p:spPr>
          <a:xfrm>
            <a:off x="432816" y="1197785"/>
            <a:ext cx="7590236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1" i="0" spc="-33">
                <a:solidFill>
                  <a:srgbClr val="D1EFFF"/>
                </a:solidFill>
                <a:latin typeface="Arial"/>
              </a:rPr>
              <a:t>Five live sessions building partner readiness foundation from platform vision to governance 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"/>
          <p:cNvSpPr/>
          <p:nvPr/>
        </p:nvSpPr>
        <p:spPr>
          <a:xfrm>
            <a:off x="0" y="0"/>
            <a:ext cx="12195175" cy="6858000"/>
          </a:xfrm>
          <a:custGeom>
            <a:avLst/>
            <a:gdLst/>
            <a:ahLst/>
            <a:cxnLst/>
            <a:rect l="0" t="0" r="r" b="b"/>
            <a:pathLst>
              <a:path w="12195175" h="6858000" fill="norm" stroke="0" extrusionOk="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Editable vector"/>
          <p:cNvSpPr/>
          <p:nvPr/>
        </p:nvSpPr>
        <p:spPr>
          <a:xfrm>
            <a:off x="506628" y="6582778"/>
            <a:ext cx="1186535" cy="71856"/>
          </a:xfrm>
          <a:custGeom>
            <a:avLst/>
            <a:gdLst/>
            <a:ahLst/>
            <a:cxnLst/>
            <a:rect l="0" t="0" r="r" b="b"/>
            <a:pathLst>
              <a:path w="1186536" h="71857" fill="norm" stroke="0" extrusionOk="0">
                <a:moveTo>
                  <a:pt x="0" y="2832"/>
                </a:moveTo>
                <a:lnTo>
                  <a:pt x="0" y="55258"/>
                </a:lnTo>
                <a:lnTo>
                  <a:pt x="7074" y="55258"/>
                </a:lnTo>
                <a:lnTo>
                  <a:pt x="7074" y="2832"/>
                </a:lnTo>
                <a:close/>
                <a:moveTo>
                  <a:pt x="19812" y="2832"/>
                </a:moveTo>
                <a:lnTo>
                  <a:pt x="28181" y="2832"/>
                </a:lnTo>
                <a:lnTo>
                  <a:pt x="54712" y="47410"/>
                </a:lnTo>
                <a:cubicBezTo>
                  <a:pt x="54661" y="46266"/>
                  <a:pt x="54610" y="44717"/>
                  <a:pt x="54572" y="42761"/>
                </a:cubicBezTo>
                <a:cubicBezTo>
                  <a:pt x="54521" y="40793"/>
                  <a:pt x="54496" y="38862"/>
                  <a:pt x="54496" y="36957"/>
                </a:cubicBezTo>
                <a:lnTo>
                  <a:pt x="54496" y="2832"/>
                </a:lnTo>
                <a:lnTo>
                  <a:pt x="60820" y="2832"/>
                </a:lnTo>
                <a:lnTo>
                  <a:pt x="60820" y="55258"/>
                </a:lnTo>
                <a:lnTo>
                  <a:pt x="52108" y="55258"/>
                </a:lnTo>
                <a:lnTo>
                  <a:pt x="25921" y="11202"/>
                </a:lnTo>
                <a:cubicBezTo>
                  <a:pt x="25972" y="12345"/>
                  <a:pt x="26010" y="13894"/>
                  <a:pt x="26060" y="15837"/>
                </a:cubicBezTo>
                <a:cubicBezTo>
                  <a:pt x="26111" y="17780"/>
                  <a:pt x="26137" y="19724"/>
                  <a:pt x="26137" y="21654"/>
                </a:cubicBezTo>
                <a:lnTo>
                  <a:pt x="26137" y="55258"/>
                </a:lnTo>
                <a:lnTo>
                  <a:pt x="19812" y="55258"/>
                </a:lnTo>
                <a:lnTo>
                  <a:pt x="19812" y="2832"/>
                </a:lnTo>
                <a:close/>
                <a:moveTo>
                  <a:pt x="84125" y="9385"/>
                </a:moveTo>
                <a:lnTo>
                  <a:pt x="67653" y="9385"/>
                </a:lnTo>
                <a:lnTo>
                  <a:pt x="67653" y="2832"/>
                </a:lnTo>
                <a:lnTo>
                  <a:pt x="107683" y="2832"/>
                </a:lnTo>
                <a:lnTo>
                  <a:pt x="107683" y="9385"/>
                </a:lnTo>
                <a:lnTo>
                  <a:pt x="91199" y="9385"/>
                </a:lnTo>
                <a:lnTo>
                  <a:pt x="91199" y="55258"/>
                </a:lnTo>
                <a:lnTo>
                  <a:pt x="84125" y="55258"/>
                </a:lnTo>
                <a:lnTo>
                  <a:pt x="84125" y="9385"/>
                </a:lnTo>
                <a:close/>
                <a:moveTo>
                  <a:pt x="114300" y="2832"/>
                </a:moveTo>
                <a:lnTo>
                  <a:pt x="147980" y="2832"/>
                </a:lnTo>
                <a:lnTo>
                  <a:pt x="147980" y="9385"/>
                </a:lnTo>
                <a:lnTo>
                  <a:pt x="121374" y="9385"/>
                </a:lnTo>
                <a:lnTo>
                  <a:pt x="121374" y="25083"/>
                </a:lnTo>
                <a:lnTo>
                  <a:pt x="145783" y="25083"/>
                </a:lnTo>
                <a:lnTo>
                  <a:pt x="145783" y="31483"/>
                </a:lnTo>
                <a:lnTo>
                  <a:pt x="121374" y="31483"/>
                </a:lnTo>
                <a:lnTo>
                  <a:pt x="121374" y="48705"/>
                </a:lnTo>
                <a:lnTo>
                  <a:pt x="149504" y="48705"/>
                </a:lnTo>
                <a:lnTo>
                  <a:pt x="149504" y="55258"/>
                </a:lnTo>
                <a:lnTo>
                  <a:pt x="114300" y="55258"/>
                </a:lnTo>
                <a:lnTo>
                  <a:pt x="114300" y="2832"/>
                </a:lnTo>
                <a:close/>
                <a:moveTo>
                  <a:pt x="158496" y="2832"/>
                </a:moveTo>
                <a:lnTo>
                  <a:pt x="178626" y="2832"/>
                </a:lnTo>
                <a:cubicBezTo>
                  <a:pt x="182550" y="2832"/>
                  <a:pt x="185877" y="3442"/>
                  <a:pt x="188633" y="4674"/>
                </a:cubicBezTo>
                <a:cubicBezTo>
                  <a:pt x="191389" y="5906"/>
                  <a:pt x="193485" y="7671"/>
                  <a:pt x="194907" y="9996"/>
                </a:cubicBezTo>
                <a:cubicBezTo>
                  <a:pt x="196329" y="12319"/>
                  <a:pt x="197041" y="15088"/>
                  <a:pt x="197041" y="18314"/>
                </a:cubicBezTo>
                <a:cubicBezTo>
                  <a:pt x="197041" y="20613"/>
                  <a:pt x="196596" y="22797"/>
                  <a:pt x="195707" y="24854"/>
                </a:cubicBezTo>
                <a:cubicBezTo>
                  <a:pt x="194818" y="26912"/>
                  <a:pt x="193408" y="28702"/>
                  <a:pt x="191478" y="30214"/>
                </a:cubicBezTo>
                <a:cubicBezTo>
                  <a:pt x="189560" y="31725"/>
                  <a:pt x="187122" y="32766"/>
                  <a:pt x="184175" y="33338"/>
                </a:cubicBezTo>
                <a:lnTo>
                  <a:pt x="199200" y="55258"/>
                </a:lnTo>
                <a:lnTo>
                  <a:pt x="190944" y="55258"/>
                </a:lnTo>
                <a:lnTo>
                  <a:pt x="177254" y="34240"/>
                </a:lnTo>
                <a:lnTo>
                  <a:pt x="165570" y="34240"/>
                </a:lnTo>
                <a:lnTo>
                  <a:pt x="165570" y="55258"/>
                </a:lnTo>
                <a:lnTo>
                  <a:pt x="158496" y="55258"/>
                </a:lnTo>
                <a:lnTo>
                  <a:pt x="158496" y="2832"/>
                </a:lnTo>
                <a:close/>
                <a:moveTo>
                  <a:pt x="178143" y="27915"/>
                </a:moveTo>
                <a:cubicBezTo>
                  <a:pt x="180797" y="27915"/>
                  <a:pt x="183007" y="27496"/>
                  <a:pt x="184785" y="26657"/>
                </a:cubicBezTo>
                <a:cubicBezTo>
                  <a:pt x="186563" y="25832"/>
                  <a:pt x="187871" y="24702"/>
                  <a:pt x="188709" y="23279"/>
                </a:cubicBezTo>
                <a:cubicBezTo>
                  <a:pt x="189548" y="21857"/>
                  <a:pt x="189979" y="20219"/>
                  <a:pt x="189979" y="18390"/>
                </a:cubicBezTo>
                <a:cubicBezTo>
                  <a:pt x="189979" y="15380"/>
                  <a:pt x="188925" y="13119"/>
                  <a:pt x="186817" y="11595"/>
                </a:cubicBezTo>
                <a:cubicBezTo>
                  <a:pt x="184709" y="10071"/>
                  <a:pt x="181712" y="9310"/>
                  <a:pt x="177851" y="9310"/>
                </a:cubicBezTo>
                <a:lnTo>
                  <a:pt x="165570" y="9310"/>
                </a:lnTo>
                <a:lnTo>
                  <a:pt x="165570" y="27915"/>
                </a:lnTo>
                <a:lnTo>
                  <a:pt x="178143" y="27915"/>
                </a:lnTo>
                <a:close/>
                <a:moveTo>
                  <a:pt x="207264" y="2832"/>
                </a:moveTo>
                <a:lnTo>
                  <a:pt x="215633" y="2832"/>
                </a:lnTo>
                <a:lnTo>
                  <a:pt x="242164" y="47410"/>
                </a:lnTo>
                <a:cubicBezTo>
                  <a:pt x="242113" y="46266"/>
                  <a:pt x="242062" y="44717"/>
                  <a:pt x="242024" y="42761"/>
                </a:cubicBezTo>
                <a:cubicBezTo>
                  <a:pt x="241973" y="40793"/>
                  <a:pt x="241948" y="38862"/>
                  <a:pt x="241948" y="36957"/>
                </a:cubicBezTo>
                <a:lnTo>
                  <a:pt x="241948" y="2832"/>
                </a:lnTo>
                <a:lnTo>
                  <a:pt x="248272" y="2832"/>
                </a:lnTo>
                <a:lnTo>
                  <a:pt x="248272" y="55258"/>
                </a:lnTo>
                <a:lnTo>
                  <a:pt x="239560" y="55258"/>
                </a:lnTo>
                <a:lnTo>
                  <a:pt x="213373" y="11202"/>
                </a:lnTo>
                <a:cubicBezTo>
                  <a:pt x="213424" y="12345"/>
                  <a:pt x="213462" y="13894"/>
                  <a:pt x="213512" y="15837"/>
                </a:cubicBezTo>
                <a:cubicBezTo>
                  <a:pt x="213563" y="17780"/>
                  <a:pt x="213589" y="19724"/>
                  <a:pt x="213589" y="21654"/>
                </a:cubicBezTo>
                <a:lnTo>
                  <a:pt x="213589" y="55258"/>
                </a:lnTo>
                <a:lnTo>
                  <a:pt x="207264" y="55258"/>
                </a:lnTo>
                <a:lnTo>
                  <a:pt x="207264" y="2832"/>
                </a:lnTo>
                <a:close/>
                <a:moveTo>
                  <a:pt x="274079" y="2832"/>
                </a:moveTo>
                <a:lnTo>
                  <a:pt x="282181" y="2832"/>
                </a:lnTo>
                <a:lnTo>
                  <a:pt x="301904" y="55258"/>
                </a:lnTo>
                <a:lnTo>
                  <a:pt x="294500" y="55258"/>
                </a:lnTo>
                <a:lnTo>
                  <a:pt x="289547" y="41085"/>
                </a:lnTo>
                <a:lnTo>
                  <a:pt x="266560" y="41085"/>
                </a:lnTo>
                <a:lnTo>
                  <a:pt x="261607" y="55258"/>
                </a:lnTo>
                <a:lnTo>
                  <a:pt x="254356" y="55258"/>
                </a:lnTo>
                <a:lnTo>
                  <a:pt x="274079" y="2832"/>
                </a:lnTo>
                <a:close/>
                <a:moveTo>
                  <a:pt x="287401" y="34900"/>
                </a:moveTo>
                <a:lnTo>
                  <a:pt x="281178" y="17158"/>
                </a:lnTo>
                <a:cubicBezTo>
                  <a:pt x="280607" y="15545"/>
                  <a:pt x="280048" y="13932"/>
                  <a:pt x="279489" y="12319"/>
                </a:cubicBezTo>
                <a:cubicBezTo>
                  <a:pt x="278930" y="10706"/>
                  <a:pt x="278448" y="9322"/>
                  <a:pt x="278054" y="8154"/>
                </a:cubicBezTo>
                <a:cubicBezTo>
                  <a:pt x="277660" y="9322"/>
                  <a:pt x="277178" y="10706"/>
                  <a:pt x="276619" y="12319"/>
                </a:cubicBezTo>
                <a:cubicBezTo>
                  <a:pt x="276060" y="13932"/>
                  <a:pt x="275501" y="15545"/>
                  <a:pt x="274930" y="17158"/>
                </a:cubicBezTo>
                <a:lnTo>
                  <a:pt x="268719" y="34900"/>
                </a:lnTo>
                <a:lnTo>
                  <a:pt x="287401" y="34900"/>
                </a:lnTo>
                <a:close/>
                <a:moveTo>
                  <a:pt x="307848" y="2832"/>
                </a:moveTo>
                <a:lnTo>
                  <a:pt x="314922" y="2832"/>
                </a:lnTo>
                <a:lnTo>
                  <a:pt x="314922" y="48705"/>
                </a:lnTo>
                <a:lnTo>
                  <a:pt x="339179" y="48705"/>
                </a:lnTo>
                <a:lnTo>
                  <a:pt x="339179" y="55258"/>
                </a:lnTo>
                <a:lnTo>
                  <a:pt x="307848" y="55258"/>
                </a:lnTo>
                <a:lnTo>
                  <a:pt x="307848" y="2832"/>
                </a:lnTo>
                <a:close/>
                <a:moveTo>
                  <a:pt x="362268" y="32410"/>
                </a:moveTo>
                <a:lnTo>
                  <a:pt x="362268" y="37580"/>
                </a:lnTo>
                <a:lnTo>
                  <a:pt x="404609" y="37580"/>
                </a:lnTo>
                <a:lnTo>
                  <a:pt x="404609" y="32410"/>
                </a:lnTo>
                <a:close/>
                <a:moveTo>
                  <a:pt x="446773" y="56007"/>
                </a:moveTo>
                <a:cubicBezTo>
                  <a:pt x="442481" y="56007"/>
                  <a:pt x="438696" y="55309"/>
                  <a:pt x="435407" y="53911"/>
                </a:cubicBezTo>
                <a:cubicBezTo>
                  <a:pt x="432118" y="52528"/>
                  <a:pt x="429387" y="50432"/>
                  <a:pt x="427203" y="47625"/>
                </a:cubicBezTo>
                <a:lnTo>
                  <a:pt x="432041" y="42787"/>
                </a:lnTo>
                <a:cubicBezTo>
                  <a:pt x="433210" y="44260"/>
                  <a:pt x="434429" y="45492"/>
                  <a:pt x="435724" y="46495"/>
                </a:cubicBezTo>
                <a:cubicBezTo>
                  <a:pt x="437007" y="47498"/>
                  <a:pt x="438556" y="48299"/>
                  <a:pt x="440373" y="48895"/>
                </a:cubicBezTo>
                <a:cubicBezTo>
                  <a:pt x="442189" y="49492"/>
                  <a:pt x="444322" y="49785"/>
                  <a:pt x="446773" y="49785"/>
                </a:cubicBezTo>
                <a:cubicBezTo>
                  <a:pt x="449199" y="49785"/>
                  <a:pt x="451371" y="49479"/>
                  <a:pt x="453288" y="48870"/>
                </a:cubicBezTo>
                <a:cubicBezTo>
                  <a:pt x="455193" y="48273"/>
                  <a:pt x="456705" y="47320"/>
                  <a:pt x="457822" y="46025"/>
                </a:cubicBezTo>
                <a:cubicBezTo>
                  <a:pt x="458940" y="44742"/>
                  <a:pt x="459499" y="43117"/>
                  <a:pt x="459499" y="41161"/>
                </a:cubicBezTo>
                <a:cubicBezTo>
                  <a:pt x="459499" y="39192"/>
                  <a:pt x="458915" y="37605"/>
                  <a:pt x="457746" y="36399"/>
                </a:cubicBezTo>
                <a:cubicBezTo>
                  <a:pt x="456578" y="35179"/>
                  <a:pt x="455104" y="34227"/>
                  <a:pt x="453326" y="33541"/>
                </a:cubicBezTo>
                <a:cubicBezTo>
                  <a:pt x="451536" y="32868"/>
                  <a:pt x="449161" y="32157"/>
                  <a:pt x="446215" y="31407"/>
                </a:cubicBezTo>
                <a:cubicBezTo>
                  <a:pt x="442646" y="30518"/>
                  <a:pt x="439712" y="29579"/>
                  <a:pt x="437439" y="28601"/>
                </a:cubicBezTo>
                <a:cubicBezTo>
                  <a:pt x="435153" y="27623"/>
                  <a:pt x="433222" y="26124"/>
                  <a:pt x="431635" y="24118"/>
                </a:cubicBezTo>
                <a:cubicBezTo>
                  <a:pt x="430047" y="22111"/>
                  <a:pt x="429247" y="19431"/>
                  <a:pt x="429247" y="16078"/>
                </a:cubicBezTo>
                <a:cubicBezTo>
                  <a:pt x="429247" y="12878"/>
                  <a:pt x="430060" y="10237"/>
                  <a:pt x="431660" y="8128"/>
                </a:cubicBezTo>
                <a:cubicBezTo>
                  <a:pt x="433273" y="6033"/>
                  <a:pt x="435458" y="4496"/>
                  <a:pt x="438201" y="3518"/>
                </a:cubicBezTo>
                <a:cubicBezTo>
                  <a:pt x="440931" y="2540"/>
                  <a:pt x="444017" y="2045"/>
                  <a:pt x="447446" y="2045"/>
                </a:cubicBezTo>
                <a:cubicBezTo>
                  <a:pt x="451561" y="2045"/>
                  <a:pt x="455054" y="2718"/>
                  <a:pt x="457937" y="4039"/>
                </a:cubicBezTo>
                <a:cubicBezTo>
                  <a:pt x="460807" y="5373"/>
                  <a:pt x="463220" y="7201"/>
                  <a:pt x="465150" y="9525"/>
                </a:cubicBezTo>
                <a:lnTo>
                  <a:pt x="460426" y="14212"/>
                </a:lnTo>
                <a:cubicBezTo>
                  <a:pt x="458762" y="12306"/>
                  <a:pt x="456870" y="10833"/>
                  <a:pt x="454736" y="9792"/>
                </a:cubicBezTo>
                <a:cubicBezTo>
                  <a:pt x="452603" y="8751"/>
                  <a:pt x="450050" y="8230"/>
                  <a:pt x="447065" y="8230"/>
                </a:cubicBezTo>
                <a:cubicBezTo>
                  <a:pt x="444665" y="8230"/>
                  <a:pt x="442646" y="8560"/>
                  <a:pt x="441007" y="9208"/>
                </a:cubicBezTo>
                <a:cubicBezTo>
                  <a:pt x="439369" y="9868"/>
                  <a:pt x="438150" y="10770"/>
                  <a:pt x="437363" y="11913"/>
                </a:cubicBezTo>
                <a:cubicBezTo>
                  <a:pt x="436562" y="13056"/>
                  <a:pt x="436169" y="14364"/>
                  <a:pt x="436169" y="15850"/>
                </a:cubicBezTo>
                <a:cubicBezTo>
                  <a:pt x="436169" y="17666"/>
                  <a:pt x="436715" y="19139"/>
                  <a:pt x="437820" y="20269"/>
                </a:cubicBezTo>
                <a:cubicBezTo>
                  <a:pt x="438925" y="21387"/>
                  <a:pt x="440309" y="22276"/>
                  <a:pt x="441960" y="22911"/>
                </a:cubicBezTo>
                <a:cubicBezTo>
                  <a:pt x="443598" y="23533"/>
                  <a:pt x="445872" y="24244"/>
                  <a:pt x="448742" y="25006"/>
                </a:cubicBezTo>
                <a:cubicBezTo>
                  <a:pt x="452514" y="25946"/>
                  <a:pt x="455587" y="26912"/>
                  <a:pt x="457949" y="27915"/>
                </a:cubicBezTo>
                <a:cubicBezTo>
                  <a:pt x="460324" y="28905"/>
                  <a:pt x="462343" y="30429"/>
                  <a:pt x="463995" y="32487"/>
                </a:cubicBezTo>
                <a:cubicBezTo>
                  <a:pt x="465658" y="34544"/>
                  <a:pt x="466496" y="37313"/>
                  <a:pt x="466496" y="40780"/>
                </a:cubicBezTo>
                <a:cubicBezTo>
                  <a:pt x="466496" y="43765"/>
                  <a:pt x="465734" y="46393"/>
                  <a:pt x="464223" y="48692"/>
                </a:cubicBezTo>
                <a:cubicBezTo>
                  <a:pt x="462712" y="50991"/>
                  <a:pt x="460477" y="52781"/>
                  <a:pt x="457505" y="54064"/>
                </a:cubicBezTo>
                <a:cubicBezTo>
                  <a:pt x="454546" y="55359"/>
                  <a:pt x="450964" y="56007"/>
                  <a:pt x="446773" y="56007"/>
                </a:cubicBezTo>
                <a:close/>
                <a:moveTo>
                  <a:pt x="488963" y="2832"/>
                </a:moveTo>
                <a:lnTo>
                  <a:pt x="497065" y="2832"/>
                </a:lnTo>
                <a:lnTo>
                  <a:pt x="516788" y="55258"/>
                </a:lnTo>
                <a:lnTo>
                  <a:pt x="509384" y="55258"/>
                </a:lnTo>
                <a:lnTo>
                  <a:pt x="504431" y="41085"/>
                </a:lnTo>
                <a:lnTo>
                  <a:pt x="481444" y="41085"/>
                </a:lnTo>
                <a:lnTo>
                  <a:pt x="476491" y="55258"/>
                </a:lnTo>
                <a:lnTo>
                  <a:pt x="469240" y="55258"/>
                </a:lnTo>
                <a:lnTo>
                  <a:pt x="488963" y="2832"/>
                </a:lnTo>
                <a:close/>
                <a:moveTo>
                  <a:pt x="502285" y="34900"/>
                </a:moveTo>
                <a:lnTo>
                  <a:pt x="496062" y="17158"/>
                </a:lnTo>
                <a:cubicBezTo>
                  <a:pt x="495490" y="15545"/>
                  <a:pt x="494932" y="13932"/>
                  <a:pt x="494373" y="12319"/>
                </a:cubicBezTo>
                <a:cubicBezTo>
                  <a:pt x="493814" y="10706"/>
                  <a:pt x="493332" y="9322"/>
                  <a:pt x="492938" y="8154"/>
                </a:cubicBezTo>
                <a:cubicBezTo>
                  <a:pt x="492544" y="9322"/>
                  <a:pt x="492062" y="10706"/>
                  <a:pt x="491503" y="12319"/>
                </a:cubicBezTo>
                <a:cubicBezTo>
                  <a:pt x="490944" y="13932"/>
                  <a:pt x="490385" y="15545"/>
                  <a:pt x="489814" y="17158"/>
                </a:cubicBezTo>
                <a:lnTo>
                  <a:pt x="483603" y="34900"/>
                </a:lnTo>
                <a:lnTo>
                  <a:pt x="502285" y="34900"/>
                </a:lnTo>
                <a:close/>
                <a:moveTo>
                  <a:pt x="522732" y="2832"/>
                </a:moveTo>
                <a:lnTo>
                  <a:pt x="542531" y="2832"/>
                </a:lnTo>
                <a:cubicBezTo>
                  <a:pt x="546570" y="2832"/>
                  <a:pt x="549974" y="3493"/>
                  <a:pt x="552729" y="4801"/>
                </a:cubicBezTo>
                <a:cubicBezTo>
                  <a:pt x="555473" y="6121"/>
                  <a:pt x="557543" y="7963"/>
                  <a:pt x="558914" y="10351"/>
                </a:cubicBezTo>
                <a:cubicBezTo>
                  <a:pt x="560299" y="12726"/>
                  <a:pt x="560984" y="15532"/>
                  <a:pt x="560984" y="18759"/>
                </a:cubicBezTo>
                <a:cubicBezTo>
                  <a:pt x="560984" y="21908"/>
                  <a:pt x="560299" y="24727"/>
                  <a:pt x="558940" y="27204"/>
                </a:cubicBezTo>
                <a:cubicBezTo>
                  <a:pt x="557568" y="29680"/>
                  <a:pt x="555536" y="31636"/>
                  <a:pt x="552831" y="33058"/>
                </a:cubicBezTo>
                <a:cubicBezTo>
                  <a:pt x="550126" y="34493"/>
                  <a:pt x="546837" y="35205"/>
                  <a:pt x="542938" y="35205"/>
                </a:cubicBezTo>
                <a:lnTo>
                  <a:pt x="529806" y="35205"/>
                </a:lnTo>
                <a:lnTo>
                  <a:pt x="529806" y="55258"/>
                </a:lnTo>
                <a:lnTo>
                  <a:pt x="522732" y="55258"/>
                </a:lnTo>
                <a:lnTo>
                  <a:pt x="522732" y="2832"/>
                </a:lnTo>
                <a:close/>
                <a:moveTo>
                  <a:pt x="541934" y="28804"/>
                </a:moveTo>
                <a:cubicBezTo>
                  <a:pt x="545948" y="28804"/>
                  <a:pt x="548957" y="27953"/>
                  <a:pt x="550939" y="26251"/>
                </a:cubicBezTo>
                <a:cubicBezTo>
                  <a:pt x="552920" y="24550"/>
                  <a:pt x="553911" y="22085"/>
                  <a:pt x="553911" y="18835"/>
                </a:cubicBezTo>
                <a:cubicBezTo>
                  <a:pt x="553911" y="15710"/>
                  <a:pt x="552882" y="13336"/>
                  <a:pt x="550812" y="11723"/>
                </a:cubicBezTo>
                <a:cubicBezTo>
                  <a:pt x="548742" y="10109"/>
                  <a:pt x="545681" y="9310"/>
                  <a:pt x="541630" y="9310"/>
                </a:cubicBezTo>
                <a:lnTo>
                  <a:pt x="529806" y="9310"/>
                </a:lnTo>
                <a:lnTo>
                  <a:pt x="529806" y="28804"/>
                </a:lnTo>
                <a:lnTo>
                  <a:pt x="541934" y="28804"/>
                </a:lnTo>
                <a:close/>
                <a:moveTo>
                  <a:pt x="595973" y="56007"/>
                </a:moveTo>
                <a:cubicBezTo>
                  <a:pt x="593585" y="56007"/>
                  <a:pt x="591464" y="55538"/>
                  <a:pt x="589610" y="54623"/>
                </a:cubicBezTo>
                <a:cubicBezTo>
                  <a:pt x="587743" y="53708"/>
                  <a:pt x="586296" y="52363"/>
                  <a:pt x="585254" y="50610"/>
                </a:cubicBezTo>
                <a:cubicBezTo>
                  <a:pt x="584213" y="48844"/>
                  <a:pt x="583692" y="46736"/>
                  <a:pt x="583692" y="44285"/>
                </a:cubicBezTo>
                <a:cubicBezTo>
                  <a:pt x="583692" y="41275"/>
                  <a:pt x="584479" y="38812"/>
                  <a:pt x="586054" y="36881"/>
                </a:cubicBezTo>
                <a:cubicBezTo>
                  <a:pt x="587629" y="34938"/>
                  <a:pt x="589775" y="33528"/>
                  <a:pt x="592506" y="32652"/>
                </a:cubicBezTo>
                <a:cubicBezTo>
                  <a:pt x="595236" y="31776"/>
                  <a:pt x="598399" y="31331"/>
                  <a:pt x="601993" y="31331"/>
                </a:cubicBezTo>
                <a:lnTo>
                  <a:pt x="609143" y="31331"/>
                </a:lnTo>
                <a:lnTo>
                  <a:pt x="609143" y="28575"/>
                </a:lnTo>
                <a:cubicBezTo>
                  <a:pt x="609143" y="25756"/>
                  <a:pt x="608470" y="23597"/>
                  <a:pt x="607111" y="22123"/>
                </a:cubicBezTo>
                <a:cubicBezTo>
                  <a:pt x="605765" y="20651"/>
                  <a:pt x="603720" y="19914"/>
                  <a:pt x="600989" y="19914"/>
                </a:cubicBezTo>
                <a:cubicBezTo>
                  <a:pt x="598513" y="19914"/>
                  <a:pt x="596354" y="20409"/>
                  <a:pt x="594500" y="21413"/>
                </a:cubicBezTo>
                <a:cubicBezTo>
                  <a:pt x="592658" y="22416"/>
                  <a:pt x="591020" y="23876"/>
                  <a:pt x="589610" y="25794"/>
                </a:cubicBezTo>
                <a:lnTo>
                  <a:pt x="585292" y="21476"/>
                </a:lnTo>
                <a:cubicBezTo>
                  <a:pt x="589305" y="16663"/>
                  <a:pt x="594690" y="14250"/>
                  <a:pt x="601434" y="14250"/>
                </a:cubicBezTo>
                <a:cubicBezTo>
                  <a:pt x="604545" y="14250"/>
                  <a:pt x="607174" y="14846"/>
                  <a:pt x="609333" y="16040"/>
                </a:cubicBezTo>
                <a:cubicBezTo>
                  <a:pt x="611480" y="17234"/>
                  <a:pt x="613105" y="18898"/>
                  <a:pt x="614197" y="21044"/>
                </a:cubicBezTo>
                <a:cubicBezTo>
                  <a:pt x="615290" y="23191"/>
                  <a:pt x="615836" y="25705"/>
                  <a:pt x="615836" y="28575"/>
                </a:cubicBezTo>
                <a:lnTo>
                  <a:pt x="615836" y="55258"/>
                </a:lnTo>
                <a:lnTo>
                  <a:pt x="609435" y="55258"/>
                </a:lnTo>
                <a:lnTo>
                  <a:pt x="609435" y="47778"/>
                </a:lnTo>
                <a:lnTo>
                  <a:pt x="609295" y="47778"/>
                </a:lnTo>
                <a:cubicBezTo>
                  <a:pt x="607949" y="50635"/>
                  <a:pt x="606209" y="52718"/>
                  <a:pt x="604076" y="54026"/>
                </a:cubicBezTo>
                <a:cubicBezTo>
                  <a:pt x="601942" y="55347"/>
                  <a:pt x="599250" y="56007"/>
                  <a:pt x="595973" y="56007"/>
                </a:cubicBezTo>
                <a:close/>
                <a:moveTo>
                  <a:pt x="590614" y="44133"/>
                </a:moveTo>
                <a:cubicBezTo>
                  <a:pt x="590614" y="45403"/>
                  <a:pt x="590893" y="46495"/>
                  <a:pt x="591464" y="47447"/>
                </a:cubicBezTo>
                <a:cubicBezTo>
                  <a:pt x="592036" y="48387"/>
                  <a:pt x="592861" y="49111"/>
                  <a:pt x="593941" y="49619"/>
                </a:cubicBezTo>
                <a:cubicBezTo>
                  <a:pt x="595020" y="50127"/>
                  <a:pt x="596303" y="50381"/>
                  <a:pt x="597789" y="50381"/>
                </a:cubicBezTo>
                <a:cubicBezTo>
                  <a:pt x="600151" y="50381"/>
                  <a:pt x="602183" y="49911"/>
                  <a:pt x="603898" y="48946"/>
                </a:cubicBezTo>
                <a:cubicBezTo>
                  <a:pt x="605612" y="47993"/>
                  <a:pt x="606908" y="46749"/>
                  <a:pt x="607797" y="45187"/>
                </a:cubicBezTo>
                <a:cubicBezTo>
                  <a:pt x="608698" y="43638"/>
                  <a:pt x="609143" y="41999"/>
                  <a:pt x="609143" y="40260"/>
                </a:cubicBezTo>
                <a:lnTo>
                  <a:pt x="609143" y="36361"/>
                </a:lnTo>
                <a:lnTo>
                  <a:pt x="602894" y="36361"/>
                </a:lnTo>
                <a:cubicBezTo>
                  <a:pt x="599199" y="36361"/>
                  <a:pt x="596227" y="36919"/>
                  <a:pt x="593979" y="38050"/>
                </a:cubicBezTo>
                <a:cubicBezTo>
                  <a:pt x="591731" y="39180"/>
                  <a:pt x="590614" y="41199"/>
                  <a:pt x="590614" y="44133"/>
                </a:cubicBezTo>
                <a:close/>
                <a:moveTo>
                  <a:pt x="625285" y="15037"/>
                </a:moveTo>
                <a:lnTo>
                  <a:pt x="631685" y="15037"/>
                </a:lnTo>
                <a:lnTo>
                  <a:pt x="631685" y="23406"/>
                </a:lnTo>
                <a:lnTo>
                  <a:pt x="631838" y="23406"/>
                </a:lnTo>
                <a:cubicBezTo>
                  <a:pt x="632828" y="20803"/>
                  <a:pt x="634340" y="18631"/>
                  <a:pt x="636372" y="16879"/>
                </a:cubicBezTo>
                <a:cubicBezTo>
                  <a:pt x="638404" y="15126"/>
                  <a:pt x="641248" y="14250"/>
                  <a:pt x="644893" y="14250"/>
                </a:cubicBezTo>
                <a:cubicBezTo>
                  <a:pt x="647675" y="14250"/>
                  <a:pt x="649999" y="14834"/>
                  <a:pt x="651866" y="16002"/>
                </a:cubicBezTo>
                <a:cubicBezTo>
                  <a:pt x="653745" y="17171"/>
                  <a:pt x="655142" y="18821"/>
                  <a:pt x="656082" y="20955"/>
                </a:cubicBezTo>
                <a:cubicBezTo>
                  <a:pt x="657009" y="23089"/>
                  <a:pt x="657466" y="25578"/>
                  <a:pt x="657466" y="28435"/>
                </a:cubicBezTo>
                <a:lnTo>
                  <a:pt x="657466" y="55258"/>
                </a:lnTo>
                <a:lnTo>
                  <a:pt x="650735" y="55258"/>
                </a:lnTo>
                <a:lnTo>
                  <a:pt x="650735" y="29731"/>
                </a:lnTo>
                <a:cubicBezTo>
                  <a:pt x="650735" y="26632"/>
                  <a:pt x="650088" y="24270"/>
                  <a:pt x="648805" y="22644"/>
                </a:cubicBezTo>
                <a:cubicBezTo>
                  <a:pt x="647510" y="21019"/>
                  <a:pt x="645389" y="20206"/>
                  <a:pt x="642442" y="20206"/>
                </a:cubicBezTo>
                <a:cubicBezTo>
                  <a:pt x="640334" y="20206"/>
                  <a:pt x="638493" y="20663"/>
                  <a:pt x="636918" y="21590"/>
                </a:cubicBezTo>
                <a:cubicBezTo>
                  <a:pt x="635343" y="22505"/>
                  <a:pt x="634124" y="23838"/>
                  <a:pt x="633273" y="25603"/>
                </a:cubicBezTo>
                <a:cubicBezTo>
                  <a:pt x="632409" y="27369"/>
                  <a:pt x="631990" y="29477"/>
                  <a:pt x="631990" y="31928"/>
                </a:cubicBezTo>
                <a:lnTo>
                  <a:pt x="631990" y="55258"/>
                </a:lnTo>
                <a:lnTo>
                  <a:pt x="625285" y="55258"/>
                </a:lnTo>
                <a:lnTo>
                  <a:pt x="625285" y="15037"/>
                </a:lnTo>
                <a:close/>
                <a:moveTo>
                  <a:pt x="683209" y="56007"/>
                </a:moveTo>
                <a:cubicBezTo>
                  <a:pt x="679691" y="56007"/>
                  <a:pt x="676593" y="55118"/>
                  <a:pt x="673926" y="53366"/>
                </a:cubicBezTo>
                <a:cubicBezTo>
                  <a:pt x="671259" y="51601"/>
                  <a:pt x="669201" y="49137"/>
                  <a:pt x="667741" y="45987"/>
                </a:cubicBezTo>
                <a:cubicBezTo>
                  <a:pt x="666267" y="42838"/>
                  <a:pt x="665543" y="39218"/>
                  <a:pt x="665543" y="35128"/>
                </a:cubicBezTo>
                <a:cubicBezTo>
                  <a:pt x="665543" y="31039"/>
                  <a:pt x="666255" y="27419"/>
                  <a:pt x="667677" y="24270"/>
                </a:cubicBezTo>
                <a:cubicBezTo>
                  <a:pt x="669112" y="21108"/>
                  <a:pt x="671144" y="18656"/>
                  <a:pt x="673786" y="16891"/>
                </a:cubicBezTo>
                <a:cubicBezTo>
                  <a:pt x="676427" y="15139"/>
                  <a:pt x="679488" y="14250"/>
                  <a:pt x="682993" y="14250"/>
                </a:cubicBezTo>
                <a:cubicBezTo>
                  <a:pt x="685571" y="14250"/>
                  <a:pt x="687857" y="14656"/>
                  <a:pt x="689839" y="15443"/>
                </a:cubicBezTo>
                <a:cubicBezTo>
                  <a:pt x="691820" y="16243"/>
                  <a:pt x="693471" y="17297"/>
                  <a:pt x="694792" y="18631"/>
                </a:cubicBezTo>
                <a:cubicBezTo>
                  <a:pt x="696100" y="19952"/>
                  <a:pt x="697116" y="21451"/>
                  <a:pt x="697840" y="23114"/>
                </a:cubicBezTo>
                <a:lnTo>
                  <a:pt x="697979" y="23114"/>
                </a:lnTo>
                <a:lnTo>
                  <a:pt x="697979" y="0"/>
                </a:lnTo>
                <a:lnTo>
                  <a:pt x="704685" y="0"/>
                </a:lnTo>
                <a:lnTo>
                  <a:pt x="704685" y="55258"/>
                </a:lnTo>
                <a:lnTo>
                  <a:pt x="698284" y="55258"/>
                </a:lnTo>
                <a:lnTo>
                  <a:pt x="698284" y="46736"/>
                </a:lnTo>
                <a:lnTo>
                  <a:pt x="698208" y="46736"/>
                </a:lnTo>
                <a:cubicBezTo>
                  <a:pt x="697090" y="49492"/>
                  <a:pt x="695363" y="51727"/>
                  <a:pt x="693014" y="53429"/>
                </a:cubicBezTo>
                <a:cubicBezTo>
                  <a:pt x="690677" y="55144"/>
                  <a:pt x="687400" y="56007"/>
                  <a:pt x="683209" y="56007"/>
                </a:cubicBezTo>
                <a:close/>
                <a:moveTo>
                  <a:pt x="672541" y="35128"/>
                </a:moveTo>
                <a:cubicBezTo>
                  <a:pt x="672541" y="38380"/>
                  <a:pt x="673087" y="41148"/>
                  <a:pt x="674192" y="43421"/>
                </a:cubicBezTo>
                <a:cubicBezTo>
                  <a:pt x="675297" y="45707"/>
                  <a:pt x="676808" y="47422"/>
                  <a:pt x="678726" y="48578"/>
                </a:cubicBezTo>
                <a:cubicBezTo>
                  <a:pt x="680657" y="49733"/>
                  <a:pt x="682828" y="50305"/>
                  <a:pt x="685267" y="50305"/>
                </a:cubicBezTo>
                <a:cubicBezTo>
                  <a:pt x="687692" y="50305"/>
                  <a:pt x="689864" y="49733"/>
                  <a:pt x="691794" y="48578"/>
                </a:cubicBezTo>
                <a:cubicBezTo>
                  <a:pt x="693712" y="47422"/>
                  <a:pt x="695223" y="45707"/>
                  <a:pt x="696328" y="43447"/>
                </a:cubicBezTo>
                <a:cubicBezTo>
                  <a:pt x="697433" y="41173"/>
                  <a:pt x="697979" y="38405"/>
                  <a:pt x="697979" y="35128"/>
                </a:cubicBezTo>
                <a:cubicBezTo>
                  <a:pt x="697979" y="31877"/>
                  <a:pt x="697433" y="29121"/>
                  <a:pt x="696328" y="26848"/>
                </a:cubicBezTo>
                <a:cubicBezTo>
                  <a:pt x="695223" y="24574"/>
                  <a:pt x="693712" y="22873"/>
                  <a:pt x="691794" y="21717"/>
                </a:cubicBezTo>
                <a:cubicBezTo>
                  <a:pt x="689864" y="20562"/>
                  <a:pt x="687692" y="19990"/>
                  <a:pt x="685267" y="19990"/>
                </a:cubicBezTo>
                <a:cubicBezTo>
                  <a:pt x="682828" y="19990"/>
                  <a:pt x="680657" y="20562"/>
                  <a:pt x="678726" y="21717"/>
                </a:cubicBezTo>
                <a:cubicBezTo>
                  <a:pt x="676808" y="22873"/>
                  <a:pt x="675297" y="24574"/>
                  <a:pt x="674192" y="26848"/>
                </a:cubicBezTo>
                <a:cubicBezTo>
                  <a:pt x="673087" y="29121"/>
                  <a:pt x="672541" y="31877"/>
                  <a:pt x="672541" y="35128"/>
                </a:cubicBezTo>
                <a:close/>
                <a:moveTo>
                  <a:pt x="734568" y="2832"/>
                </a:moveTo>
                <a:lnTo>
                  <a:pt x="754367" y="2832"/>
                </a:lnTo>
                <a:cubicBezTo>
                  <a:pt x="758406" y="2832"/>
                  <a:pt x="761810" y="3493"/>
                  <a:pt x="764515" y="4801"/>
                </a:cubicBezTo>
                <a:cubicBezTo>
                  <a:pt x="767309" y="6121"/>
                  <a:pt x="769341" y="7963"/>
                  <a:pt x="770738" y="10351"/>
                </a:cubicBezTo>
                <a:cubicBezTo>
                  <a:pt x="772135" y="12726"/>
                  <a:pt x="772770" y="15532"/>
                  <a:pt x="772770" y="18759"/>
                </a:cubicBezTo>
                <a:cubicBezTo>
                  <a:pt x="772770" y="21908"/>
                  <a:pt x="772135" y="24727"/>
                  <a:pt x="770738" y="27204"/>
                </a:cubicBezTo>
                <a:cubicBezTo>
                  <a:pt x="769468" y="29680"/>
                  <a:pt x="767436" y="31636"/>
                  <a:pt x="764642" y="33058"/>
                </a:cubicBezTo>
                <a:cubicBezTo>
                  <a:pt x="761962" y="34493"/>
                  <a:pt x="758673" y="35205"/>
                  <a:pt x="754774" y="35205"/>
                </a:cubicBezTo>
                <a:lnTo>
                  <a:pt x="741642" y="35205"/>
                </a:lnTo>
                <a:lnTo>
                  <a:pt x="741642" y="55258"/>
                </a:lnTo>
                <a:lnTo>
                  <a:pt x="734568" y="55258"/>
                </a:lnTo>
                <a:lnTo>
                  <a:pt x="734568" y="2832"/>
                </a:lnTo>
                <a:close/>
                <a:moveTo>
                  <a:pt x="753770" y="28804"/>
                </a:moveTo>
                <a:cubicBezTo>
                  <a:pt x="757784" y="28804"/>
                  <a:pt x="760793" y="27953"/>
                  <a:pt x="762775" y="26251"/>
                </a:cubicBezTo>
                <a:cubicBezTo>
                  <a:pt x="764769" y="24550"/>
                  <a:pt x="765785" y="22085"/>
                  <a:pt x="765785" y="18835"/>
                </a:cubicBezTo>
                <a:cubicBezTo>
                  <a:pt x="765785" y="15710"/>
                  <a:pt x="764769" y="13336"/>
                  <a:pt x="762648" y="11723"/>
                </a:cubicBezTo>
                <a:cubicBezTo>
                  <a:pt x="760578" y="10109"/>
                  <a:pt x="757517" y="9310"/>
                  <a:pt x="753466" y="9310"/>
                </a:cubicBezTo>
                <a:lnTo>
                  <a:pt x="741642" y="9310"/>
                </a:lnTo>
                <a:lnTo>
                  <a:pt x="741642" y="28804"/>
                </a:lnTo>
                <a:lnTo>
                  <a:pt x="753770" y="28804"/>
                </a:lnTo>
                <a:close/>
                <a:moveTo>
                  <a:pt x="789534" y="56007"/>
                </a:moveTo>
                <a:cubicBezTo>
                  <a:pt x="787121" y="56007"/>
                  <a:pt x="784962" y="55538"/>
                  <a:pt x="783184" y="54623"/>
                </a:cubicBezTo>
                <a:cubicBezTo>
                  <a:pt x="781279" y="53708"/>
                  <a:pt x="779882" y="52363"/>
                  <a:pt x="778739" y="50610"/>
                </a:cubicBezTo>
                <a:cubicBezTo>
                  <a:pt x="777723" y="48844"/>
                  <a:pt x="777215" y="46736"/>
                  <a:pt x="777215" y="44285"/>
                </a:cubicBezTo>
                <a:cubicBezTo>
                  <a:pt x="777215" y="41275"/>
                  <a:pt x="777977" y="38812"/>
                  <a:pt x="779628" y="36881"/>
                </a:cubicBezTo>
                <a:cubicBezTo>
                  <a:pt x="781152" y="34938"/>
                  <a:pt x="783311" y="33528"/>
                  <a:pt x="786105" y="32652"/>
                </a:cubicBezTo>
                <a:cubicBezTo>
                  <a:pt x="788772" y="31776"/>
                  <a:pt x="791947" y="31331"/>
                  <a:pt x="795503" y="31331"/>
                </a:cubicBezTo>
                <a:lnTo>
                  <a:pt x="802742" y="31331"/>
                </a:lnTo>
                <a:lnTo>
                  <a:pt x="802742" y="28575"/>
                </a:lnTo>
                <a:cubicBezTo>
                  <a:pt x="802742" y="25756"/>
                  <a:pt x="801980" y="23597"/>
                  <a:pt x="800710" y="22123"/>
                </a:cubicBezTo>
                <a:cubicBezTo>
                  <a:pt x="799313" y="20651"/>
                  <a:pt x="797281" y="19914"/>
                  <a:pt x="794487" y="19914"/>
                </a:cubicBezTo>
                <a:cubicBezTo>
                  <a:pt x="792074" y="19914"/>
                  <a:pt x="789915" y="20409"/>
                  <a:pt x="788010" y="21413"/>
                </a:cubicBezTo>
                <a:cubicBezTo>
                  <a:pt x="786232" y="22416"/>
                  <a:pt x="784581" y="23876"/>
                  <a:pt x="783184" y="25794"/>
                </a:cubicBezTo>
                <a:lnTo>
                  <a:pt x="778866" y="21476"/>
                </a:lnTo>
                <a:cubicBezTo>
                  <a:pt x="782803" y="16663"/>
                  <a:pt x="788264" y="14250"/>
                  <a:pt x="794995" y="14250"/>
                </a:cubicBezTo>
                <a:cubicBezTo>
                  <a:pt x="798043" y="14250"/>
                  <a:pt x="800710" y="14846"/>
                  <a:pt x="802869" y="16040"/>
                </a:cubicBezTo>
                <a:cubicBezTo>
                  <a:pt x="805028" y="17234"/>
                  <a:pt x="806679" y="18898"/>
                  <a:pt x="807695" y="21044"/>
                </a:cubicBezTo>
                <a:cubicBezTo>
                  <a:pt x="808838" y="23191"/>
                  <a:pt x="809346" y="25705"/>
                  <a:pt x="809346" y="28575"/>
                </a:cubicBezTo>
                <a:lnTo>
                  <a:pt x="809346" y="55258"/>
                </a:lnTo>
                <a:lnTo>
                  <a:pt x="802996" y="55258"/>
                </a:lnTo>
                <a:lnTo>
                  <a:pt x="802996" y="47778"/>
                </a:lnTo>
                <a:lnTo>
                  <a:pt x="802869" y="47778"/>
                </a:lnTo>
                <a:cubicBezTo>
                  <a:pt x="801472" y="50635"/>
                  <a:pt x="799821" y="52718"/>
                  <a:pt x="797662" y="54026"/>
                </a:cubicBezTo>
                <a:cubicBezTo>
                  <a:pt x="795503" y="55347"/>
                  <a:pt x="792836" y="56007"/>
                  <a:pt x="789534" y="56007"/>
                </a:cubicBezTo>
                <a:close/>
                <a:moveTo>
                  <a:pt x="784200" y="44133"/>
                </a:moveTo>
                <a:cubicBezTo>
                  <a:pt x="784200" y="45403"/>
                  <a:pt x="784454" y="46495"/>
                  <a:pt x="784962" y="47447"/>
                </a:cubicBezTo>
                <a:cubicBezTo>
                  <a:pt x="785597" y="48387"/>
                  <a:pt x="786359" y="49111"/>
                  <a:pt x="787502" y="49619"/>
                </a:cubicBezTo>
                <a:cubicBezTo>
                  <a:pt x="788518" y="50127"/>
                  <a:pt x="789915" y="50381"/>
                  <a:pt x="791312" y="50381"/>
                </a:cubicBezTo>
                <a:cubicBezTo>
                  <a:pt x="793725" y="50381"/>
                  <a:pt x="795757" y="49911"/>
                  <a:pt x="797408" y="48946"/>
                </a:cubicBezTo>
                <a:cubicBezTo>
                  <a:pt x="799186" y="47993"/>
                  <a:pt x="800456" y="46749"/>
                  <a:pt x="801345" y="45187"/>
                </a:cubicBezTo>
                <a:cubicBezTo>
                  <a:pt x="802234" y="43638"/>
                  <a:pt x="802742" y="41999"/>
                  <a:pt x="802742" y="40260"/>
                </a:cubicBezTo>
                <a:lnTo>
                  <a:pt x="802742" y="36361"/>
                </a:lnTo>
                <a:lnTo>
                  <a:pt x="796392" y="36361"/>
                </a:lnTo>
                <a:cubicBezTo>
                  <a:pt x="792709" y="36361"/>
                  <a:pt x="789788" y="36919"/>
                  <a:pt x="787502" y="38050"/>
                </a:cubicBezTo>
                <a:cubicBezTo>
                  <a:pt x="785343" y="39180"/>
                  <a:pt x="784200" y="41199"/>
                  <a:pt x="784200" y="44133"/>
                </a:cubicBezTo>
                <a:close/>
                <a:moveTo>
                  <a:pt x="818871" y="15037"/>
                </a:moveTo>
                <a:lnTo>
                  <a:pt x="825221" y="15037"/>
                </a:lnTo>
                <a:lnTo>
                  <a:pt x="825221" y="23635"/>
                </a:lnTo>
                <a:lnTo>
                  <a:pt x="825348" y="23635"/>
                </a:lnTo>
                <a:cubicBezTo>
                  <a:pt x="826110" y="20333"/>
                  <a:pt x="827253" y="17945"/>
                  <a:pt x="828904" y="16472"/>
                </a:cubicBezTo>
                <a:cubicBezTo>
                  <a:pt x="830428" y="14999"/>
                  <a:pt x="832460" y="14250"/>
                  <a:pt x="834873" y="14250"/>
                </a:cubicBezTo>
                <a:cubicBezTo>
                  <a:pt x="835508" y="14250"/>
                  <a:pt x="836016" y="14288"/>
                  <a:pt x="836651" y="14364"/>
                </a:cubicBezTo>
                <a:cubicBezTo>
                  <a:pt x="837159" y="14440"/>
                  <a:pt x="837667" y="14529"/>
                  <a:pt x="838048" y="14631"/>
                </a:cubicBezTo>
                <a:lnTo>
                  <a:pt x="838048" y="21210"/>
                </a:lnTo>
                <a:cubicBezTo>
                  <a:pt x="837667" y="21095"/>
                  <a:pt x="837159" y="20993"/>
                  <a:pt x="836524" y="20917"/>
                </a:cubicBezTo>
                <a:cubicBezTo>
                  <a:pt x="835889" y="20841"/>
                  <a:pt x="835254" y="20803"/>
                  <a:pt x="834746" y="20803"/>
                </a:cubicBezTo>
                <a:cubicBezTo>
                  <a:pt x="831444" y="20803"/>
                  <a:pt x="829031" y="21946"/>
                  <a:pt x="827634" y="24244"/>
                </a:cubicBezTo>
                <a:cubicBezTo>
                  <a:pt x="826237" y="26543"/>
                  <a:pt x="825475" y="29896"/>
                  <a:pt x="825475" y="34316"/>
                </a:cubicBezTo>
                <a:lnTo>
                  <a:pt x="825475" y="55258"/>
                </a:lnTo>
                <a:lnTo>
                  <a:pt x="818871" y="55258"/>
                </a:lnTo>
                <a:lnTo>
                  <a:pt x="818871" y="15037"/>
                </a:lnTo>
                <a:close/>
                <a:moveTo>
                  <a:pt x="855701" y="55855"/>
                </a:moveTo>
                <a:cubicBezTo>
                  <a:pt x="853288" y="55855"/>
                  <a:pt x="851383" y="55525"/>
                  <a:pt x="849859" y="54890"/>
                </a:cubicBezTo>
                <a:cubicBezTo>
                  <a:pt x="848462" y="54242"/>
                  <a:pt x="847319" y="53239"/>
                  <a:pt x="846557" y="51867"/>
                </a:cubicBezTo>
                <a:cubicBezTo>
                  <a:pt x="845922" y="50509"/>
                  <a:pt x="845541" y="48743"/>
                  <a:pt x="845541" y="46584"/>
                </a:cubicBezTo>
                <a:lnTo>
                  <a:pt x="845541" y="20651"/>
                </a:lnTo>
                <a:lnTo>
                  <a:pt x="839572" y="20651"/>
                </a:lnTo>
                <a:lnTo>
                  <a:pt x="839572" y="17158"/>
                </a:lnTo>
                <a:lnTo>
                  <a:pt x="851383" y="5283"/>
                </a:lnTo>
                <a:lnTo>
                  <a:pt x="852272" y="5283"/>
                </a:lnTo>
                <a:lnTo>
                  <a:pt x="852272" y="15037"/>
                </a:lnTo>
                <a:lnTo>
                  <a:pt x="861289" y="15037"/>
                </a:lnTo>
                <a:lnTo>
                  <a:pt x="861289" y="20651"/>
                </a:lnTo>
                <a:lnTo>
                  <a:pt x="852272" y="20651"/>
                </a:lnTo>
                <a:lnTo>
                  <a:pt x="852272" y="45212"/>
                </a:lnTo>
                <a:cubicBezTo>
                  <a:pt x="852272" y="46406"/>
                  <a:pt x="852399" y="47320"/>
                  <a:pt x="852653" y="47981"/>
                </a:cubicBezTo>
                <a:cubicBezTo>
                  <a:pt x="852907" y="48641"/>
                  <a:pt x="853415" y="49111"/>
                  <a:pt x="854050" y="49378"/>
                </a:cubicBezTo>
                <a:cubicBezTo>
                  <a:pt x="854685" y="49657"/>
                  <a:pt x="855574" y="49785"/>
                  <a:pt x="856590" y="49785"/>
                </a:cubicBezTo>
                <a:cubicBezTo>
                  <a:pt x="858114" y="49785"/>
                  <a:pt x="859638" y="49581"/>
                  <a:pt x="861289" y="49149"/>
                </a:cubicBezTo>
                <a:lnTo>
                  <a:pt x="861289" y="55258"/>
                </a:lnTo>
                <a:cubicBezTo>
                  <a:pt x="860527" y="55435"/>
                  <a:pt x="859638" y="55576"/>
                  <a:pt x="858622" y="55690"/>
                </a:cubicBezTo>
                <a:cubicBezTo>
                  <a:pt x="857606" y="55791"/>
                  <a:pt x="856590" y="55855"/>
                  <a:pt x="855701" y="55855"/>
                </a:cubicBezTo>
                <a:close/>
                <a:moveTo>
                  <a:pt x="869163" y="15037"/>
                </a:moveTo>
                <a:lnTo>
                  <a:pt x="875513" y="15037"/>
                </a:lnTo>
                <a:lnTo>
                  <a:pt x="875513" y="23406"/>
                </a:lnTo>
                <a:lnTo>
                  <a:pt x="875640" y="23406"/>
                </a:lnTo>
                <a:cubicBezTo>
                  <a:pt x="876656" y="20803"/>
                  <a:pt x="878180" y="18631"/>
                  <a:pt x="880212" y="16879"/>
                </a:cubicBezTo>
                <a:cubicBezTo>
                  <a:pt x="882244" y="15126"/>
                  <a:pt x="885038" y="14250"/>
                  <a:pt x="888721" y="14250"/>
                </a:cubicBezTo>
                <a:cubicBezTo>
                  <a:pt x="891515" y="14250"/>
                  <a:pt x="893801" y="14834"/>
                  <a:pt x="895706" y="16002"/>
                </a:cubicBezTo>
                <a:cubicBezTo>
                  <a:pt x="897611" y="17171"/>
                  <a:pt x="899008" y="18821"/>
                  <a:pt x="899897" y="20955"/>
                </a:cubicBezTo>
                <a:cubicBezTo>
                  <a:pt x="900786" y="23089"/>
                  <a:pt x="901294" y="25578"/>
                  <a:pt x="901294" y="28435"/>
                </a:cubicBezTo>
                <a:lnTo>
                  <a:pt x="901294" y="55258"/>
                </a:lnTo>
                <a:lnTo>
                  <a:pt x="894563" y="55258"/>
                </a:lnTo>
                <a:lnTo>
                  <a:pt x="894563" y="29731"/>
                </a:lnTo>
                <a:cubicBezTo>
                  <a:pt x="894563" y="26632"/>
                  <a:pt x="893928" y="24270"/>
                  <a:pt x="892658" y="22644"/>
                </a:cubicBezTo>
                <a:cubicBezTo>
                  <a:pt x="891388" y="21019"/>
                  <a:pt x="889229" y="20206"/>
                  <a:pt x="886308" y="20206"/>
                </a:cubicBezTo>
                <a:cubicBezTo>
                  <a:pt x="884149" y="20206"/>
                  <a:pt x="882371" y="20663"/>
                  <a:pt x="880720" y="21590"/>
                </a:cubicBezTo>
                <a:cubicBezTo>
                  <a:pt x="879196" y="22505"/>
                  <a:pt x="877926" y="23838"/>
                  <a:pt x="877164" y="25603"/>
                </a:cubicBezTo>
                <a:cubicBezTo>
                  <a:pt x="876275" y="27369"/>
                  <a:pt x="875767" y="29477"/>
                  <a:pt x="875767" y="31928"/>
                </a:cubicBezTo>
                <a:lnTo>
                  <a:pt x="875767" y="55258"/>
                </a:lnTo>
                <a:lnTo>
                  <a:pt x="869163" y="55258"/>
                </a:lnTo>
                <a:lnTo>
                  <a:pt x="869163" y="15037"/>
                </a:lnTo>
                <a:close/>
                <a:moveTo>
                  <a:pt x="929615" y="56007"/>
                </a:moveTo>
                <a:cubicBezTo>
                  <a:pt x="925551" y="56007"/>
                  <a:pt x="921995" y="55207"/>
                  <a:pt x="918947" y="53607"/>
                </a:cubicBezTo>
                <a:cubicBezTo>
                  <a:pt x="915899" y="52007"/>
                  <a:pt x="913486" y="49632"/>
                  <a:pt x="911835" y="46495"/>
                </a:cubicBezTo>
                <a:cubicBezTo>
                  <a:pt x="910184" y="43358"/>
                  <a:pt x="909422" y="39574"/>
                  <a:pt x="909422" y="35128"/>
                </a:cubicBezTo>
                <a:cubicBezTo>
                  <a:pt x="909422" y="30633"/>
                  <a:pt x="910311" y="26822"/>
                  <a:pt x="911962" y="23685"/>
                </a:cubicBezTo>
                <a:cubicBezTo>
                  <a:pt x="913740" y="20549"/>
                  <a:pt x="916153" y="18186"/>
                  <a:pt x="919074" y="16612"/>
                </a:cubicBezTo>
                <a:cubicBezTo>
                  <a:pt x="921995" y="15037"/>
                  <a:pt x="925297" y="14250"/>
                  <a:pt x="928853" y="14250"/>
                </a:cubicBezTo>
                <a:cubicBezTo>
                  <a:pt x="932917" y="14250"/>
                  <a:pt x="936346" y="15202"/>
                  <a:pt x="938886" y="17107"/>
                </a:cubicBezTo>
                <a:cubicBezTo>
                  <a:pt x="941553" y="19000"/>
                  <a:pt x="943458" y="21425"/>
                  <a:pt x="944601" y="24371"/>
                </a:cubicBezTo>
                <a:cubicBezTo>
                  <a:pt x="945871" y="27331"/>
                  <a:pt x="946379" y="30429"/>
                  <a:pt x="946379" y="33681"/>
                </a:cubicBezTo>
                <a:cubicBezTo>
                  <a:pt x="946379" y="34798"/>
                  <a:pt x="946379" y="35840"/>
                  <a:pt x="946252" y="36805"/>
                </a:cubicBezTo>
                <a:lnTo>
                  <a:pt x="916407" y="36805"/>
                </a:lnTo>
                <a:cubicBezTo>
                  <a:pt x="916661" y="41199"/>
                  <a:pt x="917931" y="44539"/>
                  <a:pt x="920090" y="46851"/>
                </a:cubicBezTo>
                <a:cubicBezTo>
                  <a:pt x="922376" y="49149"/>
                  <a:pt x="925551" y="50305"/>
                  <a:pt x="929615" y="50305"/>
                </a:cubicBezTo>
                <a:cubicBezTo>
                  <a:pt x="932155" y="50305"/>
                  <a:pt x="934187" y="49936"/>
                  <a:pt x="935965" y="49188"/>
                </a:cubicBezTo>
                <a:cubicBezTo>
                  <a:pt x="937743" y="48451"/>
                  <a:pt x="939394" y="47219"/>
                  <a:pt x="940791" y="45504"/>
                </a:cubicBezTo>
                <a:lnTo>
                  <a:pt x="944982" y="49670"/>
                </a:lnTo>
                <a:cubicBezTo>
                  <a:pt x="943712" y="51168"/>
                  <a:pt x="942315" y="52375"/>
                  <a:pt x="940791" y="53302"/>
                </a:cubicBezTo>
                <a:cubicBezTo>
                  <a:pt x="939267" y="54229"/>
                  <a:pt x="937743" y="54915"/>
                  <a:pt x="935838" y="55347"/>
                </a:cubicBezTo>
                <a:cubicBezTo>
                  <a:pt x="934060" y="55779"/>
                  <a:pt x="932028" y="56007"/>
                  <a:pt x="929615" y="56007"/>
                </a:cubicBezTo>
                <a:close/>
                <a:moveTo>
                  <a:pt x="939648" y="31636"/>
                </a:moveTo>
                <a:cubicBezTo>
                  <a:pt x="939267" y="27763"/>
                  <a:pt x="938124" y="24854"/>
                  <a:pt x="936219" y="22911"/>
                </a:cubicBezTo>
                <a:cubicBezTo>
                  <a:pt x="934314" y="20955"/>
                  <a:pt x="931774" y="19990"/>
                  <a:pt x="928599" y="19990"/>
                </a:cubicBezTo>
                <a:cubicBezTo>
                  <a:pt x="926440" y="19990"/>
                  <a:pt x="924662" y="20422"/>
                  <a:pt x="922884" y="21286"/>
                </a:cubicBezTo>
                <a:cubicBezTo>
                  <a:pt x="921233" y="22149"/>
                  <a:pt x="919836" y="23457"/>
                  <a:pt x="918820" y="25197"/>
                </a:cubicBezTo>
                <a:cubicBezTo>
                  <a:pt x="917677" y="26924"/>
                  <a:pt x="916915" y="29070"/>
                  <a:pt x="916661" y="31636"/>
                </a:cubicBezTo>
                <a:lnTo>
                  <a:pt x="939648" y="31636"/>
                </a:lnTo>
                <a:close/>
                <a:moveTo>
                  <a:pt x="954507" y="15037"/>
                </a:moveTo>
                <a:lnTo>
                  <a:pt x="960857" y="15037"/>
                </a:lnTo>
                <a:lnTo>
                  <a:pt x="960857" y="23635"/>
                </a:lnTo>
                <a:lnTo>
                  <a:pt x="960984" y="23635"/>
                </a:lnTo>
                <a:cubicBezTo>
                  <a:pt x="961746" y="20333"/>
                  <a:pt x="962889" y="17945"/>
                  <a:pt x="964540" y="16472"/>
                </a:cubicBezTo>
                <a:cubicBezTo>
                  <a:pt x="966064" y="14999"/>
                  <a:pt x="968096" y="14250"/>
                  <a:pt x="970509" y="14250"/>
                </a:cubicBezTo>
                <a:cubicBezTo>
                  <a:pt x="971144" y="14250"/>
                  <a:pt x="971652" y="14288"/>
                  <a:pt x="972287" y="14364"/>
                </a:cubicBezTo>
                <a:cubicBezTo>
                  <a:pt x="972795" y="14440"/>
                  <a:pt x="973303" y="14529"/>
                  <a:pt x="973684" y="14631"/>
                </a:cubicBezTo>
                <a:lnTo>
                  <a:pt x="973684" y="21210"/>
                </a:lnTo>
                <a:cubicBezTo>
                  <a:pt x="973303" y="21095"/>
                  <a:pt x="972795" y="20993"/>
                  <a:pt x="972160" y="20917"/>
                </a:cubicBezTo>
                <a:cubicBezTo>
                  <a:pt x="971525" y="20841"/>
                  <a:pt x="970890" y="20803"/>
                  <a:pt x="970382" y="20803"/>
                </a:cubicBezTo>
                <a:cubicBezTo>
                  <a:pt x="967080" y="20803"/>
                  <a:pt x="964667" y="21946"/>
                  <a:pt x="963270" y="24244"/>
                </a:cubicBezTo>
                <a:cubicBezTo>
                  <a:pt x="961873" y="26543"/>
                  <a:pt x="961111" y="29896"/>
                  <a:pt x="961111" y="34316"/>
                </a:cubicBezTo>
                <a:lnTo>
                  <a:pt x="961111" y="55258"/>
                </a:lnTo>
                <a:lnTo>
                  <a:pt x="954507" y="55258"/>
                </a:lnTo>
                <a:lnTo>
                  <a:pt x="954507" y="15037"/>
                </a:lnTo>
                <a:close/>
                <a:moveTo>
                  <a:pt x="992988" y="56007"/>
                </a:moveTo>
                <a:cubicBezTo>
                  <a:pt x="986130" y="56007"/>
                  <a:pt x="980669" y="53899"/>
                  <a:pt x="976859" y="49670"/>
                </a:cubicBezTo>
                <a:lnTo>
                  <a:pt x="981177" y="45403"/>
                </a:lnTo>
                <a:cubicBezTo>
                  <a:pt x="982955" y="47257"/>
                  <a:pt x="984733" y="48565"/>
                  <a:pt x="986638" y="49327"/>
                </a:cubicBezTo>
                <a:cubicBezTo>
                  <a:pt x="988416" y="50076"/>
                  <a:pt x="990575" y="50457"/>
                  <a:pt x="992988" y="50457"/>
                </a:cubicBezTo>
                <a:cubicBezTo>
                  <a:pt x="995401" y="50457"/>
                  <a:pt x="997433" y="50000"/>
                  <a:pt x="999084" y="49099"/>
                </a:cubicBezTo>
                <a:cubicBezTo>
                  <a:pt x="1000735" y="48197"/>
                  <a:pt x="1001624" y="46711"/>
                  <a:pt x="1001624" y="44653"/>
                </a:cubicBezTo>
                <a:cubicBezTo>
                  <a:pt x="1001624" y="43193"/>
                  <a:pt x="1001243" y="41999"/>
                  <a:pt x="1000354" y="41097"/>
                </a:cubicBezTo>
                <a:cubicBezTo>
                  <a:pt x="999592" y="40196"/>
                  <a:pt x="998449" y="39484"/>
                  <a:pt x="997179" y="38964"/>
                </a:cubicBezTo>
                <a:cubicBezTo>
                  <a:pt x="995909" y="38443"/>
                  <a:pt x="993877" y="37833"/>
                  <a:pt x="991464" y="37135"/>
                </a:cubicBezTo>
                <a:cubicBezTo>
                  <a:pt x="988924" y="36424"/>
                  <a:pt x="986765" y="35649"/>
                  <a:pt x="984987" y="34837"/>
                </a:cubicBezTo>
                <a:cubicBezTo>
                  <a:pt x="983209" y="34011"/>
                  <a:pt x="981685" y="32842"/>
                  <a:pt x="980542" y="31318"/>
                </a:cubicBezTo>
                <a:cubicBezTo>
                  <a:pt x="979272" y="29794"/>
                  <a:pt x="978764" y="27839"/>
                  <a:pt x="978764" y="25451"/>
                </a:cubicBezTo>
                <a:cubicBezTo>
                  <a:pt x="978764" y="23076"/>
                  <a:pt x="979272" y="21044"/>
                  <a:pt x="980415" y="19355"/>
                </a:cubicBezTo>
                <a:cubicBezTo>
                  <a:pt x="981685" y="17666"/>
                  <a:pt x="983336" y="16396"/>
                  <a:pt x="985495" y="15532"/>
                </a:cubicBezTo>
                <a:cubicBezTo>
                  <a:pt x="987527" y="14681"/>
                  <a:pt x="990067" y="14250"/>
                  <a:pt x="992861" y="14250"/>
                </a:cubicBezTo>
                <a:cubicBezTo>
                  <a:pt x="995655" y="14250"/>
                  <a:pt x="998195" y="14707"/>
                  <a:pt x="1000735" y="15608"/>
                </a:cubicBezTo>
                <a:cubicBezTo>
                  <a:pt x="1003275" y="16523"/>
                  <a:pt x="1005307" y="17844"/>
                  <a:pt x="1006958" y="19571"/>
                </a:cubicBezTo>
                <a:lnTo>
                  <a:pt x="1002767" y="23851"/>
                </a:lnTo>
                <a:cubicBezTo>
                  <a:pt x="1000100" y="21222"/>
                  <a:pt x="996798" y="19914"/>
                  <a:pt x="992861" y="19914"/>
                </a:cubicBezTo>
                <a:cubicBezTo>
                  <a:pt x="990448" y="19914"/>
                  <a:pt x="988670" y="20346"/>
                  <a:pt x="987273" y="21210"/>
                </a:cubicBezTo>
                <a:cubicBezTo>
                  <a:pt x="985876" y="22085"/>
                  <a:pt x="985241" y="23394"/>
                  <a:pt x="985241" y="25159"/>
                </a:cubicBezTo>
                <a:cubicBezTo>
                  <a:pt x="985241" y="26327"/>
                  <a:pt x="985622" y="27293"/>
                  <a:pt x="986384" y="28055"/>
                </a:cubicBezTo>
                <a:cubicBezTo>
                  <a:pt x="987273" y="28829"/>
                  <a:pt x="988289" y="29464"/>
                  <a:pt x="989686" y="29973"/>
                </a:cubicBezTo>
                <a:cubicBezTo>
                  <a:pt x="990956" y="30480"/>
                  <a:pt x="992861" y="31090"/>
                  <a:pt x="995401" y="31776"/>
                </a:cubicBezTo>
                <a:cubicBezTo>
                  <a:pt x="997941" y="32500"/>
                  <a:pt x="1000100" y="33262"/>
                  <a:pt x="1001878" y="34049"/>
                </a:cubicBezTo>
                <a:cubicBezTo>
                  <a:pt x="1003529" y="34849"/>
                  <a:pt x="1005053" y="36055"/>
                  <a:pt x="1006323" y="37681"/>
                </a:cubicBezTo>
                <a:cubicBezTo>
                  <a:pt x="1007466" y="39307"/>
                  <a:pt x="1008101" y="41453"/>
                  <a:pt x="1008101" y="44133"/>
                </a:cubicBezTo>
                <a:cubicBezTo>
                  <a:pt x="1008101" y="46610"/>
                  <a:pt x="1007466" y="48743"/>
                  <a:pt x="1006196" y="50533"/>
                </a:cubicBezTo>
                <a:cubicBezTo>
                  <a:pt x="1004926" y="52312"/>
                  <a:pt x="1003148" y="53670"/>
                  <a:pt x="1000862" y="54611"/>
                </a:cubicBezTo>
                <a:cubicBezTo>
                  <a:pt x="998576" y="55538"/>
                  <a:pt x="995909" y="56007"/>
                  <a:pt x="992988" y="56007"/>
                </a:cubicBezTo>
                <a:close/>
                <a:moveTo>
                  <a:pt x="1057250" y="56007"/>
                </a:moveTo>
                <a:cubicBezTo>
                  <a:pt x="1052170" y="56007"/>
                  <a:pt x="1047725" y="54902"/>
                  <a:pt x="1043915" y="52693"/>
                </a:cubicBezTo>
                <a:cubicBezTo>
                  <a:pt x="1039978" y="50483"/>
                  <a:pt x="1037057" y="47334"/>
                  <a:pt x="1034898" y="43256"/>
                </a:cubicBezTo>
                <a:cubicBezTo>
                  <a:pt x="1032739" y="39180"/>
                  <a:pt x="1031596" y="34430"/>
                  <a:pt x="1031596" y="29032"/>
                </a:cubicBezTo>
                <a:cubicBezTo>
                  <a:pt x="1031596" y="23623"/>
                  <a:pt x="1032739" y="18885"/>
                  <a:pt x="1034898" y="14808"/>
                </a:cubicBezTo>
                <a:cubicBezTo>
                  <a:pt x="1037057" y="10744"/>
                  <a:pt x="1039978" y="7595"/>
                  <a:pt x="1043915" y="5385"/>
                </a:cubicBezTo>
                <a:cubicBezTo>
                  <a:pt x="1047725" y="3163"/>
                  <a:pt x="1052170" y="2045"/>
                  <a:pt x="1057250" y="2045"/>
                </a:cubicBezTo>
                <a:cubicBezTo>
                  <a:pt x="1062203" y="2045"/>
                  <a:pt x="1066648" y="3163"/>
                  <a:pt x="1070458" y="5385"/>
                </a:cubicBezTo>
                <a:cubicBezTo>
                  <a:pt x="1074395" y="7595"/>
                  <a:pt x="1077443" y="10744"/>
                  <a:pt x="1079602" y="14808"/>
                </a:cubicBezTo>
                <a:cubicBezTo>
                  <a:pt x="1081761" y="18885"/>
                  <a:pt x="1082777" y="23623"/>
                  <a:pt x="1082777" y="29032"/>
                </a:cubicBezTo>
                <a:cubicBezTo>
                  <a:pt x="1082777" y="34430"/>
                  <a:pt x="1081761" y="39180"/>
                  <a:pt x="1079602" y="43256"/>
                </a:cubicBezTo>
                <a:cubicBezTo>
                  <a:pt x="1077443" y="47334"/>
                  <a:pt x="1074395" y="50483"/>
                  <a:pt x="1070458" y="52693"/>
                </a:cubicBezTo>
                <a:cubicBezTo>
                  <a:pt x="1066648" y="54902"/>
                  <a:pt x="1062203" y="56007"/>
                  <a:pt x="1057250" y="56007"/>
                </a:cubicBezTo>
                <a:close/>
                <a:moveTo>
                  <a:pt x="1038835" y="29032"/>
                </a:moveTo>
                <a:cubicBezTo>
                  <a:pt x="1038835" y="33198"/>
                  <a:pt x="1039597" y="36818"/>
                  <a:pt x="1040994" y="39891"/>
                </a:cubicBezTo>
                <a:cubicBezTo>
                  <a:pt x="1042518" y="42964"/>
                  <a:pt x="1044677" y="45327"/>
                  <a:pt x="1047471" y="46978"/>
                </a:cubicBezTo>
                <a:cubicBezTo>
                  <a:pt x="1050138" y="48629"/>
                  <a:pt x="1053440" y="49454"/>
                  <a:pt x="1057250" y="49454"/>
                </a:cubicBezTo>
                <a:cubicBezTo>
                  <a:pt x="1060933" y="49454"/>
                  <a:pt x="1064235" y="48629"/>
                  <a:pt x="1066902" y="46978"/>
                </a:cubicBezTo>
                <a:cubicBezTo>
                  <a:pt x="1069696" y="45327"/>
                  <a:pt x="1071855" y="42964"/>
                  <a:pt x="1073379" y="39891"/>
                </a:cubicBezTo>
                <a:cubicBezTo>
                  <a:pt x="1074776" y="36818"/>
                  <a:pt x="1075538" y="33198"/>
                  <a:pt x="1075538" y="29032"/>
                </a:cubicBezTo>
                <a:cubicBezTo>
                  <a:pt x="1075538" y="24854"/>
                  <a:pt x="1074776" y="21248"/>
                  <a:pt x="1073379" y="18174"/>
                </a:cubicBezTo>
                <a:cubicBezTo>
                  <a:pt x="1071855" y="15113"/>
                  <a:pt x="1069696" y="12764"/>
                  <a:pt x="1066902" y="11112"/>
                </a:cubicBezTo>
                <a:cubicBezTo>
                  <a:pt x="1064235" y="9461"/>
                  <a:pt x="1060933" y="8636"/>
                  <a:pt x="1057250" y="8636"/>
                </a:cubicBezTo>
                <a:cubicBezTo>
                  <a:pt x="1053440" y="8636"/>
                  <a:pt x="1050138" y="9461"/>
                  <a:pt x="1047471" y="11112"/>
                </a:cubicBezTo>
                <a:cubicBezTo>
                  <a:pt x="1044677" y="12764"/>
                  <a:pt x="1042518" y="15113"/>
                  <a:pt x="1040994" y="18174"/>
                </a:cubicBezTo>
                <a:cubicBezTo>
                  <a:pt x="1039597" y="21248"/>
                  <a:pt x="1038835" y="24854"/>
                  <a:pt x="1038835" y="29032"/>
                </a:cubicBezTo>
                <a:close/>
                <a:moveTo>
                  <a:pt x="1091667" y="15037"/>
                </a:moveTo>
                <a:lnTo>
                  <a:pt x="1098017" y="15037"/>
                </a:lnTo>
                <a:lnTo>
                  <a:pt x="1098017" y="23406"/>
                </a:lnTo>
                <a:lnTo>
                  <a:pt x="1098144" y="23406"/>
                </a:lnTo>
                <a:cubicBezTo>
                  <a:pt x="1099160" y="20803"/>
                  <a:pt x="1100684" y="18631"/>
                  <a:pt x="1102716" y="16879"/>
                </a:cubicBezTo>
                <a:cubicBezTo>
                  <a:pt x="1104748" y="15126"/>
                  <a:pt x="1107542" y="14250"/>
                  <a:pt x="1111225" y="14250"/>
                </a:cubicBezTo>
                <a:cubicBezTo>
                  <a:pt x="1114019" y="14250"/>
                  <a:pt x="1116305" y="14834"/>
                  <a:pt x="1118210" y="16002"/>
                </a:cubicBezTo>
                <a:cubicBezTo>
                  <a:pt x="1120115" y="17171"/>
                  <a:pt x="1121512" y="18821"/>
                  <a:pt x="1122401" y="20955"/>
                </a:cubicBezTo>
                <a:cubicBezTo>
                  <a:pt x="1123290" y="23089"/>
                  <a:pt x="1123798" y="25578"/>
                  <a:pt x="1123798" y="28435"/>
                </a:cubicBezTo>
                <a:lnTo>
                  <a:pt x="1123798" y="55258"/>
                </a:lnTo>
                <a:lnTo>
                  <a:pt x="1117067" y="55258"/>
                </a:lnTo>
                <a:lnTo>
                  <a:pt x="1117067" y="29731"/>
                </a:lnTo>
                <a:cubicBezTo>
                  <a:pt x="1117067" y="26632"/>
                  <a:pt x="1116432" y="24270"/>
                  <a:pt x="1115162" y="22644"/>
                </a:cubicBezTo>
                <a:cubicBezTo>
                  <a:pt x="1113892" y="21019"/>
                  <a:pt x="1111733" y="20206"/>
                  <a:pt x="1108812" y="20206"/>
                </a:cubicBezTo>
                <a:cubicBezTo>
                  <a:pt x="1106653" y="20206"/>
                  <a:pt x="1104875" y="20663"/>
                  <a:pt x="1103224" y="21590"/>
                </a:cubicBezTo>
                <a:cubicBezTo>
                  <a:pt x="1101700" y="22505"/>
                  <a:pt x="1100430" y="23838"/>
                  <a:pt x="1099668" y="25603"/>
                </a:cubicBezTo>
                <a:cubicBezTo>
                  <a:pt x="1098779" y="27369"/>
                  <a:pt x="1098271" y="29477"/>
                  <a:pt x="1098271" y="31928"/>
                </a:cubicBezTo>
                <a:lnTo>
                  <a:pt x="1098271" y="55258"/>
                </a:lnTo>
                <a:lnTo>
                  <a:pt x="1091667" y="55258"/>
                </a:lnTo>
                <a:lnTo>
                  <a:pt x="1091667" y="15037"/>
                </a:lnTo>
                <a:close/>
                <a:moveTo>
                  <a:pt x="1143229" y="55855"/>
                </a:moveTo>
                <a:cubicBezTo>
                  <a:pt x="1141070" y="55855"/>
                  <a:pt x="1139292" y="55487"/>
                  <a:pt x="1137895" y="54776"/>
                </a:cubicBezTo>
                <a:cubicBezTo>
                  <a:pt x="1136498" y="54052"/>
                  <a:pt x="1135609" y="52984"/>
                  <a:pt x="1134974" y="51550"/>
                </a:cubicBezTo>
                <a:cubicBezTo>
                  <a:pt x="1134339" y="50127"/>
                  <a:pt x="1133958" y="48311"/>
                  <a:pt x="1133958" y="46101"/>
                </a:cubicBezTo>
                <a:lnTo>
                  <a:pt x="1133958" y="0"/>
                </a:lnTo>
                <a:lnTo>
                  <a:pt x="1140689" y="0"/>
                </a:lnTo>
                <a:lnTo>
                  <a:pt x="1140689" y="45060"/>
                </a:lnTo>
                <a:cubicBezTo>
                  <a:pt x="1140689" y="46304"/>
                  <a:pt x="1140816" y="47257"/>
                  <a:pt x="1141070" y="47930"/>
                </a:cubicBezTo>
                <a:cubicBezTo>
                  <a:pt x="1141324" y="48603"/>
                  <a:pt x="1141705" y="49073"/>
                  <a:pt x="1142213" y="49365"/>
                </a:cubicBezTo>
                <a:cubicBezTo>
                  <a:pt x="1142721" y="49644"/>
                  <a:pt x="1143483" y="49785"/>
                  <a:pt x="1144499" y="49785"/>
                </a:cubicBezTo>
                <a:cubicBezTo>
                  <a:pt x="1145134" y="49785"/>
                  <a:pt x="1145769" y="49733"/>
                  <a:pt x="1146404" y="49644"/>
                </a:cubicBezTo>
                <a:cubicBezTo>
                  <a:pt x="1147039" y="49543"/>
                  <a:pt x="1147547" y="49429"/>
                  <a:pt x="1148055" y="49302"/>
                </a:cubicBezTo>
                <a:lnTo>
                  <a:pt x="1148055" y="55258"/>
                </a:lnTo>
                <a:cubicBezTo>
                  <a:pt x="1147420" y="55461"/>
                  <a:pt x="1146658" y="55601"/>
                  <a:pt x="1145896" y="55703"/>
                </a:cubicBezTo>
                <a:cubicBezTo>
                  <a:pt x="1145007" y="55804"/>
                  <a:pt x="1144118" y="55855"/>
                  <a:pt x="1143229" y="55855"/>
                </a:cubicBezTo>
                <a:close/>
                <a:moveTo>
                  <a:pt x="1155294" y="71857"/>
                </a:moveTo>
                <a:cubicBezTo>
                  <a:pt x="1153897" y="71857"/>
                  <a:pt x="1152373" y="71755"/>
                  <a:pt x="1150976" y="71552"/>
                </a:cubicBezTo>
                <a:lnTo>
                  <a:pt x="1150976" y="65786"/>
                </a:lnTo>
                <a:cubicBezTo>
                  <a:pt x="1151992" y="66078"/>
                  <a:pt x="1153135" y="66231"/>
                  <a:pt x="1154786" y="66231"/>
                </a:cubicBezTo>
                <a:cubicBezTo>
                  <a:pt x="1156310" y="66231"/>
                  <a:pt x="1157580" y="66040"/>
                  <a:pt x="1158469" y="65660"/>
                </a:cubicBezTo>
                <a:cubicBezTo>
                  <a:pt x="1159485" y="65278"/>
                  <a:pt x="1160374" y="64694"/>
                  <a:pt x="1160882" y="63932"/>
                </a:cubicBezTo>
                <a:cubicBezTo>
                  <a:pt x="1161517" y="63157"/>
                  <a:pt x="1162152" y="62129"/>
                  <a:pt x="1162660" y="60833"/>
                </a:cubicBezTo>
                <a:lnTo>
                  <a:pt x="1164819" y="55144"/>
                </a:lnTo>
                <a:lnTo>
                  <a:pt x="1148690" y="15037"/>
                </a:lnTo>
                <a:lnTo>
                  <a:pt x="1155802" y="15037"/>
                </a:lnTo>
                <a:lnTo>
                  <a:pt x="1164438" y="37288"/>
                </a:lnTo>
                <a:cubicBezTo>
                  <a:pt x="1165073" y="39142"/>
                  <a:pt x="1165835" y="41237"/>
                  <a:pt x="1166597" y="43574"/>
                </a:cubicBezTo>
                <a:cubicBezTo>
                  <a:pt x="1167359" y="45910"/>
                  <a:pt x="1167867" y="47282"/>
                  <a:pt x="1167994" y="47702"/>
                </a:cubicBezTo>
                <a:cubicBezTo>
                  <a:pt x="1168121" y="47358"/>
                  <a:pt x="1168629" y="46038"/>
                  <a:pt x="1169391" y="43765"/>
                </a:cubicBezTo>
                <a:cubicBezTo>
                  <a:pt x="1170534" y="40932"/>
                  <a:pt x="1171169" y="39002"/>
                  <a:pt x="1171550" y="37960"/>
                </a:cubicBezTo>
                <a:lnTo>
                  <a:pt x="1179424" y="15037"/>
                </a:lnTo>
                <a:lnTo>
                  <a:pt x="1186536" y="15037"/>
                </a:lnTo>
                <a:lnTo>
                  <a:pt x="1167994" y="63030"/>
                </a:lnTo>
                <a:cubicBezTo>
                  <a:pt x="1167232" y="65088"/>
                  <a:pt x="1166343" y="66752"/>
                  <a:pt x="1165327" y="67996"/>
                </a:cubicBezTo>
                <a:cubicBezTo>
                  <a:pt x="1164438" y="69253"/>
                  <a:pt x="1163041" y="70206"/>
                  <a:pt x="1161517" y="70866"/>
                </a:cubicBezTo>
                <a:cubicBezTo>
                  <a:pt x="1159866" y="71527"/>
                  <a:pt x="1157834" y="71857"/>
                  <a:pt x="1155294" y="71857"/>
                </a:cubicBezTo>
                <a:close/>
              </a:path>
            </a:pathLst>
          </a:custGeom>
          <a:solidFill>
            <a:srgbClr val="000000">
              <a:alpha val="50196"/>
            </a:srgbClr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Editable vector"/>
          <p:cNvSpPr/>
          <p:nvPr/>
        </p:nvSpPr>
        <p:spPr>
          <a:xfrm>
            <a:off x="466051" y="1184935"/>
            <a:ext cx="3622928" cy="5321554"/>
          </a:xfrm>
          <a:custGeom>
            <a:avLst/>
            <a:gdLst/>
            <a:ahLst/>
            <a:cxnLst/>
            <a:rect l="0" t="0" r="r" b="b"/>
            <a:pathLst>
              <a:path w="3622929" h="5321554" fill="norm" stroke="0" extrusionOk="0">
                <a:moveTo>
                  <a:pt x="0" y="0"/>
                </a:moveTo>
                <a:lnTo>
                  <a:pt x="3622929" y="0"/>
                </a:lnTo>
                <a:lnTo>
                  <a:pt x="3622929" y="5321554"/>
                </a:lnTo>
                <a:lnTo>
                  <a:pt x="0" y="5321554"/>
                </a:lnTo>
                <a:close/>
              </a:path>
            </a:pathLst>
          </a:custGeom>
          <a:solidFill>
            <a:srgbClr val="F2F4F5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Editable vector"/>
          <p:cNvSpPr/>
          <p:nvPr/>
        </p:nvSpPr>
        <p:spPr>
          <a:xfrm>
            <a:off x="2140966" y="3202304"/>
            <a:ext cx="509016" cy="9144"/>
          </a:xfrm>
          <a:custGeom>
            <a:avLst/>
            <a:gdLst/>
            <a:ahLst/>
            <a:cxnLst/>
            <a:rect l="0" t="0" r="r" b="b"/>
            <a:pathLst>
              <a:path w="509016" h="9144" fill="norm" stroke="0" extrusionOk="0">
                <a:moveTo>
                  <a:pt x="0" y="0"/>
                </a:moveTo>
                <a:lnTo>
                  <a:pt x="509016" y="0"/>
                </a:lnTo>
                <a:lnTo>
                  <a:pt x="509016" y="9144"/>
                </a:lnTo>
                <a:lnTo>
                  <a:pt x="0" y="9144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Editable vector"/>
          <p:cNvSpPr/>
          <p:nvPr/>
        </p:nvSpPr>
        <p:spPr>
          <a:xfrm>
            <a:off x="2703322" y="3202304"/>
            <a:ext cx="548639" cy="9144"/>
          </a:xfrm>
          <a:custGeom>
            <a:avLst/>
            <a:gdLst/>
            <a:ahLst/>
            <a:cxnLst/>
            <a:rect l="0" t="0" r="r" b="b"/>
            <a:pathLst>
              <a:path w="548640" h="9144" fill="norm" stroke="0" extrusionOk="0">
                <a:moveTo>
                  <a:pt x="0" y="0"/>
                </a:moveTo>
                <a:lnTo>
                  <a:pt x="548640" y="0"/>
                </a:lnTo>
                <a:lnTo>
                  <a:pt x="548640" y="9144"/>
                </a:lnTo>
                <a:lnTo>
                  <a:pt x="0" y="9144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Editable vector"/>
          <p:cNvSpPr/>
          <p:nvPr/>
        </p:nvSpPr>
        <p:spPr>
          <a:xfrm>
            <a:off x="3305302" y="3202304"/>
            <a:ext cx="228600" cy="9144"/>
          </a:xfrm>
          <a:custGeom>
            <a:avLst/>
            <a:gdLst/>
            <a:ahLst/>
            <a:cxnLst/>
            <a:rect l="0" t="0" r="r" b="b"/>
            <a:pathLst>
              <a:path w="228600" h="9144" fill="norm" stroke="0" extrusionOk="0">
                <a:moveTo>
                  <a:pt x="0" y="0"/>
                </a:moveTo>
                <a:lnTo>
                  <a:pt x="228600" y="0"/>
                </a:lnTo>
                <a:lnTo>
                  <a:pt x="228600" y="9144"/>
                </a:lnTo>
                <a:lnTo>
                  <a:pt x="0" y="9144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Editable vector"/>
          <p:cNvSpPr/>
          <p:nvPr/>
        </p:nvSpPr>
        <p:spPr>
          <a:xfrm>
            <a:off x="808951" y="3354704"/>
            <a:ext cx="917486" cy="9144"/>
          </a:xfrm>
          <a:custGeom>
            <a:avLst/>
            <a:gdLst/>
            <a:ahLst/>
            <a:cxnLst/>
            <a:rect l="0" t="0" r="r" b="b"/>
            <a:pathLst>
              <a:path w="917486" h="9144" fill="norm" stroke="0" extrusionOk="0">
                <a:moveTo>
                  <a:pt x="0" y="0"/>
                </a:moveTo>
                <a:lnTo>
                  <a:pt x="458724" y="0"/>
                </a:lnTo>
                <a:lnTo>
                  <a:pt x="917486" y="0"/>
                </a:lnTo>
                <a:lnTo>
                  <a:pt x="917486" y="9144"/>
                </a:lnTo>
                <a:lnTo>
                  <a:pt x="458724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Editable vector"/>
          <p:cNvSpPr/>
          <p:nvPr/>
        </p:nvSpPr>
        <p:spPr>
          <a:xfrm>
            <a:off x="811999" y="3735704"/>
            <a:ext cx="2551214" cy="9144"/>
          </a:xfrm>
          <a:custGeom>
            <a:avLst/>
            <a:gdLst/>
            <a:ahLst/>
            <a:cxnLst/>
            <a:rect l="0" t="0" r="r" b="b"/>
            <a:pathLst>
              <a:path w="2551214" h="9144" fill="norm" stroke="0" extrusionOk="0">
                <a:moveTo>
                  <a:pt x="0" y="0"/>
                </a:moveTo>
                <a:lnTo>
                  <a:pt x="850430" y="0"/>
                </a:lnTo>
                <a:lnTo>
                  <a:pt x="1700822" y="0"/>
                </a:lnTo>
                <a:lnTo>
                  <a:pt x="2551214" y="0"/>
                </a:lnTo>
                <a:lnTo>
                  <a:pt x="2551214" y="9144"/>
                </a:lnTo>
                <a:lnTo>
                  <a:pt x="1700822" y="9144"/>
                </a:lnTo>
                <a:lnTo>
                  <a:pt x="850430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Editable vector"/>
          <p:cNvSpPr/>
          <p:nvPr/>
        </p:nvSpPr>
        <p:spPr>
          <a:xfrm>
            <a:off x="811999" y="4040504"/>
            <a:ext cx="1644434" cy="9144"/>
          </a:xfrm>
          <a:custGeom>
            <a:avLst/>
            <a:gdLst/>
            <a:ahLst/>
            <a:cxnLst/>
            <a:rect l="0" t="0" r="r" b="b"/>
            <a:pathLst>
              <a:path w="1644434" h="9144" fill="norm" stroke="0" extrusionOk="0">
                <a:moveTo>
                  <a:pt x="0" y="0"/>
                </a:moveTo>
                <a:lnTo>
                  <a:pt x="822236" y="0"/>
                </a:lnTo>
                <a:lnTo>
                  <a:pt x="1644434" y="0"/>
                </a:lnTo>
                <a:lnTo>
                  <a:pt x="1644434" y="9144"/>
                </a:lnTo>
                <a:lnTo>
                  <a:pt x="822236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Editable vector"/>
          <p:cNvSpPr/>
          <p:nvPr/>
        </p:nvSpPr>
        <p:spPr>
          <a:xfrm>
            <a:off x="811999" y="4192904"/>
            <a:ext cx="3258350" cy="9144"/>
          </a:xfrm>
          <a:custGeom>
            <a:avLst/>
            <a:gdLst/>
            <a:ahLst/>
            <a:cxnLst/>
            <a:rect l="0" t="0" r="r" b="b"/>
            <a:pathLst>
              <a:path w="3258350" h="9144" fill="norm" stroke="0" extrusionOk="0">
                <a:moveTo>
                  <a:pt x="0" y="0"/>
                </a:moveTo>
                <a:lnTo>
                  <a:pt x="814616" y="0"/>
                </a:lnTo>
                <a:lnTo>
                  <a:pt x="1629194" y="0"/>
                </a:lnTo>
                <a:lnTo>
                  <a:pt x="2443772" y="0"/>
                </a:lnTo>
                <a:lnTo>
                  <a:pt x="3258350" y="0"/>
                </a:lnTo>
                <a:lnTo>
                  <a:pt x="3258350" y="9144"/>
                </a:lnTo>
                <a:lnTo>
                  <a:pt x="2443772" y="9144"/>
                </a:lnTo>
                <a:lnTo>
                  <a:pt x="1629194" y="9144"/>
                </a:lnTo>
                <a:lnTo>
                  <a:pt x="814616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Editable vector"/>
          <p:cNvSpPr/>
          <p:nvPr/>
        </p:nvSpPr>
        <p:spPr>
          <a:xfrm>
            <a:off x="811999" y="4345304"/>
            <a:ext cx="726948" cy="9144"/>
          </a:xfrm>
          <a:custGeom>
            <a:avLst/>
            <a:gdLst/>
            <a:ahLst/>
            <a:cxnLst/>
            <a:rect l="0" t="0" r="r" b="b"/>
            <a:pathLst>
              <a:path w="726948" h="9144" fill="norm" stroke="0" extrusionOk="0">
                <a:moveTo>
                  <a:pt x="0" y="0"/>
                </a:moveTo>
                <a:lnTo>
                  <a:pt x="726948" y="0"/>
                </a:lnTo>
                <a:lnTo>
                  <a:pt x="726948" y="9144"/>
                </a:lnTo>
                <a:lnTo>
                  <a:pt x="0" y="9144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Editable vector"/>
          <p:cNvSpPr/>
          <p:nvPr/>
        </p:nvSpPr>
        <p:spPr>
          <a:xfrm>
            <a:off x="811999" y="4497704"/>
            <a:ext cx="1773974" cy="9144"/>
          </a:xfrm>
          <a:custGeom>
            <a:avLst/>
            <a:gdLst/>
            <a:ahLst/>
            <a:cxnLst/>
            <a:rect l="0" t="0" r="r" b="b"/>
            <a:pathLst>
              <a:path w="1773974" h="9144" fill="norm" stroke="0" extrusionOk="0">
                <a:moveTo>
                  <a:pt x="0" y="0"/>
                </a:moveTo>
                <a:lnTo>
                  <a:pt x="887006" y="0"/>
                </a:lnTo>
                <a:lnTo>
                  <a:pt x="1773974" y="0"/>
                </a:lnTo>
                <a:lnTo>
                  <a:pt x="1773974" y="9144"/>
                </a:lnTo>
                <a:lnTo>
                  <a:pt x="887006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Editable vector"/>
          <p:cNvSpPr/>
          <p:nvPr/>
        </p:nvSpPr>
        <p:spPr>
          <a:xfrm>
            <a:off x="3000501" y="6280797"/>
            <a:ext cx="591312" cy="9144"/>
          </a:xfrm>
          <a:custGeom>
            <a:avLst/>
            <a:gdLst/>
            <a:ahLst/>
            <a:cxnLst/>
            <a:rect l="0" t="0" r="r" b="b"/>
            <a:pathLst>
              <a:path w="591312" h="9144" fill="norm" stroke="0" extrusionOk="0">
                <a:moveTo>
                  <a:pt x="0" y="0"/>
                </a:moveTo>
                <a:lnTo>
                  <a:pt x="591312" y="0"/>
                </a:lnTo>
                <a:lnTo>
                  <a:pt x="591312" y="9144"/>
                </a:lnTo>
                <a:lnTo>
                  <a:pt x="0" y="9144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Editable vector"/>
          <p:cNvSpPr/>
          <p:nvPr/>
        </p:nvSpPr>
        <p:spPr>
          <a:xfrm>
            <a:off x="3661917" y="6280797"/>
            <a:ext cx="118871" cy="9144"/>
          </a:xfrm>
          <a:custGeom>
            <a:avLst/>
            <a:gdLst/>
            <a:ahLst/>
            <a:cxnLst/>
            <a:rect l="0" t="0" r="r" b="b"/>
            <a:pathLst>
              <a:path w="118872" h="9144" fill="norm" stroke="0" extrusionOk="0">
                <a:moveTo>
                  <a:pt x="0" y="0"/>
                </a:moveTo>
                <a:lnTo>
                  <a:pt x="118872" y="0"/>
                </a:lnTo>
                <a:lnTo>
                  <a:pt x="118872" y="9144"/>
                </a:lnTo>
                <a:lnTo>
                  <a:pt x="0" y="9144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Editable vector"/>
          <p:cNvSpPr/>
          <p:nvPr/>
        </p:nvSpPr>
        <p:spPr>
          <a:xfrm>
            <a:off x="811999" y="6433197"/>
            <a:ext cx="1664246" cy="9144"/>
          </a:xfrm>
          <a:custGeom>
            <a:avLst/>
            <a:gdLst/>
            <a:ahLst/>
            <a:cxnLst/>
            <a:rect l="0" t="0" r="r" b="b"/>
            <a:pathLst>
              <a:path w="1664246" h="9144" fill="norm" stroke="0" extrusionOk="0">
                <a:moveTo>
                  <a:pt x="0" y="0"/>
                </a:moveTo>
                <a:lnTo>
                  <a:pt x="832142" y="0"/>
                </a:lnTo>
                <a:lnTo>
                  <a:pt x="1664246" y="0"/>
                </a:lnTo>
                <a:lnTo>
                  <a:pt x="1664246" y="9144"/>
                </a:lnTo>
                <a:lnTo>
                  <a:pt x="832142" y="9144"/>
                </a:lnTo>
                <a:lnTo>
                  <a:pt x="0" y="9144"/>
                </a:lnTo>
                <a:lnTo>
                  <a:pt x="0" y="0"/>
                </a:lnTo>
                <a:close/>
              </a:path>
            </a:pathLst>
          </a:custGeom>
          <a:solidFill>
            <a:srgbClr val="0070F2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30011" y="3863340"/>
            <a:ext cx="1891156" cy="1478279"/>
          </a:xfrm>
          <a:prstGeom prst="rect">
            <a:avLst/>
          </a:prstGeom>
        </p:spPr>
      </p:pic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34354" y="4068216"/>
            <a:ext cx="1302130" cy="889736"/>
          </a:xfrm>
          <a:prstGeom prst="rect">
            <a:avLst/>
          </a:prstGeom>
        </p:spPr>
      </p:pic>
      <p:sp>
        <p:nvSpPr>
          <p:cNvPr id="73" name="Editable vector"/>
          <p:cNvSpPr/>
          <p:nvPr/>
        </p:nvSpPr>
        <p:spPr>
          <a:xfrm>
            <a:off x="5629528" y="4063517"/>
            <a:ext cx="1311655" cy="899261"/>
          </a:xfrm>
          <a:custGeom>
            <a:avLst/>
            <a:gdLst/>
            <a:ahLst/>
            <a:cxnLst/>
            <a:rect l="0" t="0" r="r" b="b"/>
            <a:pathLst>
              <a:path w="1311656" h="899262" fill="none" stroke="1" extrusionOk="0">
                <a:moveTo>
                  <a:pt x="0" y="0"/>
                </a:moveTo>
                <a:lnTo>
                  <a:pt x="1311656" y="0"/>
                </a:lnTo>
                <a:lnTo>
                  <a:pt x="1311656" y="899262"/>
                </a:lnTo>
                <a:lnTo>
                  <a:pt x="0" y="899262"/>
                </a:lnTo>
                <a:close/>
              </a:path>
            </a:pathLst>
          </a:custGeom>
          <a:noFill/>
          <a:ln w="9525" cap="flat">
            <a:solidFill>
              <a:srgbClr val="7F7F7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30011" y="2814827"/>
            <a:ext cx="1891156" cy="1549908"/>
          </a:xfrm>
          <a:prstGeom prst="rect">
            <a:avLst/>
          </a:prstGeom>
        </p:spPr>
      </p:pic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34354" y="3019234"/>
            <a:ext cx="1302130" cy="961707"/>
          </a:xfrm>
          <a:prstGeom prst="rect">
            <a:avLst/>
          </a:prstGeom>
        </p:spPr>
      </p:pic>
      <p:sp>
        <p:nvSpPr>
          <p:cNvPr id="76" name="Editable vector"/>
          <p:cNvSpPr/>
          <p:nvPr/>
        </p:nvSpPr>
        <p:spPr>
          <a:xfrm>
            <a:off x="5629528" y="3014535"/>
            <a:ext cx="1311655" cy="971232"/>
          </a:xfrm>
          <a:custGeom>
            <a:avLst/>
            <a:gdLst/>
            <a:ahLst/>
            <a:cxnLst/>
            <a:rect l="0" t="0" r="r" b="b"/>
            <a:pathLst>
              <a:path w="1311656" h="971233" fill="none" stroke="1" extrusionOk="0">
                <a:moveTo>
                  <a:pt x="0" y="0"/>
                </a:moveTo>
                <a:lnTo>
                  <a:pt x="1311656" y="0"/>
                </a:lnTo>
                <a:lnTo>
                  <a:pt x="1311656" y="971233"/>
                </a:lnTo>
                <a:lnTo>
                  <a:pt x="0" y="971233"/>
                </a:lnTo>
                <a:close/>
              </a:path>
            </a:pathLst>
          </a:custGeom>
          <a:noFill/>
          <a:ln w="9525" cap="flat">
            <a:solidFill>
              <a:srgbClr val="7F7F7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91683" y="1683639"/>
            <a:ext cx="1432433" cy="1309370"/>
          </a:xfrm>
          <a:prstGeom prst="rect">
            <a:avLst/>
          </a:prstGeom>
        </p:spPr>
      </p:pic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11340" y="1491995"/>
            <a:ext cx="1865503" cy="2056002"/>
          </a:xfrm>
          <a:prstGeom prst="rect">
            <a:avLst/>
          </a:prstGeom>
        </p:spPr>
      </p:pic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107046" y="1686686"/>
            <a:ext cx="1294510" cy="1486027"/>
          </a:xfrm>
          <a:prstGeom prst="rect">
            <a:avLst/>
          </a:prstGeom>
        </p:spPr>
      </p:pic>
      <p:pic>
        <p:nvPicPr>
          <p:cNvPr id="80" name="Picture 7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40880" y="2732532"/>
            <a:ext cx="1903603" cy="1818004"/>
          </a:xfrm>
          <a:prstGeom prst="rect">
            <a:avLst/>
          </a:prstGeom>
        </p:spPr>
      </p:pic>
      <p:pic>
        <p:nvPicPr>
          <p:cNvPr id="81" name="Picture 8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45095" y="2937573"/>
            <a:ext cx="1314957" cy="1228534"/>
          </a:xfrm>
          <a:prstGeom prst="rect">
            <a:avLst/>
          </a:prstGeom>
        </p:spPr>
      </p:pic>
      <p:sp>
        <p:nvSpPr>
          <p:cNvPr id="82" name="Editable vector"/>
          <p:cNvSpPr/>
          <p:nvPr/>
        </p:nvSpPr>
        <p:spPr>
          <a:xfrm>
            <a:off x="7240396" y="2932747"/>
            <a:ext cx="1324482" cy="1238059"/>
          </a:xfrm>
          <a:custGeom>
            <a:avLst/>
            <a:gdLst/>
            <a:ahLst/>
            <a:cxnLst/>
            <a:rect l="0" t="0" r="r" b="b"/>
            <a:pathLst>
              <a:path w="1324483" h="1238060" fill="none" stroke="1" extrusionOk="0">
                <a:moveTo>
                  <a:pt x="0" y="0"/>
                </a:moveTo>
                <a:lnTo>
                  <a:pt x="1324483" y="0"/>
                </a:lnTo>
                <a:lnTo>
                  <a:pt x="1324483" y="1238060"/>
                </a:lnTo>
                <a:lnTo>
                  <a:pt x="0" y="1238060"/>
                </a:lnTo>
                <a:close/>
              </a:path>
            </a:pathLst>
          </a:custGeom>
          <a:noFill/>
          <a:ln w="9525" cap="flat">
            <a:solidFill>
              <a:srgbClr val="7F7F7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5" name="Picture 8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470392" y="1450848"/>
            <a:ext cx="2003932" cy="2057526"/>
          </a:xfrm>
          <a:prstGeom prst="rect">
            <a:avLst/>
          </a:prstGeom>
        </p:spPr>
      </p:pic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666480" y="1645792"/>
            <a:ext cx="1433576" cy="1487932"/>
          </a:xfrm>
          <a:prstGeom prst="rect">
            <a:avLst/>
          </a:prstGeom>
        </p:spPr>
      </p:pic>
      <p:pic>
        <p:nvPicPr>
          <p:cNvPr id="87" name="Picture 86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62771" y="3026664"/>
            <a:ext cx="2002408" cy="1531492"/>
          </a:xfrm>
          <a:prstGeom prst="rect">
            <a:avLst/>
          </a:prstGeom>
        </p:spPr>
      </p:pic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658606" y="3222307"/>
            <a:ext cx="1432432" cy="961707"/>
          </a:xfrm>
          <a:prstGeom prst="rect">
            <a:avLst/>
          </a:prstGeom>
        </p:spPr>
      </p:pic>
      <p:pic>
        <p:nvPicPr>
          <p:cNvPr id="89" name="Picture 88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78011" y="4076674"/>
            <a:ext cx="1996440" cy="1996440"/>
          </a:xfrm>
          <a:prstGeom prst="rect">
            <a:avLst/>
          </a:prstGeom>
        </p:spPr>
      </p:pic>
      <p:pic>
        <p:nvPicPr>
          <p:cNvPr id="90" name="Picture 89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674100" y="4272495"/>
            <a:ext cx="1425956" cy="1426591"/>
          </a:xfrm>
          <a:prstGeom prst="rect">
            <a:avLst/>
          </a:prstGeom>
        </p:spPr>
      </p:pic>
      <p:pic>
        <p:nvPicPr>
          <p:cNvPr id="94" name="Picture 93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183114" y="4307801"/>
            <a:ext cx="1910842" cy="1511300"/>
          </a:xfrm>
          <a:prstGeom prst="rect">
            <a:avLst/>
          </a:prstGeom>
        </p:spPr>
      </p:pic>
      <p:pic>
        <p:nvPicPr>
          <p:cNvPr id="95" name="Picture 94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034028" y="1488948"/>
            <a:ext cx="1715896" cy="1822576"/>
          </a:xfrm>
          <a:prstGeom prst="rect">
            <a:avLst/>
          </a:prstGeom>
        </p:spPr>
      </p:pic>
      <p:pic>
        <p:nvPicPr>
          <p:cNvPr id="96" name="Picture 95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230115" y="1683587"/>
            <a:ext cx="1146047" cy="1253921"/>
          </a:xfrm>
          <a:prstGeom prst="rect">
            <a:avLst/>
          </a:prstGeom>
        </p:spPr>
      </p:pic>
      <p:pic>
        <p:nvPicPr>
          <p:cNvPr id="98" name="Picture 97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56888" y="3500627"/>
            <a:ext cx="1612519" cy="1531492"/>
          </a:xfrm>
          <a:prstGeom prst="rect">
            <a:avLst/>
          </a:prstGeom>
        </p:spPr>
      </p:pic>
      <p:pic>
        <p:nvPicPr>
          <p:cNvPr id="99" name="Picture 98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251705" y="3696652"/>
            <a:ext cx="1043139" cy="961707"/>
          </a:xfrm>
          <a:prstGeom prst="rect">
            <a:avLst/>
          </a:prstGeom>
        </p:spPr>
      </p:pic>
      <p:pic>
        <p:nvPicPr>
          <p:cNvPr id="100" name="Picture 99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125467" y="4111802"/>
            <a:ext cx="1691766" cy="2389632"/>
          </a:xfrm>
          <a:prstGeom prst="rect">
            <a:avLst/>
          </a:prstGeom>
        </p:spPr>
      </p:pic>
      <p:pic>
        <p:nvPicPr>
          <p:cNvPr id="101" name="Picture 100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321555" y="4307776"/>
            <a:ext cx="1120394" cy="1818894"/>
          </a:xfrm>
          <a:prstGeom prst="rect">
            <a:avLst/>
          </a:prstGeom>
        </p:spPr>
      </p:pic>
      <p:pic>
        <p:nvPicPr>
          <p:cNvPr id="102" name="Picture 101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0340593" y="1626489"/>
            <a:ext cx="1329435" cy="1546225"/>
          </a:xfrm>
          <a:prstGeom prst="rect">
            <a:avLst/>
          </a:prstGeom>
        </p:spPr>
      </p:pic>
      <p:sp>
        <p:nvSpPr>
          <p:cNvPr id="103" name="Editable vector"/>
          <p:cNvSpPr/>
          <p:nvPr/>
        </p:nvSpPr>
        <p:spPr>
          <a:xfrm>
            <a:off x="10335894" y="1621790"/>
            <a:ext cx="1338960" cy="1555750"/>
          </a:xfrm>
          <a:custGeom>
            <a:avLst/>
            <a:gdLst/>
            <a:ahLst/>
            <a:cxnLst/>
            <a:rect l="0" t="0" r="r" b="b"/>
            <a:pathLst>
              <a:path w="1338961" h="1555750" fill="none" stroke="1" extrusionOk="0">
                <a:moveTo>
                  <a:pt x="0" y="0"/>
                </a:moveTo>
                <a:lnTo>
                  <a:pt x="1338961" y="0"/>
                </a:lnTo>
                <a:lnTo>
                  <a:pt x="1338961" y="1555750"/>
                </a:lnTo>
                <a:lnTo>
                  <a:pt x="0" y="1555750"/>
                </a:lnTo>
                <a:close/>
              </a:path>
            </a:pathLst>
          </a:custGeom>
          <a:noFill/>
          <a:ln w="9525" cap="flat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4" name="Picture 103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384535" y="1824227"/>
            <a:ext cx="1973453" cy="2072639"/>
          </a:xfrm>
          <a:prstGeom prst="rect">
            <a:avLst/>
          </a:prstGeom>
        </p:spPr>
      </p:pic>
      <p:pic>
        <p:nvPicPr>
          <p:cNvPr id="105" name="Picture 104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589259" y="2028443"/>
            <a:ext cx="1384045" cy="1484122"/>
          </a:xfrm>
          <a:prstGeom prst="rect">
            <a:avLst/>
          </a:prstGeom>
        </p:spPr>
      </p:pic>
      <p:sp>
        <p:nvSpPr>
          <p:cNvPr id="106" name="Editable vector"/>
          <p:cNvSpPr/>
          <p:nvPr/>
        </p:nvSpPr>
        <p:spPr>
          <a:xfrm>
            <a:off x="10584560" y="2023618"/>
            <a:ext cx="1393570" cy="1493646"/>
          </a:xfrm>
          <a:custGeom>
            <a:avLst/>
            <a:gdLst/>
            <a:ahLst/>
            <a:cxnLst/>
            <a:rect l="0" t="0" r="r" b="b"/>
            <a:pathLst>
              <a:path w="1393571" h="1493647" fill="none" stroke="1" extrusionOk="0">
                <a:moveTo>
                  <a:pt x="0" y="0"/>
                </a:moveTo>
                <a:lnTo>
                  <a:pt x="1393571" y="0"/>
                </a:lnTo>
                <a:lnTo>
                  <a:pt x="1393571" y="1493647"/>
                </a:lnTo>
                <a:lnTo>
                  <a:pt x="0" y="1493647"/>
                </a:lnTo>
                <a:close/>
              </a:path>
            </a:pathLst>
          </a:custGeom>
          <a:noFill/>
          <a:ln w="9525" cap="flat">
            <a:solidFill>
              <a:srgbClr val="7F7F7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423915" y="4829606"/>
            <a:ext cx="1902078" cy="1647570"/>
          </a:xfrm>
          <a:prstGeom prst="rect">
            <a:avLst/>
          </a:prstGeom>
        </p:spPr>
      </p:pic>
      <p:pic>
        <p:nvPicPr>
          <p:cNvPr id="108" name="Picture 107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629275" y="5034445"/>
            <a:ext cx="1312291" cy="1058494"/>
          </a:xfrm>
          <a:prstGeom prst="rect">
            <a:avLst/>
          </a:prstGeom>
        </p:spPr>
      </p:pic>
      <p:sp>
        <p:nvSpPr>
          <p:cNvPr id="109" name="Editable vector"/>
          <p:cNvSpPr/>
          <p:nvPr/>
        </p:nvSpPr>
        <p:spPr>
          <a:xfrm>
            <a:off x="5624448" y="5029682"/>
            <a:ext cx="1321816" cy="1068019"/>
          </a:xfrm>
          <a:custGeom>
            <a:avLst/>
            <a:gdLst/>
            <a:ahLst/>
            <a:cxnLst/>
            <a:rect l="0" t="0" r="r" b="b"/>
            <a:pathLst>
              <a:path w="1321816" h="1068019" fill="none" stroke="1" extrusionOk="0">
                <a:moveTo>
                  <a:pt x="0" y="0"/>
                </a:moveTo>
                <a:lnTo>
                  <a:pt x="1321816" y="0"/>
                </a:lnTo>
                <a:lnTo>
                  <a:pt x="1321816" y="1068019"/>
                </a:lnTo>
                <a:lnTo>
                  <a:pt x="0" y="1068019"/>
                </a:lnTo>
                <a:close/>
              </a:path>
            </a:pathLst>
          </a:custGeom>
          <a:noFill/>
          <a:ln w="9525" cap="flat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0" name="Picture 109" descr="imag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631179" y="5251671"/>
            <a:ext cx="1775460" cy="1568069"/>
          </a:xfrm>
          <a:prstGeom prst="rect">
            <a:avLst/>
          </a:prstGeom>
        </p:spPr>
      </p:pic>
      <p:pic>
        <p:nvPicPr>
          <p:cNvPr id="111" name="Picture 110" descr="image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5835903" y="5456046"/>
            <a:ext cx="1186408" cy="979665"/>
          </a:xfrm>
          <a:prstGeom prst="rect">
            <a:avLst/>
          </a:prstGeom>
        </p:spPr>
      </p:pic>
      <p:sp>
        <p:nvSpPr>
          <p:cNvPr id="112" name="Editable vector"/>
          <p:cNvSpPr/>
          <p:nvPr/>
        </p:nvSpPr>
        <p:spPr>
          <a:xfrm>
            <a:off x="5831204" y="5451284"/>
            <a:ext cx="1195933" cy="989190"/>
          </a:xfrm>
          <a:custGeom>
            <a:avLst/>
            <a:gdLst/>
            <a:ahLst/>
            <a:cxnLst/>
            <a:rect l="0" t="0" r="r" b="b"/>
            <a:pathLst>
              <a:path w="1195934" h="989190" fill="none" stroke="1" extrusionOk="0">
                <a:moveTo>
                  <a:pt x="0" y="0"/>
                </a:moveTo>
                <a:lnTo>
                  <a:pt x="1195934" y="0"/>
                </a:lnTo>
                <a:lnTo>
                  <a:pt x="1195934" y="989190"/>
                </a:lnTo>
                <a:lnTo>
                  <a:pt x="0" y="989190"/>
                </a:lnTo>
                <a:close/>
              </a:path>
            </a:pathLst>
          </a:custGeom>
          <a:noFill/>
          <a:ln w="9525" cap="flat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3" name="Picture 112" descr="image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4081271" y="2040636"/>
            <a:ext cx="1760346" cy="1717420"/>
          </a:xfrm>
          <a:prstGeom prst="rect">
            <a:avLst/>
          </a:prstGeom>
        </p:spPr>
      </p:pic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286630" y="2245651"/>
            <a:ext cx="1170368" cy="1127594"/>
          </a:xfrm>
          <a:prstGeom prst="rect">
            <a:avLst/>
          </a:prstGeom>
        </p:spPr>
      </p:pic>
      <p:sp>
        <p:nvSpPr>
          <p:cNvPr id="115" name="Editable vector"/>
          <p:cNvSpPr/>
          <p:nvPr/>
        </p:nvSpPr>
        <p:spPr>
          <a:xfrm>
            <a:off x="4281804" y="2240953"/>
            <a:ext cx="1179893" cy="1137119"/>
          </a:xfrm>
          <a:custGeom>
            <a:avLst/>
            <a:gdLst/>
            <a:ahLst/>
            <a:cxnLst/>
            <a:rect l="0" t="0" r="r" b="b"/>
            <a:pathLst>
              <a:path w="1179893" h="1137120" fill="none" stroke="1" extrusionOk="0">
                <a:moveTo>
                  <a:pt x="0" y="0"/>
                </a:moveTo>
                <a:lnTo>
                  <a:pt x="1179893" y="0"/>
                </a:lnTo>
                <a:lnTo>
                  <a:pt x="1179893" y="1137120"/>
                </a:lnTo>
                <a:lnTo>
                  <a:pt x="0" y="1137120"/>
                </a:lnTo>
                <a:close/>
              </a:path>
            </a:pathLst>
          </a:custGeom>
          <a:noFill/>
          <a:ln w="9525" cap="flat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6" name="Picture 115" descr="image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938771" y="4102582"/>
            <a:ext cx="1984375" cy="2273934"/>
          </a:xfrm>
          <a:prstGeom prst="rect">
            <a:avLst/>
          </a:prstGeom>
        </p:spPr>
      </p:pic>
      <p:pic>
        <p:nvPicPr>
          <p:cNvPr id="117" name="Picture 116" descr="image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143115" y="4307814"/>
            <a:ext cx="1396365" cy="1684020"/>
          </a:xfrm>
          <a:prstGeom prst="rect">
            <a:avLst/>
          </a:prstGeom>
        </p:spPr>
      </p:pic>
      <p:sp>
        <p:nvSpPr>
          <p:cNvPr id="118" name="Editable vector"/>
          <p:cNvSpPr/>
          <p:nvPr/>
        </p:nvSpPr>
        <p:spPr>
          <a:xfrm>
            <a:off x="7138416" y="4303052"/>
            <a:ext cx="1405890" cy="1693545"/>
          </a:xfrm>
          <a:custGeom>
            <a:avLst/>
            <a:gdLst/>
            <a:ahLst/>
            <a:cxnLst/>
            <a:rect l="0" t="0" r="r" b="b"/>
            <a:pathLst>
              <a:path w="1405890" h="1693545" fill="none" stroke="1" extrusionOk="0">
                <a:moveTo>
                  <a:pt x="0" y="0"/>
                </a:moveTo>
                <a:lnTo>
                  <a:pt x="1405890" y="0"/>
                </a:lnTo>
                <a:lnTo>
                  <a:pt x="1405890" y="1693545"/>
                </a:lnTo>
                <a:lnTo>
                  <a:pt x="0" y="1693545"/>
                </a:lnTo>
                <a:close/>
              </a:path>
            </a:pathLst>
          </a:custGeom>
          <a:noFill/>
          <a:ln w="9525" cap="flat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9" name="Picture 118" descr="image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159752" y="4901234"/>
            <a:ext cx="1831975" cy="1575942"/>
          </a:xfrm>
          <a:prstGeom prst="rect">
            <a:avLst/>
          </a:prstGeom>
        </p:spPr>
      </p:pic>
      <p:pic>
        <p:nvPicPr>
          <p:cNvPr id="120" name="Picture 119" descr="image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365238" y="5106301"/>
            <a:ext cx="1241552" cy="986637"/>
          </a:xfrm>
          <a:prstGeom prst="rect">
            <a:avLst/>
          </a:prstGeom>
        </p:spPr>
      </p:pic>
      <p:sp>
        <p:nvSpPr>
          <p:cNvPr id="121" name="Editable vector"/>
          <p:cNvSpPr/>
          <p:nvPr/>
        </p:nvSpPr>
        <p:spPr>
          <a:xfrm>
            <a:off x="7360411" y="5101538"/>
            <a:ext cx="1251077" cy="996162"/>
          </a:xfrm>
          <a:custGeom>
            <a:avLst/>
            <a:gdLst/>
            <a:ahLst/>
            <a:cxnLst/>
            <a:rect l="0" t="0" r="r" b="b"/>
            <a:pathLst>
              <a:path w="1251077" h="996163" fill="none" stroke="1" extrusionOk="0">
                <a:moveTo>
                  <a:pt x="0" y="0"/>
                </a:moveTo>
                <a:lnTo>
                  <a:pt x="1251077" y="0"/>
                </a:lnTo>
                <a:lnTo>
                  <a:pt x="1251077" y="996163"/>
                </a:lnTo>
                <a:lnTo>
                  <a:pt x="0" y="996163"/>
                </a:lnTo>
                <a:close/>
              </a:path>
            </a:pathLst>
          </a:custGeom>
          <a:noFill/>
          <a:ln w="9525" cap="flat">
            <a:solidFill>
              <a:srgbClr val="7F7F7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Editable text — 38"/>
          <p:cNvSpPr txBox="1"/>
          <p:nvPr/>
        </p:nvSpPr>
        <p:spPr>
          <a:xfrm>
            <a:off x="11500739" y="6546075"/>
            <a:ext cx="191058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00" b="0" i="0" spc="3">
                <a:solidFill>
                  <a:srgbClr val="000000"/>
                </a:solidFill>
                <a:latin typeface="Arial"/>
              </a:rPr>
              <a:t>38</a:t>
            </a:r>
          </a:p>
        </p:txBody>
      </p:sp>
      <p:sp>
        <p:nvSpPr>
          <p:cNvPr id="4" name="Editable text — PUBLIC"/>
          <p:cNvSpPr txBox="1"/>
          <p:nvPr/>
        </p:nvSpPr>
        <p:spPr>
          <a:xfrm>
            <a:off x="281940" y="6590857"/>
            <a:ext cx="381711" cy="170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96" b="0" i="0" spc="-2">
                <a:solidFill>
                  <a:srgbClr val="000000"/>
                </a:solidFill>
                <a:latin typeface="Arial"/>
              </a:rPr>
              <a:t>PUBLIC</a:t>
            </a:r>
          </a:p>
        </p:txBody>
      </p:sp>
      <p:sp>
        <p:nvSpPr>
          <p:cNvPr id="6" name="Editable text — SAPBusiness AI Platform: Partner Marketing Programs "/>
          <p:cNvSpPr txBox="1"/>
          <p:nvPr/>
        </p:nvSpPr>
        <p:spPr>
          <a:xfrm>
            <a:off x="504139" y="524002"/>
            <a:ext cx="6701129" cy="495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2400" b="1" i="0" spc="-220">
                <a:solidFill>
                  <a:srgbClr val="6A7682"/>
                </a:solidFill>
                <a:latin typeface="Arial"/>
              </a:rPr>
              <a:t>SAPBusiness AI Platform: Partner Marketing Programs </a:t>
            </a:r>
          </a:p>
        </p:txBody>
      </p:sp>
      <p:sp>
        <p:nvSpPr>
          <p:cNvPr id="8" name="Editable text — Strategy"/>
          <p:cNvSpPr txBox="1"/>
          <p:nvPr/>
        </p:nvSpPr>
        <p:spPr>
          <a:xfrm>
            <a:off x="591007" y="1261744"/>
            <a:ext cx="715010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47">
                <a:solidFill>
                  <a:srgbClr val="000000"/>
                </a:solidFill>
                <a:latin typeface="Arial"/>
              </a:rPr>
              <a:t>Strategy</a:t>
            </a:r>
          </a:p>
        </p:txBody>
      </p:sp>
      <p:sp>
        <p:nvSpPr>
          <p:cNvPr id="9" name="Editable text — Support partner demand generation and pipeline growth "/>
          <p:cNvSpPr txBox="1"/>
          <p:nvPr/>
        </p:nvSpPr>
        <p:spPr>
          <a:xfrm>
            <a:off x="591007" y="1520141"/>
            <a:ext cx="3221879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2">
                <a:solidFill>
                  <a:srgbClr val="000000"/>
                </a:solidFill>
                <a:latin typeface="Arial"/>
              </a:rPr>
              <a:t>Support partner demand generation and pipeline growth </a:t>
            </a:r>
          </a:p>
        </p:txBody>
      </p:sp>
      <p:sp>
        <p:nvSpPr>
          <p:cNvPr id="10" name="Editable text — through targeted campaigns and persona-based content. "/>
          <p:cNvSpPr txBox="1"/>
          <p:nvPr/>
        </p:nvSpPr>
        <p:spPr>
          <a:xfrm>
            <a:off x="591007" y="1672541"/>
            <a:ext cx="3274845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1">
                <a:solidFill>
                  <a:srgbClr val="000000"/>
                </a:solidFill>
                <a:latin typeface="Arial"/>
              </a:rPr>
              <a:t>through targeted campaigns and persona-based content. </a:t>
            </a:r>
          </a:p>
        </p:txBody>
      </p:sp>
      <p:sp>
        <p:nvSpPr>
          <p:cNvPr id="11" name="Editable text — Enable partners with tailored marketing assets that increase"/>
          <p:cNvSpPr txBox="1"/>
          <p:nvPr/>
        </p:nvSpPr>
        <p:spPr>
          <a:xfrm>
            <a:off x="591007" y="1824941"/>
            <a:ext cx="3445516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1">
                <a:solidFill>
                  <a:srgbClr val="000000"/>
                </a:solidFill>
                <a:latin typeface="Arial"/>
              </a:rPr>
              <a:t>Enable partners with tailored marketing assets that increase </a:t>
            </a:r>
          </a:p>
        </p:txBody>
      </p:sp>
      <p:sp>
        <p:nvSpPr>
          <p:cNvPr id="12" name="Editable text — engagement, lead quality, and revenue opportunities."/>
          <p:cNvSpPr txBox="1"/>
          <p:nvPr/>
        </p:nvSpPr>
        <p:spPr>
          <a:xfrm>
            <a:off x="591007" y="1977341"/>
            <a:ext cx="3032647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2">
                <a:solidFill>
                  <a:srgbClr val="000000"/>
                </a:solidFill>
                <a:latin typeface="Arial"/>
              </a:rPr>
              <a:t>engagement, lead quality, and revenue opportunities.</a:t>
            </a:r>
          </a:p>
        </p:txBody>
      </p:sp>
      <p:sp>
        <p:nvSpPr>
          <p:cNvPr id="13" name="Editable text — Key Programs"/>
          <p:cNvSpPr txBox="1"/>
          <p:nvPr/>
        </p:nvSpPr>
        <p:spPr>
          <a:xfrm>
            <a:off x="591007" y="2206879"/>
            <a:ext cx="1113993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12">
                <a:solidFill>
                  <a:srgbClr val="000000"/>
                </a:solidFill>
                <a:latin typeface="Arial"/>
              </a:rPr>
              <a:t>Key Programs</a:t>
            </a:r>
          </a:p>
        </p:txBody>
      </p:sp>
      <p:sp>
        <p:nvSpPr>
          <p:cNvPr id="14" name="Editable text — BAIP ValuePath Workshops &amp; Webinars "/>
          <p:cNvSpPr txBox="1"/>
          <p:nvPr/>
        </p:nvSpPr>
        <p:spPr>
          <a:xfrm>
            <a:off x="641299" y="2465021"/>
            <a:ext cx="2494509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-2">
                <a:solidFill>
                  <a:srgbClr val="000000"/>
                </a:solidFill>
                <a:latin typeface="Arial"/>
              </a:rPr>
              <a:t>BAIP ValuePath Workshops &amp; Webinars </a:t>
            </a:r>
          </a:p>
        </p:txBody>
      </p:sp>
      <p:sp>
        <p:nvSpPr>
          <p:cNvPr id="15" name="Editable text — "/>
          <p:cNvSpPr txBox="1"/>
          <p:nvPr/>
        </p:nvSpPr>
        <p:spPr>
          <a:xfrm>
            <a:off x="641299" y="2617421"/>
            <a:ext cx="121433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16" name="Editable text — Achieve incremental pipeline through collaboration with "/>
          <p:cNvSpPr txBox="1"/>
          <p:nvPr/>
        </p:nvSpPr>
        <p:spPr>
          <a:xfrm>
            <a:off x="808939" y="2617421"/>
            <a:ext cx="3348731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14">
                <a:solidFill>
                  <a:srgbClr val="000000"/>
                </a:solidFill>
                <a:latin typeface="Arial"/>
              </a:rPr>
              <a:t>Achieve </a:t>
            </a:r>
            <a:r>
              <a:rPr sz="996" b="1" i="0" spc="20">
                <a:solidFill>
                  <a:srgbClr val="000000"/>
                </a:solidFill>
                <a:latin typeface="Arial"/>
              </a:rPr>
              <a:t>incremental pipeline </a:t>
            </a:r>
            <a:r>
              <a:rPr sz="996" b="0" i="0" spc="7">
                <a:solidFill>
                  <a:srgbClr val="000000"/>
                </a:solidFill>
                <a:latin typeface="Arial"/>
              </a:rPr>
              <a:t>through collaboration with </a:t>
            </a:r>
          </a:p>
        </p:txBody>
      </p:sp>
      <p:sp>
        <p:nvSpPr>
          <p:cNvPr id="17" name="Editable text — SAP.  Engage practitioners and influencers across buying "/>
          <p:cNvSpPr txBox="1"/>
          <p:nvPr/>
        </p:nvSpPr>
        <p:spPr>
          <a:xfrm>
            <a:off x="808939" y="2769545"/>
            <a:ext cx="3238493" cy="2282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8" b="0" i="0" spc="-13">
                <a:solidFill>
                  <a:srgbClr val="000000"/>
                </a:solidFill>
                <a:latin typeface="Arial"/>
              </a:rPr>
              <a:t>SAP.  Engage practitioners and influencers across buying </a:t>
            </a:r>
          </a:p>
        </p:txBody>
      </p:sp>
      <p:sp>
        <p:nvSpPr>
          <p:cNvPr id="18" name="Editable text — committee"/>
          <p:cNvSpPr txBox="1"/>
          <p:nvPr/>
        </p:nvSpPr>
        <p:spPr>
          <a:xfrm>
            <a:off x="808939" y="2922602"/>
            <a:ext cx="664210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17">
                <a:solidFill>
                  <a:srgbClr val="000000"/>
                </a:solidFill>
                <a:latin typeface="Arial"/>
              </a:rPr>
              <a:t>committee</a:t>
            </a:r>
          </a:p>
        </p:txBody>
      </p:sp>
      <p:sp>
        <p:nvSpPr>
          <p:cNvPr id="19" name="Editable text — "/>
          <p:cNvSpPr txBox="1"/>
          <p:nvPr/>
        </p:nvSpPr>
        <p:spPr>
          <a:xfrm>
            <a:off x="641299" y="3075002"/>
            <a:ext cx="121433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20" name="Editable text — Read more- Playbooks: SAP BDC, SAP Build, SAP "/>
          <p:cNvSpPr txBox="1"/>
          <p:nvPr/>
        </p:nvSpPr>
        <p:spPr>
          <a:xfrm>
            <a:off x="808939" y="3075002"/>
            <a:ext cx="2817908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9">
                <a:solidFill>
                  <a:srgbClr val="000000"/>
                </a:solidFill>
                <a:latin typeface="Arial"/>
              </a:rPr>
              <a:t>Read more- Playbooks: </a:t>
            </a:r>
            <a:r>
              <a:rPr sz="996" b="0" i="0" spc="-61">
                <a:solidFill>
                  <a:srgbClr val="0070F2"/>
                </a:solidFill>
                <a:latin typeface="Arial"/>
                <a:hlinkClick r:id="rId2"/>
              </a:rPr>
              <a:t>SAP BDC</a:t>
            </a:r>
            <a:r>
              <a:rPr sz="996" b="0" i="0" spc="-144">
                <a:solidFill>
                  <a:srgbClr val="000000"/>
                </a:solidFill>
                <a:latin typeface="Arial"/>
              </a:rPr>
              <a:t>, </a:t>
            </a:r>
            <a:r>
              <a:rPr sz="996" b="0" i="0" spc="-20">
                <a:solidFill>
                  <a:srgbClr val="0070F2"/>
                </a:solidFill>
                <a:latin typeface="Arial"/>
                <a:hlinkClick r:id="rId3"/>
              </a:rPr>
              <a:t>SAP Build</a:t>
            </a:r>
            <a:r>
              <a:rPr sz="996" b="0" i="0" spc="-144">
                <a:solidFill>
                  <a:srgbClr val="000000"/>
                </a:solidFill>
                <a:latin typeface="Arial"/>
              </a:rPr>
              <a:t>, </a:t>
            </a:r>
            <a:r>
              <a:rPr sz="996" b="0" i="0" spc="-81">
                <a:solidFill>
                  <a:srgbClr val="0070F2"/>
                </a:solidFill>
                <a:latin typeface="Arial"/>
                <a:hlinkClick r:id="rId4"/>
              </a:rPr>
              <a:t>SAP </a:t>
            </a:r>
          </a:p>
        </p:txBody>
      </p:sp>
      <p:sp>
        <p:nvSpPr>
          <p:cNvPr id="24" name="Editable text — Integration Suite"/>
          <p:cNvSpPr txBox="1"/>
          <p:nvPr/>
        </p:nvSpPr>
        <p:spPr>
          <a:xfrm>
            <a:off x="808939" y="3227402"/>
            <a:ext cx="980693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2">
                <a:solidFill>
                  <a:srgbClr val="0070F2"/>
                </a:solidFill>
                <a:latin typeface="Arial"/>
                <a:hlinkClick r:id="rId4"/>
              </a:rPr>
              <a:t>Integration Suite</a:t>
            </a:r>
          </a:p>
        </p:txBody>
      </p:sp>
      <p:sp>
        <p:nvSpPr>
          <p:cNvPr id="26" name="Editable text — Partner Demand Generation Campaigns "/>
          <p:cNvSpPr txBox="1"/>
          <p:nvPr/>
        </p:nvSpPr>
        <p:spPr>
          <a:xfrm>
            <a:off x="641299" y="3456002"/>
            <a:ext cx="2483798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-3">
                <a:solidFill>
                  <a:srgbClr val="000000"/>
                </a:solidFill>
                <a:latin typeface="Arial"/>
              </a:rPr>
              <a:t>Partner Demand Generation Campaigns </a:t>
            </a:r>
          </a:p>
        </p:txBody>
      </p:sp>
      <p:sp>
        <p:nvSpPr>
          <p:cNvPr id="27" name="Editable text — •"/>
          <p:cNvSpPr txBox="1"/>
          <p:nvPr/>
        </p:nvSpPr>
        <p:spPr>
          <a:xfrm>
            <a:off x="641299" y="3608402"/>
            <a:ext cx="107772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>
                <a:solidFill>
                  <a:srgbClr val="000000"/>
                </a:solidFill>
                <a:latin typeface="Arial"/>
                <a:hlinkClick r:id="rId5"/>
              </a:rPr>
              <a:t>•</a:t>
            </a:r>
          </a:p>
        </p:txBody>
      </p:sp>
      <p:sp>
        <p:nvSpPr>
          <p:cNvPr id="28" name="Editable text — SAP BDC: Fuel Decisions with Intelligent Data (refresh: "/>
          <p:cNvSpPr txBox="1"/>
          <p:nvPr/>
        </p:nvSpPr>
        <p:spPr>
          <a:xfrm>
            <a:off x="811987" y="3608402"/>
            <a:ext cx="3104253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14">
                <a:solidFill>
                  <a:srgbClr val="0070F2"/>
                </a:solidFill>
                <a:latin typeface="Arial"/>
                <a:hlinkClick r:id="rId5"/>
              </a:rPr>
              <a:t>SAP BDC: Fuel Decisions with Intelligent Data </a:t>
            </a:r>
            <a:r>
              <a:rPr sz="996" b="0" i="0" spc="-15">
                <a:solidFill>
                  <a:srgbClr val="000000"/>
                </a:solidFill>
                <a:latin typeface="Arial"/>
              </a:rPr>
              <a:t>(refresh: </a:t>
            </a:r>
          </a:p>
        </p:txBody>
      </p:sp>
      <p:sp>
        <p:nvSpPr>
          <p:cNvPr id="30" name="Editable text — July)"/>
          <p:cNvSpPr txBox="1"/>
          <p:nvPr/>
        </p:nvSpPr>
        <p:spPr>
          <a:xfrm>
            <a:off x="811987" y="3760802"/>
            <a:ext cx="333307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5">
                <a:solidFill>
                  <a:srgbClr val="000000"/>
                </a:solidFill>
                <a:latin typeface="Arial"/>
              </a:rPr>
              <a:t>July)</a:t>
            </a:r>
          </a:p>
        </p:txBody>
      </p:sp>
      <p:sp>
        <p:nvSpPr>
          <p:cNvPr id="31" name="Editable text — •"/>
          <p:cNvSpPr txBox="1"/>
          <p:nvPr/>
        </p:nvSpPr>
        <p:spPr>
          <a:xfrm>
            <a:off x="641299" y="3913202"/>
            <a:ext cx="107772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>
                <a:solidFill>
                  <a:srgbClr val="000000"/>
                </a:solidFill>
                <a:latin typeface="Arial"/>
                <a:hlinkClick r:id="rId6"/>
              </a:rPr>
              <a:t>•</a:t>
            </a:r>
          </a:p>
        </p:txBody>
      </p:sp>
      <p:sp>
        <p:nvSpPr>
          <p:cNvPr id="33" name="Editable text — AI-assisted app development"/>
          <p:cNvSpPr txBox="1"/>
          <p:nvPr/>
        </p:nvSpPr>
        <p:spPr>
          <a:xfrm>
            <a:off x="811987" y="3913202"/>
            <a:ext cx="1710396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5">
                <a:solidFill>
                  <a:srgbClr val="0070F2"/>
                </a:solidFill>
                <a:latin typeface="Arial"/>
                <a:hlinkClick r:id="rId6"/>
              </a:rPr>
              <a:t>AI-assisted app development</a:t>
            </a:r>
          </a:p>
        </p:txBody>
      </p:sp>
      <p:sp>
        <p:nvSpPr>
          <p:cNvPr id="34" name="Editable text — •"/>
          <p:cNvSpPr txBox="1"/>
          <p:nvPr/>
        </p:nvSpPr>
        <p:spPr>
          <a:xfrm>
            <a:off x="641299" y="4065327"/>
            <a:ext cx="107878" cy="2282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8" b="0" i="0">
                <a:solidFill>
                  <a:srgbClr val="000000"/>
                </a:solidFill>
                <a:latin typeface="Arial"/>
                <a:hlinkClick r:id="rId7"/>
              </a:rPr>
              <a:t>•</a:t>
            </a:r>
          </a:p>
        </p:txBody>
      </p:sp>
      <p:sp>
        <p:nvSpPr>
          <p:cNvPr id="36" name="Editable text — Unified AI across the entire enterprise with Joule Base and "/>
          <p:cNvSpPr txBox="1"/>
          <p:nvPr/>
        </p:nvSpPr>
        <p:spPr>
          <a:xfrm>
            <a:off x="811987" y="4065327"/>
            <a:ext cx="3348932" cy="2282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8" b="0" i="0" spc="-6">
                <a:solidFill>
                  <a:srgbClr val="0070F2"/>
                </a:solidFill>
                <a:latin typeface="Arial"/>
                <a:hlinkClick r:id="rId7"/>
              </a:rPr>
              <a:t>Unified AI across the entire enterprise with Joule Base and </a:t>
            </a:r>
          </a:p>
        </p:txBody>
      </p:sp>
      <p:sp>
        <p:nvSpPr>
          <p:cNvPr id="37" name="Editable text — Joule Agents"/>
          <p:cNvSpPr txBox="1"/>
          <p:nvPr/>
        </p:nvSpPr>
        <p:spPr>
          <a:xfrm>
            <a:off x="811987" y="4218256"/>
            <a:ext cx="789437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4">
                <a:solidFill>
                  <a:srgbClr val="0070F2"/>
                </a:solidFill>
                <a:latin typeface="Arial"/>
                <a:hlinkClick r:id="rId7"/>
              </a:rPr>
              <a:t>Joule Agents</a:t>
            </a:r>
          </a:p>
        </p:txBody>
      </p:sp>
      <p:sp>
        <p:nvSpPr>
          <p:cNvPr id="39" name="Editable text — •"/>
          <p:cNvSpPr txBox="1"/>
          <p:nvPr/>
        </p:nvSpPr>
        <p:spPr>
          <a:xfrm>
            <a:off x="641299" y="4370656"/>
            <a:ext cx="107772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>
                <a:solidFill>
                  <a:srgbClr val="000000"/>
                </a:solidFill>
                <a:latin typeface="Arial"/>
                <a:hlinkClick r:id="rId8"/>
              </a:rPr>
              <a:t>•</a:t>
            </a:r>
          </a:p>
        </p:txBody>
      </p:sp>
      <p:sp>
        <p:nvSpPr>
          <p:cNvPr id="40" name="Editable text — AI infused marketing campaigns"/>
          <p:cNvSpPr txBox="1"/>
          <p:nvPr/>
        </p:nvSpPr>
        <p:spPr>
          <a:xfrm>
            <a:off x="811987" y="4370656"/>
            <a:ext cx="1835526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8">
                <a:solidFill>
                  <a:srgbClr val="0070F2"/>
                </a:solidFill>
                <a:latin typeface="Arial"/>
                <a:hlinkClick r:id="rId8"/>
              </a:rPr>
              <a:t>AI infused marketing campaigns</a:t>
            </a:r>
          </a:p>
        </p:txBody>
      </p:sp>
      <p:sp>
        <p:nvSpPr>
          <p:cNvPr id="42" name="Editable text — •"/>
          <p:cNvSpPr txBox="1"/>
          <p:nvPr/>
        </p:nvSpPr>
        <p:spPr>
          <a:xfrm>
            <a:off x="641299" y="4523056"/>
            <a:ext cx="107772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43" name="Editable text — SAP BAIP Value to Pipeline Demand Gen campaign and "/>
          <p:cNvSpPr txBox="1"/>
          <p:nvPr/>
        </p:nvSpPr>
        <p:spPr>
          <a:xfrm>
            <a:off x="811987" y="4523056"/>
            <a:ext cx="3189496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14">
                <a:solidFill>
                  <a:srgbClr val="000000"/>
                </a:solidFill>
                <a:latin typeface="Arial"/>
              </a:rPr>
              <a:t>SAP BAIP Value to Pipeline Demand Gen campaign and </a:t>
            </a:r>
          </a:p>
        </p:txBody>
      </p:sp>
      <p:sp>
        <p:nvSpPr>
          <p:cNvPr id="44" name="Editable text — enablement, building on best practices (New: Sept)"/>
          <p:cNvSpPr txBox="1"/>
          <p:nvPr/>
        </p:nvSpPr>
        <p:spPr>
          <a:xfrm>
            <a:off x="811987" y="4675456"/>
            <a:ext cx="2920575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1">
                <a:solidFill>
                  <a:srgbClr val="000000"/>
                </a:solidFill>
                <a:latin typeface="Arial"/>
              </a:rPr>
              <a:t>enablement, building on best practices (New: Sept)</a:t>
            </a:r>
          </a:p>
        </p:txBody>
      </p:sp>
      <p:sp>
        <p:nvSpPr>
          <p:cNvPr id="45" name="Editable text — •"/>
          <p:cNvSpPr txBox="1"/>
          <p:nvPr/>
        </p:nvSpPr>
        <p:spPr>
          <a:xfrm>
            <a:off x="641299" y="4827856"/>
            <a:ext cx="107772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46" name="Editable text — SAP Joule Studio: Autonomous Enterprise Developer "/>
          <p:cNvSpPr txBox="1"/>
          <p:nvPr/>
        </p:nvSpPr>
        <p:spPr>
          <a:xfrm>
            <a:off x="811987" y="4827856"/>
            <a:ext cx="3054276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5">
                <a:solidFill>
                  <a:srgbClr val="000000"/>
                </a:solidFill>
                <a:latin typeface="Arial"/>
              </a:rPr>
              <a:t>SAP Joule Studio: Autonomous Enterprise Developer </a:t>
            </a:r>
          </a:p>
        </p:txBody>
      </p:sp>
      <p:sp>
        <p:nvSpPr>
          <p:cNvPr id="47" name="Editable text — campaign (new: Sept)"/>
          <p:cNvSpPr txBox="1"/>
          <p:nvPr/>
        </p:nvSpPr>
        <p:spPr>
          <a:xfrm>
            <a:off x="811987" y="4980256"/>
            <a:ext cx="1268209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11">
                <a:solidFill>
                  <a:srgbClr val="000000"/>
                </a:solidFill>
                <a:latin typeface="Arial"/>
              </a:rPr>
              <a:t>campaign (new: Sept)</a:t>
            </a:r>
          </a:p>
        </p:txBody>
      </p:sp>
      <p:sp>
        <p:nvSpPr>
          <p:cNvPr id="48" name="Editable text — •"/>
          <p:cNvSpPr txBox="1"/>
          <p:nvPr/>
        </p:nvSpPr>
        <p:spPr>
          <a:xfrm>
            <a:off x="641299" y="5132656"/>
            <a:ext cx="107772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49" name="Editable text — SAP Integration Path to Agentic AI "/>
          <p:cNvSpPr txBox="1"/>
          <p:nvPr/>
        </p:nvSpPr>
        <p:spPr>
          <a:xfrm>
            <a:off x="811987" y="5132656"/>
            <a:ext cx="1969608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15">
                <a:solidFill>
                  <a:srgbClr val="000000"/>
                </a:solidFill>
                <a:latin typeface="Arial"/>
              </a:rPr>
              <a:t>SAP Integration Path to Agentic AI </a:t>
            </a:r>
          </a:p>
        </p:txBody>
      </p:sp>
      <p:sp>
        <p:nvSpPr>
          <p:cNvPr id="50" name="Editable text — •"/>
          <p:cNvSpPr txBox="1"/>
          <p:nvPr/>
        </p:nvSpPr>
        <p:spPr>
          <a:xfrm>
            <a:off x="641299" y="5285056"/>
            <a:ext cx="107772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51" name="Editable text — SAP CIAM: Compliant Identity (new: July)"/>
          <p:cNvSpPr txBox="1"/>
          <p:nvPr/>
        </p:nvSpPr>
        <p:spPr>
          <a:xfrm>
            <a:off x="811987" y="5285056"/>
            <a:ext cx="2291206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21">
                <a:solidFill>
                  <a:srgbClr val="000000"/>
                </a:solidFill>
                <a:latin typeface="Arial"/>
              </a:rPr>
              <a:t>SAP CIAM: Compliant Identity (new: July)</a:t>
            </a:r>
          </a:p>
        </p:txBody>
      </p:sp>
      <p:sp>
        <p:nvSpPr>
          <p:cNvPr id="52" name="Editable text — •"/>
          <p:cNvSpPr txBox="1"/>
          <p:nvPr/>
        </p:nvSpPr>
        <p:spPr>
          <a:xfrm>
            <a:off x="641299" y="5437180"/>
            <a:ext cx="107878" cy="2282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8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53" name="Editable text — AI Tools for Demand Generation Content Creation"/>
          <p:cNvSpPr txBox="1"/>
          <p:nvPr/>
        </p:nvSpPr>
        <p:spPr>
          <a:xfrm>
            <a:off x="811987" y="5437180"/>
            <a:ext cx="2793816" cy="2282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8" b="0" i="0" spc="-15">
                <a:solidFill>
                  <a:srgbClr val="000000"/>
                </a:solidFill>
                <a:latin typeface="Arial"/>
              </a:rPr>
              <a:t>AI Tools for Demand Generation Content Creation</a:t>
            </a:r>
          </a:p>
        </p:txBody>
      </p:sp>
      <p:sp>
        <p:nvSpPr>
          <p:cNvPr id="54" name="Editable text — •"/>
          <p:cNvSpPr txBox="1"/>
          <p:nvPr/>
        </p:nvSpPr>
        <p:spPr>
          <a:xfrm>
            <a:off x="641299" y="5590161"/>
            <a:ext cx="107772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55" name="Editable text — SAP BAIP Event in Box: Data &amp; IT Connect (new: Aug)"/>
          <p:cNvSpPr txBox="1"/>
          <p:nvPr/>
        </p:nvSpPr>
        <p:spPr>
          <a:xfrm>
            <a:off x="811987" y="5590161"/>
            <a:ext cx="2922461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35">
                <a:solidFill>
                  <a:srgbClr val="000000"/>
                </a:solidFill>
                <a:latin typeface="Arial"/>
              </a:rPr>
              <a:t>SAP BAIP Event in Box: Data &amp; IT Connect (new: Aug)</a:t>
            </a:r>
          </a:p>
        </p:txBody>
      </p:sp>
      <p:sp>
        <p:nvSpPr>
          <p:cNvPr id="56" name="Editable text — Partner Kits &amp; Marketing Enablement"/>
          <p:cNvSpPr txBox="1"/>
          <p:nvPr/>
        </p:nvSpPr>
        <p:spPr>
          <a:xfrm>
            <a:off x="641299" y="5819698"/>
            <a:ext cx="2848000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23">
                <a:solidFill>
                  <a:srgbClr val="000000"/>
                </a:solidFill>
                <a:latin typeface="Arial"/>
              </a:rPr>
              <a:t>Partner Kits &amp; Marketing Enablement</a:t>
            </a:r>
          </a:p>
        </p:txBody>
      </p:sp>
      <p:sp>
        <p:nvSpPr>
          <p:cNvPr id="57" name="Editable text — •"/>
          <p:cNvSpPr txBox="1"/>
          <p:nvPr/>
        </p:nvSpPr>
        <p:spPr>
          <a:xfrm>
            <a:off x="641299" y="6001641"/>
            <a:ext cx="107772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58" name="Editable text — Partner Demand Kit to provide easy access to sales, "/>
          <p:cNvSpPr txBox="1"/>
          <p:nvPr/>
        </p:nvSpPr>
        <p:spPr>
          <a:xfrm>
            <a:off x="811987" y="6001641"/>
            <a:ext cx="3030749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1">
                <a:solidFill>
                  <a:srgbClr val="000000"/>
                </a:solidFill>
                <a:latin typeface="Arial"/>
              </a:rPr>
              <a:t>Partner Demand Kit to provide easy access to sales, </a:t>
            </a:r>
          </a:p>
        </p:txBody>
      </p:sp>
      <p:sp>
        <p:nvSpPr>
          <p:cNvPr id="59" name="Editable text — marketing, and enablement resources: SAP BDC ; AI"/>
          <p:cNvSpPr txBox="1"/>
          <p:nvPr/>
        </p:nvSpPr>
        <p:spPr>
          <a:xfrm>
            <a:off x="811987" y="6154041"/>
            <a:ext cx="3032923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 spc="-1">
                <a:solidFill>
                  <a:srgbClr val="000000"/>
                </a:solidFill>
                <a:latin typeface="Arial"/>
              </a:rPr>
              <a:t>marketing, and enablement resources: </a:t>
            </a:r>
            <a:r>
              <a:rPr sz="996" b="0" i="0" spc="-1">
                <a:solidFill>
                  <a:srgbClr val="0070F2"/>
                </a:solidFill>
                <a:latin typeface="Arial"/>
                <a:hlinkClick r:id="rId9"/>
              </a:rPr>
              <a:t>SAP BDC </a:t>
            </a:r>
            <a:r>
              <a:rPr sz="996" b="0" i="0" spc="-1">
                <a:solidFill>
                  <a:srgbClr val="000000"/>
                </a:solidFill>
                <a:latin typeface="Arial"/>
                <a:hlinkClick r:id="rId10"/>
              </a:rPr>
              <a:t>; </a:t>
            </a:r>
            <a:r>
              <a:rPr sz="996" b="0" i="0" spc="-4">
                <a:solidFill>
                  <a:srgbClr val="0070F2"/>
                </a:solidFill>
                <a:latin typeface="Arial"/>
                <a:hlinkClick r:id="rId10"/>
              </a:rPr>
              <a:t>AI</a:t>
            </a:r>
          </a:p>
        </p:txBody>
      </p:sp>
      <p:sp>
        <p:nvSpPr>
          <p:cNvPr id="62" name="Editable text — •"/>
          <p:cNvSpPr txBox="1"/>
          <p:nvPr/>
        </p:nvSpPr>
        <p:spPr>
          <a:xfrm>
            <a:off x="641299" y="6306441"/>
            <a:ext cx="107772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0" i="0">
                <a:solidFill>
                  <a:srgbClr val="000000"/>
                </a:solidFill>
                <a:latin typeface="Arial"/>
                <a:hlinkClick r:id="rId11"/>
              </a:rPr>
              <a:t>•</a:t>
            </a:r>
          </a:p>
        </p:txBody>
      </p:sp>
      <p:sp>
        <p:nvSpPr>
          <p:cNvPr id="63" name="Editable text — SAP Partner Benefit Catalog DG offerings"/>
          <p:cNvSpPr txBox="1"/>
          <p:nvPr/>
        </p:nvSpPr>
        <p:spPr>
          <a:xfrm>
            <a:off x="811987" y="6306441"/>
            <a:ext cx="2455721" cy="2278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996" b="1" i="0" spc="-22">
                <a:solidFill>
                  <a:srgbClr val="0070F2"/>
                </a:solidFill>
                <a:latin typeface="Arial"/>
                <a:hlinkClick r:id="rId11"/>
              </a:rPr>
              <a:t>SAP Partner Benefit Catalog </a:t>
            </a:r>
            <a:r>
              <a:rPr sz="996" b="1" i="0" spc="-27">
                <a:solidFill>
                  <a:srgbClr val="000000"/>
                </a:solidFill>
                <a:latin typeface="Arial"/>
              </a:rPr>
              <a:t>DG offerings</a:t>
            </a:r>
          </a:p>
        </p:txBody>
      </p:sp>
      <p:sp>
        <p:nvSpPr>
          <p:cNvPr id="65" name="Editable text — Key Programs"/>
          <p:cNvSpPr txBox="1"/>
          <p:nvPr/>
        </p:nvSpPr>
        <p:spPr>
          <a:xfrm>
            <a:off x="4214495" y="1165732"/>
            <a:ext cx="1113992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12">
                <a:solidFill>
                  <a:srgbClr val="000000"/>
                </a:solidFill>
                <a:latin typeface="Arial"/>
              </a:rPr>
              <a:t>Key Programs</a:t>
            </a:r>
          </a:p>
        </p:txBody>
      </p:sp>
      <p:sp>
        <p:nvSpPr>
          <p:cNvPr id="66" name="Editable text — Videos"/>
          <p:cNvSpPr txBox="1"/>
          <p:nvPr/>
        </p:nvSpPr>
        <p:spPr>
          <a:xfrm>
            <a:off x="5927090" y="1432417"/>
            <a:ext cx="511744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1" i="0" spc="-18">
                <a:solidFill>
                  <a:srgbClr val="81077E"/>
                </a:solidFill>
                <a:latin typeface="Arial"/>
              </a:rPr>
              <a:t>Videos</a:t>
            </a:r>
          </a:p>
        </p:txBody>
      </p:sp>
      <p:sp>
        <p:nvSpPr>
          <p:cNvPr id="67" name="Editable text — Thought Leadership "/>
          <p:cNvSpPr txBox="1"/>
          <p:nvPr/>
        </p:nvSpPr>
        <p:spPr>
          <a:xfrm>
            <a:off x="7129018" y="1315704"/>
            <a:ext cx="1426602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1" i="0" spc="-10">
                <a:solidFill>
                  <a:srgbClr val="81077E"/>
                </a:solidFill>
                <a:latin typeface="Arial"/>
              </a:rPr>
              <a:t>Thought Leadership </a:t>
            </a:r>
          </a:p>
        </p:txBody>
      </p:sp>
      <p:sp>
        <p:nvSpPr>
          <p:cNvPr id="68" name="Editable text — &amp; E-books"/>
          <p:cNvSpPr txBox="1"/>
          <p:nvPr/>
        </p:nvSpPr>
        <p:spPr>
          <a:xfrm>
            <a:off x="7464297" y="1483344"/>
            <a:ext cx="726732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1" i="0" spc="-30">
                <a:solidFill>
                  <a:srgbClr val="81077E"/>
                </a:solidFill>
                <a:latin typeface="Arial"/>
              </a:rPr>
              <a:t>&amp; E-books</a:t>
            </a:r>
          </a:p>
        </p:txBody>
      </p:sp>
      <p:sp>
        <p:nvSpPr>
          <p:cNvPr id="69" name="Editable text — Partner Kits &amp; Marketing "/>
          <p:cNvSpPr txBox="1"/>
          <p:nvPr/>
        </p:nvSpPr>
        <p:spPr>
          <a:xfrm>
            <a:off x="10325989" y="1221597"/>
            <a:ext cx="1712065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1" i="0" spc="-9">
                <a:solidFill>
                  <a:srgbClr val="81077E"/>
                </a:solidFill>
                <a:latin typeface="Arial"/>
              </a:rPr>
              <a:t>Partner Kits &amp; Marketing </a:t>
            </a:r>
          </a:p>
        </p:txBody>
      </p:sp>
      <p:sp>
        <p:nvSpPr>
          <p:cNvPr id="70" name="Editable text — Enablement"/>
          <p:cNvSpPr txBox="1"/>
          <p:nvPr/>
        </p:nvSpPr>
        <p:spPr>
          <a:xfrm>
            <a:off x="10730230" y="1389237"/>
            <a:ext cx="870676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1" i="0" spc="11">
                <a:solidFill>
                  <a:srgbClr val="81077E"/>
                </a:solidFill>
                <a:latin typeface="Arial"/>
              </a:rPr>
              <a:t>Enablement</a:t>
            </a:r>
          </a:p>
        </p:txBody>
      </p:sp>
      <p:sp>
        <p:nvSpPr>
          <p:cNvPr id="83" name="Editable text — LoB ebooks &amp; "/>
          <p:cNvSpPr txBox="1"/>
          <p:nvPr/>
        </p:nvSpPr>
        <p:spPr>
          <a:xfrm>
            <a:off x="8937625" y="1305417"/>
            <a:ext cx="992542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1" i="0" spc="-34">
                <a:solidFill>
                  <a:srgbClr val="81077E"/>
                </a:solidFill>
                <a:latin typeface="Arial"/>
              </a:rPr>
              <a:t>LoB ebooks &amp; </a:t>
            </a:r>
          </a:p>
        </p:txBody>
      </p:sp>
      <p:sp>
        <p:nvSpPr>
          <p:cNvPr id="84" name="Editable text — Infographics"/>
          <p:cNvSpPr txBox="1"/>
          <p:nvPr/>
        </p:nvSpPr>
        <p:spPr>
          <a:xfrm>
            <a:off x="8972677" y="1473057"/>
            <a:ext cx="891428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1" i="0" spc="-10">
                <a:solidFill>
                  <a:srgbClr val="81077E"/>
                </a:solidFill>
                <a:latin typeface="Arial"/>
              </a:rPr>
              <a:t>Infographics</a:t>
            </a:r>
          </a:p>
        </p:txBody>
      </p:sp>
      <p:sp>
        <p:nvSpPr>
          <p:cNvPr id="91" name="Editable text — Promotional Copies: "/>
          <p:cNvSpPr txBox="1"/>
          <p:nvPr/>
        </p:nvSpPr>
        <p:spPr>
          <a:xfrm>
            <a:off x="10413238" y="3716385"/>
            <a:ext cx="1443427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1" i="0" spc="-12">
                <a:solidFill>
                  <a:srgbClr val="81077E"/>
                </a:solidFill>
                <a:latin typeface="Arial"/>
              </a:rPr>
              <a:t>Promotional Copies: </a:t>
            </a:r>
          </a:p>
        </p:txBody>
      </p:sp>
      <p:sp>
        <p:nvSpPr>
          <p:cNvPr id="92" name="Editable text — emails, Landing Page, "/>
          <p:cNvSpPr txBox="1"/>
          <p:nvPr/>
        </p:nvSpPr>
        <p:spPr>
          <a:xfrm>
            <a:off x="10413238" y="3883750"/>
            <a:ext cx="1512047" cy="24886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6" b="1" i="0" spc="-25">
                <a:solidFill>
                  <a:srgbClr val="81077E"/>
                </a:solidFill>
                <a:latin typeface="Arial"/>
              </a:rPr>
              <a:t>emails, Landing Page, </a:t>
            </a:r>
          </a:p>
        </p:txBody>
      </p:sp>
      <p:sp>
        <p:nvSpPr>
          <p:cNvPr id="93" name="Editable text — Social Media Posts"/>
          <p:cNvSpPr txBox="1"/>
          <p:nvPr/>
        </p:nvSpPr>
        <p:spPr>
          <a:xfrm>
            <a:off x="10413238" y="4051919"/>
            <a:ext cx="1305462" cy="2484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103" b="1" i="0" spc="-13">
                <a:solidFill>
                  <a:srgbClr val="81077E"/>
                </a:solidFill>
                <a:latin typeface="Arial"/>
              </a:rPr>
              <a:t>Social Media Posts</a:t>
            </a:r>
          </a:p>
        </p:txBody>
      </p:sp>
      <p:sp>
        <p:nvSpPr>
          <p:cNvPr id="97" name="Editable text — Key Assets"/>
          <p:cNvSpPr txBox="1"/>
          <p:nvPr/>
        </p:nvSpPr>
        <p:spPr>
          <a:xfrm>
            <a:off x="7993633" y="1147063"/>
            <a:ext cx="876248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200" b="1" i="0" spc="-8">
                <a:solidFill>
                  <a:srgbClr val="000000"/>
                </a:solidFill>
                <a:latin typeface="Arial"/>
              </a:rPr>
              <a:t>Key Assets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"/>
          <p:cNvSpPr/>
          <p:nvPr/>
        </p:nvSpPr>
        <p:spPr>
          <a:xfrm>
            <a:off x="0" y="0"/>
            <a:ext cx="12195175" cy="6858000"/>
          </a:xfrm>
          <a:custGeom>
            <a:avLst/>
            <a:gdLst/>
            <a:ahLst/>
            <a:cxnLst/>
            <a:rect l="0" t="0" r="r" b="b"/>
            <a:pathLst>
              <a:path w="12195175" h="6858000" fill="norm" stroke="0" extrusionOk="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3810" cap="flat"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Editable vector"/>
          <p:cNvSpPr/>
          <p:nvPr/>
        </p:nvSpPr>
        <p:spPr>
          <a:xfrm>
            <a:off x="457200" y="6536435"/>
            <a:ext cx="10203180" cy="163068"/>
          </a:xfrm>
          <a:custGeom>
            <a:avLst/>
            <a:gdLst/>
            <a:ahLst/>
            <a:cxnLst/>
            <a:rect l="0" t="0" r="r" b="b"/>
            <a:pathLst>
              <a:path w="10203180" h="163068" fill="none" stroke="1" extrusionOk="0">
                <a:moveTo>
                  <a:pt x="0" y="0"/>
                </a:moveTo>
                <a:lnTo>
                  <a:pt x="10203180" y="0"/>
                </a:lnTo>
                <a:lnTo>
                  <a:pt x="10203180" y="163068"/>
                </a:lnTo>
                <a:lnTo>
                  <a:pt x="0" y="163068"/>
                </a:lnTo>
                <a:close/>
              </a:path>
            </a:pathLst>
          </a:custGeom>
          <a:noFill/>
          <a:ln w="1778" cap="flat">
            <a:solidFill>
              <a:srgbClr val="000000">
                <a:alpha val="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275" y="5990005"/>
            <a:ext cx="727062" cy="359994"/>
          </a:xfrm>
          <a:prstGeom prst="rect">
            <a:avLst/>
          </a:prstGeom>
        </p:spPr>
      </p:pic>
      <p:sp>
        <p:nvSpPr>
          <p:cNvPr id="3" name="Editable text — Contact information:"/>
          <p:cNvSpPr txBox="1"/>
          <p:nvPr/>
        </p:nvSpPr>
        <p:spPr>
          <a:xfrm>
            <a:off x="503224" y="2920697"/>
            <a:ext cx="1874147" cy="3421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596" b="0" i="0" spc="-1">
                <a:solidFill>
                  <a:srgbClr val="000000"/>
                </a:solidFill>
                <a:latin typeface="Arial"/>
              </a:rPr>
              <a:t>Contact information:</a:t>
            </a:r>
          </a:p>
        </p:txBody>
      </p:sp>
      <p:sp>
        <p:nvSpPr>
          <p:cNvPr id="5" name="Editable text — © 2023 SAP SE or an SAP affiliate company. All rights reserv"/>
          <p:cNvSpPr txBox="1"/>
          <p:nvPr/>
        </p:nvSpPr>
        <p:spPr>
          <a:xfrm>
            <a:off x="504139" y="6567449"/>
            <a:ext cx="6342025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600" b="0" i="0" spc="-5">
                <a:solidFill>
                  <a:srgbClr val="000000"/>
                </a:solidFill>
                <a:latin typeface="Arial"/>
              </a:rPr>
              <a:t>© 2023 SAP SE or an SAP affiliate company. All rights reserved. See Legal Notice on www.sap.com/legal-notice for use terms, disclaimers, disclosures, or restrictions related to this material.</a:t>
            </a:r>
          </a:p>
        </p:txBody>
      </p:sp>
      <p:sp>
        <p:nvSpPr>
          <p:cNvPr id="7" name="Editable text — Thorsten Leiduck"/>
          <p:cNvSpPr txBox="1"/>
          <p:nvPr/>
        </p:nvSpPr>
        <p:spPr>
          <a:xfrm>
            <a:off x="503224" y="3540378"/>
            <a:ext cx="1981174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800" b="1" i="0" spc="7">
                <a:solidFill>
                  <a:srgbClr val="0070F2"/>
                </a:solidFill>
                <a:latin typeface="Arial"/>
              </a:rPr>
              <a:t>Thorsten Leiduck</a:t>
            </a:r>
          </a:p>
        </p:txBody>
      </p:sp>
      <p:sp>
        <p:nvSpPr>
          <p:cNvPr id="8" name="Editable text — SVP and Head of Global Business AI Ecosystem"/>
          <p:cNvSpPr txBox="1"/>
          <p:nvPr/>
        </p:nvSpPr>
        <p:spPr>
          <a:xfrm>
            <a:off x="503224" y="3809921"/>
            <a:ext cx="3804223" cy="3055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3" b="0" i="0" spc="-21">
                <a:solidFill>
                  <a:srgbClr val="000000"/>
                </a:solidFill>
                <a:latin typeface="Arial"/>
              </a:rPr>
              <a:t>SVP and Head of Global Business AI Ecosystem</a:t>
            </a:r>
          </a:p>
        </p:txBody>
      </p:sp>
      <p:sp>
        <p:nvSpPr>
          <p:cNvPr id="9" name="Editable text — thorsten.leiduck@sap.com"/>
          <p:cNvSpPr txBox="1"/>
          <p:nvPr/>
        </p:nvSpPr>
        <p:spPr>
          <a:xfrm>
            <a:off x="503224" y="4023005"/>
            <a:ext cx="2168987" cy="3060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/>
            </a:pPr>
            <a:r>
              <a:rPr sz="1406" b="0" i="0" spc="-1">
                <a:solidFill>
                  <a:srgbClr val="000000"/>
                </a:solidFill>
                <a:latin typeface="Arial"/>
              </a:rPr>
              <a:t>thorsten.leiduck@sap.com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Partner Opportunity — SAP Autonomous Enterprise</dc:title>
  <dc:subject>Editable reconstruction of the supplied PDF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