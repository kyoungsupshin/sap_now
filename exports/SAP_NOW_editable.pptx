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LLM Wiki — 팀 지식 축적과 요청 맥락 재활용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SAP BTP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Shared AI Foundation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Cross-Team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01 — Inbound Process Adaptation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02 — SCM Exception Handling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03 — Demand-to-Supply Orchestration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— Demo —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98420"/>
            <a:ext cx="4468058" cy="662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81" sz="32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314700"/>
            <a:ext cx="2563058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9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Agent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05300"/>
            <a:ext cx="114502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94870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Presentation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8925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8260" y="1548288"/>
            <a:ext cx="4166235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875948"/>
            <a:ext cx="22012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· Business Context ·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8173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8260" y="2340768"/>
            <a:ext cx="201287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668428"/>
            <a:ext cx="23805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Integrated Operating Model · Agent 역할 · A2A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7421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" y="3133248"/>
            <a:ext cx="24241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460908"/>
            <a:ext cx="264842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Logical Architecture · Implementation ·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6669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8260" y="3925728"/>
            <a:ext cx="265164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53388"/>
            <a:ext cx="28330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 · SCM Demo · Business Outcomes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42060"/>
            <a:ext cx="583846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54553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기업의 핵심 역량과 Business Context · 통제된 Execution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73903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AI-First → AI-Native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1600914"/>
            <a:ext cx="77676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01 ·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844754"/>
            <a:ext cx="2001321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Software that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2180034"/>
            <a:ext cx="312027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사람의 목표 설정 · Agent의 허용된 작업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800230"/>
            <a:ext cx="867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02 ·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3044070"/>
            <a:ext cx="221063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Landscape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379350"/>
            <a:ext cx="267509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· 조직 · Process 간 업무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999547"/>
            <a:ext cx="71497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03 ·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243387"/>
            <a:ext cx="192738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System of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578667"/>
            <a:ext cx="2163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의미 · 관계 · 정책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3375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3375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6458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6458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9541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541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311419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Four Core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3203" y="1733430"/>
            <a:ext cx="12131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Agent Interoperability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3203" y="2007750"/>
            <a:ext cx="289714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연결과 Workflow 통제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3203" y="2381130"/>
            <a:ext cx="220253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권한·정책·승인 기반 실행 조율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" y="3727608"/>
            <a:ext cx="220301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" y="3994308"/>
            <a:ext cx="22392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 · Tool 연결과 Workflow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770" y="3727608"/>
            <a:ext cx="1307901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Business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770" y="3994308"/>
            <a:ext cx="17646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지식 · 관계 기반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3727608"/>
            <a:ext cx="165532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&amp; AI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600" y="3994308"/>
            <a:ext cx="190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새로운 App · 기능 개발 및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5430" y="3727608"/>
            <a:ext cx="134195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5430" y="3994308"/>
            <a:ext cx="24605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계획된 업무 수행 · 결과 검증 · 예외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" y="5650825"/>
            <a:ext cx="167330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Cross-Cutting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0064" y="5617368"/>
            <a:ext cx="4369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Context 접근 · App 변경 · 업무 실행 전체에 권한·정책·승인·추적을 적용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529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 Workflow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80120" y="2022871"/>
            <a:ext cx="3035379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2647711"/>
            <a:ext cx="212895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End-to-End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982991"/>
            <a:ext cx="19620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Joule Agent 연결 · 실행 조율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3543061"/>
            <a:ext cx="2159198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Embedded AI + Custom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878341"/>
            <a:ext cx="29320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Embedded AI · Custom AI (AI Foundation)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4438411"/>
            <a:ext cx="190404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Security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773691"/>
            <a:ext cx="307800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공통 보안·규정 준수 기반 Agent Workflow 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43756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68132" y="2022157"/>
            <a:ext cx="8737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Apps · Data ·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311717"/>
            <a:ext cx="339840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결과를 다음 판단의 근거로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7206" y="2830472"/>
            <a:ext cx="108263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36680" y="2830472"/>
            <a:ext cx="79450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Retrieve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7206" y="3226712"/>
            <a:ext cx="71949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6680" y="3226712"/>
            <a:ext cx="48827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7206" y="3622952"/>
            <a:ext cx="75664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6680" y="3622952"/>
            <a:ext cx="780216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132" y="4072532"/>
            <a:ext cx="2629852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위험·낮은 확신·정책 예외 → 담당자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453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453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21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21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38932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38932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35735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3573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69265" y="624840"/>
            <a:ext cx="4502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DRAFT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"/>
            <a:ext cx="318944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&amp; AI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22508"/>
            <a:ext cx="4733567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요구를 새로운 App과 기능으로 구현 · 검증 후 업무에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02868"/>
            <a:ext cx="337554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Builder · 업무 요구를 실행 가능한 기능으로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1805344"/>
            <a:ext cx="6505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026324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변경 요구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2291119"/>
            <a:ext cx="17898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기능과 변경 범위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2902148"/>
            <a:ext cx="106120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Build &amp; Extend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3123128"/>
            <a:ext cx="17840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· Skill ·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3387923"/>
            <a:ext cx="19034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 기반 App · 기능 개발과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3998952"/>
            <a:ext cx="12787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Validate &amp;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4219932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4484727"/>
            <a:ext cx="231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분리된 환경에서 기능 검증 · 변경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095755"/>
            <a:ext cx="1110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Deploy &amp; Reuse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9380" y="5316735"/>
            <a:ext cx="11381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배포와 재사용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5581530"/>
            <a:ext cx="23155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App 배포 · 업무 적용과 재사용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50920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50920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77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77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445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445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41331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4133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6689169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 — Integrated Operating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022508"/>
            <a:ext cx="3642479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연결 · 판단과 조율 · 기능 확장의 통합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9380" y="1810940"/>
            <a:ext cx="12013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Business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9380" y="2031920"/>
            <a:ext cx="815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2296715"/>
            <a:ext cx="13729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목표와 기대 결과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907744"/>
            <a:ext cx="140600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Reason &amp; Orchestrate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3128724"/>
            <a:ext cx="7746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3393519"/>
            <a:ext cx="24205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Context 기반 판단·실행 조율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4004548"/>
            <a:ext cx="15034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SAP Access &amp;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4225528"/>
            <a:ext cx="1146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+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4490323"/>
            <a:ext cx="21044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Data 조회 · 허용된 업무 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5101351"/>
            <a:ext cx="12113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Validate &amp; Record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5322331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기록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587126"/>
            <a:ext cx="16836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검증·기록 · 예외 전달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3738919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456009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통합 운영 모델과 Human + Agent 역할 분담 · 판단·실행·협업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46759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Joule — SAP Data 접근과 업무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354" y="290881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886" y="3183135"/>
            <a:ext cx="80938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조회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876" y="3491745"/>
            <a:ext cx="969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실행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6003" y="3064668"/>
            <a:ext cx="12656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SAP Business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2539" y="3308508"/>
            <a:ext cx="14526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“Pump Lead Time은?”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7660" y="1426368"/>
            <a:ext cx="8605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Joule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766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7660" y="2396609"/>
            <a:ext cx="102227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화면 이동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2600444"/>
            <a:ext cx="12719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Data를 각각 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885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2396609"/>
            <a:ext cx="11741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Data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8850" y="2600444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입고 · 재고 · 계획을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04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4004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반영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40040" y="260044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내용을 직접 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123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123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결과 재공유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41230" y="260044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결과를 다시 전달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8140" y="3506628"/>
            <a:ext cx="69115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With Joule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338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3380" y="4476869"/>
            <a:ext cx="106168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Data 조회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3380" y="468070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현재 정보를 연결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693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693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근거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9330" y="4680704"/>
            <a:ext cx="15082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 판단에 Data 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실행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4680704"/>
            <a:ext cx="14578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판단을 SAP로 전달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412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처리 결과 반환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1230" y="468070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흐름에 즉시 반영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077902"/>
            <a:ext cx="131242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Key Capabilities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4100" y="5983605"/>
            <a:ext cx="157031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Real-Time SAP Data Access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4100" y="6126480"/>
            <a:ext cx="2496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현재 Data와 업무 상태를 필요한 맥락으로 제공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78980" y="5983605"/>
            <a:ext cx="15049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SAP Transaction Execution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78980" y="6126480"/>
            <a:ext cx="24575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확정된 판단을 SAP 처리와 결과 반환으로 연결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2085" y="6614160"/>
            <a:ext cx="208954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568428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LLM Wiki — 팀 지식 축적과 요청 맥락 재활용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283" y="2823567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792" y="3097887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115" y="3406497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 ·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161" y="357711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22113" y="2858928"/>
            <a:ext cx="6535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59091" y="3102768"/>
            <a:ext cx="137957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“신용 리스크가 높아진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0851" y="3308508"/>
            <a:ext cx="17961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거래처의 주문 보류·한도 조정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19017" y="3514248"/>
            <a:ext cx="65972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SOP는?”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1472088"/>
            <a:ext cx="91535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LLM WIKI 없음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766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2442329"/>
            <a:ext cx="86844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개인 노트 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64616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사람마다 별도 자료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885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8850" y="2442329"/>
            <a:ext cx="96142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데이터 파편화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646164"/>
            <a:ext cx="14998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이력 분산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004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40040" y="2442329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탐색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64616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자료를 다시 찾음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123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1230" y="244232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 재정리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64616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맥락을 다시 취합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8140" y="3552348"/>
            <a:ext cx="91535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존재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338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83380" y="4522589"/>
            <a:ext cx="10795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Request Ticket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726424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요청을 한 곳에 등록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6933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69330" y="4522589"/>
            <a:ext cx="86844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팀 지식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726424"/>
            <a:ext cx="133707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· 이슈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4522589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요청·답변 기록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726424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검토 결과와 근거를 함께 저장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4123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41230" y="4522589"/>
            <a:ext cx="101322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재활용·AI 접근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726424"/>
            <a:ext cx="14582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요청의 맥락으로 활용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77902"/>
            <a:ext cx="135016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CAPABILITY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24100" y="5983605"/>
            <a:ext cx="71127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팀 지식 축적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24100" y="6126480"/>
            <a:ext cx="2112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KPI · SOP · 미팅 · 이슈를 한 곳에 기록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78980" y="5983605"/>
            <a:ext cx="92154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요청 맥락 재활용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78980" y="6126480"/>
            <a:ext cx="23527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Ticket과 답변 이력을 AI가 다음 업무에 활용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67700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HANA Knowledge Graph — Business Context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792" y="3484245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전사 질문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702" y="3792854"/>
            <a:ext cx="10876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협력업체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8875" y="3365777"/>
            <a:ext cx="10398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12168" y="3609617"/>
            <a:ext cx="167342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“업체 등록 기준·담당자는?”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개별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597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IT·품질·Compliance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 조직 문의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부서별 등록 기준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수작업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4763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기준 · System 연결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작성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확인 후 요청 제출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8705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Knowledge Graph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 검색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개별 문서의 관련 정보 검색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문서별 답변 요약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329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· 기준 후보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추가 확인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7162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정책 · 조직 관계 검증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근거 종합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조건별 적용 기준 최종 확인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701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Knowledge Graph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4014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6837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 · 정책 · 등록 기준 구조화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기반 탐색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487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업체·기준·담당 조직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조건별 근거 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 경로와 연결된 근거 확인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재사용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관계 정보 재활용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54447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HANA KG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132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2787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조직 · 정책 · 기준을 관계 중심으로 구조화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64663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Relationship-Based Discovery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19015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담당자 · System · 등록 근거를 함께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432970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— 업무 판단과 실행 조율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270" y="3484245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오늘 업무 실행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369" y="3792854"/>
            <a:ext cx="108430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Routine 업무 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7327" y="3365777"/>
            <a:ext cx="10431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Execution Request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0152" y="3609617"/>
            <a:ext cx="1557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“오늘 Routine 업무 실행”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수작업 수집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650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SAP 상태 개별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40124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우선순위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예외 검토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방식 협의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자동화·담당자 처리 경로 조율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지시·결과 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5265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전달 후 처리 상태 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34862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개별 요청 입력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사용자가 조회·분석 작업 지정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44863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작업별 답변·Tool 실행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단위의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441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실행 경로 조율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1423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작업·Tool·담당자 선택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후속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5609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취합·실패 대응·재요청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1790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Harness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24217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업무·Context 수집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4689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KG · SAP 상태 연결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27599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계획·우선순위 결정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정책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경로 조율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36040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승인된 Tool·Agent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검증·예외 처리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7343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기록 · 필요 시 담당자 판단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46744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40541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Evidence-Based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4686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Wiki · KG · SAP 정보를 연결해 가능 여부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34171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Execution Orchestration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345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보완 범위와 업무 지시를 실행 흐름으로 연결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462920"/>
            <a:ext cx="1371600" cy="4312920"/>
          </a:xfrm>
          <a:prstGeom prst="rect">
            <a:avLst/>
          </a:prstGeom>
          <a:noFill/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62920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13182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3182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8170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170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3158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158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318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318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676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676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170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170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3158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3158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2565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565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31820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31820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41676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1676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1652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51652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61508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61508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71484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71484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61392"/>
            <a:ext cx="419933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Builder — App 변경과 배포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383" y="3375540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370" y="3680340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납품 문서 수신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35755" y="2293500"/>
            <a:ext cx="7190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Image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4510920"/>
            <a:ext cx="10757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CSV · 다양한 형식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2780" y="1641990"/>
            <a:ext cx="4224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DAILY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5693" y="1592460"/>
            <a:ext cx="131552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일상 업무 Process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8854" y="1981080"/>
            <a:ext cx="8095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System 유지비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8020" y="218932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802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 문서 인식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515" y="1981080"/>
            <a:ext cx="64972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Token 비용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7900" y="2189321"/>
            <a:ext cx="12728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AI Agent Interface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790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정보 연결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07780" y="218932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0778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92780" y="3120270"/>
            <a:ext cx="138505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without App Builder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8314" y="307074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5894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8020" y="3667601"/>
            <a:ext cx="75033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802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8871" y="3459360"/>
            <a:ext cx="66948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IT 인력 필요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2960" y="3667601"/>
            <a:ext cx="112764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IT 추가개발 요청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32960" y="3871436"/>
            <a:ext cx="11559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개발 요청·순위 조율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0882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개발 대기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5790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추가개발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7900" y="3871436"/>
            <a:ext cx="120038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형식 Logic 구현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3376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운영 지연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82840" y="366760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284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사항 운영 반영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5870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기준 보완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0778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기준수정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0778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기준 반영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1758" y="3459360"/>
            <a:ext cx="4163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재작업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32720" y="366760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92780" y="4598550"/>
            <a:ext cx="12367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 App Builder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9962" y="454902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43863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8020" y="514588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8020" y="534971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53839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보완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17876" y="5145881"/>
            <a:ext cx="87046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17876" y="5349716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코드 수정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35703" y="4937640"/>
            <a:ext cx="67246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배포 전 검증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27852" y="5145881"/>
            <a:ext cx="113335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Sandbox 테스트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7852" y="5349716"/>
            <a:ext cx="14758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코드 · 처리 결과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73671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배포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7708" y="514588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7708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흐름 적용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85420" y="4937640"/>
            <a:ext cx="642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재처리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47684" y="514588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47684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6077902"/>
            <a:ext cx="160472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APP BUILDER CAPABILITY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24100" y="5983605"/>
            <a:ext cx="81641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변경 자동 보완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24100" y="6126480"/>
            <a:ext cx="17817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AI Coding으로 처리 기준을 보완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8980" y="5983605"/>
            <a:ext cx="9914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배포 · 재처리 연결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8980" y="6126480"/>
            <a:ext cx="18980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신규 App 배포 후 업무 흐름에 반영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35209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79" y="3258978"/>
            <a:ext cx="9091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7018" y="3495198"/>
            <a:ext cx="74628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1884" y="3775233"/>
            <a:ext cx="9764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92785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8626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4130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3904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2973109"/>
            <a:ext cx="10672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435905"/>
            <a:ext cx="1134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3905964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56848"/>
            <a:ext cx="1417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29288"/>
            <a:ext cx="134195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142648"/>
            <a:ext cx="13452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322433"/>
            <a:ext cx="142779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005137"/>
            <a:ext cx="641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208496"/>
            <a:ext cx="76616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005137"/>
            <a:ext cx="6934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208496"/>
            <a:ext cx="6521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005137"/>
            <a:ext cx="42243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208496"/>
            <a:ext cx="830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06431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276129"/>
            <a:ext cx="16912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54997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738925"/>
            <a:ext cx="140005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4997172"/>
            <a:ext cx="531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208984"/>
            <a:ext cx="150090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02568"/>
            <a:ext cx="875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1982628"/>
            <a:ext cx="8112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195988"/>
            <a:ext cx="12331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375773"/>
            <a:ext cx="110454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2973109"/>
            <a:ext cx="126253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435905"/>
            <a:ext cx="11641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3905964"/>
            <a:ext cx="13817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629388"/>
            <a:ext cx="15141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4926568"/>
            <a:ext cx="9177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167312"/>
            <a:ext cx="7213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408056"/>
            <a:ext cx="86832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44650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2343" y="3181469"/>
            <a:ext cx="12555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CUSTOMER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6752" y="3417689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1053" y="3697724"/>
            <a:ext cx="9380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물량 · 가격 · 납기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10089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확인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6165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계약 조건 · 협의 이력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890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73109"/>
            <a:ext cx="11864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· 가격 · 수익성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35905"/>
            <a:ext cx="11930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현재 계약 조건과 수익성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초안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 검토 결과 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6540" y="1502568"/>
            <a:ext cx="135945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084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여부 요청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375773"/>
            <a:ext cx="162782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수주 조건 · 우선순위 · 검토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894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73109"/>
            <a:ext cx="123301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생산계획 · Line 여력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35905"/>
            <a:ext cx="9967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기존 고객 납기 약속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조건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672012"/>
            <a:ext cx="17745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 검토 결과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6580" y="1502568"/>
            <a:ext cx="10089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088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195988"/>
            <a:ext cx="13791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자재 확보 가능 여부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375773"/>
            <a:ext cx="16431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자재 · 공급 Risk · 대응 Note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898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73109"/>
            <a:ext cx="15399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재고 · 발주 · 공급사 · 단가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35905"/>
            <a:ext cx="148851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대체 가능성 · 납기 · 원가 영향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186356"/>
            <a:ext cx="15368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공급 가능 조건 · 원가 영향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 검토 결과 공유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449841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25191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BTP 기반의 구현 구조와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7908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7022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Standard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8104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Kyma App-in-App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2057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6507" y="1209198"/>
            <a:ext cx="52887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1279" y="1209198"/>
            <a:ext cx="58626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0781" y="1254918"/>
            <a:ext cx="14897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1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1904" y="1209198"/>
            <a:ext cx="87641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9400" y="1716643"/>
            <a:ext cx="51923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4232" y="1701403"/>
            <a:ext cx="7335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5757" y="1701403"/>
            <a:ext cx="13173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5909" y="1656397"/>
            <a:ext cx="133945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130" y="1816417"/>
            <a:ext cx="123313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950" y="1609248"/>
            <a:ext cx="12842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7467" y="1807368"/>
            <a:ext cx="13851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777" y="2160031"/>
            <a:ext cx="58459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9450" y="2144791"/>
            <a:ext cx="106310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6021" y="2144791"/>
            <a:ext cx="89677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499" y="2099786"/>
            <a:ext cx="14282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7931" y="2259806"/>
            <a:ext cx="137541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7704" y="2052637"/>
            <a:ext cx="140481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79" y="2250757"/>
            <a:ext cx="11239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038" y="2603063"/>
            <a:ext cx="97595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6215" y="2588180"/>
            <a:ext cx="138945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9657" y="2588180"/>
            <a:ext cx="176962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4468" y="2543175"/>
            <a:ext cx="154233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1829" y="2703195"/>
            <a:ext cx="186761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350" y="2496026"/>
            <a:ext cx="17414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9627" y="2694146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046809"/>
            <a:ext cx="52923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9821" y="3031569"/>
            <a:ext cx="84236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5653" y="3031569"/>
            <a:ext cx="107751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1508" y="2986563"/>
            <a:ext cx="12883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5783" y="3146583"/>
            <a:ext cx="14597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2934" y="2939415"/>
            <a:ext cx="15342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3137535"/>
            <a:ext cx="126634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2033" y="3490198"/>
            <a:ext cx="29396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2861" y="3474958"/>
            <a:ext cx="17161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72294" y="3474958"/>
            <a:ext cx="14843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4463" y="3429952"/>
            <a:ext cx="162234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5900" y="3589972"/>
            <a:ext cx="147947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8788" y="3382803"/>
            <a:ext cx="1202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3552" y="3580923"/>
            <a:ext cx="117300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767" y="3933586"/>
            <a:ext cx="74461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3047" y="3918346"/>
            <a:ext cx="65591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64342" y="3918346"/>
            <a:ext cx="110025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6860" y="3873341"/>
            <a:ext cx="13575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41018" y="4033361"/>
            <a:ext cx="150935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2472" y="3826192"/>
            <a:ext cx="131516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BTP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6293" y="4024312"/>
            <a:ext cx="11276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484" y="4376975"/>
            <a:ext cx="70318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33255" y="4361735"/>
            <a:ext cx="113549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8635" y="4361735"/>
            <a:ext cx="9915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0670" y="4316730"/>
            <a:ext cx="13499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52924" y="4476750"/>
            <a:ext cx="148554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68107" y="4269581"/>
            <a:ext cx="258401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SAP BTP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14246" y="4467701"/>
            <a:ext cx="149161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30597" y="4999434"/>
            <a:ext cx="4698325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 연동 개발·운영) &gt;</a:t>
            </a: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BTP)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9708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6507" y="1254918"/>
            <a:ext cx="52887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1279" y="1254918"/>
            <a:ext cx="58626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59698" y="1300638"/>
            <a:ext cx="16719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1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1904" y="1254918"/>
            <a:ext cx="87641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185" y="1890831"/>
            <a:ext cx="9217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7795" y="1815703"/>
            <a:ext cx="86629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5150" y="19757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0425" y="1815703"/>
            <a:ext cx="9079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8616" y="19757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9233" y="1846183"/>
            <a:ext cx="149292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810" y="1990963"/>
            <a:ext cx="215765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0708" y="1799034"/>
            <a:ext cx="9588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3284" y="1966674"/>
            <a:ext cx="16535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228" y="2500431"/>
            <a:ext cx="983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1573" y="2425303"/>
            <a:ext cx="13788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5150" y="25853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25039" y="2425303"/>
            <a:ext cx="13787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8616" y="25853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541" y="2455783"/>
            <a:ext cx="151030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5517" y="2600563"/>
            <a:ext cx="190023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952" y="2408634"/>
            <a:ext cx="163020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622" y="2576274"/>
            <a:ext cx="157698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009" y="3110031"/>
            <a:ext cx="10700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9558" y="3034903"/>
            <a:ext cx="124289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7060" y="3194923"/>
            <a:ext cx="12078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18359" y="3034903"/>
            <a:ext cx="15922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0526" y="3194923"/>
            <a:ext cx="12078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26968" y="3065383"/>
            <a:ext cx="153733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3259" y="3210163"/>
            <a:ext cx="184487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25639" y="3018234"/>
            <a:ext cx="20689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061" y="3185874"/>
            <a:ext cx="141410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076" y="3719631"/>
            <a:ext cx="112799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76569" y="3644503"/>
            <a:ext cx="144887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7758" y="3804523"/>
            <a:ext cx="14664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99560" y="3644503"/>
            <a:ext cx="142970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1224" y="3804523"/>
            <a:ext cx="14664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6020" y="3674983"/>
            <a:ext cx="147935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9195" y="3819763"/>
            <a:ext cx="2092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4413" y="3627834"/>
            <a:ext cx="26312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3795474"/>
            <a:ext cx="12664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1531" y="4440793"/>
            <a:ext cx="49965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S/4·LoB 연동 운영) &gt;</a:t>
            </a: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BTP)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892397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&amp;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366772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조직의 문제에서 SCM 실행과 Business Value까지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1235868"/>
            <a:ext cx="10866120" cy="165735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1470183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5844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110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2376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5642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844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9110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911667"/>
            <a:ext cx="444246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5780" y="2353151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5844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9110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5642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5844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110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2376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642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730" y="3834288"/>
            <a:ext cx="2459235" cy="10086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6730" y="5155406"/>
            <a:ext cx="2459235" cy="7565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"/>
            <a:ext cx="55102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Context &amp; Challenges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8612" y="938688"/>
            <a:ext cx="21366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65D78"/>
                </a:solidFill>
                <a:latin typeface="Noto Sans CJK KR"/>
                <a:ea typeface="Noto Sans CJK KR"/>
                <a:cs typeface="Noto Sans CJK KR"/>
              </a:rPr>
              <a:t>BUSINESS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0246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원가 경쟁력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3584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운영 안정성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6921" y="1220628"/>
            <a:ext cx="63496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고객 가치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1076" y="1220628"/>
            <a:ext cx="172259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기술 · 지속가능 Leadership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" y="1804987"/>
            <a:ext cx="168425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1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Organizational Performance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401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영업 · 수요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0860" y="1671875"/>
            <a:ext cx="170688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Demand Forecast · 수주 변동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4521" y="1500663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구매 · 공급계획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30559" y="1671875"/>
            <a:ext cx="1452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공급 연속성 · 협력사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933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생산 · 품질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0927" y="1671875"/>
            <a:ext cx="193738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Production Capacity · 품질 Issue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73188" y="1500663"/>
            <a:ext cx="6980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SCM · 고객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3513" y="1671875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납기 준수 · 물류 예외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61861" y="1942147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재무 · 경영관리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4835" y="2113359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원가 · 손익 변동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9184" y="1942147"/>
            <a:ext cx="595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IT ·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5428" y="2113359"/>
            <a:ext cx="164306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System 가용성 · Data 신뢰성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" y="2687955"/>
            <a:ext cx="100869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1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 Execution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842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영업 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553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수주 변동 · 고객 요청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9892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수요계획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62004" y="2554843"/>
            <a:ext cx="118979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Forecast · 수요 조정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158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생산계획 Team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68696" y="2554843"/>
            <a:ext cx="144172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계획 변경 · 생산 우선순위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7640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구매 Team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351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지연 자재 · 긴급 발주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6626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품질관리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95769" y="2996326"/>
            <a:ext cx="12569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품질 Issue · 시정 조치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8581" y="2825115"/>
            <a:ext cx="7167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SCM Team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8193" y="2996326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재고 부족 · 물류 예외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3158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영업관리 Team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29656" y="2996326"/>
            <a:ext cx="1319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Order 반영 · 납기 회신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6035" y="2825115"/>
            <a:ext cx="8723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IT·Data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9685" y="2996326"/>
            <a:ext cx="1505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Data 오류 · Interface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66755" y="3327558"/>
            <a:ext cx="5180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2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동일한 전사 KPI를 조직과 Team은 각자의 Data·업무 상태·우선순위 관점에서 다르게 판단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93042" y="3601878"/>
            <a:ext cx="17278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B9512B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8180" y="4239577"/>
            <a:ext cx="132052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74575" y="3860958"/>
            <a:ext cx="57790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조직·Team별 Data와 Business Context가 분리되어, 동일 KPI에 대한 전체 최적화 판단과 협업이 어려움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74575" y="4113133"/>
            <a:ext cx="526756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수요·공급·생산·물류의 변동 발생 시, 영향 범위와 우선순위를 사람이 수작업으로 재확인해야 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4575" y="4365307"/>
            <a:ext cx="508658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요청·처리 이력이 개인과 System에 분산되어, 반복 업무의 기준과 전문성이 재활용되지 못함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4575" y="4617481"/>
            <a:ext cx="578917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업무 변화에 따른 App·업무 Logic 수정이 IT 개발 요청과 배포 절차에 의존하여 대응 Lead Time이 길어짐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08006" y="4922996"/>
            <a:ext cx="22977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1B90FF"/>
                </a:solidFill>
                <a:latin typeface="Noto Sans CJK KR"/>
                <a:ea typeface="Noto Sans CJK KR"/>
                <a:cs typeface="Noto Sans CJK KR"/>
              </a:rPr>
              <a:t>AUTONOMOUS OPERATIONS 방식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8180" y="5434607"/>
            <a:ext cx="191131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Operating Model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74575" y="5182076"/>
            <a:ext cx="471308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Wiki를 중심으로 KPI·업무 상태·요청 이력을 연결하는 Agent 기반 협업 구조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74575" y="5434250"/>
            <a:ext cx="5283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App Builder AI Coding으로 업무 변화에 맞춰 App을 보완·배포하고 개발 비용을 절감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74575" y="5686425"/>
            <a:ext cx="663023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Harness 구조로 분석·업무 지시·결과 Wiki 저장을 연결하고, 업무 이력의 Lifecycle을 사내 Knowledge로 축적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07062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Shared AI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2563415"/>
            <a:ext cx="9810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Team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2799635"/>
            <a:ext cx="110478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3026925"/>
            <a:ext cx="21817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Team KPI · SOP · Issue ·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3685222"/>
            <a:ext cx="122170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Enterprise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3921442"/>
            <a:ext cx="191071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4148732"/>
            <a:ext cx="218027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Compliance · IT · HR의 Ontology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1478" y="3228022"/>
            <a:ext cx="5763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업무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5830" y="3083718"/>
            <a:ext cx="92213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User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9846" y="3335178"/>
            <a:ext cx="143398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4" sz="1859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Live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14260" y="3628310"/>
            <a:ext cx="128527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질문·업무 지시 접점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7661" y="3228022"/>
            <a:ext cx="6729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분석 · 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6591" y="1441608"/>
            <a:ext cx="134100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Analysis &amp;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6591" y="1677828"/>
            <a:ext cx="14055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6591" y="1905119"/>
            <a:ext cx="1965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분석·업무 지시 · Non-SAP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6591" y="2563415"/>
            <a:ext cx="12139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Workflow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591" y="2799635"/>
            <a:ext cx="107334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n8n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6591" y="3026925"/>
            <a:ext cx="10820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자동화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6591" y="3685222"/>
            <a:ext cx="1703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App Development &amp;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6591" y="3921442"/>
            <a:ext cx="16309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6591" y="4148732"/>
            <a:ext cx="13554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App 운영 · 개발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6591" y="4807029"/>
            <a:ext cx="8971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SAP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6591" y="5043249"/>
            <a:ext cx="11858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Assistant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6591" y="5270539"/>
            <a:ext cx="12673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Interface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2880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Cross-Team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104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37340" y="14644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02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04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영업관리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7340" y="3247548"/>
            <a:ext cx="106060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602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경영관리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183505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Autonomous SCM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95888"/>
            <a:ext cx="7019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62588"/>
            <a:ext cx="25098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5988"/>
            <a:ext cx="189226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App Builder Agent · 입고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23648"/>
            <a:ext cx="300442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255168"/>
            <a:ext cx="161413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 · 양식 변경 감지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1868"/>
            <a:ext cx="1330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담당자 변경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88568"/>
            <a:ext cx="18218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Builder로 처리 Logic 수정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055268"/>
            <a:ext cx="100476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 · 운영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21968"/>
            <a:ext cx="12850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기준 수정 · 입고 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3752" y="4459128"/>
            <a:ext cx="659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입고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040" y="1395888"/>
            <a:ext cx="7019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6040" y="1662588"/>
            <a:ext cx="220872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Exception Handling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6040" y="2195988"/>
            <a:ext cx="144244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Wiki Agent · 공급 예외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6040" y="2523648"/>
            <a:ext cx="282856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464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지연 · 재고 부족 문의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4640" y="3521868"/>
            <a:ext cx="193643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Wiki에서 SOP · 과거 Ticket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4640" y="3788568"/>
            <a:ext cx="1872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S/4 재고 · 발주 · 납기 현황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4640" y="4055268"/>
            <a:ext cx="18107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대체 공급 · 출하 우선순위 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4640" y="4321968"/>
            <a:ext cx="168794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대응 지시 · 결과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7284" y="4459128"/>
            <a:ext cx="9504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공급 예외 대응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0680" y="1395888"/>
            <a:ext cx="7019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0680" y="1662588"/>
            <a:ext cx="288869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Demand-to-Supply 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0680" y="2195988"/>
            <a:ext cx="200108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Harness Agent · 수요·납기 변동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0680" y="2523648"/>
            <a:ext cx="311788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 → 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928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수요 · 납기 변경 접수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9280" y="3521868"/>
            <a:ext cx="25663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Production Capacity · 재고 · 공급 Risk 분석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9280" y="3788568"/>
            <a:ext cx="199917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· 생산 · 구매 · 물류 영향 종합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9280" y="4055268"/>
            <a:ext cx="168771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부서별 작업 지시 · Wiki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9280" y="4321968"/>
            <a:ext cx="16915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반복 Issue App Builder 개선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63807" y="4459128"/>
            <a:ext cx="11184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부서 간 업무 조율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560748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01 — Inbound Process 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34993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App Builder Agent · 입고 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32470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37108" y="4025265"/>
            <a:ext cx="14395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01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506670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02 — SCM Exception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113002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Agent · 공급 예외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12931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37108" y="4025265"/>
            <a:ext cx="14395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02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62676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03 — Demand-to-Supply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46173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Agent · 수요·공급 조율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39601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분석과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37108" y="4025265"/>
            <a:ext cx="14395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03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36804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8810" y="2084784"/>
            <a:ext cx="86284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8810" y="2374344"/>
            <a:ext cx="220087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Manual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8810" y="2755939"/>
            <a:ext cx="285166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조회 · 근거 수집 · 업무 전달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8810" y="3451979"/>
            <a:ext cx="2779871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7858FF"/>
                </a:solidFill>
                <a:latin typeface="Liberation Sans"/>
                <a:ea typeface="Noto Sans CJK KR"/>
                <a:cs typeface="Liberation Sans"/>
              </a:rPr>
              <a:t>Autonomous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8810" y="3833574"/>
            <a:ext cx="322290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Agent의 Context 연결 · 허용된 작업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8810" y="4133373"/>
            <a:ext cx="226123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7858FF"/>
                </a:solidFill>
                <a:latin typeface="Liberation Sans"/>
                <a:ea typeface="Noto Sans CJK KR"/>
                <a:cs typeface="Liberation Sans"/>
              </a:rPr>
              <a:t>사람은 예외·핵심 판단에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03068"/>
            <a:ext cx="10271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5812" y="5464968"/>
            <a:ext cx="1048583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처리 시간 단축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9195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수작업 조율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715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일관된 업무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6235" y="5464968"/>
            <a:ext cx="1045725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 역량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