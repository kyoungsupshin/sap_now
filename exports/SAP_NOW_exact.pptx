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 — Autonomous Enterprise SAP BTP Agent Demo</a:t>
            </a:r>
          </a:p>
          <a:p>
            <a:r>
              <a:t>HTML source: 1page.html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 — Presentation Agenda</a:t>
            </a:r>
          </a:p>
          <a:p>
            <a:r>
              <a:t>HTML source: agenda.html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 — Autonomous Enterprise &amp; Governance</a:t>
            </a:r>
          </a:p>
          <a:p>
            <a:r>
              <a:t>HTML source: divider-01-vision.html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 — AI-First → AI-Native</a:t>
            </a:r>
          </a:p>
          <a:p>
            <a:r>
              <a:t>HTML source: ai-native.html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05 — Four Core Capabilities</a:t>
            </a:r>
          </a:p>
          <a:p>
            <a:r>
              <a:t>HTML source: 8page.html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06 — Agent Workflow &amp; Governance</a:t>
            </a:r>
          </a:p>
          <a:p>
            <a:r>
              <a:t>HTML source: 3page.html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07 — Business Context</a:t>
            </a:r>
          </a:p>
          <a:p>
            <a:r>
              <a:t>HTML source: 7page.html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08 — App &amp; AI Development</a:t>
            </a:r>
          </a:p>
          <a:p>
            <a:r>
              <a:t>HTML source: app-ai-development-draft.html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 — Agentic Execution — Integrated Operating Model</a:t>
            </a:r>
          </a:p>
          <a:p>
            <a:r>
              <a:t>HTML source: 6page.html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— Agentic Execution</a:t>
            </a:r>
          </a:p>
          <a:p>
            <a:r>
              <a:t>HTML source: divider-02-agents.html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 — Joule — SAP Data 접근과 업무 실행</a:t>
            </a:r>
          </a:p>
          <a:p>
            <a:r>
              <a:t>HTML source: 10page.html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— LLM Wiki — 팀 지식 축적과 요청 맥락 재활용</a:t>
            </a:r>
          </a:p>
          <a:p>
            <a:r>
              <a:t>HTML source: llm-wiki-explanation.html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 — HANA Knowledge Graph — Business Context 연결</a:t>
            </a:r>
          </a:p>
          <a:p>
            <a:r>
              <a:t>HTML source: 9page.html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 — Harness — 업무 판단과 실행 조율</a:t>
            </a:r>
          </a:p>
          <a:p>
            <a:r>
              <a:t>HTML source: 11page.html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— App Builder — App 변경과 배포</a:t>
            </a:r>
          </a:p>
          <a:p>
            <a:r>
              <a:t>HTML source: app-builder-explanation.html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 — Harness Deep Agent — 복합 분석과 계획</a:t>
            </a:r>
          </a:p>
          <a:p>
            <a:r>
              <a:t>HTML source: 12page.html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 — Harness A2A — Cross-Team 협업</a:t>
            </a:r>
          </a:p>
          <a:p>
            <a:r>
              <a:t>HTML source: 13page.html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 — SAP BTP Architecture</a:t>
            </a:r>
          </a:p>
          <a:p>
            <a:r>
              <a:t>HTML source: divider-04-platform.html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 — SAP BTP — Standard Architecture</a:t>
            </a:r>
          </a:p>
          <a:p>
            <a:r>
              <a:t>HTML source: 19page.html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— SAP BTP — Kyma App-in-App Architecture</a:t>
            </a:r>
          </a:p>
          <a:p>
            <a:r>
              <a:t>HTML source: 20page.html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21 — SAP BTP — Platform Value &amp; TCO</a:t>
            </a:r>
          </a:p>
          <a:p>
            <a:r>
              <a:t>HTML source: 16page.html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22 — SAP BTP — Operations &amp; OPEX</a:t>
            </a:r>
          </a:p>
          <a:p>
            <a:r>
              <a:t>HTML source: 17page.html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23 — Demo &amp; Business Value</a:t>
            </a:r>
          </a:p>
          <a:p>
            <a:r>
              <a:t>HTML source: 21page.html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 — Demo — Business Context &amp; Challenges</a:t>
            </a:r>
          </a:p>
          <a:p>
            <a:r>
              <a:t>HTML source: 2page.html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— Shared AI Foundation</a:t>
            </a:r>
          </a:p>
          <a:p>
            <a:r>
              <a:t>HTML source: 4page.html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26 — Demo — Cross-Team Operating Model</a:t>
            </a:r>
          </a:p>
          <a:p>
            <a:r>
              <a:t>HTML source: 5page.html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27 — Demo — Autonomous SCM Scenarios</a:t>
            </a:r>
          </a:p>
          <a:p>
            <a:r>
              <a:t>HTML source: 22page.html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28 — Demo 01 — Inbound Process Adaptation</a:t>
            </a:r>
          </a:p>
          <a:p>
            <a:r>
              <a:t>HTML source: demo-video-01-inbound.html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29 — Demo 02 — SCM Exception Handling</a:t>
            </a:r>
          </a:p>
          <a:p>
            <a:r>
              <a:t>HTML source: demo-video-02-exception.html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— Demo 03 — Demand-to-Supply Orchestration</a:t>
            </a:r>
          </a:p>
          <a:p>
            <a:r>
              <a:t>HTML source: demo-video-03-orchestration.html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31 — Demo — Business Value</a:t>
            </a:r>
          </a:p>
          <a:p>
            <a:r>
              <a:t>HTML source: 23page.html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SAP NOW — Autonomous Enterprise</dc:title>
  <dc:subject>Faithful export of the HTML presentation</dc:subject>
  <dc:creator>KyoungsupShin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