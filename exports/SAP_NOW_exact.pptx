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HTML source: 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HTML source: agenda.html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HTML source: divider-01-vision.html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HTML source: ai-native.html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HTML source: 8page.html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HTML source: 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HTML source: 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HTML source: app-ai-development-draft.html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HTML source: 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HTML source: divider-02-agents.html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HTML source: 10page.html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HTML source: 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HTML source: 11page.html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HTML source: app-builder-explanation.html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HTML source: 12page.html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HTML source: 13page.html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HTML source: divider-04-platform.html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HTML source: 19page.html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HTML source: 20page.html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HTML source: 16page.html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HTML source: 17page.html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HTML source: 21page.html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HTML source: 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HTML source: 4page.html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HTML source: 5page.html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HTML source: 22page.html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01 — Inbound Process Adaptation</a:t>
            </a:r>
          </a:p>
          <a:p>
            <a:r>
              <a:t>HTML source: demo-video-01-inbound.html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02 — SCM Exception Handling</a:t>
            </a:r>
          </a:p>
          <a:p>
            <a:r>
              <a:t>HTML source: demo-video-02-exception.html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03 — Demand-to-Supply Orchestration</a:t>
            </a:r>
          </a:p>
          <a:p>
            <a:r>
              <a:t>HTML source: demo-video-03-orchestration.html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— Business Value</a:t>
            </a:r>
          </a:p>
          <a:p>
            <a:r>
              <a:t>HTML source: 23page.html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Autonomous Enterprise</dc:title>
  <dc:subject>Faithful export of the HTML presentation</dc:subject>
  <dc:creator>KyoungsupShin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