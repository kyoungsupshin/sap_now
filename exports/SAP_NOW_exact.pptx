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— Autonomous Enterprise SAP BTP Agent Demo</a:t>
            </a:r>
          </a:p>
          <a:p>
            <a:r>
              <a:t>HTML source: 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— Presentation Agenda</a:t>
            </a:r>
          </a:p>
          <a:p>
            <a:r>
              <a:t>HTML source: agenda.html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— Autonomous Enterprise &amp; Governance</a:t>
            </a:r>
          </a:p>
          <a:p>
            <a:r>
              <a:t>HTML source: divider-01-vision.html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— AI-First → AI-Native</a:t>
            </a:r>
          </a:p>
          <a:p>
            <a:r>
              <a:t>HTML source: ai-native.html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— Four Core Capabilities</a:t>
            </a:r>
          </a:p>
          <a:p>
            <a:r>
              <a:t>HTML source: 8page.html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— Agent Workflow &amp; Governance</a:t>
            </a:r>
          </a:p>
          <a:p>
            <a:r>
              <a:t>HTML source: 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— Business Context</a:t>
            </a:r>
          </a:p>
          <a:p>
            <a:r>
              <a:t>HTML source: 7page.html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— App &amp; AI Development</a:t>
            </a:r>
          </a:p>
          <a:p>
            <a:r>
              <a:t>HTML source: app-ai-development-draft.html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— Agentic Execution — Integrated Operating Model</a:t>
            </a:r>
          </a:p>
          <a:p>
            <a:r>
              <a:t>HTML source: 6page.html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— Agentic Execution</a:t>
            </a:r>
          </a:p>
          <a:p>
            <a:r>
              <a:t>HTML source: divider-02-agents.html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— Joule — SAP Data 접근과 업무 실행</a:t>
            </a:r>
          </a:p>
          <a:p>
            <a:r>
              <a:t>HTML source: 10page.html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— HANA Knowledge Graph — Business Context 연결</a:t>
            </a:r>
          </a:p>
          <a:p>
            <a:r>
              <a:t>HTML source: 9page.html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— Harness — 업무 판단과 실행 조율</a:t>
            </a:r>
          </a:p>
          <a:p>
            <a:r>
              <a:t>HTML source: 11page.html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14 — App Builder — App 변경과 배포</a:t>
            </a:r>
          </a:p>
          <a:p>
            <a:r>
              <a:t>HTML source: app-builder-explanation.html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15 — Harness Deep Agent — 복합 분석과 계획</a:t>
            </a:r>
          </a:p>
          <a:p>
            <a:r>
              <a:t>HTML source: 12page.html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16 — Harness A2A — Cross-Team 협업</a:t>
            </a:r>
          </a:p>
          <a:p>
            <a:r>
              <a:t>HTML source: 13page.html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17 — SAP BTP Architecture</a:t>
            </a:r>
          </a:p>
          <a:p>
            <a:r>
              <a:t>HTML source: divider-04-platform.html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— SAP BTP — Standard Architecture</a:t>
            </a:r>
          </a:p>
          <a:p>
            <a:r>
              <a:t>HTML source: 19page.html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19 — SAP BTP — Kyma App-in-App Architecture</a:t>
            </a:r>
          </a:p>
          <a:p>
            <a:r>
              <a:t>HTML source: 20page.html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 — SAP BTP — Platform Value &amp; TCO</a:t>
            </a:r>
          </a:p>
          <a:p>
            <a:r>
              <a:t>HTML source: 16page.html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21 — SAP BTP — Operations &amp; OPEX</a:t>
            </a:r>
          </a:p>
          <a:p>
            <a:r>
              <a:t>HTML source: 17page.html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22 — Demo &amp; Business Value</a:t>
            </a:r>
          </a:p>
          <a:p>
            <a:r>
              <a:t>HTML source: 21page.html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23 — Demo — Business Context &amp; Challenges</a:t>
            </a:r>
          </a:p>
          <a:p>
            <a:r>
              <a:t>HTML source: 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24 — Shared AI Foundation</a:t>
            </a:r>
          </a:p>
          <a:p>
            <a:r>
              <a:t>HTML source: 4page.html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25 — Demo — Cross-Team Operating Model</a:t>
            </a:r>
          </a:p>
          <a:p>
            <a:r>
              <a:t>HTML source: 5page.html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26 — Demo — Autonomous SCM Scenarios</a:t>
            </a:r>
          </a:p>
          <a:p>
            <a:r>
              <a:t>HTML source: 22page.html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27 — Demo — Business Value</a:t>
            </a:r>
          </a:p>
          <a:p>
            <a:r>
              <a:t>HTML source: 23page.html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SAP NOW — Autonomous Enterprise</dc:title>
  <dc:subject>Faithful export of the HTML presentation</dc:subject>
  <dc:creator>KyoungsupShin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