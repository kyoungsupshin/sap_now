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HTML source: 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HTML source: agenda.html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HTML source: divider-01-vision.html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HTML source: ai-native.html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HTML source: 8page.html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HTML source: 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HTML source: 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HTML source: app-ai-development-draft.html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HTML source: 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HTML source: divider-02-agents.html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HTML source: 10page.html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LLM Wiki — 팀 지식 축적과 요청 맥락 재활용</a:t>
            </a:r>
          </a:p>
          <a:p>
            <a:r>
              <a:t>HTML source: llm-wiki-explanation.html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HANA Knowledge Graph — Business Context 연결</a:t>
            </a:r>
          </a:p>
          <a:p>
            <a:r>
              <a:t>HTML source: 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Harness — 업무 판단과 실행 조율</a:t>
            </a:r>
          </a:p>
          <a:p>
            <a:r>
              <a:t>HTML source: 11page.html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App Builder — App 변경과 배포</a:t>
            </a:r>
          </a:p>
          <a:p>
            <a:r>
              <a:t>HTML source: app-builder-explanation.html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Deep Agent — 복합 분석과 계획</a:t>
            </a:r>
          </a:p>
          <a:p>
            <a:r>
              <a:t>HTML source: 12page.html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A2A — Cross-Team 협업</a:t>
            </a:r>
          </a:p>
          <a:p>
            <a:r>
              <a:t>HTML source: 13page.html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Architecture</a:t>
            </a:r>
          </a:p>
          <a:p>
            <a:r>
              <a:t>HTML source: divider-04-platform.html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Standard Architecture</a:t>
            </a:r>
          </a:p>
          <a:p>
            <a:r>
              <a:t>HTML source: 19page.html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Kyma App-in-App Architecture</a:t>
            </a:r>
          </a:p>
          <a:p>
            <a:r>
              <a:t>HTML source: 20page.html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Platform Value &amp; TCO</a:t>
            </a:r>
          </a:p>
          <a:p>
            <a:r>
              <a:t>HTML source: 16page.html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BTP — Operations &amp; OPEX</a:t>
            </a:r>
          </a:p>
          <a:p>
            <a:r>
              <a:t>HTML source: 17page.html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&amp; Business Value</a:t>
            </a:r>
          </a:p>
          <a:p>
            <a:r>
              <a:t>HTML source: 21page.html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— Business Context &amp; Challenges</a:t>
            </a:r>
          </a:p>
          <a:p>
            <a:r>
              <a:t>HTML source: 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Shared AI Foundation</a:t>
            </a:r>
          </a:p>
          <a:p>
            <a:r>
              <a:t>HTML source: 4page.html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</a:t>
            </a:r>
          </a:p>
          <a:p>
            <a:r>
              <a:t>HTML source: 5page.html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HTML source: 22page.html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HTML source: demo-video-01-inbound.html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HTML source: demo-video-02-exception.html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HTML source: demo-video-03-orchestration.html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Demo — Business Value</a:t>
            </a:r>
          </a:p>
          <a:p>
            <a:r>
              <a:t>HTML source: 23page.html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Autonomous Enterprise</dc:title>
  <dc:subject>Faithful export of the HTML presentation</dc:subject>
  <dc:creator>KyoungsupShin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